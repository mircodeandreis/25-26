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4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97" r:id="rId1"/>
    <p:sldMasterId id="2147483709" r:id="rId2"/>
    <p:sldMasterId id="2147483712" r:id="rId3"/>
  </p:sldMasterIdLst>
  <p:notesMasterIdLst>
    <p:notesMasterId r:id="rId128"/>
  </p:notesMasterIdLst>
  <p:handoutMasterIdLst>
    <p:handoutMasterId r:id="rId129"/>
  </p:handoutMasterIdLst>
  <p:sldIdLst>
    <p:sldId id="256" r:id="rId4"/>
    <p:sldId id="396" r:id="rId5"/>
    <p:sldId id="400" r:id="rId6"/>
    <p:sldId id="788" r:id="rId7"/>
    <p:sldId id="789" r:id="rId8"/>
    <p:sldId id="790" r:id="rId9"/>
    <p:sldId id="791" r:id="rId10"/>
    <p:sldId id="792" r:id="rId11"/>
    <p:sldId id="793" r:id="rId12"/>
    <p:sldId id="794" r:id="rId13"/>
    <p:sldId id="795" r:id="rId14"/>
    <p:sldId id="796" r:id="rId15"/>
    <p:sldId id="797" r:id="rId16"/>
    <p:sldId id="798" r:id="rId17"/>
    <p:sldId id="799" r:id="rId18"/>
    <p:sldId id="800" r:id="rId19"/>
    <p:sldId id="801" r:id="rId20"/>
    <p:sldId id="802" r:id="rId21"/>
    <p:sldId id="803" r:id="rId22"/>
    <p:sldId id="804" r:id="rId23"/>
    <p:sldId id="805" r:id="rId24"/>
    <p:sldId id="321" r:id="rId25"/>
    <p:sldId id="322" r:id="rId26"/>
    <p:sldId id="397" r:id="rId27"/>
    <p:sldId id="259" r:id="rId28"/>
    <p:sldId id="361" r:id="rId29"/>
    <p:sldId id="258" r:id="rId30"/>
    <p:sldId id="807" r:id="rId31"/>
    <p:sldId id="808" r:id="rId32"/>
    <p:sldId id="261" r:id="rId33"/>
    <p:sldId id="262" r:id="rId34"/>
    <p:sldId id="809" r:id="rId35"/>
    <p:sldId id="264" r:id="rId36"/>
    <p:sldId id="810" r:id="rId37"/>
    <p:sldId id="816" r:id="rId38"/>
    <p:sldId id="280" r:id="rId39"/>
    <p:sldId id="281" r:id="rId40"/>
    <p:sldId id="282" r:id="rId41"/>
    <p:sldId id="283" r:id="rId42"/>
    <p:sldId id="817" r:id="rId43"/>
    <p:sldId id="850" r:id="rId44"/>
    <p:sldId id="286" r:id="rId45"/>
    <p:sldId id="288" r:id="rId46"/>
    <p:sldId id="351" r:id="rId47"/>
    <p:sldId id="820" r:id="rId48"/>
    <p:sldId id="292" r:id="rId49"/>
    <p:sldId id="823" r:id="rId50"/>
    <p:sldId id="824" r:id="rId51"/>
    <p:sldId id="825" r:id="rId52"/>
    <p:sldId id="317" r:id="rId53"/>
    <p:sldId id="851" r:id="rId54"/>
    <p:sldId id="852" r:id="rId55"/>
    <p:sldId id="338" r:id="rId56"/>
    <p:sldId id="302" r:id="rId57"/>
    <p:sldId id="290" r:id="rId58"/>
    <p:sldId id="291" r:id="rId59"/>
    <p:sldId id="304" r:id="rId60"/>
    <p:sldId id="293" r:id="rId61"/>
    <p:sldId id="294" r:id="rId62"/>
    <p:sldId id="296" r:id="rId63"/>
    <p:sldId id="353" r:id="rId64"/>
    <p:sldId id="305" r:id="rId65"/>
    <p:sldId id="362" r:id="rId66"/>
    <p:sldId id="306" r:id="rId67"/>
    <p:sldId id="368" r:id="rId68"/>
    <p:sldId id="369" r:id="rId69"/>
    <p:sldId id="370" r:id="rId70"/>
    <p:sldId id="371" r:id="rId71"/>
    <p:sldId id="372" r:id="rId72"/>
    <p:sldId id="373" r:id="rId73"/>
    <p:sldId id="375" r:id="rId74"/>
    <p:sldId id="376" r:id="rId75"/>
    <p:sldId id="377" r:id="rId76"/>
    <p:sldId id="378" r:id="rId77"/>
    <p:sldId id="379" r:id="rId78"/>
    <p:sldId id="380" r:id="rId79"/>
    <p:sldId id="381" r:id="rId80"/>
    <p:sldId id="382" r:id="rId81"/>
    <p:sldId id="383" r:id="rId82"/>
    <p:sldId id="384" r:id="rId83"/>
    <p:sldId id="385" r:id="rId84"/>
    <p:sldId id="386" r:id="rId85"/>
    <p:sldId id="387" r:id="rId86"/>
    <p:sldId id="300" r:id="rId87"/>
    <p:sldId id="390" r:id="rId88"/>
    <p:sldId id="394" r:id="rId89"/>
    <p:sldId id="301" r:id="rId90"/>
    <p:sldId id="352" r:id="rId91"/>
    <p:sldId id="354" r:id="rId92"/>
    <p:sldId id="326" r:id="rId93"/>
    <p:sldId id="355" r:id="rId94"/>
    <p:sldId id="327" r:id="rId95"/>
    <p:sldId id="357" r:id="rId96"/>
    <p:sldId id="356" r:id="rId97"/>
    <p:sldId id="303" r:id="rId98"/>
    <p:sldId id="260" r:id="rId99"/>
    <p:sldId id="276" r:id="rId100"/>
    <p:sldId id="263" r:id="rId101"/>
    <p:sldId id="328" r:id="rId102"/>
    <p:sldId id="267" r:id="rId103"/>
    <p:sldId id="329" r:id="rId104"/>
    <p:sldId id="330" r:id="rId105"/>
    <p:sldId id="331" r:id="rId106"/>
    <p:sldId id="332" r:id="rId107"/>
    <p:sldId id="342" r:id="rId108"/>
    <p:sldId id="339" r:id="rId109"/>
    <p:sldId id="333" r:id="rId110"/>
    <p:sldId id="334" r:id="rId111"/>
    <p:sldId id="335" r:id="rId112"/>
    <p:sldId id="336" r:id="rId113"/>
    <p:sldId id="359" r:id="rId114"/>
    <p:sldId id="360" r:id="rId115"/>
    <p:sldId id="337" r:id="rId116"/>
    <p:sldId id="392" r:id="rId117"/>
    <p:sldId id="393" r:id="rId118"/>
    <p:sldId id="340" r:id="rId119"/>
    <p:sldId id="341" r:id="rId120"/>
    <p:sldId id="343" r:id="rId121"/>
    <p:sldId id="358" r:id="rId122"/>
    <p:sldId id="344" r:id="rId123"/>
    <p:sldId id="287" r:id="rId124"/>
    <p:sldId id="345" r:id="rId125"/>
    <p:sldId id="350" r:id="rId126"/>
    <p:sldId id="395" r:id="rId127"/>
  </p:sldIdLst>
  <p:sldSz cx="12192000" cy="6858000"/>
  <p:notesSz cx="7315200" cy="9601200"/>
  <p:defaultTextStyle>
    <a:defPPr>
      <a:defRPr lang="en-US"/>
    </a:defPPr>
    <a:lvl1pPr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6445" autoAdjust="0"/>
    <p:restoredTop sz="59549" autoAdjust="0"/>
  </p:normalViewPr>
  <p:slideViewPr>
    <p:cSldViewPr snapToObjects="1" showGuides="1">
      <p:cViewPr varScale="1">
        <p:scale>
          <a:sx n="57" d="100"/>
          <a:sy n="57" d="100"/>
        </p:scale>
        <p:origin x="2035" y="16"/>
      </p:cViewPr>
      <p:guideLst>
        <p:guide orient="horz" pos="2160"/>
        <p:guide pos="384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100" d="100"/>
        <a:sy n="100" d="100"/>
      </p:scale>
      <p:origin x="0" y="0"/>
    </p:cViewPr>
  </p:sorterViewPr>
  <p:notesViewPr>
    <p:cSldViewPr snapToObjects="1" showGuides="1">
      <p:cViewPr varScale="1">
        <p:scale>
          <a:sx n="66" d="100"/>
          <a:sy n="66" d="100"/>
        </p:scale>
        <p:origin x="0" y="0"/>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4.xml"/><Relationship Id="rId21" Type="http://schemas.openxmlformats.org/officeDocument/2006/relationships/slide" Target="slides/slide18.xml"/><Relationship Id="rId42" Type="http://schemas.openxmlformats.org/officeDocument/2006/relationships/slide" Target="slides/slide39.xml"/><Relationship Id="rId63" Type="http://schemas.openxmlformats.org/officeDocument/2006/relationships/slide" Target="slides/slide60.xml"/><Relationship Id="rId84" Type="http://schemas.openxmlformats.org/officeDocument/2006/relationships/slide" Target="slides/slide81.xml"/><Relationship Id="rId16" Type="http://schemas.openxmlformats.org/officeDocument/2006/relationships/slide" Target="slides/slide13.xml"/><Relationship Id="rId107" Type="http://schemas.openxmlformats.org/officeDocument/2006/relationships/slide" Target="slides/slide104.xml"/><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slide" Target="slides/slide76.xml"/><Relationship Id="rId102" Type="http://schemas.openxmlformats.org/officeDocument/2006/relationships/slide" Target="slides/slide99.xml"/><Relationship Id="rId123" Type="http://schemas.openxmlformats.org/officeDocument/2006/relationships/slide" Target="slides/slide120.xml"/><Relationship Id="rId128" Type="http://schemas.openxmlformats.org/officeDocument/2006/relationships/notesMaster" Target="notesMasters/notesMaster1.xml"/><Relationship Id="rId5" Type="http://schemas.openxmlformats.org/officeDocument/2006/relationships/slide" Target="slides/slide2.xml"/><Relationship Id="rId90" Type="http://schemas.openxmlformats.org/officeDocument/2006/relationships/slide" Target="slides/slide87.xml"/><Relationship Id="rId95" Type="http://schemas.openxmlformats.org/officeDocument/2006/relationships/slide" Target="slides/slide92.xml"/><Relationship Id="rId22" Type="http://schemas.openxmlformats.org/officeDocument/2006/relationships/slide" Target="slides/slide19.xml"/><Relationship Id="rId27" Type="http://schemas.openxmlformats.org/officeDocument/2006/relationships/slide" Target="slides/slide24.xml"/><Relationship Id="rId43" Type="http://schemas.openxmlformats.org/officeDocument/2006/relationships/slide" Target="slides/slide40.xml"/><Relationship Id="rId48" Type="http://schemas.openxmlformats.org/officeDocument/2006/relationships/slide" Target="slides/slide45.xml"/><Relationship Id="rId64" Type="http://schemas.openxmlformats.org/officeDocument/2006/relationships/slide" Target="slides/slide61.xml"/><Relationship Id="rId69" Type="http://schemas.openxmlformats.org/officeDocument/2006/relationships/slide" Target="slides/slide66.xml"/><Relationship Id="rId113" Type="http://schemas.openxmlformats.org/officeDocument/2006/relationships/slide" Target="slides/slide110.xml"/><Relationship Id="rId118" Type="http://schemas.openxmlformats.org/officeDocument/2006/relationships/slide" Target="slides/slide115.xml"/><Relationship Id="rId80" Type="http://schemas.openxmlformats.org/officeDocument/2006/relationships/slide" Target="slides/slide77.xml"/><Relationship Id="rId85" Type="http://schemas.openxmlformats.org/officeDocument/2006/relationships/slide" Target="slides/slide82.xml"/><Relationship Id="rId12" Type="http://schemas.openxmlformats.org/officeDocument/2006/relationships/slide" Target="slides/slide9.xml"/><Relationship Id="rId17" Type="http://schemas.openxmlformats.org/officeDocument/2006/relationships/slide" Target="slides/slide14.xml"/><Relationship Id="rId33" Type="http://schemas.openxmlformats.org/officeDocument/2006/relationships/slide" Target="slides/slide30.xml"/><Relationship Id="rId38" Type="http://schemas.openxmlformats.org/officeDocument/2006/relationships/slide" Target="slides/slide35.xml"/><Relationship Id="rId59" Type="http://schemas.openxmlformats.org/officeDocument/2006/relationships/slide" Target="slides/slide56.xml"/><Relationship Id="rId103" Type="http://schemas.openxmlformats.org/officeDocument/2006/relationships/slide" Target="slides/slide100.xml"/><Relationship Id="rId108" Type="http://schemas.openxmlformats.org/officeDocument/2006/relationships/slide" Target="slides/slide105.xml"/><Relationship Id="rId124" Type="http://schemas.openxmlformats.org/officeDocument/2006/relationships/slide" Target="slides/slide121.xml"/><Relationship Id="rId129" Type="http://schemas.openxmlformats.org/officeDocument/2006/relationships/handoutMaster" Target="handoutMasters/handoutMaster1.xml"/><Relationship Id="rId54" Type="http://schemas.openxmlformats.org/officeDocument/2006/relationships/slide" Target="slides/slide51.xml"/><Relationship Id="rId70" Type="http://schemas.openxmlformats.org/officeDocument/2006/relationships/slide" Target="slides/slide67.xml"/><Relationship Id="rId75" Type="http://schemas.openxmlformats.org/officeDocument/2006/relationships/slide" Target="slides/slide72.xml"/><Relationship Id="rId91" Type="http://schemas.openxmlformats.org/officeDocument/2006/relationships/slide" Target="slides/slide88.xml"/><Relationship Id="rId96" Type="http://schemas.openxmlformats.org/officeDocument/2006/relationships/slide" Target="slides/slide93.xml"/><Relationship Id="rId1" Type="http://schemas.openxmlformats.org/officeDocument/2006/relationships/slideMaster" Target="slideMasters/slideMaster1.xml"/><Relationship Id="rId6" Type="http://schemas.openxmlformats.org/officeDocument/2006/relationships/slide" Target="slides/slide3.xml"/><Relationship Id="rId23" Type="http://schemas.openxmlformats.org/officeDocument/2006/relationships/slide" Target="slides/slide20.xml"/><Relationship Id="rId28" Type="http://schemas.openxmlformats.org/officeDocument/2006/relationships/slide" Target="slides/slide25.xml"/><Relationship Id="rId49" Type="http://schemas.openxmlformats.org/officeDocument/2006/relationships/slide" Target="slides/slide46.xml"/><Relationship Id="rId114" Type="http://schemas.openxmlformats.org/officeDocument/2006/relationships/slide" Target="slides/slide111.xml"/><Relationship Id="rId119" Type="http://schemas.openxmlformats.org/officeDocument/2006/relationships/slide" Target="slides/slide116.xml"/><Relationship Id="rId44" Type="http://schemas.openxmlformats.org/officeDocument/2006/relationships/slide" Target="slides/slide41.xml"/><Relationship Id="rId60" Type="http://schemas.openxmlformats.org/officeDocument/2006/relationships/slide" Target="slides/slide57.xml"/><Relationship Id="rId65" Type="http://schemas.openxmlformats.org/officeDocument/2006/relationships/slide" Target="slides/slide62.xml"/><Relationship Id="rId81" Type="http://schemas.openxmlformats.org/officeDocument/2006/relationships/slide" Target="slides/slide78.xml"/><Relationship Id="rId86" Type="http://schemas.openxmlformats.org/officeDocument/2006/relationships/slide" Target="slides/slide83.xml"/><Relationship Id="rId130" Type="http://schemas.openxmlformats.org/officeDocument/2006/relationships/presProps" Target="presProps.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109" Type="http://schemas.openxmlformats.org/officeDocument/2006/relationships/slide" Target="slides/slide10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slide" Target="slides/slide94.xml"/><Relationship Id="rId104" Type="http://schemas.openxmlformats.org/officeDocument/2006/relationships/slide" Target="slides/slide101.xml"/><Relationship Id="rId120" Type="http://schemas.openxmlformats.org/officeDocument/2006/relationships/slide" Target="slides/slide117.xml"/><Relationship Id="rId125" Type="http://schemas.openxmlformats.org/officeDocument/2006/relationships/slide" Target="slides/slide122.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slide" Target="slides/slide89.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slide" Target="slides/slide84.xml"/><Relationship Id="rId110" Type="http://schemas.openxmlformats.org/officeDocument/2006/relationships/slide" Target="slides/slide107.xml"/><Relationship Id="rId115" Type="http://schemas.openxmlformats.org/officeDocument/2006/relationships/slide" Target="slides/slide112.xml"/><Relationship Id="rId131" Type="http://schemas.openxmlformats.org/officeDocument/2006/relationships/viewProps" Target="viewProps.xml"/><Relationship Id="rId61" Type="http://schemas.openxmlformats.org/officeDocument/2006/relationships/slide" Target="slides/slide58.xml"/><Relationship Id="rId82" Type="http://schemas.openxmlformats.org/officeDocument/2006/relationships/slide" Target="slides/slide79.xml"/><Relationship Id="rId19" Type="http://schemas.openxmlformats.org/officeDocument/2006/relationships/slide" Target="slides/slide16.xml"/><Relationship Id="rId14" Type="http://schemas.openxmlformats.org/officeDocument/2006/relationships/slide" Target="slides/slide11.xml"/><Relationship Id="rId30" Type="http://schemas.openxmlformats.org/officeDocument/2006/relationships/slide" Target="slides/slide27.xml"/><Relationship Id="rId35" Type="http://schemas.openxmlformats.org/officeDocument/2006/relationships/slide" Target="slides/slide32.xml"/><Relationship Id="rId56" Type="http://schemas.openxmlformats.org/officeDocument/2006/relationships/slide" Target="slides/slide53.xml"/><Relationship Id="rId77" Type="http://schemas.openxmlformats.org/officeDocument/2006/relationships/slide" Target="slides/slide74.xml"/><Relationship Id="rId100" Type="http://schemas.openxmlformats.org/officeDocument/2006/relationships/slide" Target="slides/slide97.xml"/><Relationship Id="rId105" Type="http://schemas.openxmlformats.org/officeDocument/2006/relationships/slide" Target="slides/slide102.xml"/><Relationship Id="rId126" Type="http://schemas.openxmlformats.org/officeDocument/2006/relationships/slide" Target="slides/slide123.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93" Type="http://schemas.openxmlformats.org/officeDocument/2006/relationships/slide" Target="slides/slide90.xml"/><Relationship Id="rId98" Type="http://schemas.openxmlformats.org/officeDocument/2006/relationships/slide" Target="slides/slide95.xml"/><Relationship Id="rId121" Type="http://schemas.openxmlformats.org/officeDocument/2006/relationships/slide" Target="slides/slide118.xml"/><Relationship Id="rId3" Type="http://schemas.openxmlformats.org/officeDocument/2006/relationships/slideMaster" Target="slideMasters/slideMaster3.xml"/><Relationship Id="rId25" Type="http://schemas.openxmlformats.org/officeDocument/2006/relationships/slide" Target="slides/slide22.xml"/><Relationship Id="rId46" Type="http://schemas.openxmlformats.org/officeDocument/2006/relationships/slide" Target="slides/slide43.xml"/><Relationship Id="rId67" Type="http://schemas.openxmlformats.org/officeDocument/2006/relationships/slide" Target="slides/slide64.xml"/><Relationship Id="rId116" Type="http://schemas.openxmlformats.org/officeDocument/2006/relationships/slide" Target="slides/slide113.xml"/><Relationship Id="rId20" Type="http://schemas.openxmlformats.org/officeDocument/2006/relationships/slide" Target="slides/slide17.xml"/><Relationship Id="rId41" Type="http://schemas.openxmlformats.org/officeDocument/2006/relationships/slide" Target="slides/slide38.xml"/><Relationship Id="rId62" Type="http://schemas.openxmlformats.org/officeDocument/2006/relationships/slide" Target="slides/slide59.xml"/><Relationship Id="rId83" Type="http://schemas.openxmlformats.org/officeDocument/2006/relationships/slide" Target="slides/slide80.xml"/><Relationship Id="rId88" Type="http://schemas.openxmlformats.org/officeDocument/2006/relationships/slide" Target="slides/slide85.xml"/><Relationship Id="rId111" Type="http://schemas.openxmlformats.org/officeDocument/2006/relationships/slide" Target="slides/slide108.xml"/><Relationship Id="rId132" Type="http://schemas.openxmlformats.org/officeDocument/2006/relationships/theme" Target="theme/theme1.xml"/><Relationship Id="rId15" Type="http://schemas.openxmlformats.org/officeDocument/2006/relationships/slide" Target="slides/slide12.xml"/><Relationship Id="rId36" Type="http://schemas.openxmlformats.org/officeDocument/2006/relationships/slide" Target="slides/slide33.xml"/><Relationship Id="rId57" Type="http://schemas.openxmlformats.org/officeDocument/2006/relationships/slide" Target="slides/slide54.xml"/><Relationship Id="rId106" Type="http://schemas.openxmlformats.org/officeDocument/2006/relationships/slide" Target="slides/slide103.xml"/><Relationship Id="rId127" Type="http://schemas.openxmlformats.org/officeDocument/2006/relationships/slide" Target="slides/slide124.xml"/><Relationship Id="rId10" Type="http://schemas.openxmlformats.org/officeDocument/2006/relationships/slide" Target="slides/slide7.xml"/><Relationship Id="rId31" Type="http://schemas.openxmlformats.org/officeDocument/2006/relationships/slide" Target="slides/slide28.xml"/><Relationship Id="rId52" Type="http://schemas.openxmlformats.org/officeDocument/2006/relationships/slide" Target="slides/slide49.xml"/><Relationship Id="rId73" Type="http://schemas.openxmlformats.org/officeDocument/2006/relationships/slide" Target="slides/slide70.xml"/><Relationship Id="rId78" Type="http://schemas.openxmlformats.org/officeDocument/2006/relationships/slide" Target="slides/slide75.xml"/><Relationship Id="rId94" Type="http://schemas.openxmlformats.org/officeDocument/2006/relationships/slide" Target="slides/slide91.xml"/><Relationship Id="rId99" Type="http://schemas.openxmlformats.org/officeDocument/2006/relationships/slide" Target="slides/slide96.xml"/><Relationship Id="rId101" Type="http://schemas.openxmlformats.org/officeDocument/2006/relationships/slide" Target="slides/slide98.xml"/><Relationship Id="rId122" Type="http://schemas.openxmlformats.org/officeDocument/2006/relationships/slide" Target="slides/slide119.xml"/><Relationship Id="rId4" Type="http://schemas.openxmlformats.org/officeDocument/2006/relationships/slide" Target="slides/slide1.xml"/><Relationship Id="rId9" Type="http://schemas.openxmlformats.org/officeDocument/2006/relationships/slide" Target="slides/slide6.xml"/><Relationship Id="rId26" Type="http://schemas.openxmlformats.org/officeDocument/2006/relationships/slide" Target="slides/slide23.xml"/><Relationship Id="rId47" Type="http://schemas.openxmlformats.org/officeDocument/2006/relationships/slide" Target="slides/slide44.xml"/><Relationship Id="rId68" Type="http://schemas.openxmlformats.org/officeDocument/2006/relationships/slide" Target="slides/slide65.xml"/><Relationship Id="rId89" Type="http://schemas.openxmlformats.org/officeDocument/2006/relationships/slide" Target="slides/slide86.xml"/><Relationship Id="rId112" Type="http://schemas.openxmlformats.org/officeDocument/2006/relationships/slide" Target="slides/slide109.xml"/><Relationship Id="rId133" Type="http://schemas.openxmlformats.org/officeDocument/2006/relationships/tableStyles" Target="tableStyles.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2BBC9175-075D-450B-9ED9-6D63EE08C5A9}" type="doc">
      <dgm:prSet loTypeId="urn:microsoft.com/office/officeart/2005/8/layout/vList2" loCatId="list" qsTypeId="urn:microsoft.com/office/officeart/2005/8/quickstyle/simple1" qsCatId="simple" csTypeId="urn:microsoft.com/office/officeart/2005/8/colors/accent1_2" csCatId="accent1"/>
      <dgm:spPr/>
      <dgm:t>
        <a:bodyPr/>
        <a:lstStyle/>
        <a:p>
          <a:endParaRPr lang="en-US"/>
        </a:p>
      </dgm:t>
    </dgm:pt>
    <dgm:pt modelId="{CA6D87D0-9AF8-431E-8648-A318FDEAD921}">
      <dgm:prSet/>
      <dgm:spPr/>
      <dgm:t>
        <a:bodyPr/>
        <a:lstStyle/>
        <a:p>
          <a:r>
            <a:rPr lang="en-GB"/>
            <a:t>AS10</a:t>
          </a:r>
          <a:endParaRPr lang="it-IT"/>
        </a:p>
      </dgm:t>
    </dgm:pt>
    <dgm:pt modelId="{14DC6C20-7D24-475B-9FAB-0FECCD651EDC}" type="parTrans" cxnId="{92680C30-277D-45B3-BFF9-3D7E2A757189}">
      <dgm:prSet/>
      <dgm:spPr/>
      <dgm:t>
        <a:bodyPr/>
        <a:lstStyle/>
        <a:p>
          <a:endParaRPr lang="en-US"/>
        </a:p>
      </dgm:t>
    </dgm:pt>
    <dgm:pt modelId="{A5BD0F90-9296-463B-BBB1-4DA2C812C65D}" type="sibTrans" cxnId="{92680C30-277D-45B3-BFF9-3D7E2A757189}">
      <dgm:prSet/>
      <dgm:spPr/>
      <dgm:t>
        <a:bodyPr/>
        <a:lstStyle/>
        <a:p>
          <a:endParaRPr lang="en-US"/>
        </a:p>
      </dgm:t>
    </dgm:pt>
    <dgm:pt modelId="{389C7A10-0958-42CA-815C-99ED080D0A19}" type="pres">
      <dgm:prSet presAssocID="{2BBC9175-075D-450B-9ED9-6D63EE08C5A9}" presName="linear" presStyleCnt="0">
        <dgm:presLayoutVars>
          <dgm:animLvl val="lvl"/>
          <dgm:resizeHandles val="exact"/>
        </dgm:presLayoutVars>
      </dgm:prSet>
      <dgm:spPr/>
    </dgm:pt>
    <dgm:pt modelId="{53E692B0-337E-4AC1-8AC6-16F2456EC75E}" type="pres">
      <dgm:prSet presAssocID="{CA6D87D0-9AF8-431E-8648-A318FDEAD921}" presName="parentText" presStyleLbl="node1" presStyleIdx="0" presStyleCnt="1">
        <dgm:presLayoutVars>
          <dgm:chMax val="0"/>
          <dgm:bulletEnabled val="1"/>
        </dgm:presLayoutVars>
      </dgm:prSet>
      <dgm:spPr/>
    </dgm:pt>
  </dgm:ptLst>
  <dgm:cxnLst>
    <dgm:cxn modelId="{BE421204-9DE7-49C1-940B-2FACBA7FFDE2}" type="presOf" srcId="{2BBC9175-075D-450B-9ED9-6D63EE08C5A9}" destId="{389C7A10-0958-42CA-815C-99ED080D0A19}" srcOrd="0" destOrd="0" presId="urn:microsoft.com/office/officeart/2005/8/layout/vList2"/>
    <dgm:cxn modelId="{AECDC628-DBC8-4933-A7CB-40FE8688D786}" type="presOf" srcId="{CA6D87D0-9AF8-431E-8648-A318FDEAD921}" destId="{53E692B0-337E-4AC1-8AC6-16F2456EC75E}" srcOrd="0" destOrd="0" presId="urn:microsoft.com/office/officeart/2005/8/layout/vList2"/>
    <dgm:cxn modelId="{92680C30-277D-45B3-BFF9-3D7E2A757189}" srcId="{2BBC9175-075D-450B-9ED9-6D63EE08C5A9}" destId="{CA6D87D0-9AF8-431E-8648-A318FDEAD921}" srcOrd="0" destOrd="0" parTransId="{14DC6C20-7D24-475B-9FAB-0FECCD651EDC}" sibTransId="{A5BD0F90-9296-463B-BBB1-4DA2C812C65D}"/>
    <dgm:cxn modelId="{68028BA2-E162-41F9-83C1-390BCF65F844}" type="presParOf" srcId="{389C7A10-0958-42CA-815C-99ED080D0A19}" destId="{53E692B0-337E-4AC1-8AC6-16F2456EC75E}"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3E692B0-337E-4AC1-8AC6-16F2456EC75E}">
      <dsp:nvSpPr>
        <dsp:cNvPr id="0" name=""/>
        <dsp:cNvSpPr/>
      </dsp:nvSpPr>
      <dsp:spPr>
        <a:xfrm>
          <a:off x="0" y="7264"/>
          <a:ext cx="1724025" cy="407745"/>
        </a:xfrm>
        <a:prstGeom prst="round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4770" tIns="64770" rIns="64770" bIns="64770" numCol="1" spcCol="1270" anchor="ctr" anchorCtr="0">
          <a:noAutofit/>
        </a:bodyPr>
        <a:lstStyle/>
        <a:p>
          <a:pPr marL="0" lvl="0" indent="0" algn="l" defTabSz="755650">
            <a:lnSpc>
              <a:spcPct val="90000"/>
            </a:lnSpc>
            <a:spcBef>
              <a:spcPct val="0"/>
            </a:spcBef>
            <a:spcAft>
              <a:spcPct val="35000"/>
            </a:spcAft>
            <a:buNone/>
          </a:pPr>
          <a:r>
            <a:rPr lang="en-GB" sz="1700" kern="1200"/>
            <a:t>AS10</a:t>
          </a:r>
          <a:endParaRPr lang="it-IT" sz="1700" kern="1200"/>
        </a:p>
      </dsp:txBody>
      <dsp:txXfrm>
        <a:off x="19904" y="27168"/>
        <a:ext cx="1684217" cy="367937"/>
      </dsp:txXfrm>
    </dsp:sp>
  </dsp:spTree>
</dsp:drawing>
</file>

<file path=ppt/diagrams/layout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1618" name="Rectangle 2">
            <a:extLst>
              <a:ext uri="{FF2B5EF4-FFF2-40B4-BE49-F238E27FC236}">
                <a16:creationId xmlns:a16="http://schemas.microsoft.com/office/drawing/2014/main" id="{ABD4127E-CE1D-4820-8EFE-7CB9AF632B8B}"/>
              </a:ext>
            </a:extLst>
          </p:cNvPr>
          <p:cNvSpPr>
            <a:spLocks noGrp="1" noChangeArrowheads="1"/>
          </p:cNvSpPr>
          <p:nvPr>
            <p:ph type="hdr" sz="quarter"/>
          </p:nvPr>
        </p:nvSpPr>
        <p:spPr bwMode="auto">
          <a:xfrm>
            <a:off x="0" y="0"/>
            <a:ext cx="3170238" cy="479425"/>
          </a:xfrm>
          <a:prstGeom prst="rect">
            <a:avLst/>
          </a:prstGeom>
          <a:noFill/>
          <a:ln w="9525">
            <a:noFill/>
            <a:miter lim="800000"/>
            <a:headEnd/>
            <a:tailEnd/>
          </a:ln>
          <a:effectLst/>
        </p:spPr>
        <p:txBody>
          <a:bodyPr vert="horz" wrap="square" lIns="99048" tIns="49524" rIns="99048" bIns="49524" numCol="1" anchor="t" anchorCtr="0" compatLnSpc="1">
            <a:prstTxWarp prst="textNoShape">
              <a:avLst/>
            </a:prstTxWarp>
          </a:bodyPr>
          <a:lstStyle>
            <a:lvl1pPr defTabSz="990600" eaLnBrk="1" hangingPunct="1">
              <a:defRPr sz="1300">
                <a:latin typeface="Arial" charset="0"/>
              </a:defRPr>
            </a:lvl1pPr>
          </a:lstStyle>
          <a:p>
            <a:pPr>
              <a:defRPr/>
            </a:pPr>
            <a:endParaRPr lang="it-IT"/>
          </a:p>
        </p:txBody>
      </p:sp>
      <p:sp>
        <p:nvSpPr>
          <p:cNvPr id="111619" name="Rectangle 3">
            <a:extLst>
              <a:ext uri="{FF2B5EF4-FFF2-40B4-BE49-F238E27FC236}">
                <a16:creationId xmlns:a16="http://schemas.microsoft.com/office/drawing/2014/main" id="{E10DF71B-22AB-4768-9319-DF7C570FA9EA}"/>
              </a:ext>
            </a:extLst>
          </p:cNvPr>
          <p:cNvSpPr>
            <a:spLocks noGrp="1" noChangeArrowheads="1"/>
          </p:cNvSpPr>
          <p:nvPr>
            <p:ph type="dt" sz="quarter" idx="1"/>
          </p:nvPr>
        </p:nvSpPr>
        <p:spPr bwMode="auto">
          <a:xfrm>
            <a:off x="4143375" y="0"/>
            <a:ext cx="3170238" cy="479425"/>
          </a:xfrm>
          <a:prstGeom prst="rect">
            <a:avLst/>
          </a:prstGeom>
          <a:noFill/>
          <a:ln w="9525">
            <a:noFill/>
            <a:miter lim="800000"/>
            <a:headEnd/>
            <a:tailEnd/>
          </a:ln>
          <a:effectLst/>
        </p:spPr>
        <p:txBody>
          <a:bodyPr vert="horz" wrap="square" lIns="99048" tIns="49524" rIns="99048" bIns="49524" numCol="1" anchor="t" anchorCtr="0" compatLnSpc="1">
            <a:prstTxWarp prst="textNoShape">
              <a:avLst/>
            </a:prstTxWarp>
          </a:bodyPr>
          <a:lstStyle>
            <a:lvl1pPr algn="r" defTabSz="990600" eaLnBrk="1" hangingPunct="1">
              <a:defRPr sz="1300">
                <a:latin typeface="Arial" charset="0"/>
              </a:defRPr>
            </a:lvl1pPr>
          </a:lstStyle>
          <a:p>
            <a:pPr>
              <a:defRPr/>
            </a:pPr>
            <a:endParaRPr lang="it-IT"/>
          </a:p>
        </p:txBody>
      </p:sp>
      <p:sp>
        <p:nvSpPr>
          <p:cNvPr id="111620" name="Rectangle 4">
            <a:extLst>
              <a:ext uri="{FF2B5EF4-FFF2-40B4-BE49-F238E27FC236}">
                <a16:creationId xmlns:a16="http://schemas.microsoft.com/office/drawing/2014/main" id="{DBB6D9B7-A772-4C4E-AC7B-C43DCAE351CD}"/>
              </a:ext>
            </a:extLst>
          </p:cNvPr>
          <p:cNvSpPr>
            <a:spLocks noGrp="1" noChangeArrowheads="1"/>
          </p:cNvSpPr>
          <p:nvPr>
            <p:ph type="ftr" sz="quarter" idx="2"/>
          </p:nvPr>
        </p:nvSpPr>
        <p:spPr bwMode="auto">
          <a:xfrm>
            <a:off x="0" y="9120188"/>
            <a:ext cx="3170238" cy="479425"/>
          </a:xfrm>
          <a:prstGeom prst="rect">
            <a:avLst/>
          </a:prstGeom>
          <a:noFill/>
          <a:ln w="9525">
            <a:noFill/>
            <a:miter lim="800000"/>
            <a:headEnd/>
            <a:tailEnd/>
          </a:ln>
          <a:effectLst/>
        </p:spPr>
        <p:txBody>
          <a:bodyPr vert="horz" wrap="square" lIns="99048" tIns="49524" rIns="99048" bIns="49524" numCol="1" anchor="b" anchorCtr="0" compatLnSpc="1">
            <a:prstTxWarp prst="textNoShape">
              <a:avLst/>
            </a:prstTxWarp>
          </a:bodyPr>
          <a:lstStyle>
            <a:lvl1pPr defTabSz="990600" eaLnBrk="1" hangingPunct="1">
              <a:defRPr sz="1300">
                <a:latin typeface="Arial" charset="0"/>
              </a:defRPr>
            </a:lvl1pPr>
          </a:lstStyle>
          <a:p>
            <a:pPr>
              <a:defRPr/>
            </a:pPr>
            <a:endParaRPr lang="it-IT"/>
          </a:p>
        </p:txBody>
      </p:sp>
      <p:sp>
        <p:nvSpPr>
          <p:cNvPr id="111621" name="Rectangle 5">
            <a:extLst>
              <a:ext uri="{FF2B5EF4-FFF2-40B4-BE49-F238E27FC236}">
                <a16:creationId xmlns:a16="http://schemas.microsoft.com/office/drawing/2014/main" id="{C084138B-22E7-4DC6-A2DC-5005963E0643}"/>
              </a:ext>
            </a:extLst>
          </p:cNvPr>
          <p:cNvSpPr>
            <a:spLocks noGrp="1" noChangeArrowheads="1"/>
          </p:cNvSpPr>
          <p:nvPr>
            <p:ph type="sldNum" sz="quarter" idx="3"/>
          </p:nvPr>
        </p:nvSpPr>
        <p:spPr bwMode="auto">
          <a:xfrm>
            <a:off x="4143375" y="9120188"/>
            <a:ext cx="3170238" cy="479425"/>
          </a:xfrm>
          <a:prstGeom prst="rect">
            <a:avLst/>
          </a:prstGeom>
          <a:noFill/>
          <a:ln w="9525">
            <a:noFill/>
            <a:miter lim="800000"/>
            <a:headEnd/>
            <a:tailEnd/>
          </a:ln>
          <a:effectLst/>
        </p:spPr>
        <p:txBody>
          <a:bodyPr vert="horz" wrap="square" lIns="99048" tIns="49524" rIns="99048" bIns="49524" numCol="1" anchor="b" anchorCtr="0" compatLnSpc="1">
            <a:prstTxWarp prst="textNoShape">
              <a:avLst/>
            </a:prstTxWarp>
          </a:bodyPr>
          <a:lstStyle>
            <a:lvl1pPr algn="r" defTabSz="990600" eaLnBrk="1" hangingPunct="1">
              <a:defRPr sz="1300"/>
            </a:lvl1pPr>
          </a:lstStyle>
          <a:p>
            <a:fld id="{22673A5E-8689-FB4B-BADC-F8430D3DCA5D}" type="slidenum">
              <a:rPr lang="it-IT" altLang="it-IT"/>
              <a:pPr/>
              <a:t>‹#›</a:t>
            </a:fld>
            <a:endParaRPr lang="it-IT" altLang="it-IT"/>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1506" name="Rectangle 2">
            <a:extLst>
              <a:ext uri="{FF2B5EF4-FFF2-40B4-BE49-F238E27FC236}">
                <a16:creationId xmlns:a16="http://schemas.microsoft.com/office/drawing/2014/main" id="{66370316-6C5A-483E-B7DC-A8955553D221}"/>
              </a:ext>
            </a:extLst>
          </p:cNvPr>
          <p:cNvSpPr>
            <a:spLocks noGrp="1" noChangeArrowheads="1"/>
          </p:cNvSpPr>
          <p:nvPr>
            <p:ph type="hdr" sz="quarter"/>
          </p:nvPr>
        </p:nvSpPr>
        <p:spPr bwMode="auto">
          <a:xfrm>
            <a:off x="0" y="0"/>
            <a:ext cx="3170238" cy="479425"/>
          </a:xfrm>
          <a:prstGeom prst="rect">
            <a:avLst/>
          </a:prstGeom>
          <a:noFill/>
          <a:ln w="9525">
            <a:noFill/>
            <a:miter lim="800000"/>
            <a:headEnd/>
            <a:tailEnd/>
          </a:ln>
          <a:effectLst/>
        </p:spPr>
        <p:txBody>
          <a:bodyPr vert="horz" wrap="square" lIns="99048" tIns="49524" rIns="99048" bIns="49524" numCol="1" anchor="t" anchorCtr="0" compatLnSpc="1">
            <a:prstTxWarp prst="textNoShape">
              <a:avLst/>
            </a:prstTxWarp>
          </a:bodyPr>
          <a:lstStyle>
            <a:lvl1pPr defTabSz="990600" eaLnBrk="1" hangingPunct="1">
              <a:defRPr sz="1300">
                <a:latin typeface="Arial" charset="0"/>
              </a:defRPr>
            </a:lvl1pPr>
          </a:lstStyle>
          <a:p>
            <a:pPr>
              <a:defRPr/>
            </a:pPr>
            <a:endParaRPr lang="it-IT"/>
          </a:p>
        </p:txBody>
      </p:sp>
      <p:sp>
        <p:nvSpPr>
          <p:cNvPr id="21507" name="Rectangle 3">
            <a:extLst>
              <a:ext uri="{FF2B5EF4-FFF2-40B4-BE49-F238E27FC236}">
                <a16:creationId xmlns:a16="http://schemas.microsoft.com/office/drawing/2014/main" id="{B7F8D778-96BD-401F-B505-78D6D5D2435A}"/>
              </a:ext>
            </a:extLst>
          </p:cNvPr>
          <p:cNvSpPr>
            <a:spLocks noGrp="1" noChangeArrowheads="1"/>
          </p:cNvSpPr>
          <p:nvPr>
            <p:ph type="dt" idx="1"/>
          </p:nvPr>
        </p:nvSpPr>
        <p:spPr bwMode="auto">
          <a:xfrm>
            <a:off x="4143375" y="0"/>
            <a:ext cx="3170238" cy="479425"/>
          </a:xfrm>
          <a:prstGeom prst="rect">
            <a:avLst/>
          </a:prstGeom>
          <a:noFill/>
          <a:ln w="9525">
            <a:noFill/>
            <a:miter lim="800000"/>
            <a:headEnd/>
            <a:tailEnd/>
          </a:ln>
          <a:effectLst/>
        </p:spPr>
        <p:txBody>
          <a:bodyPr vert="horz" wrap="square" lIns="99048" tIns="49524" rIns="99048" bIns="49524" numCol="1" anchor="t" anchorCtr="0" compatLnSpc="1">
            <a:prstTxWarp prst="textNoShape">
              <a:avLst/>
            </a:prstTxWarp>
          </a:bodyPr>
          <a:lstStyle>
            <a:lvl1pPr algn="r" defTabSz="990600" eaLnBrk="1" hangingPunct="1">
              <a:defRPr sz="1300">
                <a:latin typeface="Arial" charset="0"/>
              </a:defRPr>
            </a:lvl1pPr>
          </a:lstStyle>
          <a:p>
            <a:pPr>
              <a:defRPr/>
            </a:pPr>
            <a:endParaRPr lang="it-IT"/>
          </a:p>
        </p:txBody>
      </p:sp>
      <p:sp>
        <p:nvSpPr>
          <p:cNvPr id="3076" name="Rectangle 4">
            <a:extLst>
              <a:ext uri="{FF2B5EF4-FFF2-40B4-BE49-F238E27FC236}">
                <a16:creationId xmlns:a16="http://schemas.microsoft.com/office/drawing/2014/main" id="{4B964B41-52DF-8654-FFC0-9E06A9DF2AA3}"/>
              </a:ext>
            </a:extLst>
          </p:cNvPr>
          <p:cNvSpPr>
            <a:spLocks noGrp="1" noRot="1" noChangeAspect="1" noChangeArrowheads="1" noTextEdit="1"/>
          </p:cNvSpPr>
          <p:nvPr>
            <p:ph type="sldImg" idx="2"/>
          </p:nvPr>
        </p:nvSpPr>
        <p:spPr bwMode="auto">
          <a:xfrm>
            <a:off x="458788" y="720725"/>
            <a:ext cx="6397625" cy="359886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1509" name="Rectangle 5">
            <a:extLst>
              <a:ext uri="{FF2B5EF4-FFF2-40B4-BE49-F238E27FC236}">
                <a16:creationId xmlns:a16="http://schemas.microsoft.com/office/drawing/2014/main" id="{4342112D-787E-48FE-B546-248C4613CC1C}"/>
              </a:ext>
            </a:extLst>
          </p:cNvPr>
          <p:cNvSpPr>
            <a:spLocks noGrp="1" noChangeArrowheads="1"/>
          </p:cNvSpPr>
          <p:nvPr>
            <p:ph type="body" sz="quarter" idx="3"/>
          </p:nvPr>
        </p:nvSpPr>
        <p:spPr bwMode="auto">
          <a:xfrm>
            <a:off x="731838" y="4559300"/>
            <a:ext cx="5851525" cy="4321175"/>
          </a:xfrm>
          <a:prstGeom prst="rect">
            <a:avLst/>
          </a:prstGeom>
          <a:noFill/>
          <a:ln w="9525">
            <a:noFill/>
            <a:miter lim="800000"/>
            <a:headEnd/>
            <a:tailEnd/>
          </a:ln>
          <a:effectLst/>
        </p:spPr>
        <p:txBody>
          <a:bodyPr vert="horz" wrap="square" lIns="99048" tIns="49524" rIns="99048" bIns="49524" numCol="1" anchor="t" anchorCtr="0" compatLnSpc="1">
            <a:prstTxWarp prst="textNoShape">
              <a:avLst/>
            </a:prstTxWarp>
          </a:bodyPr>
          <a:lstStyle/>
          <a:p>
            <a:pPr lvl="0"/>
            <a:r>
              <a:rPr lang="it-IT" noProof="0"/>
              <a:t>Fare clic per modificare gli stili del testo dello schema</a:t>
            </a:r>
          </a:p>
          <a:p>
            <a:pPr lvl="1"/>
            <a:r>
              <a:rPr lang="it-IT" noProof="0"/>
              <a:t>Secondo livello</a:t>
            </a:r>
          </a:p>
          <a:p>
            <a:pPr lvl="2"/>
            <a:r>
              <a:rPr lang="it-IT" noProof="0"/>
              <a:t>Terzo livello</a:t>
            </a:r>
          </a:p>
          <a:p>
            <a:pPr lvl="3"/>
            <a:r>
              <a:rPr lang="it-IT" noProof="0"/>
              <a:t>Quarto livello</a:t>
            </a:r>
          </a:p>
          <a:p>
            <a:pPr lvl="4"/>
            <a:r>
              <a:rPr lang="it-IT" noProof="0"/>
              <a:t>Quinto livello</a:t>
            </a:r>
          </a:p>
        </p:txBody>
      </p:sp>
      <p:sp>
        <p:nvSpPr>
          <p:cNvPr id="21510" name="Rectangle 6">
            <a:extLst>
              <a:ext uri="{FF2B5EF4-FFF2-40B4-BE49-F238E27FC236}">
                <a16:creationId xmlns:a16="http://schemas.microsoft.com/office/drawing/2014/main" id="{164372D1-D68D-4253-BC0A-C4C8773DA0C1}"/>
              </a:ext>
            </a:extLst>
          </p:cNvPr>
          <p:cNvSpPr>
            <a:spLocks noGrp="1" noChangeArrowheads="1"/>
          </p:cNvSpPr>
          <p:nvPr>
            <p:ph type="ftr" sz="quarter" idx="4"/>
          </p:nvPr>
        </p:nvSpPr>
        <p:spPr bwMode="auto">
          <a:xfrm>
            <a:off x="0" y="9120188"/>
            <a:ext cx="3170238" cy="479425"/>
          </a:xfrm>
          <a:prstGeom prst="rect">
            <a:avLst/>
          </a:prstGeom>
          <a:noFill/>
          <a:ln w="9525">
            <a:noFill/>
            <a:miter lim="800000"/>
            <a:headEnd/>
            <a:tailEnd/>
          </a:ln>
          <a:effectLst/>
        </p:spPr>
        <p:txBody>
          <a:bodyPr vert="horz" wrap="square" lIns="99048" tIns="49524" rIns="99048" bIns="49524" numCol="1" anchor="b" anchorCtr="0" compatLnSpc="1">
            <a:prstTxWarp prst="textNoShape">
              <a:avLst/>
            </a:prstTxWarp>
          </a:bodyPr>
          <a:lstStyle>
            <a:lvl1pPr defTabSz="990600" eaLnBrk="1" hangingPunct="1">
              <a:defRPr sz="1300">
                <a:latin typeface="Arial" charset="0"/>
              </a:defRPr>
            </a:lvl1pPr>
          </a:lstStyle>
          <a:p>
            <a:pPr>
              <a:defRPr/>
            </a:pPr>
            <a:endParaRPr lang="it-IT"/>
          </a:p>
        </p:txBody>
      </p:sp>
      <p:sp>
        <p:nvSpPr>
          <p:cNvPr id="21511" name="Rectangle 7">
            <a:extLst>
              <a:ext uri="{FF2B5EF4-FFF2-40B4-BE49-F238E27FC236}">
                <a16:creationId xmlns:a16="http://schemas.microsoft.com/office/drawing/2014/main" id="{C39FED64-0952-419A-BBD5-CE22088DFA52}"/>
              </a:ext>
            </a:extLst>
          </p:cNvPr>
          <p:cNvSpPr>
            <a:spLocks noGrp="1" noChangeArrowheads="1"/>
          </p:cNvSpPr>
          <p:nvPr>
            <p:ph type="sldNum" sz="quarter" idx="5"/>
          </p:nvPr>
        </p:nvSpPr>
        <p:spPr bwMode="auto">
          <a:xfrm>
            <a:off x="4143375" y="9120188"/>
            <a:ext cx="3170238" cy="479425"/>
          </a:xfrm>
          <a:prstGeom prst="rect">
            <a:avLst/>
          </a:prstGeom>
          <a:noFill/>
          <a:ln w="9525">
            <a:noFill/>
            <a:miter lim="800000"/>
            <a:headEnd/>
            <a:tailEnd/>
          </a:ln>
          <a:effectLst/>
        </p:spPr>
        <p:txBody>
          <a:bodyPr vert="horz" wrap="square" lIns="99048" tIns="49524" rIns="99048" bIns="49524" numCol="1" anchor="b" anchorCtr="0" compatLnSpc="1">
            <a:prstTxWarp prst="textNoShape">
              <a:avLst/>
            </a:prstTxWarp>
          </a:bodyPr>
          <a:lstStyle>
            <a:lvl1pPr algn="r" defTabSz="990600" eaLnBrk="1" hangingPunct="1">
              <a:defRPr sz="1300"/>
            </a:lvl1pPr>
          </a:lstStyle>
          <a:p>
            <a:fld id="{5EC4EE63-DF1B-1C4E-844B-84BFF2554C72}" type="slidenum">
              <a:rPr lang="it-IT" altLang="it-IT"/>
              <a:pPr/>
              <a:t>‹#›</a:t>
            </a:fld>
            <a:endParaRPr lang="it-IT" altLang="it-IT"/>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charset="0"/>
        <a:ea typeface="+mn-ea"/>
        <a:cs typeface="+mn-cs"/>
      </a:defRPr>
    </a:lvl1pPr>
    <a:lvl2pPr marL="457200" algn="l" rtl="0" eaLnBrk="0" fontAlgn="base" hangingPunct="0">
      <a:spcBef>
        <a:spcPct val="30000"/>
      </a:spcBef>
      <a:spcAft>
        <a:spcPct val="0"/>
      </a:spcAft>
      <a:defRPr sz="1200" kern="1200">
        <a:solidFill>
          <a:schemeClr val="tx1"/>
        </a:solidFill>
        <a:latin typeface="Arial" charset="0"/>
        <a:ea typeface="+mn-ea"/>
        <a:cs typeface="+mn-cs"/>
      </a:defRPr>
    </a:lvl2pPr>
    <a:lvl3pPr marL="914400" algn="l" rtl="0" eaLnBrk="0" fontAlgn="base" hangingPunct="0">
      <a:spcBef>
        <a:spcPct val="30000"/>
      </a:spcBef>
      <a:spcAft>
        <a:spcPct val="0"/>
      </a:spcAft>
      <a:defRPr sz="1200" kern="1200">
        <a:solidFill>
          <a:schemeClr val="tx1"/>
        </a:solidFill>
        <a:latin typeface="Arial" charset="0"/>
        <a:ea typeface="+mn-ea"/>
        <a:cs typeface="+mn-cs"/>
      </a:defRPr>
    </a:lvl3pPr>
    <a:lvl4pPr marL="1371600" algn="l" rtl="0" eaLnBrk="0" fontAlgn="base" hangingPunct="0">
      <a:spcBef>
        <a:spcPct val="30000"/>
      </a:spcBef>
      <a:spcAft>
        <a:spcPct val="0"/>
      </a:spcAft>
      <a:defRPr sz="1200" kern="1200">
        <a:solidFill>
          <a:schemeClr val="tx1"/>
        </a:solidFill>
        <a:latin typeface="Arial" charset="0"/>
        <a:ea typeface="+mn-ea"/>
        <a:cs typeface="+mn-cs"/>
      </a:defRPr>
    </a:lvl4pPr>
    <a:lvl5pPr marL="1828800" algn="l" rtl="0" eaLnBrk="0" fontAlgn="base" hangingPunct="0">
      <a:spcBef>
        <a:spcPct val="3000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 name="Shape 299"/>
          <p:cNvSpPr>
            <a:spLocks noGrp="1" noRot="1" noChangeAspect="1"/>
          </p:cNvSpPr>
          <p:nvPr>
            <p:ph type="sldImg"/>
          </p:nvPr>
        </p:nvSpPr>
        <p:spPr>
          <a:prstGeom prst="rect">
            <a:avLst/>
          </a:prstGeom>
        </p:spPr>
        <p:txBody>
          <a:bodyPr/>
          <a:lstStyle/>
          <a:p>
            <a:endParaRPr/>
          </a:p>
        </p:txBody>
      </p:sp>
      <p:sp>
        <p:nvSpPr>
          <p:cNvPr id="300" name="Shape 300"/>
          <p:cNvSpPr>
            <a:spLocks noGrp="1"/>
          </p:cNvSpPr>
          <p:nvPr>
            <p:ph type="body" sz="quarter" idx="1"/>
          </p:nvPr>
        </p:nvSpPr>
        <p:spPr>
          <a:prstGeom prst="rect">
            <a:avLst/>
          </a:prstGeom>
        </p:spPr>
        <p:txBody>
          <a:bodyPr/>
          <a:lstStyle/>
          <a:p>
            <a:r>
              <a:rPr dirty="0"/>
              <a:t>So, the goal of least-cost path routing is to find the least-cost path (or least-cost route) from each source router to each destination router.</a:t>
            </a: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 name="Shape 323"/>
          <p:cNvSpPr>
            <a:spLocks noGrp="1" noRot="1" noChangeAspect="1"/>
          </p:cNvSpPr>
          <p:nvPr>
            <p:ph type="sldImg"/>
          </p:nvPr>
        </p:nvSpPr>
        <p:spPr>
          <a:prstGeom prst="rect">
            <a:avLst/>
          </a:prstGeom>
        </p:spPr>
        <p:txBody>
          <a:bodyPr/>
          <a:lstStyle/>
          <a:p>
            <a:endParaRPr/>
          </a:p>
        </p:txBody>
      </p:sp>
      <p:sp>
        <p:nvSpPr>
          <p:cNvPr id="324" name="Shape 324"/>
          <p:cNvSpPr>
            <a:spLocks noGrp="1"/>
          </p:cNvSpPr>
          <p:nvPr>
            <p:ph type="body" sz="quarter" idx="1"/>
          </p:nvPr>
        </p:nvSpPr>
        <p:spPr>
          <a:prstGeom prst="rect">
            <a:avLst/>
          </a:prstGeom>
        </p:spPr>
        <p:txBody>
          <a:bodyPr/>
          <a:lstStyle/>
          <a:p>
            <a:r>
              <a:rPr dirty="0"/>
              <a:t>It’s time to dive in and study a representative routing algorithm.</a:t>
            </a:r>
          </a:p>
          <a:p>
            <a:endParaRPr dirty="0"/>
          </a:p>
          <a:p>
            <a:r>
              <a:rPr dirty="0"/>
              <a:t>This is a centralized algorithm, in the following sense:</a:t>
            </a:r>
          </a:p>
          <a:p>
            <a:pPr marL="616857" indent="-299357">
              <a:buSzPct val="95000"/>
              <a:buChar char="-"/>
            </a:pPr>
            <a:r>
              <a:rPr b="1" dirty="0"/>
              <a:t>first, *all* routers exchange information about their adjacent links</a:t>
            </a:r>
            <a:r>
              <a:rPr dirty="0"/>
              <a:t>;</a:t>
            </a:r>
          </a:p>
          <a:p>
            <a:pPr marL="616857" indent="-299357">
              <a:buSzPct val="95000"/>
              <a:buChar char="-"/>
            </a:pPr>
            <a:r>
              <a:rPr b="1" dirty="0"/>
              <a:t>once each router has computed the network graph </a:t>
            </a:r>
            <a:r>
              <a:rPr dirty="0"/>
              <a:t>(with link costs), </a:t>
            </a:r>
            <a:r>
              <a:rPr b="1" dirty="0"/>
              <a:t>it runs this algorithm to compute the best path </a:t>
            </a:r>
            <a:r>
              <a:rPr dirty="0"/>
              <a:t>to each of the other routers.</a:t>
            </a:r>
          </a:p>
          <a:p>
            <a:pPr marL="616857" indent="-299357">
              <a:buSzPct val="95000"/>
              <a:buChar char="-"/>
            </a:pPr>
            <a:endParaRPr dirty="0"/>
          </a:p>
          <a:p>
            <a:r>
              <a:rPr dirty="0"/>
              <a:t>So, each router runs its own separate instance of the algorithm. But given that they all provide the same input to the algorithm (the same network graph and link costs), they all reach compatible conclusions.</a:t>
            </a:r>
          </a:p>
          <a:p>
            <a:endParaRPr dirty="0"/>
          </a:p>
          <a:p>
            <a:r>
              <a:rPr dirty="0"/>
              <a:t>Let’s now </a:t>
            </a:r>
            <a:r>
              <a:rPr b="1" dirty="0"/>
              <a:t>focus on router u </a:t>
            </a:r>
            <a:r>
              <a:rPr dirty="0"/>
              <a:t>and see what happens when router u runs the algorithm.</a:t>
            </a:r>
          </a:p>
          <a:p>
            <a:endParaRPr dirty="0"/>
          </a:p>
          <a:p>
            <a:r>
              <a:rPr b="1" dirty="0"/>
              <a:t>The algorithm works in steps.</a:t>
            </a: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 name="Shape 352"/>
          <p:cNvSpPr>
            <a:spLocks noGrp="1" noRot="1" noChangeAspect="1"/>
          </p:cNvSpPr>
          <p:nvPr>
            <p:ph type="sldImg"/>
          </p:nvPr>
        </p:nvSpPr>
        <p:spPr>
          <a:prstGeom prst="rect">
            <a:avLst/>
          </a:prstGeom>
        </p:spPr>
        <p:txBody>
          <a:bodyPr/>
          <a:lstStyle/>
          <a:p>
            <a:endParaRPr/>
          </a:p>
        </p:txBody>
      </p:sp>
      <p:sp>
        <p:nvSpPr>
          <p:cNvPr id="353" name="Shape 353"/>
          <p:cNvSpPr>
            <a:spLocks noGrp="1"/>
          </p:cNvSpPr>
          <p:nvPr>
            <p:ph type="body" sz="quarter" idx="1"/>
          </p:nvPr>
        </p:nvSpPr>
        <p:spPr>
          <a:prstGeom prst="rect">
            <a:avLst/>
          </a:prstGeom>
        </p:spPr>
        <p:txBody>
          <a:bodyPr/>
          <a:lstStyle/>
          <a:p>
            <a:r>
              <a:rPr b="1" dirty="0"/>
              <a:t>In the first step</a:t>
            </a:r>
            <a:r>
              <a:rPr dirty="0"/>
              <a:t>, the algorithm considers </a:t>
            </a:r>
            <a:r>
              <a:rPr b="1" dirty="0"/>
              <a:t>only the links that are directly connected to router u</a:t>
            </a:r>
            <a:r>
              <a:rPr dirty="0"/>
              <a:t>. It forgets about the rest of the network (it’s as if the other links do not exist).</a:t>
            </a:r>
          </a:p>
          <a:p>
            <a:endParaRPr dirty="0"/>
          </a:p>
          <a:p>
            <a:r>
              <a:rPr dirty="0"/>
              <a:t>Considering *only* these two direct links,</a:t>
            </a:r>
          </a:p>
          <a:p>
            <a:r>
              <a:rPr dirty="0"/>
              <a:t>the algorithm fills its table as follows:</a:t>
            </a:r>
          </a:p>
          <a:p>
            <a:endParaRPr dirty="0"/>
          </a:p>
          <a:p>
            <a:r>
              <a:rPr dirty="0"/>
              <a:t>- It asks: is there a path from router u to router z? </a:t>
            </a:r>
          </a:p>
          <a:p>
            <a:r>
              <a:rPr dirty="0"/>
              <a:t>- The answer is: yes, there exists a direct path, the next-hop is router z itself, and the cost is 4. </a:t>
            </a:r>
          </a:p>
          <a:p>
            <a:endParaRPr dirty="0"/>
          </a:p>
          <a:p>
            <a:r>
              <a:rPr dirty="0"/>
              <a:t>- Then it asks: is there a path from router u to router v? </a:t>
            </a:r>
          </a:p>
          <a:p>
            <a:r>
              <a:rPr dirty="0"/>
              <a:t>- The answer is: yes, there exists a direct path, the next-hop is router v itself, and the cost is 1.</a:t>
            </a: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 name="Shape 388"/>
          <p:cNvSpPr>
            <a:spLocks noGrp="1" noRot="1" noChangeAspect="1"/>
          </p:cNvSpPr>
          <p:nvPr>
            <p:ph type="sldImg"/>
          </p:nvPr>
        </p:nvSpPr>
        <p:spPr>
          <a:prstGeom prst="rect">
            <a:avLst/>
          </a:prstGeom>
        </p:spPr>
        <p:txBody>
          <a:bodyPr/>
          <a:lstStyle/>
          <a:p>
            <a:endParaRPr/>
          </a:p>
        </p:txBody>
      </p:sp>
      <p:sp>
        <p:nvSpPr>
          <p:cNvPr id="389" name="Shape 389"/>
          <p:cNvSpPr>
            <a:spLocks noGrp="1"/>
          </p:cNvSpPr>
          <p:nvPr>
            <p:ph type="body" sz="quarter" idx="1"/>
          </p:nvPr>
        </p:nvSpPr>
        <p:spPr>
          <a:prstGeom prst="rect">
            <a:avLst/>
          </a:prstGeom>
        </p:spPr>
        <p:txBody>
          <a:bodyPr/>
          <a:lstStyle/>
          <a:p>
            <a:r>
              <a:rPr b="1" dirty="0"/>
              <a:t>In the second step, the algorithm chooses a neighbor </a:t>
            </a:r>
            <a:r>
              <a:rPr dirty="0"/>
              <a:t>of router u — in our example, router v, </a:t>
            </a:r>
            <a:r>
              <a:rPr b="1" dirty="0"/>
              <a:t>and considers the links that are directly connected to that neighbor</a:t>
            </a:r>
            <a:r>
              <a:rPr dirty="0"/>
              <a:t> as well. </a:t>
            </a:r>
          </a:p>
          <a:p>
            <a:endParaRPr dirty="0"/>
          </a:p>
          <a:p>
            <a:r>
              <a:rPr dirty="0"/>
              <a:t>The algorithm asks: </a:t>
            </a:r>
            <a:r>
              <a:rPr b="1" dirty="0"/>
              <a:t>can router u improve its existing paths by routing through router v?</a:t>
            </a:r>
          </a:p>
          <a:p>
            <a:endParaRPr dirty="0"/>
          </a:p>
          <a:p>
            <a:r>
              <a:rPr dirty="0"/>
              <a:t>Let’s consider the path to destination z: </a:t>
            </a:r>
          </a:p>
          <a:p>
            <a:r>
              <a:rPr dirty="0"/>
              <a:t>- Can router u improve its path to destination z by routing through v?</a:t>
            </a:r>
          </a:p>
          <a:p>
            <a:r>
              <a:rPr dirty="0"/>
              <a:t>- Yes, indeed, it can. </a:t>
            </a:r>
          </a:p>
          <a:p>
            <a:r>
              <a:rPr dirty="0"/>
              <a:t>- So, the algorithm removes the old, direct path from u to z and adds a new path through v. </a:t>
            </a:r>
          </a:p>
          <a:p>
            <a:r>
              <a:rPr dirty="0"/>
              <a:t>- Now let’s update the table: for destination router z, the new next hop is router v, and the new cost is 3.</a:t>
            </a:r>
          </a:p>
          <a:p>
            <a:endParaRPr dirty="0"/>
          </a:p>
          <a:p>
            <a:r>
              <a:rPr dirty="0"/>
              <a:t>Now let’s consider the path to destination v:</a:t>
            </a:r>
          </a:p>
          <a:p>
            <a:r>
              <a:rPr dirty="0"/>
              <a:t>- Can router u improve its path to destination v by routing through router v?</a:t>
            </a:r>
          </a:p>
          <a:p>
            <a:r>
              <a:rPr dirty="0"/>
              <a:t>- No, because the path to destination v is already through router v itself, so there is nothing to improve.</a:t>
            </a:r>
          </a:p>
          <a:p>
            <a:endParaRPr dirty="0"/>
          </a:p>
          <a:p>
            <a:r>
              <a:rPr dirty="0"/>
              <a:t>At this point, the algorithm is done:</a:t>
            </a:r>
          </a:p>
          <a:p>
            <a:r>
              <a:rPr dirty="0"/>
              <a:t>it has computed the least-cost path from router u to every other router in the network.</a:t>
            </a: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7" name="Shape 417"/>
          <p:cNvSpPr>
            <a:spLocks noGrp="1" noRot="1" noChangeAspect="1"/>
          </p:cNvSpPr>
          <p:nvPr>
            <p:ph type="sldImg"/>
          </p:nvPr>
        </p:nvSpPr>
        <p:spPr>
          <a:prstGeom prst="rect">
            <a:avLst/>
          </a:prstGeom>
        </p:spPr>
        <p:txBody>
          <a:bodyPr/>
          <a:lstStyle/>
          <a:p>
            <a:endParaRPr/>
          </a:p>
        </p:txBody>
      </p:sp>
      <p:sp>
        <p:nvSpPr>
          <p:cNvPr id="418" name="Shape 418"/>
          <p:cNvSpPr>
            <a:spLocks noGrp="1"/>
          </p:cNvSpPr>
          <p:nvPr>
            <p:ph type="body" sz="quarter" idx="1"/>
          </p:nvPr>
        </p:nvSpPr>
        <p:spPr>
          <a:prstGeom prst="rect">
            <a:avLst/>
          </a:prstGeom>
        </p:spPr>
        <p:txBody>
          <a:bodyPr/>
          <a:lstStyle/>
          <a:p>
            <a:r>
              <a:t>Let’s look at a second example.</a:t>
            </a:r>
          </a:p>
          <a:p>
            <a:endParaRPr/>
          </a:p>
          <a:p>
            <a:r>
              <a:t>Again, we will concentrate on router u.</a:t>
            </a: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4" name="Shape 454"/>
          <p:cNvSpPr>
            <a:spLocks noGrp="1" noRot="1" noChangeAspect="1"/>
          </p:cNvSpPr>
          <p:nvPr>
            <p:ph type="sldImg"/>
          </p:nvPr>
        </p:nvSpPr>
        <p:spPr>
          <a:prstGeom prst="rect">
            <a:avLst/>
          </a:prstGeom>
        </p:spPr>
        <p:txBody>
          <a:bodyPr/>
          <a:lstStyle/>
          <a:p>
            <a:endParaRPr/>
          </a:p>
        </p:txBody>
      </p:sp>
      <p:sp>
        <p:nvSpPr>
          <p:cNvPr id="455" name="Shape 455"/>
          <p:cNvSpPr>
            <a:spLocks noGrp="1"/>
          </p:cNvSpPr>
          <p:nvPr>
            <p:ph type="body" sz="quarter" idx="1"/>
          </p:nvPr>
        </p:nvSpPr>
        <p:spPr>
          <a:prstGeom prst="rect">
            <a:avLst/>
          </a:prstGeom>
        </p:spPr>
        <p:txBody>
          <a:bodyPr/>
          <a:lstStyle/>
          <a:p>
            <a:r>
              <a:t>In the first step, the algorithm considers only the the links that are directly connected to router u.</a:t>
            </a:r>
          </a:p>
          <a:p>
            <a:endParaRPr/>
          </a:p>
          <a:p>
            <a:r>
              <a:t>Considering only these 2 links:</a:t>
            </a:r>
          </a:p>
          <a:p>
            <a:endParaRPr/>
          </a:p>
          <a:p>
            <a:r>
              <a:t>- Router u cannot reach router z yet.</a:t>
            </a:r>
          </a:p>
          <a:p>
            <a:endParaRPr/>
          </a:p>
          <a:p>
            <a:r>
              <a:t>- Router u can reach router v through a direct link. </a:t>
            </a:r>
          </a:p>
          <a:p>
            <a:r>
              <a:t>- The next hop is router v itself, and the cost is 1.</a:t>
            </a:r>
          </a:p>
          <a:p>
            <a:endParaRPr/>
          </a:p>
          <a:p>
            <a:r>
              <a:t>- Router u can reach router x through a direct link. </a:t>
            </a:r>
          </a:p>
          <a:p>
            <a:r>
              <a:t>- The next hop is router x itself, and the cost is 2.</a:t>
            </a: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8" name="Shape 498"/>
          <p:cNvSpPr>
            <a:spLocks noGrp="1" noRot="1" noChangeAspect="1"/>
          </p:cNvSpPr>
          <p:nvPr>
            <p:ph type="sldImg"/>
          </p:nvPr>
        </p:nvSpPr>
        <p:spPr>
          <a:prstGeom prst="rect">
            <a:avLst/>
          </a:prstGeom>
        </p:spPr>
        <p:txBody>
          <a:bodyPr/>
          <a:lstStyle/>
          <a:p>
            <a:endParaRPr/>
          </a:p>
        </p:txBody>
      </p:sp>
      <p:sp>
        <p:nvSpPr>
          <p:cNvPr id="499" name="Shape 499"/>
          <p:cNvSpPr>
            <a:spLocks noGrp="1"/>
          </p:cNvSpPr>
          <p:nvPr>
            <p:ph type="body" sz="quarter" idx="1"/>
          </p:nvPr>
        </p:nvSpPr>
        <p:spPr>
          <a:prstGeom prst="rect">
            <a:avLst/>
          </a:prstGeom>
        </p:spPr>
        <p:txBody>
          <a:bodyPr/>
          <a:lstStyle/>
          <a:p>
            <a:r>
              <a:t>In the second step, the algorithm considers router v, and the links that are directly connected to router v.</a:t>
            </a:r>
          </a:p>
          <a:p>
            <a:endParaRPr/>
          </a:p>
          <a:p>
            <a:r>
              <a:t>The algorithm asks: can router u improve its existing paths by routing through router v?</a:t>
            </a:r>
          </a:p>
          <a:p>
            <a:endParaRPr/>
          </a:p>
          <a:p>
            <a:r>
              <a:t>Let’s consider the path to destination router z: </a:t>
            </a:r>
          </a:p>
          <a:p>
            <a:r>
              <a:t>- Can router u improve its path to destination z by routing through router v?</a:t>
            </a:r>
          </a:p>
          <a:p>
            <a:r>
              <a:t>- Yes, it can: it previously could not reach router z at all, now it can reach router z through router v. </a:t>
            </a:r>
          </a:p>
          <a:p>
            <a:r>
              <a:t>- So, the algorithm adds a new path through v. </a:t>
            </a:r>
          </a:p>
          <a:p>
            <a:r>
              <a:t>- The next hop is router v, and the cost is 4.</a:t>
            </a:r>
          </a:p>
          <a:p>
            <a:endParaRPr/>
          </a:p>
          <a:p>
            <a:r>
              <a:t>Now let’s consider the path to destination router v:</a:t>
            </a:r>
          </a:p>
          <a:p>
            <a:r>
              <a:t>- Can router u improve its path to destination v by routing through router v?</a:t>
            </a:r>
          </a:p>
          <a:p>
            <a:r>
              <a:t>- No, because the path to destination router v is already through router v itself, so there is nothing to improve.</a:t>
            </a:r>
          </a:p>
          <a:p>
            <a:endParaRPr/>
          </a:p>
          <a:p>
            <a:r>
              <a:t>The same is true about the path to destination router x.</a:t>
            </a: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9" name="Shape 549"/>
          <p:cNvSpPr>
            <a:spLocks noGrp="1" noRot="1" noChangeAspect="1"/>
          </p:cNvSpPr>
          <p:nvPr>
            <p:ph type="sldImg"/>
          </p:nvPr>
        </p:nvSpPr>
        <p:spPr>
          <a:prstGeom prst="rect">
            <a:avLst/>
          </a:prstGeom>
        </p:spPr>
        <p:txBody>
          <a:bodyPr/>
          <a:lstStyle/>
          <a:p>
            <a:endParaRPr/>
          </a:p>
        </p:txBody>
      </p:sp>
      <p:sp>
        <p:nvSpPr>
          <p:cNvPr id="550" name="Shape 550"/>
          <p:cNvSpPr>
            <a:spLocks noGrp="1"/>
          </p:cNvSpPr>
          <p:nvPr>
            <p:ph type="body" sz="quarter" idx="1"/>
          </p:nvPr>
        </p:nvSpPr>
        <p:spPr>
          <a:prstGeom prst="rect">
            <a:avLst/>
          </a:prstGeom>
        </p:spPr>
        <p:txBody>
          <a:bodyPr/>
          <a:lstStyle/>
          <a:p>
            <a:r>
              <a:t>In the third step, the algorithm considers the other neighbor, router x, </a:t>
            </a:r>
          </a:p>
          <a:p>
            <a:r>
              <a:t>and the links that are directly connected to router x.</a:t>
            </a:r>
          </a:p>
          <a:p>
            <a:endParaRPr/>
          </a:p>
          <a:p>
            <a:r>
              <a:t>The algorithm asks: can router u improve its existing paths by routing through router x?</a:t>
            </a:r>
          </a:p>
          <a:p>
            <a:endParaRPr/>
          </a:p>
          <a:p>
            <a:r>
              <a:t>Let’s consider the path to destination router z: </a:t>
            </a:r>
          </a:p>
          <a:p>
            <a:r>
              <a:t>- Can router u improve its path to destination router z by routing through router x?</a:t>
            </a:r>
          </a:p>
          <a:p>
            <a:r>
              <a:t>- Yes, it can, so the algorithm removes the old path through router v, and adds a new path through router x. </a:t>
            </a:r>
          </a:p>
          <a:p>
            <a:r>
              <a:t>- The new next hop is router x, and the new cost is 3.</a:t>
            </a:r>
          </a:p>
          <a:p>
            <a:endParaRPr/>
          </a:p>
          <a:p>
            <a:r>
              <a:t>None of the other paths can be improved, so, the algorithm is done:</a:t>
            </a:r>
          </a:p>
          <a:p>
            <a:r>
              <a:t>it has computed the least-cost path from router u to every other router in the network.</a:t>
            </a: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 name="Shape 555"/>
          <p:cNvSpPr>
            <a:spLocks noGrp="1" noRot="1" noChangeAspect="1"/>
          </p:cNvSpPr>
          <p:nvPr>
            <p:ph type="sldImg"/>
          </p:nvPr>
        </p:nvSpPr>
        <p:spPr>
          <a:prstGeom prst="rect">
            <a:avLst/>
          </a:prstGeom>
        </p:spPr>
        <p:txBody>
          <a:bodyPr/>
          <a:lstStyle/>
          <a:p>
            <a:endParaRPr/>
          </a:p>
        </p:txBody>
      </p:sp>
      <p:sp>
        <p:nvSpPr>
          <p:cNvPr id="556" name="Shape 556"/>
          <p:cNvSpPr>
            <a:spLocks noGrp="1"/>
          </p:cNvSpPr>
          <p:nvPr>
            <p:ph type="body" sz="quarter" idx="1"/>
          </p:nvPr>
        </p:nvSpPr>
        <p:spPr>
          <a:prstGeom prst="rect">
            <a:avLst/>
          </a:prstGeom>
        </p:spPr>
        <p:txBody>
          <a:bodyPr/>
          <a:lstStyle/>
          <a:p>
            <a:r>
              <a:t>What we saw is an example of a link-state routing algorithm:</a:t>
            </a:r>
          </a:p>
          <a:p>
            <a:pPr marL="616857" indent="-299357">
              <a:buSzPct val="95000"/>
              <a:buChar char="-"/>
            </a:pPr>
            <a:r>
              <a:t>It takes as input is the graph of all routers and the costs of all the links between them.</a:t>
            </a:r>
          </a:p>
          <a:p>
            <a:pPr marL="616857" indent="-299357">
              <a:buSzPct val="95000"/>
              <a:buChar char="-"/>
            </a:pPr>
            <a:r>
              <a:t>It produces as output the least-cost path from a given source router to every other router in the network.</a:t>
            </a: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1" name="Shape 561"/>
          <p:cNvSpPr>
            <a:spLocks noGrp="1" noRot="1" noChangeAspect="1"/>
          </p:cNvSpPr>
          <p:nvPr>
            <p:ph type="sldImg"/>
          </p:nvPr>
        </p:nvSpPr>
        <p:spPr>
          <a:prstGeom prst="rect">
            <a:avLst/>
          </a:prstGeom>
        </p:spPr>
        <p:txBody>
          <a:bodyPr/>
          <a:lstStyle/>
          <a:p>
            <a:endParaRPr/>
          </a:p>
        </p:txBody>
      </p:sp>
      <p:sp>
        <p:nvSpPr>
          <p:cNvPr id="562" name="Shape 562"/>
          <p:cNvSpPr>
            <a:spLocks noGrp="1"/>
          </p:cNvSpPr>
          <p:nvPr>
            <p:ph type="body" sz="quarter" idx="1"/>
          </p:nvPr>
        </p:nvSpPr>
        <p:spPr>
          <a:prstGeom prst="rect">
            <a:avLst/>
          </a:prstGeom>
        </p:spPr>
        <p:txBody>
          <a:bodyPr/>
          <a:lstStyle/>
          <a:p>
            <a:r>
              <a:rPr dirty="0"/>
              <a:t>A link-state routing algorithm is a centralized algorithm, in the sense that, given the input (network graph and link costs), the algorithm is run on a single entity.</a:t>
            </a:r>
          </a:p>
          <a:p>
            <a:endParaRPr dirty="0"/>
          </a:p>
          <a:p>
            <a:r>
              <a:rPr dirty="0"/>
              <a:t>One option is that that entity is the router itself, i.e., each router computes the least-cost path from itself to every other router in the network. This is what is typically done in most networks today.</a:t>
            </a:r>
          </a:p>
          <a:p>
            <a:endParaRPr u="sng" dirty="0"/>
          </a:p>
          <a:p>
            <a:r>
              <a:rPr dirty="0"/>
              <a:t>Another option is that a separate computer, called a “network controller” runs the algorithm on behalf of all the routers, i.e., computes the least-coast path from every router to every other router in the network, and communicates the results to all the routers.</a:t>
            </a: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7" name="Shape 567"/>
          <p:cNvSpPr>
            <a:spLocks noGrp="1" noRot="1" noChangeAspect="1"/>
          </p:cNvSpPr>
          <p:nvPr>
            <p:ph type="sldImg"/>
          </p:nvPr>
        </p:nvSpPr>
        <p:spPr>
          <a:prstGeom prst="rect">
            <a:avLst/>
          </a:prstGeom>
        </p:spPr>
        <p:txBody>
          <a:bodyPr/>
          <a:lstStyle/>
          <a:p>
            <a:endParaRPr/>
          </a:p>
        </p:txBody>
      </p:sp>
      <p:sp>
        <p:nvSpPr>
          <p:cNvPr id="568" name="Shape 568"/>
          <p:cNvSpPr>
            <a:spLocks noGrp="1"/>
          </p:cNvSpPr>
          <p:nvPr>
            <p:ph type="body" sz="quarter" idx="1"/>
          </p:nvPr>
        </p:nvSpPr>
        <p:spPr>
          <a:prstGeom prst="rect">
            <a:avLst/>
          </a:prstGeom>
        </p:spPr>
        <p:txBody>
          <a:bodyPr/>
          <a:lstStyle/>
          <a:p>
            <a:r>
              <a:rPr b="1" dirty="0"/>
              <a:t>The particular link-state routing algorithm that we discussed is called </a:t>
            </a:r>
            <a:r>
              <a:rPr b="1" dirty="0" err="1"/>
              <a:t>Dijstra’s</a:t>
            </a:r>
            <a:r>
              <a:rPr b="1" dirty="0"/>
              <a:t> algorithm</a:t>
            </a:r>
            <a:r>
              <a:rPr dirty="0"/>
              <a:t>.</a:t>
            </a:r>
          </a:p>
          <a:p>
            <a:endParaRPr dirty="0"/>
          </a:p>
          <a:p>
            <a:r>
              <a:rPr dirty="0"/>
              <a:t>In summary:</a:t>
            </a:r>
          </a:p>
          <a:p>
            <a:pPr marL="616857" indent="-299357">
              <a:buSzPct val="95000"/>
              <a:buChar char="-"/>
            </a:pPr>
            <a:r>
              <a:rPr dirty="0"/>
              <a:t>At each step, the algorithm considers a new router.</a:t>
            </a:r>
          </a:p>
          <a:p>
            <a:pPr marL="616857" indent="-299357">
              <a:buSzPct val="95000"/>
              <a:buChar char="-"/>
            </a:pPr>
            <a:r>
              <a:rPr dirty="0"/>
              <a:t>It checks whether it can improve the previously computed paths by routing through this new router.</a:t>
            </a:r>
          </a:p>
          <a:p>
            <a:pPr marL="616857" indent="-299357">
              <a:buSzPct val="95000"/>
              <a:buChar char="-"/>
            </a:pPr>
            <a:r>
              <a:rPr dirty="0"/>
              <a:t>It ends when no improvement is possible.</a:t>
            </a:r>
          </a:p>
          <a:p>
            <a:endParaRPr dirty="0"/>
          </a:p>
          <a:p>
            <a:r>
              <a:rPr dirty="0"/>
              <a:t>The next </a:t>
            </a:r>
            <a:r>
              <a:rPr lang="fr-CH" dirty="0" err="1"/>
              <a:t>example</a:t>
            </a:r>
            <a:r>
              <a:rPr dirty="0"/>
              <a:t> gives you one more example of running Dijkstra’s algorithm, but without any narration.</a:t>
            </a: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1" name="Shape 611"/>
          <p:cNvSpPr>
            <a:spLocks noGrp="1" noRot="1" noChangeAspect="1"/>
          </p:cNvSpPr>
          <p:nvPr>
            <p:ph type="sldImg"/>
          </p:nvPr>
        </p:nvSpPr>
        <p:spPr>
          <a:prstGeom prst="rect">
            <a:avLst/>
          </a:prstGeom>
        </p:spPr>
        <p:txBody>
          <a:bodyPr/>
          <a:lstStyle/>
          <a:p>
            <a:endParaRPr/>
          </a:p>
        </p:txBody>
      </p:sp>
      <p:sp>
        <p:nvSpPr>
          <p:cNvPr id="612" name="Shape 612"/>
          <p:cNvSpPr>
            <a:spLocks noGrp="1"/>
          </p:cNvSpPr>
          <p:nvPr>
            <p:ph type="body" sz="quarter" idx="1"/>
          </p:nvPr>
        </p:nvSpPr>
        <p:spPr>
          <a:prstGeom prst="rect">
            <a:avLst/>
          </a:prstGeom>
        </p:spPr>
        <p:txBody>
          <a:bodyPr/>
          <a:lstStyle/>
          <a:p>
            <a:r>
              <a:t>And one more example.</a:t>
            </a:r>
          </a:p>
          <a:p>
            <a:r>
              <a:t>We always concentrate on the instance of the algorithm run by router u.</a:t>
            </a: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6" name="Shape 3006"/>
          <p:cNvSpPr>
            <a:spLocks noGrp="1" noRot="1" noChangeAspect="1"/>
          </p:cNvSpPr>
          <p:nvPr>
            <p:ph type="sldImg"/>
          </p:nvPr>
        </p:nvSpPr>
        <p:spPr>
          <a:prstGeom prst="rect">
            <a:avLst/>
          </a:prstGeom>
        </p:spPr>
        <p:txBody>
          <a:bodyPr/>
          <a:lstStyle/>
          <a:p>
            <a:endParaRPr/>
          </a:p>
        </p:txBody>
      </p:sp>
      <p:sp>
        <p:nvSpPr>
          <p:cNvPr id="3007" name="Shape 3007"/>
          <p:cNvSpPr>
            <a:spLocks noGrp="1"/>
          </p:cNvSpPr>
          <p:nvPr>
            <p:ph type="body" sz="quarter" idx="1"/>
          </p:nvPr>
        </p:nvSpPr>
        <p:spPr>
          <a:prstGeom prst="rect">
            <a:avLst/>
          </a:prstGeom>
        </p:spPr>
        <p:txBody>
          <a:bodyPr/>
          <a:lstStyle/>
          <a:p>
            <a:r>
              <a:rPr dirty="0"/>
              <a:t>We discussed two types of routing protocols: link state and distance vector.</a:t>
            </a:r>
          </a:p>
          <a:p>
            <a:endParaRPr dirty="0"/>
          </a:p>
          <a:p>
            <a:r>
              <a:rPr dirty="0"/>
              <a:t>They both solve the same problem: compute the least-cost paths between routers.</a:t>
            </a:r>
          </a:p>
          <a:p>
            <a:endParaRPr dirty="0"/>
          </a:p>
          <a:p>
            <a:r>
              <a:rPr dirty="0"/>
              <a:t>But, they do it…</a:t>
            </a: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2" name="Shape 3012"/>
          <p:cNvSpPr>
            <a:spLocks noGrp="1" noRot="1" noChangeAspect="1"/>
          </p:cNvSpPr>
          <p:nvPr>
            <p:ph type="sldImg"/>
          </p:nvPr>
        </p:nvSpPr>
        <p:spPr>
          <a:prstGeom prst="rect">
            <a:avLst/>
          </a:prstGeom>
        </p:spPr>
        <p:txBody>
          <a:bodyPr/>
          <a:lstStyle/>
          <a:p>
            <a:endParaRPr/>
          </a:p>
        </p:txBody>
      </p:sp>
      <p:sp>
        <p:nvSpPr>
          <p:cNvPr id="3013" name="Shape 3013"/>
          <p:cNvSpPr>
            <a:spLocks noGrp="1"/>
          </p:cNvSpPr>
          <p:nvPr>
            <p:ph type="body" sz="quarter" idx="1"/>
          </p:nvPr>
        </p:nvSpPr>
        <p:spPr>
          <a:prstGeom prst="rect">
            <a:avLst/>
          </a:prstGeom>
        </p:spPr>
        <p:txBody>
          <a:bodyPr/>
          <a:lstStyle/>
          <a:p>
            <a:r>
              <a:rPr dirty="0"/>
              <a:t>differently: …</a:t>
            </a:r>
          </a:p>
          <a:p>
            <a:endParaRPr dirty="0"/>
          </a:p>
          <a:p>
            <a:r>
              <a:rPr dirty="0"/>
              <a:t>Here’s a question for you: which one is better and in what scenario? Which one do you think finishes faster? Which one requires more resources? Think about it</a:t>
            </a:r>
            <a:r>
              <a:rPr lang="fr-CH" dirty="0"/>
              <a:t>.</a:t>
            </a:r>
          </a:p>
          <a:p>
            <a:r>
              <a:rPr lang="fr-CH" dirty="0" err="1"/>
              <a:t>Build</a:t>
            </a:r>
            <a:r>
              <a:rPr lang="fr-CH" dirty="0"/>
              <a:t> a comparative</a:t>
            </a:r>
            <a:r>
              <a:rPr lang="fr-CH" baseline="0" dirty="0"/>
              <a:t> table. </a:t>
            </a:r>
            <a:r>
              <a:rPr lang="fr-CH" baseline="0" dirty="0" err="1"/>
              <a:t>Draw</a:t>
            </a:r>
            <a:r>
              <a:rPr lang="fr-CH" baseline="0" dirty="0"/>
              <a:t> </a:t>
            </a:r>
            <a:r>
              <a:rPr lang="fr-CH" baseline="0" dirty="0" err="1"/>
              <a:t>your</a:t>
            </a:r>
            <a:r>
              <a:rPr lang="fr-CH" baseline="0" dirty="0"/>
              <a:t> conclusions.</a:t>
            </a:r>
            <a:endParaRPr dirty="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71C5E5F4-56AF-44C1-6552-873B0DBAC7DE}"/>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B1833C77-57C5-4E4F-82D3-AE8C2335A9AB}"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27</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510978" name="Rectangle 2">
            <a:extLst>
              <a:ext uri="{FF2B5EF4-FFF2-40B4-BE49-F238E27FC236}">
                <a16:creationId xmlns:a16="http://schemas.microsoft.com/office/drawing/2014/main" id="{B849855B-5DDD-5BDB-1F82-54C39DBF6A84}"/>
              </a:ext>
            </a:extLst>
          </p:cNvPr>
          <p:cNvSpPr>
            <a:spLocks noRot="1" noChangeArrowheads="1" noTextEdit="1"/>
          </p:cNvSpPr>
          <p:nvPr>
            <p:ph type="sldImg"/>
          </p:nvPr>
        </p:nvSpPr>
        <p:spPr>
          <a:ln/>
        </p:spPr>
      </p:sp>
      <p:sp>
        <p:nvSpPr>
          <p:cNvPr id="510979" name="Rectangle 3">
            <a:extLst>
              <a:ext uri="{FF2B5EF4-FFF2-40B4-BE49-F238E27FC236}">
                <a16:creationId xmlns:a16="http://schemas.microsoft.com/office/drawing/2014/main" id="{7C97A081-C928-19CD-475A-77D35239628D}"/>
              </a:ext>
            </a:extLst>
          </p:cNvPr>
          <p:cNvSpPr>
            <a:spLocks noGrp="1" noChangeArrowheads="1"/>
          </p:cNvSpPr>
          <p:nvPr>
            <p:ph type="body" idx="1"/>
          </p:nvPr>
        </p:nvSpPr>
        <p:spPr/>
        <p:txBody>
          <a:bodyPr/>
          <a:lstStyle/>
          <a:p>
            <a:endParaRPr lang="en-CH" altLang="en-CH"/>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2CB055ED-1672-CF1B-8338-462E31EE374F}"/>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1775ADE4-7864-42B7-B7FD-770DB1661B62}"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28</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512002" name="Rectangle 2">
            <a:extLst>
              <a:ext uri="{FF2B5EF4-FFF2-40B4-BE49-F238E27FC236}">
                <a16:creationId xmlns:a16="http://schemas.microsoft.com/office/drawing/2014/main" id="{7082FEF6-2B56-8269-07B4-D248C69E10A3}"/>
              </a:ext>
            </a:extLst>
          </p:cNvPr>
          <p:cNvSpPr>
            <a:spLocks noRot="1" noChangeArrowheads="1" noTextEdit="1"/>
          </p:cNvSpPr>
          <p:nvPr>
            <p:ph type="sldImg"/>
          </p:nvPr>
        </p:nvSpPr>
        <p:spPr>
          <a:ln/>
        </p:spPr>
      </p:sp>
      <p:sp>
        <p:nvSpPr>
          <p:cNvPr id="512003" name="Rectangle 3">
            <a:extLst>
              <a:ext uri="{FF2B5EF4-FFF2-40B4-BE49-F238E27FC236}">
                <a16:creationId xmlns:a16="http://schemas.microsoft.com/office/drawing/2014/main" id="{4F27AE8F-FDA0-5A6C-9506-9BB114C1FE8B}"/>
              </a:ext>
            </a:extLst>
          </p:cNvPr>
          <p:cNvSpPr>
            <a:spLocks noGrp="1" noChangeArrowheads="1"/>
          </p:cNvSpPr>
          <p:nvPr>
            <p:ph type="body" idx="1"/>
          </p:nvPr>
        </p:nvSpPr>
        <p:spPr/>
        <p:txBody>
          <a:bodyPr/>
          <a:lstStyle/>
          <a:p>
            <a:endParaRPr lang="en-CH" altLang="en-CH"/>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1B33F596-B026-5A89-B862-EE12A543E366}"/>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53ABF2DB-3CA0-48D4-8622-B82E52A9152A}"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29</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328706" name="Rectangle 2">
            <a:extLst>
              <a:ext uri="{FF2B5EF4-FFF2-40B4-BE49-F238E27FC236}">
                <a16:creationId xmlns:a16="http://schemas.microsoft.com/office/drawing/2014/main" id="{0D9A11C9-09E0-8B50-5CB3-19B0CA0C4107}"/>
              </a:ext>
            </a:extLst>
          </p:cNvPr>
          <p:cNvSpPr>
            <a:spLocks noRot="1" noChangeArrowheads="1" noTextEdit="1"/>
          </p:cNvSpPr>
          <p:nvPr>
            <p:ph type="sldImg"/>
          </p:nvPr>
        </p:nvSpPr>
        <p:spPr>
          <a:xfrm>
            <a:off x="869950" y="728663"/>
            <a:ext cx="5106988" cy="3830637"/>
          </a:xfrm>
          <a:ln/>
        </p:spPr>
      </p:sp>
      <p:sp>
        <p:nvSpPr>
          <p:cNvPr id="328707" name="Rectangle 3">
            <a:extLst>
              <a:ext uri="{FF2B5EF4-FFF2-40B4-BE49-F238E27FC236}">
                <a16:creationId xmlns:a16="http://schemas.microsoft.com/office/drawing/2014/main" id="{75B52901-CCC6-9B05-90D6-87EF98BD1B70}"/>
              </a:ext>
            </a:extLst>
          </p:cNvPr>
          <p:cNvSpPr>
            <a:spLocks noGrp="1" noChangeArrowheads="1"/>
          </p:cNvSpPr>
          <p:nvPr>
            <p:ph type="body" idx="1"/>
          </p:nvPr>
        </p:nvSpPr>
        <p:spPr>
          <a:xfrm>
            <a:off x="363538" y="4791075"/>
            <a:ext cx="6194425" cy="4886325"/>
          </a:xfrm>
        </p:spPr>
        <p:txBody>
          <a:bodyPr lIns="98575" tIns="49287" rIns="98575" bIns="49287"/>
          <a:lstStyle/>
          <a:p>
            <a:endParaRPr lang="en-GB" altLang="en-CH"/>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CBE8F890-9A40-9B05-C494-2E6988475B34}"/>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EE384246-DD4C-41C0-93DC-5AD0B13DC7E9}"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30</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330754" name="Rectangle 2">
            <a:extLst>
              <a:ext uri="{FF2B5EF4-FFF2-40B4-BE49-F238E27FC236}">
                <a16:creationId xmlns:a16="http://schemas.microsoft.com/office/drawing/2014/main" id="{36B47ADB-C2C4-546E-DFF9-6666F03B02D6}"/>
              </a:ext>
            </a:extLst>
          </p:cNvPr>
          <p:cNvSpPr>
            <a:spLocks noRot="1" noChangeArrowheads="1" noTextEdit="1"/>
          </p:cNvSpPr>
          <p:nvPr>
            <p:ph type="sldImg"/>
          </p:nvPr>
        </p:nvSpPr>
        <p:spPr>
          <a:xfrm>
            <a:off x="869950" y="728663"/>
            <a:ext cx="5106988" cy="3830637"/>
          </a:xfrm>
          <a:ln/>
        </p:spPr>
      </p:sp>
      <p:sp>
        <p:nvSpPr>
          <p:cNvPr id="330755" name="Rectangle 3">
            <a:extLst>
              <a:ext uri="{FF2B5EF4-FFF2-40B4-BE49-F238E27FC236}">
                <a16:creationId xmlns:a16="http://schemas.microsoft.com/office/drawing/2014/main" id="{AC36B499-4100-19CA-B38B-3752AB2D3217}"/>
              </a:ext>
            </a:extLst>
          </p:cNvPr>
          <p:cNvSpPr>
            <a:spLocks noGrp="1" noChangeArrowheads="1"/>
          </p:cNvSpPr>
          <p:nvPr>
            <p:ph type="body" idx="1"/>
          </p:nvPr>
        </p:nvSpPr>
        <p:spPr>
          <a:xfrm>
            <a:off x="363538" y="4791075"/>
            <a:ext cx="6194425" cy="4886325"/>
          </a:xfrm>
        </p:spPr>
        <p:txBody>
          <a:bodyPr lIns="98575" tIns="49287" rIns="98575" bIns="49287"/>
          <a:lstStyle/>
          <a:p>
            <a:endParaRPr lang="en-GB" altLang="en-CH"/>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33CCF10C-5257-2F35-2DD8-82BC6B78EB7A}"/>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CE81C2A0-6897-4C69-8D77-B31DB7D3A44D}"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31</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332802" name="Rectangle 2">
            <a:extLst>
              <a:ext uri="{FF2B5EF4-FFF2-40B4-BE49-F238E27FC236}">
                <a16:creationId xmlns:a16="http://schemas.microsoft.com/office/drawing/2014/main" id="{43F98BC1-F876-924E-E72C-69B1CDF1C63E}"/>
              </a:ext>
            </a:extLst>
          </p:cNvPr>
          <p:cNvSpPr>
            <a:spLocks noRot="1" noChangeArrowheads="1" noTextEdit="1"/>
          </p:cNvSpPr>
          <p:nvPr>
            <p:ph type="sldImg"/>
          </p:nvPr>
        </p:nvSpPr>
        <p:spPr>
          <a:xfrm>
            <a:off x="869950" y="728663"/>
            <a:ext cx="5106988" cy="3830637"/>
          </a:xfrm>
          <a:ln/>
        </p:spPr>
      </p:sp>
      <p:sp>
        <p:nvSpPr>
          <p:cNvPr id="332803" name="Rectangle 3">
            <a:extLst>
              <a:ext uri="{FF2B5EF4-FFF2-40B4-BE49-F238E27FC236}">
                <a16:creationId xmlns:a16="http://schemas.microsoft.com/office/drawing/2014/main" id="{4AF8AE07-34DE-388C-854C-9C87EC3CD1A4}"/>
              </a:ext>
            </a:extLst>
          </p:cNvPr>
          <p:cNvSpPr>
            <a:spLocks noGrp="1" noChangeArrowheads="1"/>
          </p:cNvSpPr>
          <p:nvPr>
            <p:ph type="body" idx="1"/>
          </p:nvPr>
        </p:nvSpPr>
        <p:spPr>
          <a:xfrm>
            <a:off x="363538" y="4791075"/>
            <a:ext cx="6194425" cy="4886325"/>
          </a:xfrm>
        </p:spPr>
        <p:txBody>
          <a:bodyPr lIns="98575" tIns="49287" rIns="98575" bIns="49287"/>
          <a:lstStyle/>
          <a:p>
            <a:r>
              <a:rPr lang="en-US" altLang="en-CH"/>
              <a:t>OSPF: type of link (Bcast, NBMA, P-to-P), plus the metric of each link</a:t>
            </a: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06FB883D-E77D-0092-6101-16252A24060A}"/>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860D1ED6-7FF7-411C-9B5A-B020EB8AF289}"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32</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334850" name="Rectangle 2">
            <a:extLst>
              <a:ext uri="{FF2B5EF4-FFF2-40B4-BE49-F238E27FC236}">
                <a16:creationId xmlns:a16="http://schemas.microsoft.com/office/drawing/2014/main" id="{3F3025EF-6311-3AE6-E573-4457C690E66F}"/>
              </a:ext>
            </a:extLst>
          </p:cNvPr>
          <p:cNvSpPr>
            <a:spLocks noRot="1" noChangeArrowheads="1" noTextEdit="1"/>
          </p:cNvSpPr>
          <p:nvPr>
            <p:ph type="sldImg"/>
          </p:nvPr>
        </p:nvSpPr>
        <p:spPr>
          <a:xfrm>
            <a:off x="869950" y="728663"/>
            <a:ext cx="5106988" cy="3830637"/>
          </a:xfrm>
          <a:ln/>
        </p:spPr>
      </p:sp>
      <p:sp>
        <p:nvSpPr>
          <p:cNvPr id="334851" name="Rectangle 3">
            <a:extLst>
              <a:ext uri="{FF2B5EF4-FFF2-40B4-BE49-F238E27FC236}">
                <a16:creationId xmlns:a16="http://schemas.microsoft.com/office/drawing/2014/main" id="{5083D8D8-961B-FD32-5274-ED4680AA479F}"/>
              </a:ext>
            </a:extLst>
          </p:cNvPr>
          <p:cNvSpPr>
            <a:spLocks noGrp="1" noChangeArrowheads="1"/>
          </p:cNvSpPr>
          <p:nvPr>
            <p:ph type="body" idx="1"/>
          </p:nvPr>
        </p:nvSpPr>
        <p:spPr>
          <a:xfrm>
            <a:off x="363538" y="4791075"/>
            <a:ext cx="6194425" cy="4886325"/>
          </a:xfrm>
        </p:spPr>
        <p:txBody>
          <a:bodyPr lIns="98575" tIns="49287" rIns="98575" bIns="49287"/>
          <a:lstStyle/>
          <a:p>
            <a:endParaRPr lang="en-GB" altLang="en-CH"/>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39EEEA3F-8D72-2363-CBAE-7EA8CCB4ACFF}"/>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0B1D167F-970B-477C-9759-703E1445A7C3}"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33</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336898" name="Rectangle 2">
            <a:extLst>
              <a:ext uri="{FF2B5EF4-FFF2-40B4-BE49-F238E27FC236}">
                <a16:creationId xmlns:a16="http://schemas.microsoft.com/office/drawing/2014/main" id="{E776DACD-1246-5CDC-3D90-336B9B3F7AC2}"/>
              </a:ext>
            </a:extLst>
          </p:cNvPr>
          <p:cNvSpPr>
            <a:spLocks noRot="1" noChangeArrowheads="1" noTextEdit="1"/>
          </p:cNvSpPr>
          <p:nvPr>
            <p:ph type="sldImg"/>
          </p:nvPr>
        </p:nvSpPr>
        <p:spPr>
          <a:xfrm>
            <a:off x="869950" y="728663"/>
            <a:ext cx="5106988" cy="3830637"/>
          </a:xfrm>
          <a:ln/>
        </p:spPr>
      </p:sp>
      <p:sp>
        <p:nvSpPr>
          <p:cNvPr id="336899" name="Rectangle 3">
            <a:extLst>
              <a:ext uri="{FF2B5EF4-FFF2-40B4-BE49-F238E27FC236}">
                <a16:creationId xmlns:a16="http://schemas.microsoft.com/office/drawing/2014/main" id="{2965A501-7B60-9864-4655-849378B2771A}"/>
              </a:ext>
            </a:extLst>
          </p:cNvPr>
          <p:cNvSpPr>
            <a:spLocks noGrp="1" noChangeArrowheads="1"/>
          </p:cNvSpPr>
          <p:nvPr>
            <p:ph type="body" idx="1"/>
          </p:nvPr>
        </p:nvSpPr>
        <p:spPr>
          <a:xfrm>
            <a:off x="363538" y="4791075"/>
            <a:ext cx="6194425" cy="4886325"/>
          </a:xfrm>
        </p:spPr>
        <p:txBody>
          <a:bodyPr lIns="98575" tIns="49287" rIns="98575" bIns="49287"/>
          <a:lstStyle/>
          <a:p>
            <a:r>
              <a:rPr lang="en-US" altLang="en-CH"/>
              <a:t>If an external network annouces its aggregated routes, it is possible to take them into account.</a:t>
            </a: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DE29509C-253F-7D09-4D77-043F06FE7E54}"/>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B15FC9B0-BA01-485F-8A18-8357A43685E3}"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34</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473090" name="Rectangle 2">
            <a:extLst>
              <a:ext uri="{FF2B5EF4-FFF2-40B4-BE49-F238E27FC236}">
                <a16:creationId xmlns:a16="http://schemas.microsoft.com/office/drawing/2014/main" id="{52F8F30C-5F4C-3AD3-832D-FE064EF714A2}"/>
              </a:ext>
            </a:extLst>
          </p:cNvPr>
          <p:cNvSpPr>
            <a:spLocks noRot="1" noChangeArrowheads="1" noTextEdit="1"/>
          </p:cNvSpPr>
          <p:nvPr>
            <p:ph type="sldImg"/>
          </p:nvPr>
        </p:nvSpPr>
        <p:spPr>
          <a:xfrm>
            <a:off x="873125" y="728663"/>
            <a:ext cx="5106988" cy="3830637"/>
          </a:xfrm>
          <a:ln/>
        </p:spPr>
      </p:sp>
      <p:sp>
        <p:nvSpPr>
          <p:cNvPr id="473091" name="Rectangle 3">
            <a:extLst>
              <a:ext uri="{FF2B5EF4-FFF2-40B4-BE49-F238E27FC236}">
                <a16:creationId xmlns:a16="http://schemas.microsoft.com/office/drawing/2014/main" id="{F8A895C3-0590-2AE8-D87D-D08DE2A2FE52}"/>
              </a:ext>
            </a:extLst>
          </p:cNvPr>
          <p:cNvSpPr>
            <a:spLocks noGrp="1" noChangeArrowheads="1"/>
          </p:cNvSpPr>
          <p:nvPr>
            <p:ph type="body" idx="1"/>
          </p:nvPr>
        </p:nvSpPr>
        <p:spPr>
          <a:xfrm>
            <a:off x="363538" y="4794250"/>
            <a:ext cx="6194425" cy="4883150"/>
          </a:xfrm>
        </p:spPr>
        <p:txBody>
          <a:bodyPr/>
          <a:lstStyle/>
          <a:p>
            <a:endParaRPr lang="en-GB" altLang="en-CH"/>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D88838A0-6D8E-7B1A-87FA-E74F390A024F}"/>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23D4F48D-250F-44B1-AEDC-5DEE37C7E8B4}"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35</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497666" name="Rectangle 2">
            <a:extLst>
              <a:ext uri="{FF2B5EF4-FFF2-40B4-BE49-F238E27FC236}">
                <a16:creationId xmlns:a16="http://schemas.microsoft.com/office/drawing/2014/main" id="{2A8D6B59-F3D3-901D-2637-B8EE95E45F47}"/>
              </a:ext>
            </a:extLst>
          </p:cNvPr>
          <p:cNvSpPr>
            <a:spLocks noRot="1" noChangeArrowheads="1" noTextEdit="1"/>
          </p:cNvSpPr>
          <p:nvPr>
            <p:ph type="sldImg"/>
          </p:nvPr>
        </p:nvSpPr>
        <p:spPr>
          <a:xfrm>
            <a:off x="873125" y="728663"/>
            <a:ext cx="5106988" cy="3830637"/>
          </a:xfrm>
          <a:ln/>
        </p:spPr>
      </p:sp>
      <p:sp>
        <p:nvSpPr>
          <p:cNvPr id="497667" name="Rectangle 3">
            <a:extLst>
              <a:ext uri="{FF2B5EF4-FFF2-40B4-BE49-F238E27FC236}">
                <a16:creationId xmlns:a16="http://schemas.microsoft.com/office/drawing/2014/main" id="{CBE0E420-7202-7FD1-7BCC-708A77F80AA1}"/>
              </a:ext>
            </a:extLst>
          </p:cNvPr>
          <p:cNvSpPr>
            <a:spLocks noGrp="1" noChangeArrowheads="1"/>
          </p:cNvSpPr>
          <p:nvPr>
            <p:ph type="body" idx="1"/>
          </p:nvPr>
        </p:nvSpPr>
        <p:spPr>
          <a:xfrm>
            <a:off x="363538" y="4794250"/>
            <a:ext cx="6194425" cy="4883150"/>
          </a:xfrm>
        </p:spPr>
        <p:txBody>
          <a:bodyPr/>
          <a:lstStyle/>
          <a:p>
            <a:endParaRPr lang="en-GB" altLang="en-CH"/>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FC978781-C939-C0ED-6146-96D1EDA5C68F}"/>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91289215-B5A7-4DBC-AF0D-7B8F9948F1A7}"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36</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369666" name="Rectangle 2">
            <a:extLst>
              <a:ext uri="{FF2B5EF4-FFF2-40B4-BE49-F238E27FC236}">
                <a16:creationId xmlns:a16="http://schemas.microsoft.com/office/drawing/2014/main" id="{1D17C58C-DBF6-9122-4A95-DDB5CDBBE1BC}"/>
              </a:ext>
            </a:extLst>
          </p:cNvPr>
          <p:cNvSpPr>
            <a:spLocks noRot="1" noChangeArrowheads="1" noTextEdit="1"/>
          </p:cNvSpPr>
          <p:nvPr>
            <p:ph type="sldImg"/>
          </p:nvPr>
        </p:nvSpPr>
        <p:spPr>
          <a:xfrm>
            <a:off x="869950" y="728663"/>
            <a:ext cx="5106988" cy="3830637"/>
          </a:xfrm>
          <a:ln/>
        </p:spPr>
      </p:sp>
      <p:sp>
        <p:nvSpPr>
          <p:cNvPr id="369667" name="Rectangle 3">
            <a:extLst>
              <a:ext uri="{FF2B5EF4-FFF2-40B4-BE49-F238E27FC236}">
                <a16:creationId xmlns:a16="http://schemas.microsoft.com/office/drawing/2014/main" id="{1F594EE8-1E5B-E3A0-E147-166D8B626003}"/>
              </a:ext>
            </a:extLst>
          </p:cNvPr>
          <p:cNvSpPr>
            <a:spLocks noGrp="1" noChangeArrowheads="1"/>
          </p:cNvSpPr>
          <p:nvPr>
            <p:ph type="body" idx="1"/>
          </p:nvPr>
        </p:nvSpPr>
        <p:spPr>
          <a:xfrm>
            <a:off x="363538" y="4791075"/>
            <a:ext cx="6194425" cy="4886325"/>
          </a:xfrm>
        </p:spPr>
        <p:txBody>
          <a:bodyPr lIns="98575" tIns="49287" rIns="98575" bIns="49287"/>
          <a:lstStyle/>
          <a:p>
            <a:endParaRPr lang="en-GB" altLang="en-CH"/>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C1C0F1A6-EF76-DF95-63A6-9BB15D529412}"/>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EC90D50D-3EE5-4574-AB45-9E031BB5473D}"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37</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519170" name="Rectangle 2">
            <a:extLst>
              <a:ext uri="{FF2B5EF4-FFF2-40B4-BE49-F238E27FC236}">
                <a16:creationId xmlns:a16="http://schemas.microsoft.com/office/drawing/2014/main" id="{5A43D8B3-0595-3819-A163-42D8063DC7EB}"/>
              </a:ext>
            </a:extLst>
          </p:cNvPr>
          <p:cNvSpPr>
            <a:spLocks noRot="1" noChangeArrowheads="1" noTextEdit="1"/>
          </p:cNvSpPr>
          <p:nvPr>
            <p:ph type="sldImg"/>
          </p:nvPr>
        </p:nvSpPr>
        <p:spPr>
          <a:ln/>
        </p:spPr>
      </p:sp>
      <p:sp>
        <p:nvSpPr>
          <p:cNvPr id="519171" name="Rectangle 3">
            <a:extLst>
              <a:ext uri="{FF2B5EF4-FFF2-40B4-BE49-F238E27FC236}">
                <a16:creationId xmlns:a16="http://schemas.microsoft.com/office/drawing/2014/main" id="{33090758-EC95-BDB8-287F-546ECA660452}"/>
              </a:ext>
            </a:extLst>
          </p:cNvPr>
          <p:cNvSpPr>
            <a:spLocks noGrp="1" noChangeArrowheads="1"/>
          </p:cNvSpPr>
          <p:nvPr>
            <p:ph type="body" idx="1"/>
          </p:nvPr>
        </p:nvSpPr>
        <p:spPr/>
        <p:txBody>
          <a:bodyPr/>
          <a:lstStyle/>
          <a:p>
            <a:endParaRPr lang="en-CH" altLang="en-CH"/>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C8BFCB67-FE38-A232-5E51-F6D4F31F0D28}"/>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E1869ABF-90E5-437E-B06C-D14C2F79280F}"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38</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520194" name="Rectangle 2">
            <a:extLst>
              <a:ext uri="{FF2B5EF4-FFF2-40B4-BE49-F238E27FC236}">
                <a16:creationId xmlns:a16="http://schemas.microsoft.com/office/drawing/2014/main" id="{8F331A0B-2D47-58B4-4540-CEA0C3AE8726}"/>
              </a:ext>
            </a:extLst>
          </p:cNvPr>
          <p:cNvSpPr>
            <a:spLocks noRot="1" noChangeArrowheads="1" noTextEdit="1"/>
          </p:cNvSpPr>
          <p:nvPr>
            <p:ph type="sldImg"/>
          </p:nvPr>
        </p:nvSpPr>
        <p:spPr>
          <a:ln/>
        </p:spPr>
      </p:sp>
      <p:sp>
        <p:nvSpPr>
          <p:cNvPr id="520195" name="Rectangle 3">
            <a:extLst>
              <a:ext uri="{FF2B5EF4-FFF2-40B4-BE49-F238E27FC236}">
                <a16:creationId xmlns:a16="http://schemas.microsoft.com/office/drawing/2014/main" id="{2F07BC70-8634-0D3F-76E4-54C96D7B3024}"/>
              </a:ext>
            </a:extLst>
          </p:cNvPr>
          <p:cNvSpPr>
            <a:spLocks noGrp="1" noChangeArrowheads="1"/>
          </p:cNvSpPr>
          <p:nvPr>
            <p:ph type="body" idx="1"/>
          </p:nvPr>
        </p:nvSpPr>
        <p:spPr/>
        <p:txBody>
          <a:bodyPr/>
          <a:lstStyle/>
          <a:p>
            <a:endParaRPr lang="en-CH" altLang="en-CH"/>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DCFBEE84-956C-4B6A-143D-37E5701C0053}"/>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014D8BFE-1F1E-4C3A-A8F1-3C567B59444A}"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39</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521218" name="Rectangle 2">
            <a:extLst>
              <a:ext uri="{FF2B5EF4-FFF2-40B4-BE49-F238E27FC236}">
                <a16:creationId xmlns:a16="http://schemas.microsoft.com/office/drawing/2014/main" id="{78114A74-57AF-852E-C090-3E3E0F80B99D}"/>
              </a:ext>
            </a:extLst>
          </p:cNvPr>
          <p:cNvSpPr>
            <a:spLocks noRot="1" noChangeArrowheads="1" noTextEdit="1"/>
          </p:cNvSpPr>
          <p:nvPr>
            <p:ph type="sldImg"/>
          </p:nvPr>
        </p:nvSpPr>
        <p:spPr>
          <a:ln/>
        </p:spPr>
      </p:sp>
      <p:sp>
        <p:nvSpPr>
          <p:cNvPr id="521219" name="Rectangle 3">
            <a:extLst>
              <a:ext uri="{FF2B5EF4-FFF2-40B4-BE49-F238E27FC236}">
                <a16:creationId xmlns:a16="http://schemas.microsoft.com/office/drawing/2014/main" id="{F313524B-919A-7CBA-5673-4261689E258D}"/>
              </a:ext>
            </a:extLst>
          </p:cNvPr>
          <p:cNvSpPr>
            <a:spLocks noGrp="1" noChangeArrowheads="1"/>
          </p:cNvSpPr>
          <p:nvPr>
            <p:ph type="body" idx="1"/>
          </p:nvPr>
        </p:nvSpPr>
        <p:spPr/>
        <p:txBody>
          <a:bodyPr/>
          <a:lstStyle/>
          <a:p>
            <a:endParaRPr lang="en-CH" altLang="en-CH"/>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D4EB6BB0-5317-61AB-4F0E-E59806E5B12A}"/>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5433EBB5-D4C3-4A6A-BAF6-5B3B6D8C001D}"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40</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499714" name="Rectangle 2">
            <a:extLst>
              <a:ext uri="{FF2B5EF4-FFF2-40B4-BE49-F238E27FC236}">
                <a16:creationId xmlns:a16="http://schemas.microsoft.com/office/drawing/2014/main" id="{DE2C9D09-E385-6FA9-7547-4972C97A100A}"/>
              </a:ext>
            </a:extLst>
          </p:cNvPr>
          <p:cNvSpPr>
            <a:spLocks noRot="1" noChangeArrowheads="1" noTextEdit="1"/>
          </p:cNvSpPr>
          <p:nvPr>
            <p:ph type="sldImg"/>
          </p:nvPr>
        </p:nvSpPr>
        <p:spPr>
          <a:xfrm>
            <a:off x="873125" y="728663"/>
            <a:ext cx="5106988" cy="3830637"/>
          </a:xfrm>
          <a:ln/>
        </p:spPr>
      </p:sp>
      <p:sp>
        <p:nvSpPr>
          <p:cNvPr id="499715" name="Rectangle 3">
            <a:extLst>
              <a:ext uri="{FF2B5EF4-FFF2-40B4-BE49-F238E27FC236}">
                <a16:creationId xmlns:a16="http://schemas.microsoft.com/office/drawing/2014/main" id="{21EFF80C-CB03-5571-9E61-C74FA6BBDE93}"/>
              </a:ext>
            </a:extLst>
          </p:cNvPr>
          <p:cNvSpPr>
            <a:spLocks noGrp="1" noChangeArrowheads="1"/>
          </p:cNvSpPr>
          <p:nvPr>
            <p:ph type="body" idx="1"/>
          </p:nvPr>
        </p:nvSpPr>
        <p:spPr>
          <a:xfrm>
            <a:off x="363538" y="4794250"/>
            <a:ext cx="6194425" cy="4883150"/>
          </a:xfrm>
        </p:spPr>
        <p:txBody>
          <a:bodyPr/>
          <a:lstStyle/>
          <a:p>
            <a:endParaRPr lang="en-GB" altLang="en-CH"/>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F4849DBF-19D5-3B5B-0323-BAB01135DD1F}"/>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0A83060C-59DD-4517-9D8D-E9662BD3F429}"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41</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501762" name="Rectangle 2">
            <a:extLst>
              <a:ext uri="{FF2B5EF4-FFF2-40B4-BE49-F238E27FC236}">
                <a16:creationId xmlns:a16="http://schemas.microsoft.com/office/drawing/2014/main" id="{49875511-972A-47E6-C8C9-D9C52105892D}"/>
              </a:ext>
            </a:extLst>
          </p:cNvPr>
          <p:cNvSpPr>
            <a:spLocks noRot="1" noChangeArrowheads="1" noTextEdit="1"/>
          </p:cNvSpPr>
          <p:nvPr>
            <p:ph type="sldImg"/>
          </p:nvPr>
        </p:nvSpPr>
        <p:spPr>
          <a:xfrm>
            <a:off x="873125" y="728663"/>
            <a:ext cx="5106988" cy="3830637"/>
          </a:xfrm>
          <a:ln/>
        </p:spPr>
      </p:sp>
      <p:sp>
        <p:nvSpPr>
          <p:cNvPr id="501763" name="Rectangle 3">
            <a:extLst>
              <a:ext uri="{FF2B5EF4-FFF2-40B4-BE49-F238E27FC236}">
                <a16:creationId xmlns:a16="http://schemas.microsoft.com/office/drawing/2014/main" id="{98293F61-83B5-F669-4109-32E279A75837}"/>
              </a:ext>
            </a:extLst>
          </p:cNvPr>
          <p:cNvSpPr>
            <a:spLocks noGrp="1" noChangeArrowheads="1"/>
          </p:cNvSpPr>
          <p:nvPr>
            <p:ph type="body" idx="1"/>
          </p:nvPr>
        </p:nvSpPr>
        <p:spPr>
          <a:xfrm>
            <a:off x="363538" y="4794250"/>
            <a:ext cx="6194425" cy="4883150"/>
          </a:xfrm>
        </p:spPr>
        <p:txBody>
          <a:bodyPr/>
          <a:lstStyle/>
          <a:p>
            <a:endParaRPr lang="en-GB" altLang="en-CH"/>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C18B9AE8-4C9D-1C26-1956-F68A6E3AE9E2}"/>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FA878990-501A-443F-957C-553985510D62}"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42</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522242" name="Rectangle 2">
            <a:extLst>
              <a:ext uri="{FF2B5EF4-FFF2-40B4-BE49-F238E27FC236}">
                <a16:creationId xmlns:a16="http://schemas.microsoft.com/office/drawing/2014/main" id="{9D8C7B49-3BF9-F1F3-5CFC-BCFE66C10907}"/>
              </a:ext>
            </a:extLst>
          </p:cNvPr>
          <p:cNvSpPr>
            <a:spLocks noRot="1" noChangeArrowheads="1" noTextEdit="1"/>
          </p:cNvSpPr>
          <p:nvPr>
            <p:ph type="sldImg"/>
          </p:nvPr>
        </p:nvSpPr>
        <p:spPr>
          <a:ln/>
        </p:spPr>
      </p:sp>
      <p:sp>
        <p:nvSpPr>
          <p:cNvPr id="522243" name="Rectangle 3">
            <a:extLst>
              <a:ext uri="{FF2B5EF4-FFF2-40B4-BE49-F238E27FC236}">
                <a16:creationId xmlns:a16="http://schemas.microsoft.com/office/drawing/2014/main" id="{B7310574-42F4-58A0-F5A2-E995BC25E49E}"/>
              </a:ext>
            </a:extLst>
          </p:cNvPr>
          <p:cNvSpPr>
            <a:spLocks noGrp="1" noChangeArrowheads="1"/>
          </p:cNvSpPr>
          <p:nvPr>
            <p:ph type="body" idx="1"/>
          </p:nvPr>
        </p:nvSpPr>
        <p:spPr/>
        <p:txBody>
          <a:bodyPr/>
          <a:lstStyle/>
          <a:p>
            <a:endParaRPr lang="en-CH" altLang="en-CH"/>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51839A4D-90FF-04DD-FEA0-6637980F3CBD}"/>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17007CBE-FA43-4AEB-B517-E5F640641539}"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43</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524290" name="Rectangle 2">
            <a:extLst>
              <a:ext uri="{FF2B5EF4-FFF2-40B4-BE49-F238E27FC236}">
                <a16:creationId xmlns:a16="http://schemas.microsoft.com/office/drawing/2014/main" id="{36F90F39-37BD-74B2-43A4-D3BB2936D714}"/>
              </a:ext>
            </a:extLst>
          </p:cNvPr>
          <p:cNvSpPr>
            <a:spLocks noRot="1" noChangeArrowheads="1" noTextEdit="1"/>
          </p:cNvSpPr>
          <p:nvPr>
            <p:ph type="sldImg"/>
          </p:nvPr>
        </p:nvSpPr>
        <p:spPr>
          <a:ln/>
        </p:spPr>
      </p:sp>
      <p:sp>
        <p:nvSpPr>
          <p:cNvPr id="524291" name="Rectangle 3">
            <a:extLst>
              <a:ext uri="{FF2B5EF4-FFF2-40B4-BE49-F238E27FC236}">
                <a16:creationId xmlns:a16="http://schemas.microsoft.com/office/drawing/2014/main" id="{FB2BCC78-4875-41F3-A198-0D12251A6909}"/>
              </a:ext>
            </a:extLst>
          </p:cNvPr>
          <p:cNvSpPr>
            <a:spLocks noGrp="1" noChangeArrowheads="1"/>
          </p:cNvSpPr>
          <p:nvPr>
            <p:ph type="body" idx="1"/>
          </p:nvPr>
        </p:nvSpPr>
        <p:spPr/>
        <p:txBody>
          <a:bodyPr/>
          <a:lstStyle/>
          <a:p>
            <a:endParaRPr lang="en-CH" altLang="en-CH"/>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CD3A929F-4627-0DDB-4DE1-6F3BDCDAB359}"/>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2E714E65-1A3D-43FD-886A-6FC4B7B001A0}"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44</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487426" name="Rectangle 2">
            <a:extLst>
              <a:ext uri="{FF2B5EF4-FFF2-40B4-BE49-F238E27FC236}">
                <a16:creationId xmlns:a16="http://schemas.microsoft.com/office/drawing/2014/main" id="{412FDA68-45EF-ADD5-5363-11B95664A643}"/>
              </a:ext>
            </a:extLst>
          </p:cNvPr>
          <p:cNvSpPr>
            <a:spLocks noRot="1" noChangeArrowheads="1" noTextEdit="1"/>
          </p:cNvSpPr>
          <p:nvPr>
            <p:ph type="sldImg"/>
          </p:nvPr>
        </p:nvSpPr>
        <p:spPr>
          <a:xfrm>
            <a:off x="869950" y="728663"/>
            <a:ext cx="5106988" cy="3830637"/>
          </a:xfrm>
          <a:ln/>
        </p:spPr>
      </p:sp>
      <p:sp>
        <p:nvSpPr>
          <p:cNvPr id="487427" name="Rectangle 3">
            <a:extLst>
              <a:ext uri="{FF2B5EF4-FFF2-40B4-BE49-F238E27FC236}">
                <a16:creationId xmlns:a16="http://schemas.microsoft.com/office/drawing/2014/main" id="{52B9C15C-2B9A-0BDF-2D7C-7677368D11DF}"/>
              </a:ext>
            </a:extLst>
          </p:cNvPr>
          <p:cNvSpPr>
            <a:spLocks noGrp="1" noChangeArrowheads="1"/>
          </p:cNvSpPr>
          <p:nvPr>
            <p:ph type="body" idx="1"/>
          </p:nvPr>
        </p:nvSpPr>
        <p:spPr>
          <a:xfrm>
            <a:off x="363538" y="4791075"/>
            <a:ext cx="6194425" cy="4886325"/>
          </a:xfrm>
        </p:spPr>
        <p:txBody>
          <a:bodyPr lIns="98575" tIns="49287" rIns="98575" bIns="49287"/>
          <a:lstStyle/>
          <a:p>
            <a:endParaRPr lang="en-GB" altLang="en-CH" dirty="0"/>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E08C3217-AE3A-1689-3987-E10A88D367BE}"/>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42986879-48B2-4B68-9356-69E5BA720B74}"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45</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491522" name="Rectangle 2">
            <a:extLst>
              <a:ext uri="{FF2B5EF4-FFF2-40B4-BE49-F238E27FC236}">
                <a16:creationId xmlns:a16="http://schemas.microsoft.com/office/drawing/2014/main" id="{F676F1C4-B4B7-2709-BC31-B336E010734D}"/>
              </a:ext>
            </a:extLst>
          </p:cNvPr>
          <p:cNvSpPr>
            <a:spLocks noRot="1" noChangeArrowheads="1" noTextEdit="1"/>
          </p:cNvSpPr>
          <p:nvPr>
            <p:ph type="sldImg"/>
          </p:nvPr>
        </p:nvSpPr>
        <p:spPr>
          <a:xfrm>
            <a:off x="869950" y="728663"/>
            <a:ext cx="5106988" cy="3830637"/>
          </a:xfrm>
          <a:ln/>
        </p:spPr>
      </p:sp>
      <p:sp>
        <p:nvSpPr>
          <p:cNvPr id="491523" name="Rectangle 3">
            <a:extLst>
              <a:ext uri="{FF2B5EF4-FFF2-40B4-BE49-F238E27FC236}">
                <a16:creationId xmlns:a16="http://schemas.microsoft.com/office/drawing/2014/main" id="{9283C312-B31F-17B9-6F80-FC3B9551293E}"/>
              </a:ext>
            </a:extLst>
          </p:cNvPr>
          <p:cNvSpPr>
            <a:spLocks noGrp="1" noChangeArrowheads="1"/>
          </p:cNvSpPr>
          <p:nvPr>
            <p:ph type="body" idx="1"/>
          </p:nvPr>
        </p:nvSpPr>
        <p:spPr>
          <a:xfrm>
            <a:off x="363538" y="4791075"/>
            <a:ext cx="6194425" cy="4886325"/>
          </a:xfrm>
        </p:spPr>
        <p:txBody>
          <a:bodyPr lIns="98575" tIns="49287" rIns="98575" bIns="49287"/>
          <a:lstStyle/>
          <a:p>
            <a:pPr lvl="1"/>
            <a:r>
              <a:rPr lang="en-CA" altLang="en-CH"/>
              <a:t>back-up designated router has synchronized DB with designated router</a:t>
            </a:r>
          </a:p>
          <a:p>
            <a:pPr lvl="1"/>
            <a:r>
              <a:rPr lang="en-CA" altLang="en-CH"/>
              <a:t>back-up designated router listens to announce, but does not flood</a:t>
            </a:r>
          </a:p>
          <a:p>
            <a:endParaRPr lang="en-US" altLang="en-CH"/>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575A2760-17C5-4232-3E1F-E316C13FF744}"/>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015942DD-E9F4-4928-998A-4FDD38618CF3}"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46</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527362" name="Rectangle 2">
            <a:extLst>
              <a:ext uri="{FF2B5EF4-FFF2-40B4-BE49-F238E27FC236}">
                <a16:creationId xmlns:a16="http://schemas.microsoft.com/office/drawing/2014/main" id="{A6282CD1-69BE-D8B7-7EBA-C3529B1A9A05}"/>
              </a:ext>
            </a:extLst>
          </p:cNvPr>
          <p:cNvSpPr>
            <a:spLocks noRot="1" noChangeArrowheads="1" noTextEdit="1"/>
          </p:cNvSpPr>
          <p:nvPr>
            <p:ph type="sldImg"/>
          </p:nvPr>
        </p:nvSpPr>
        <p:spPr>
          <a:ln/>
        </p:spPr>
      </p:sp>
      <p:sp>
        <p:nvSpPr>
          <p:cNvPr id="527363" name="Rectangle 3">
            <a:extLst>
              <a:ext uri="{FF2B5EF4-FFF2-40B4-BE49-F238E27FC236}">
                <a16:creationId xmlns:a16="http://schemas.microsoft.com/office/drawing/2014/main" id="{562B0FC9-985D-6612-D645-CE403DFA1981}"/>
              </a:ext>
            </a:extLst>
          </p:cNvPr>
          <p:cNvSpPr>
            <a:spLocks noGrp="1" noChangeArrowheads="1"/>
          </p:cNvSpPr>
          <p:nvPr>
            <p:ph type="body" idx="1"/>
          </p:nvPr>
        </p:nvSpPr>
        <p:spPr/>
        <p:txBody>
          <a:bodyPr/>
          <a:lstStyle/>
          <a:p>
            <a:endParaRPr lang="en-CH" altLang="en-CH"/>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5257BB8F-14EE-D85D-39BF-F0B186D9033F}"/>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F43A1C49-D605-4E7A-9D0D-7D40AE13EB4E}"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47</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503810" name="Rectangle 2">
            <a:extLst>
              <a:ext uri="{FF2B5EF4-FFF2-40B4-BE49-F238E27FC236}">
                <a16:creationId xmlns:a16="http://schemas.microsoft.com/office/drawing/2014/main" id="{165A8D84-14A7-C3B6-B528-62A8D808533B}"/>
              </a:ext>
            </a:extLst>
          </p:cNvPr>
          <p:cNvSpPr>
            <a:spLocks noRot="1" noChangeArrowheads="1" noTextEdit="1"/>
          </p:cNvSpPr>
          <p:nvPr>
            <p:ph type="sldImg"/>
          </p:nvPr>
        </p:nvSpPr>
        <p:spPr>
          <a:xfrm>
            <a:off x="869950" y="728663"/>
            <a:ext cx="5106988" cy="3830637"/>
          </a:xfrm>
          <a:ln/>
        </p:spPr>
      </p:sp>
      <p:sp>
        <p:nvSpPr>
          <p:cNvPr id="503811" name="Rectangle 3">
            <a:extLst>
              <a:ext uri="{FF2B5EF4-FFF2-40B4-BE49-F238E27FC236}">
                <a16:creationId xmlns:a16="http://schemas.microsoft.com/office/drawing/2014/main" id="{9BB60DD8-9987-54CC-2D22-6107E0BF81E6}"/>
              </a:ext>
            </a:extLst>
          </p:cNvPr>
          <p:cNvSpPr>
            <a:spLocks noGrp="1" noChangeArrowheads="1"/>
          </p:cNvSpPr>
          <p:nvPr>
            <p:ph type="body" idx="1"/>
          </p:nvPr>
        </p:nvSpPr>
        <p:spPr>
          <a:xfrm>
            <a:off x="363538" y="4791075"/>
            <a:ext cx="6194425" cy="4886325"/>
          </a:xfrm>
        </p:spPr>
        <p:txBody>
          <a:bodyPr lIns="98575" tIns="49287" rIns="98575" bIns="49287"/>
          <a:lstStyle/>
          <a:p>
            <a:endParaRPr lang="en-GB" altLang="en-CH"/>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C2089CF4-6A5B-512A-3DB0-AE0A4DE52908}"/>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2C610BB9-5A63-48D9-BF5B-D3F7EC9E54CE}"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48</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505858" name="Rectangle 2">
            <a:extLst>
              <a:ext uri="{FF2B5EF4-FFF2-40B4-BE49-F238E27FC236}">
                <a16:creationId xmlns:a16="http://schemas.microsoft.com/office/drawing/2014/main" id="{5BFFFB3C-A7C4-A75C-BB9E-D394477CB3C3}"/>
              </a:ext>
            </a:extLst>
          </p:cNvPr>
          <p:cNvSpPr>
            <a:spLocks noRot="1" noChangeArrowheads="1" noTextEdit="1"/>
          </p:cNvSpPr>
          <p:nvPr>
            <p:ph type="sldImg"/>
          </p:nvPr>
        </p:nvSpPr>
        <p:spPr>
          <a:xfrm>
            <a:off x="869950" y="728663"/>
            <a:ext cx="5106988" cy="3830637"/>
          </a:xfrm>
          <a:ln/>
        </p:spPr>
      </p:sp>
      <p:sp>
        <p:nvSpPr>
          <p:cNvPr id="505859" name="Rectangle 3">
            <a:extLst>
              <a:ext uri="{FF2B5EF4-FFF2-40B4-BE49-F238E27FC236}">
                <a16:creationId xmlns:a16="http://schemas.microsoft.com/office/drawing/2014/main" id="{979F91B1-4F81-D4AA-FA28-A9C8879BD44B}"/>
              </a:ext>
            </a:extLst>
          </p:cNvPr>
          <p:cNvSpPr>
            <a:spLocks noGrp="1" noChangeArrowheads="1"/>
          </p:cNvSpPr>
          <p:nvPr>
            <p:ph type="body" idx="1"/>
          </p:nvPr>
        </p:nvSpPr>
        <p:spPr>
          <a:xfrm>
            <a:off x="363538" y="4791075"/>
            <a:ext cx="6194425" cy="4886325"/>
          </a:xfrm>
        </p:spPr>
        <p:txBody>
          <a:bodyPr lIns="98575" tIns="49287" rIns="98575" bIns="49287"/>
          <a:lstStyle/>
          <a:p>
            <a:endParaRPr lang="en-GB" altLang="en-CH"/>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F8FAD3C5-9789-8403-C3BA-DC620FE7CD88}"/>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9306B10F-C21C-4DB1-8AF6-B5A8ECA10D43}"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49</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386050" name="Rectangle 2">
            <a:extLst>
              <a:ext uri="{FF2B5EF4-FFF2-40B4-BE49-F238E27FC236}">
                <a16:creationId xmlns:a16="http://schemas.microsoft.com/office/drawing/2014/main" id="{558F650B-5027-E752-81AC-C7BEAEE8B8AC}"/>
              </a:ext>
            </a:extLst>
          </p:cNvPr>
          <p:cNvSpPr>
            <a:spLocks noRot="1" noChangeArrowheads="1" noTextEdit="1"/>
          </p:cNvSpPr>
          <p:nvPr>
            <p:ph type="sldImg"/>
          </p:nvPr>
        </p:nvSpPr>
        <p:spPr>
          <a:xfrm>
            <a:off x="941388" y="757238"/>
            <a:ext cx="5038725" cy="3779837"/>
          </a:xfrm>
          <a:ln/>
        </p:spPr>
      </p:sp>
      <p:sp>
        <p:nvSpPr>
          <p:cNvPr id="386051" name="Rectangle 3">
            <a:extLst>
              <a:ext uri="{FF2B5EF4-FFF2-40B4-BE49-F238E27FC236}">
                <a16:creationId xmlns:a16="http://schemas.microsoft.com/office/drawing/2014/main" id="{0ABA0B3B-6768-9114-6138-308240EFE67D}"/>
              </a:ext>
            </a:extLst>
          </p:cNvPr>
          <p:cNvSpPr>
            <a:spLocks noGrp="1" noChangeArrowheads="1"/>
          </p:cNvSpPr>
          <p:nvPr>
            <p:ph type="body" idx="1"/>
          </p:nvPr>
        </p:nvSpPr>
        <p:spPr>
          <a:xfrm>
            <a:off x="922338" y="4789488"/>
            <a:ext cx="5076825" cy="4537075"/>
          </a:xfrm>
        </p:spPr>
        <p:txBody>
          <a:bodyPr/>
          <a:lstStyle/>
          <a:p>
            <a:endParaRPr lang="en-GB" altLang="en-CH"/>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DA73363B-B79C-B24F-1379-E9A6899B9155}"/>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95BEF325-8F7C-4019-8EF3-129072774406}"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50</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429058" name="Rectangle 2">
            <a:extLst>
              <a:ext uri="{FF2B5EF4-FFF2-40B4-BE49-F238E27FC236}">
                <a16:creationId xmlns:a16="http://schemas.microsoft.com/office/drawing/2014/main" id="{77D5F34F-A928-1E84-49B1-40CF555C9475}"/>
              </a:ext>
            </a:extLst>
          </p:cNvPr>
          <p:cNvSpPr>
            <a:spLocks noRot="1" noChangeArrowheads="1" noTextEdit="1"/>
          </p:cNvSpPr>
          <p:nvPr>
            <p:ph type="sldImg"/>
          </p:nvPr>
        </p:nvSpPr>
        <p:spPr>
          <a:ln/>
        </p:spPr>
      </p:sp>
      <mc:AlternateContent xmlns:mc="http://schemas.openxmlformats.org/markup-compatibility/2006">
        <mc:Choice xmlns:a14="http://schemas.microsoft.com/office/drawing/2010/main" Requires="a14">
          <p:sp>
            <p:nvSpPr>
              <p:cNvPr id="429059" name="Rectangle 3">
                <a:extLst>
                  <a:ext uri="{FF2B5EF4-FFF2-40B4-BE49-F238E27FC236}">
                    <a16:creationId xmlns:a16="http://schemas.microsoft.com/office/drawing/2014/main" id="{2EC2CABA-6FDF-8FCF-5020-CDE830D68552}"/>
                  </a:ext>
                </a:extLst>
              </p:cNvPr>
              <p:cNvSpPr>
                <a:spLocks noGrp="1" noChangeArrowheads="1"/>
              </p:cNvSpPr>
              <p:nvPr>
                <p:ph type="body" idx="1"/>
              </p:nvPr>
            </p:nvSpPr>
            <p:spPr>
              <a:xfrm>
                <a:off x="922338" y="4789488"/>
                <a:ext cx="5076825" cy="4537075"/>
              </a:xfrm>
            </p:spPr>
            <p:txBody>
              <a:bodyPr/>
              <a:lstStyle/>
              <a:p>
                <a:r>
                  <a:rPr lang="en-GB" sz="1200" b="0" i="0" kern="1200" dirty="0">
                    <a:solidFill>
                      <a:schemeClr val="tx1"/>
                    </a:solidFill>
                    <a:effectLst/>
                    <a:latin typeface="Arial" charset="0"/>
                    <a:ea typeface="+mn-ea"/>
                    <a:cs typeface="+mn-cs"/>
                  </a:rPr>
                  <a:t>TOS and metric in OSPF refer to </a:t>
                </a:r>
                <a:r>
                  <a:rPr lang="en-GB" sz="1200" b="1" i="0" kern="1200" dirty="0">
                    <a:solidFill>
                      <a:schemeClr val="tx1"/>
                    </a:solidFill>
                    <a:effectLst/>
                    <a:latin typeface="Arial" charset="0"/>
                    <a:ea typeface="+mn-ea"/>
                    <a:cs typeface="+mn-cs"/>
                  </a:rPr>
                  <a:t>Type of Service</a:t>
                </a:r>
                <a:r>
                  <a:rPr lang="en-GB" sz="1200" b="0" i="0" kern="1200" dirty="0">
                    <a:solidFill>
                      <a:schemeClr val="tx1"/>
                    </a:solidFill>
                    <a:effectLst/>
                    <a:latin typeface="Arial" charset="0"/>
                    <a:ea typeface="+mn-ea"/>
                    <a:cs typeface="+mn-cs"/>
                  </a:rPr>
                  <a:t> (from legacy IP headers) and </a:t>
                </a:r>
                <a:r>
                  <a:rPr lang="en-GB" sz="1200" b="1" i="0" kern="1200" dirty="0">
                    <a:solidFill>
                      <a:schemeClr val="tx1"/>
                    </a:solidFill>
                    <a:effectLst/>
                    <a:latin typeface="Arial" charset="0"/>
                    <a:ea typeface="+mn-ea"/>
                    <a:cs typeface="+mn-cs"/>
                  </a:rPr>
                  <a:t>cost metric</a:t>
                </a:r>
                <a:r>
                  <a:rPr lang="en-GB" sz="1200" b="0" i="0" kern="1200" dirty="0">
                    <a:solidFill>
                      <a:schemeClr val="tx1"/>
                    </a:solidFill>
                    <a:effectLst/>
                    <a:latin typeface="Arial" charset="0"/>
                    <a:ea typeface="+mn-ea"/>
                    <a:cs typeface="+mn-cs"/>
                  </a:rPr>
                  <a:t>, which together determine the best path by considering both bandwidth and service priorities.</a:t>
                </a:r>
              </a:p>
              <a:p>
                <a:r>
                  <a:rPr lang="en-GB" sz="1200" b="0" i="0" kern="1200" dirty="0">
                    <a:solidFill>
                      <a:schemeClr val="tx1"/>
                    </a:solidFill>
                    <a:effectLst/>
                    <a:latin typeface="Arial" charset="0"/>
                    <a:ea typeface="+mn-ea"/>
                    <a:cs typeface="+mn-cs"/>
                  </a:rPr>
                  <a:t>TOS Mapping</a:t>
                </a:r>
              </a:p>
              <a:p>
                <a:r>
                  <a:rPr lang="en-GB" sz="1200" b="1" i="0" kern="1200" dirty="0" err="1">
                    <a:solidFill>
                      <a:schemeClr val="tx1"/>
                    </a:solidFill>
                    <a:effectLst/>
                    <a:latin typeface="Arial" charset="0"/>
                    <a:ea typeface="+mn-ea"/>
                    <a:cs typeface="+mn-cs"/>
                  </a:rPr>
                  <a:t>qTOS</a:t>
                </a:r>
                <a:r>
                  <a:rPr lang="en-GB" sz="1200" b="0" i="0" kern="1200" dirty="0">
                    <a:solidFill>
                      <a:schemeClr val="tx1"/>
                    </a:solidFill>
                    <a:effectLst/>
                    <a:latin typeface="Arial" charset="0"/>
                    <a:ea typeface="+mn-ea"/>
                    <a:cs typeface="+mn-cs"/>
                  </a:rPr>
                  <a:t> ("quantized TOS") maps the 4 TOS bits from the IP header (Delay, Throughput, Reliability, Cost) to a </a:t>
                </a:r>
                <a:r>
                  <a:rPr lang="en-GB" sz="1200" b="1" i="0" kern="1200" dirty="0">
                    <a:solidFill>
                      <a:schemeClr val="tx1"/>
                    </a:solidFill>
                    <a:effectLst/>
                    <a:latin typeface="Arial" charset="0"/>
                    <a:ea typeface="+mn-ea"/>
                    <a:cs typeface="+mn-cs"/>
                  </a:rPr>
                  <a:t>decimal integer value</a:t>
                </a:r>
                <a:r>
                  <a:rPr lang="en-GB" sz="1200" b="0" i="0" kern="1200" dirty="0">
                    <a:solidFill>
                      <a:schemeClr val="tx1"/>
                    </a:solidFill>
                    <a:effectLst/>
                    <a:latin typeface="Arial" charset="0"/>
                    <a:ea typeface="+mn-ea"/>
                    <a:cs typeface="+mn-cs"/>
                  </a:rPr>
                  <a:t> (0–31). OSPF uses this to select paths matching the packet's QoS needs.​</a:t>
                </a:r>
              </a:p>
              <a:p>
                <a:r>
                  <a:rPr lang="en-GB" sz="1200" b="1" i="0" kern="1200" dirty="0">
                    <a:solidFill>
                      <a:schemeClr val="tx1"/>
                    </a:solidFill>
                    <a:effectLst/>
                    <a:latin typeface="Arial" charset="0"/>
                    <a:ea typeface="+mn-ea"/>
                    <a:cs typeface="+mn-cs"/>
                  </a:rPr>
                  <a:t>0</a:t>
                </a:r>
                <a:r>
                  <a:rPr lang="en-GB" sz="1200" b="0" i="0" kern="1200" dirty="0">
                    <a:solidFill>
                      <a:schemeClr val="tx1"/>
                    </a:solidFill>
                    <a:effectLst/>
                    <a:latin typeface="Arial" charset="0"/>
                    <a:ea typeface="+mn-ea"/>
                    <a:cs typeface="+mn-cs"/>
                  </a:rPr>
                  <a:t>: Normal service (default, no special requirements).</a:t>
                </a:r>
              </a:p>
              <a:p>
                <a:r>
                  <a:rPr lang="en-GB" sz="1200" b="1" i="0" kern="1200" dirty="0">
                    <a:solidFill>
                      <a:schemeClr val="tx1"/>
                    </a:solidFill>
                    <a:effectLst/>
                    <a:latin typeface="Arial" charset="0"/>
                    <a:ea typeface="+mn-ea"/>
                    <a:cs typeface="+mn-cs"/>
                  </a:rPr>
                  <a:t>2</a:t>
                </a:r>
                <a:r>
                  <a:rPr lang="en-GB" sz="1200" b="0" i="0" kern="1200" dirty="0">
                    <a:solidFill>
                      <a:schemeClr val="tx1"/>
                    </a:solidFill>
                    <a:effectLst/>
                    <a:latin typeface="Arial" charset="0"/>
                    <a:ea typeface="+mn-ea"/>
                    <a:cs typeface="+mn-cs"/>
                  </a:rPr>
                  <a:t>: Minimize monetary cost.</a:t>
                </a:r>
              </a:p>
              <a:p>
                <a:r>
                  <a:rPr lang="en-GB" sz="1200" b="1" i="0" kern="1200" dirty="0">
                    <a:solidFill>
                      <a:schemeClr val="tx1"/>
                    </a:solidFill>
                    <a:effectLst/>
                    <a:latin typeface="Arial" charset="0"/>
                    <a:ea typeface="+mn-ea"/>
                    <a:cs typeface="+mn-cs"/>
                  </a:rPr>
                  <a:t>4</a:t>
                </a:r>
                <a:r>
                  <a:rPr lang="en-GB" sz="1200" b="0" i="0" kern="1200" dirty="0">
                    <a:solidFill>
                      <a:schemeClr val="tx1"/>
                    </a:solidFill>
                    <a:effectLst/>
                    <a:latin typeface="Arial" charset="0"/>
                    <a:ea typeface="+mn-ea"/>
                    <a:cs typeface="+mn-cs"/>
                  </a:rPr>
                  <a:t>: Maximize reliability.</a:t>
                </a:r>
              </a:p>
              <a:p>
                <a:r>
                  <a:rPr lang="en-GB" sz="1200" b="1" i="0" kern="1200" dirty="0">
                    <a:solidFill>
                      <a:schemeClr val="tx1"/>
                    </a:solidFill>
                    <a:effectLst/>
                    <a:latin typeface="Arial" charset="0"/>
                    <a:ea typeface="+mn-ea"/>
                    <a:cs typeface="+mn-cs"/>
                  </a:rPr>
                  <a:t>8</a:t>
                </a:r>
                <a:r>
                  <a:rPr lang="en-GB" sz="1200" b="0" i="0" kern="1200" dirty="0">
                    <a:solidFill>
                      <a:schemeClr val="tx1"/>
                    </a:solidFill>
                    <a:effectLst/>
                    <a:latin typeface="Arial" charset="0"/>
                    <a:ea typeface="+mn-ea"/>
                    <a:cs typeface="+mn-cs"/>
                  </a:rPr>
                  <a:t>: Maximize throughput.</a:t>
                </a:r>
              </a:p>
              <a:p>
                <a:r>
                  <a:rPr lang="en-GB" sz="1200" b="1" i="0" kern="1200" dirty="0">
                    <a:solidFill>
                      <a:schemeClr val="tx1"/>
                    </a:solidFill>
                    <a:effectLst/>
                    <a:latin typeface="Arial" charset="0"/>
                    <a:ea typeface="+mn-ea"/>
                    <a:cs typeface="+mn-cs"/>
                  </a:rPr>
                  <a:t>16</a:t>
                </a:r>
                <a:r>
                  <a:rPr lang="en-GB" sz="1200" b="0" i="0" kern="1200" dirty="0">
                    <a:solidFill>
                      <a:schemeClr val="tx1"/>
                    </a:solidFill>
                    <a:effectLst/>
                    <a:latin typeface="Arial" charset="0"/>
                    <a:ea typeface="+mn-ea"/>
                    <a:cs typeface="+mn-cs"/>
                  </a:rPr>
                  <a:t>: Minimize delay.</a:t>
                </a:r>
              </a:p>
              <a:p>
                <a:r>
                  <a:rPr lang="en-GB" sz="1200" b="0" i="0" kern="1200" dirty="0">
                    <a:solidFill>
                      <a:schemeClr val="tx1"/>
                    </a:solidFill>
                    <a:effectLst/>
                    <a:latin typeface="Arial" charset="0"/>
                    <a:ea typeface="+mn-ea"/>
                    <a:cs typeface="+mn-cs"/>
                  </a:rPr>
                  <a:t>Routers prefer paths with matching or better TOS metrics; if none match, fall back to TOS 0.</a:t>
                </a:r>
              </a:p>
              <a:p>
                <a:endParaRPr lang="en-CH" altLang="en-CH" dirty="0"/>
              </a:p>
              <a:p>
                <a:endParaRPr lang="en-CH" altLang="en-CH" dirty="0"/>
              </a:p>
              <a:p>
                <a:r>
                  <a:rPr lang="fr-FR" sz="1200" b="0" i="0" kern="1200" dirty="0">
                    <a:solidFill>
                      <a:schemeClr val="tx1"/>
                    </a:solidFill>
                    <a:effectLst/>
                    <a:latin typeface="Arial" charset="0"/>
                    <a:ea typeface="+mn-ea"/>
                    <a:cs typeface="+mn-cs"/>
                  </a:rPr>
                  <a:t>OSPF Metric (Cost)</a:t>
                </a:r>
              </a:p>
              <a:p>
                <a:r>
                  <a:rPr lang="fr-FR" sz="1200" b="0" i="0" kern="1200" dirty="0">
                    <a:solidFill>
                      <a:schemeClr val="tx1"/>
                    </a:solidFill>
                    <a:effectLst/>
                    <a:latin typeface="Arial" charset="0"/>
                    <a:ea typeface="+mn-ea"/>
                    <a:cs typeface="+mn-cs"/>
                  </a:rPr>
                  <a:t>The </a:t>
                </a:r>
                <a:r>
                  <a:rPr lang="fr-FR" sz="1200" b="1" i="0" kern="1200" dirty="0">
                    <a:solidFill>
                      <a:schemeClr val="tx1"/>
                    </a:solidFill>
                    <a:effectLst/>
                    <a:latin typeface="Arial" charset="0"/>
                    <a:ea typeface="+mn-ea"/>
                    <a:cs typeface="+mn-cs"/>
                  </a:rPr>
                  <a:t>metric</a:t>
                </a:r>
                <a:r>
                  <a:rPr lang="fr-FR" sz="1200" b="0" i="0" kern="1200" dirty="0">
                    <a:solidFill>
                      <a:schemeClr val="tx1"/>
                    </a:solidFill>
                    <a:effectLst/>
                    <a:latin typeface="Arial" charset="0"/>
                    <a:ea typeface="+mn-ea"/>
                    <a:cs typeface="+mn-cs"/>
                  </a:rPr>
                  <a:t> (or cost) measures path preference, calculated as </a:t>
                </a:r>
                <a:r>
                  <a:rPr lang="fr-FR" sz="1200" b="1" i="0" kern="1200" dirty="0">
                    <a:solidFill>
                      <a:schemeClr val="tx1"/>
                    </a:solidFill>
                    <a:effectLst/>
                    <a:latin typeface="Arial" charset="0"/>
                    <a:ea typeface="+mn-ea"/>
                    <a:cs typeface="+mn-cs"/>
                  </a:rPr>
                  <a:t>Reference Bandwidth / Interface Bandwidth</a:t>
                </a:r>
                <a:r>
                  <a:rPr lang="fr-FR" sz="1200" b="0" i="0" kern="1200" dirty="0">
                    <a:solidFill>
                      <a:schemeClr val="tx1"/>
                    </a:solidFill>
                    <a:effectLst/>
                    <a:latin typeface="Arial" charset="0"/>
                    <a:ea typeface="+mn-ea"/>
                    <a:cs typeface="+mn-cs"/>
                  </a:rPr>
                  <a:t>.</a:t>
                </a:r>
              </a:p>
              <a:p>
                <a:r>
                  <a:rPr lang="fr-FR" sz="1200" b="1" i="0" kern="1200" dirty="0">
                    <a:solidFill>
                      <a:schemeClr val="tx1"/>
                    </a:solidFill>
                    <a:effectLst/>
                    <a:latin typeface="Arial" charset="0"/>
                    <a:ea typeface="+mn-ea"/>
                    <a:cs typeface="+mn-cs"/>
                  </a:rPr>
                  <a:t>Formula</a:t>
                </a:r>
                <a:r>
                  <a:rPr lang="fr-FR" sz="1200" b="0" i="0" kern="1200" dirty="0">
                    <a:solidFill>
                      <a:schemeClr val="tx1"/>
                    </a:solidFill>
                    <a:effectLst/>
                    <a:latin typeface="Arial" charset="0"/>
                    <a:ea typeface="+mn-ea"/>
                    <a:cs typeface="+mn-cs"/>
                  </a:rPr>
                  <a:t>: </a:t>
                </a:r>
                <a14:m>
                  <m:oMath xmlns:m="http://schemas.openxmlformats.org/officeDocument/2006/math">
                    <m:r>
                      <a:rPr lang="fr-FR" sz="1200" i="1" kern="1200">
                        <a:solidFill>
                          <a:schemeClr val="tx1"/>
                        </a:solidFill>
                        <a:latin typeface="Arial" charset="0"/>
                        <a:ea typeface="+mn-ea"/>
                        <a:cs typeface="+mn-cs"/>
                      </a:rPr>
                      <m:t>𝐶</m:t>
                    </m:r>
                    <m:r>
                      <a:rPr lang="fr-FR" sz="1200" i="0" kern="1200">
                        <a:solidFill>
                          <a:schemeClr val="tx1"/>
                        </a:solidFill>
                        <a:latin typeface="Arial" charset="0"/>
                        <a:ea typeface="+mn-ea"/>
                        <a:cs typeface="+mn-cs"/>
                      </a:rPr>
                      <m:t>=</m:t>
                    </m:r>
                    <m:f>
                      <m:fPr>
                        <m:ctrlPr>
                          <a:rPr lang="ar-AE" sz="1200" i="1" kern="1200">
                            <a:solidFill>
                              <a:schemeClr val="tx1"/>
                            </a:solidFill>
                            <a:latin typeface="Arial" charset="0"/>
                            <a:ea typeface="+mn-ea"/>
                            <a:cs typeface="+mn-cs"/>
                          </a:rPr>
                        </m:ctrlPr>
                      </m:fPr>
                      <m:num>
                        <m:sSup>
                          <m:sSupPr>
                            <m:ctrlPr>
                              <a:rPr lang="ar-AE" sz="1200" i="1" kern="1200">
                                <a:solidFill>
                                  <a:schemeClr val="tx1"/>
                                </a:solidFill>
                                <a:latin typeface="Arial" charset="0"/>
                                <a:ea typeface="+mn-ea"/>
                                <a:cs typeface="+mn-cs"/>
                              </a:rPr>
                            </m:ctrlPr>
                          </m:sSupPr>
                          <m:e>
                            <m:r>
                              <a:rPr lang="ar-AE" sz="1200" i="0" kern="1200">
                                <a:solidFill>
                                  <a:schemeClr val="tx1"/>
                                </a:solidFill>
                                <a:latin typeface="Arial" charset="0"/>
                                <a:ea typeface="+mn-ea"/>
                                <a:cs typeface="+mn-cs"/>
                              </a:rPr>
                              <m:t>10</m:t>
                            </m:r>
                          </m:e>
                          <m:sup>
                            <m:r>
                              <a:rPr lang="ar-AE" sz="1200" i="0" kern="1200">
                                <a:solidFill>
                                  <a:schemeClr val="tx1"/>
                                </a:solidFill>
                                <a:latin typeface="Arial" charset="0"/>
                                <a:ea typeface="+mn-ea"/>
                                <a:cs typeface="+mn-cs"/>
                              </a:rPr>
                              <m:t>8</m:t>
                            </m:r>
                          </m:sup>
                        </m:sSup>
                      </m:num>
                      <m:den>
                        <m:r>
                          <m:rPr>
                            <m:nor/>
                          </m:rPr>
                          <a:rPr lang="fr-FR" sz="1200" b="0" i="1" kern="1200">
                            <a:solidFill>
                              <a:schemeClr val="tx1"/>
                            </a:solidFill>
                            <a:latin typeface="Arial" charset="0"/>
                            <a:ea typeface="+mn-ea"/>
                            <a:cs typeface="+mn-cs"/>
                          </a:rPr>
                          <m:t>bandwidth</m:t>
                        </m:r>
                        <m:r>
                          <m:rPr>
                            <m:nor/>
                          </m:rPr>
                          <a:rPr lang="fr-FR" sz="1200" b="0" i="1" kern="1200">
                            <a:solidFill>
                              <a:schemeClr val="tx1"/>
                            </a:solidFill>
                            <a:latin typeface="Arial" charset="0"/>
                            <a:ea typeface="+mn-ea"/>
                            <a:cs typeface="+mn-cs"/>
                          </a:rPr>
                          <m:t> </m:t>
                        </m:r>
                        <m:r>
                          <m:rPr>
                            <m:nor/>
                          </m:rPr>
                          <a:rPr lang="fr-FR" sz="1200" b="0" i="1" kern="1200">
                            <a:solidFill>
                              <a:schemeClr val="tx1"/>
                            </a:solidFill>
                            <a:latin typeface="Arial" charset="0"/>
                            <a:ea typeface="+mn-ea"/>
                            <a:cs typeface="+mn-cs"/>
                          </a:rPr>
                          <m:t>in</m:t>
                        </m:r>
                        <m:r>
                          <m:rPr>
                            <m:nor/>
                          </m:rPr>
                          <a:rPr lang="fr-FR" sz="1200" b="0" i="1" kern="1200">
                            <a:solidFill>
                              <a:schemeClr val="tx1"/>
                            </a:solidFill>
                            <a:latin typeface="Arial" charset="0"/>
                            <a:ea typeface="+mn-ea"/>
                            <a:cs typeface="+mn-cs"/>
                          </a:rPr>
                          <m:t> </m:t>
                        </m:r>
                        <m:r>
                          <m:rPr>
                            <m:nor/>
                          </m:rPr>
                          <a:rPr lang="fr-FR" sz="1200" b="0" i="1" kern="1200">
                            <a:solidFill>
                              <a:schemeClr val="tx1"/>
                            </a:solidFill>
                            <a:latin typeface="Arial" charset="0"/>
                            <a:ea typeface="+mn-ea"/>
                            <a:cs typeface="+mn-cs"/>
                          </a:rPr>
                          <m:t>bps</m:t>
                        </m:r>
                      </m:den>
                    </m:f>
                  </m:oMath>
                </a14:m>
                <a:r>
                  <a:rPr lang="ar-AE" sz="1200" b="0" i="0" kern="1200" dirty="0">
                    <a:solidFill>
                      <a:schemeClr val="tx1"/>
                    </a:solidFill>
                    <a:effectLst/>
                    <a:latin typeface="Arial" charset="0"/>
                    <a:ea typeface="+mn-ea"/>
                    <a:cs typeface="+mn-cs"/>
                  </a:rPr>
                  <a:t> (</a:t>
                </a:r>
                <a:r>
                  <a:rPr lang="fr-FR" sz="1200" b="0" i="0" kern="1200" dirty="0">
                    <a:solidFill>
                      <a:schemeClr val="tx1"/>
                    </a:solidFill>
                    <a:effectLst/>
                    <a:latin typeface="Arial" charset="0"/>
                    <a:ea typeface="+mn-ea"/>
                    <a:cs typeface="+mn-cs"/>
                  </a:rPr>
                  <a:t>default reference bandwidth = 100 Mbps).</a:t>
                </a:r>
              </a:p>
              <a:p>
                <a:pPr lvl="1"/>
                <a:r>
                  <a:rPr lang="fr-FR" sz="1200" b="0" i="0" kern="1200" dirty="0">
                    <a:solidFill>
                      <a:schemeClr val="tx1"/>
                    </a:solidFill>
                    <a:effectLst/>
                    <a:latin typeface="Arial" charset="0"/>
                    <a:ea typeface="+mn-ea"/>
                    <a:cs typeface="+mn-cs"/>
                  </a:rPr>
                  <a:t>Example: 10 Mbps link → Cost = 10.</a:t>
                </a:r>
              </a:p>
              <a:p>
                <a:pPr lvl="1"/>
                <a:r>
                  <a:rPr lang="fr-FR" sz="1200" b="0" i="0" kern="1200" dirty="0">
                    <a:solidFill>
                      <a:schemeClr val="tx1"/>
                    </a:solidFill>
                    <a:effectLst/>
                    <a:latin typeface="Arial" charset="0"/>
                    <a:ea typeface="+mn-ea"/>
                    <a:cs typeface="+mn-cs"/>
                  </a:rPr>
                  <a:t>100 Mbps → Cost = 1.</a:t>
                </a:r>
              </a:p>
              <a:p>
                <a:pPr lvl="1"/>
                <a:r>
                  <a:rPr lang="fr-FR" sz="1200" b="0" i="0" kern="1200" dirty="0">
                    <a:solidFill>
                      <a:schemeClr val="tx1"/>
                    </a:solidFill>
                    <a:effectLst/>
                    <a:latin typeface="Arial" charset="0"/>
                    <a:ea typeface="+mn-ea"/>
                    <a:cs typeface="+mn-cs"/>
                  </a:rPr>
                  <a:t>Faster than 100 Mbps (e.g., 1 Gbps) → Cost = 1 (minimum).</a:t>
                </a:r>
              </a:p>
              <a:p>
                <a:r>
                  <a:rPr lang="fr-FR" sz="1200" b="1" i="0" kern="1200" dirty="0">
                    <a:solidFill>
                      <a:schemeClr val="tx1"/>
                    </a:solidFill>
                    <a:effectLst/>
                    <a:latin typeface="Arial" charset="0"/>
                    <a:ea typeface="+mn-ea"/>
                    <a:cs typeface="+mn-cs"/>
                  </a:rPr>
                  <a:t>Administrator override</a:t>
                </a:r>
                <a:r>
                  <a:rPr lang="fr-FR" sz="1200" b="0" i="0" kern="1200" dirty="0">
                    <a:solidFill>
                      <a:schemeClr val="tx1"/>
                    </a:solidFill>
                    <a:effectLst/>
                    <a:latin typeface="Arial" charset="0"/>
                    <a:ea typeface="+mn-ea"/>
                    <a:cs typeface="+mn-cs"/>
                  </a:rPr>
                  <a:t>: Manually set via ip ospf cost X on interfaces.</a:t>
                </a:r>
              </a:p>
              <a:p>
                <a:r>
                  <a:rPr lang="fr-FR" sz="1200" b="0" i="0" kern="1200" dirty="0">
                    <a:solidFill>
                      <a:schemeClr val="tx1"/>
                    </a:solidFill>
                    <a:effectLst/>
                    <a:latin typeface="Arial" charset="0"/>
                    <a:ea typeface="+mn-ea"/>
                    <a:cs typeface="+mn-cs"/>
                  </a:rPr>
                  <a:t>Total path cost = sum of interface costs; lowest cost wins.</a:t>
                </a:r>
              </a:p>
              <a:p>
                <a:endParaRPr lang="en-CH" altLang="en-CH" dirty="0"/>
              </a:p>
              <a:p>
                <a:r>
                  <a:rPr lang="en-GB" sz="1200" b="0" i="0" kern="1200" dirty="0">
                    <a:solidFill>
                      <a:schemeClr val="tx1"/>
                    </a:solidFill>
                    <a:effectLst/>
                    <a:latin typeface="Arial" charset="0"/>
                    <a:ea typeface="+mn-ea"/>
                    <a:cs typeface="+mn-cs"/>
                  </a:rPr>
                  <a:t>How They Work Together</a:t>
                </a:r>
              </a:p>
              <a:p>
                <a:r>
                  <a:rPr lang="en-GB" sz="1200" b="0" i="0" kern="1200" dirty="0">
                    <a:solidFill>
                      <a:schemeClr val="tx1"/>
                    </a:solidFill>
                    <a:effectLst/>
                    <a:latin typeface="Arial" charset="0"/>
                    <a:ea typeface="+mn-ea"/>
                    <a:cs typeface="+mn-cs"/>
                  </a:rPr>
                  <a:t>OSPF advertises </a:t>
                </a:r>
                <a:r>
                  <a:rPr lang="en-GB" sz="1200" b="1" i="0" kern="1200" dirty="0">
                    <a:solidFill>
                      <a:schemeClr val="tx1"/>
                    </a:solidFill>
                    <a:effectLst/>
                    <a:latin typeface="Arial" charset="0"/>
                    <a:ea typeface="+mn-ea"/>
                    <a:cs typeface="+mn-cs"/>
                  </a:rPr>
                  <a:t>TOS 0 cost</a:t>
                </a:r>
                <a:r>
                  <a:rPr lang="en-GB" sz="1200" b="0" i="0" kern="1200" dirty="0">
                    <a:solidFill>
                      <a:schemeClr val="tx1"/>
                    </a:solidFill>
                    <a:effectLst/>
                    <a:latin typeface="Arial" charset="0"/>
                    <a:ea typeface="+mn-ea"/>
                    <a:cs typeface="+mn-cs"/>
                  </a:rPr>
                  <a:t> by default in LSAs (Type 1, 2).</a:t>
                </a:r>
              </a:p>
              <a:p>
                <a:r>
                  <a:rPr lang="en-GB" sz="1200" b="0" i="0" kern="1200" dirty="0">
                    <a:solidFill>
                      <a:schemeClr val="tx1"/>
                    </a:solidFill>
                    <a:effectLst/>
                    <a:latin typeface="Arial" charset="0"/>
                    <a:ea typeface="+mn-ea"/>
                    <a:cs typeface="+mn-cs"/>
                  </a:rPr>
                  <a:t>ABRs propagate </a:t>
                </a:r>
                <a:r>
                  <a:rPr lang="en-GB" sz="1200" b="1" i="0" kern="1200" dirty="0">
                    <a:solidFill>
                      <a:schemeClr val="tx1"/>
                    </a:solidFill>
                    <a:effectLst/>
                    <a:latin typeface="Arial" charset="0"/>
                    <a:ea typeface="+mn-ea"/>
                    <a:cs typeface="+mn-cs"/>
                  </a:rPr>
                  <a:t>TOS-specific costs</a:t>
                </a:r>
                <a:r>
                  <a:rPr lang="en-GB" sz="1200" b="0" i="0" kern="1200" dirty="0">
                    <a:solidFill>
                      <a:schemeClr val="tx1"/>
                    </a:solidFill>
                    <a:effectLst/>
                    <a:latin typeface="Arial" charset="0"/>
                    <a:ea typeface="+mn-ea"/>
                    <a:cs typeface="+mn-cs"/>
                  </a:rPr>
                  <a:t> (</a:t>
                </a:r>
                <a:r>
                  <a:rPr lang="en-GB" sz="1200" b="0" i="0" kern="1200" dirty="0" err="1">
                    <a:solidFill>
                      <a:schemeClr val="tx1"/>
                    </a:solidFill>
                    <a:effectLst/>
                    <a:latin typeface="Arial" charset="0"/>
                    <a:ea typeface="+mn-ea"/>
                    <a:cs typeface="+mn-cs"/>
                  </a:rPr>
                  <a:t>qTOS</a:t>
                </a:r>
                <a:r>
                  <a:rPr lang="en-GB" sz="1200" b="0" i="0" kern="1200" dirty="0">
                    <a:solidFill>
                      <a:schemeClr val="tx1"/>
                    </a:solidFill>
                    <a:effectLst/>
                    <a:latin typeface="Arial" charset="0"/>
                    <a:ea typeface="+mn-ea"/>
                    <a:cs typeface="+mn-cs"/>
                  </a:rPr>
                  <a:t> values) as additional metrics in Type 3 LSAs for inter-area routing.</a:t>
                </a:r>
              </a:p>
              <a:p>
                <a:r>
                  <a:rPr lang="en-GB" sz="1200" b="0" i="0" kern="1200" dirty="0">
                    <a:solidFill>
                      <a:schemeClr val="tx1"/>
                    </a:solidFill>
                    <a:effectLst/>
                    <a:latin typeface="Arial" charset="0"/>
                    <a:ea typeface="+mn-ea"/>
                    <a:cs typeface="+mn-cs"/>
                  </a:rPr>
                  <a:t>Path selection: First by TOS match, then by lowest metric sum. Modern OSPF often ignores TOS (defaults to 0) unless explicitly configured.</a:t>
                </a:r>
              </a:p>
              <a:p>
                <a:r>
                  <a:rPr lang="en-GB" sz="1200" b="0" i="0" kern="1200" dirty="0">
                    <a:solidFill>
                      <a:schemeClr val="tx1"/>
                    </a:solidFill>
                    <a:effectLst/>
                    <a:latin typeface="Arial" charset="0"/>
                    <a:ea typeface="+mn-ea"/>
                    <a:cs typeface="+mn-cs"/>
                  </a:rPr>
                  <a:t>This legacy feature (from RFC 1583) enables QoS-aware routing but is rarely used today, </a:t>
                </a:r>
                <a:r>
                  <a:rPr lang="en-GB" sz="1200" b="0" i="0" kern="1200" dirty="0" err="1">
                    <a:solidFill>
                      <a:schemeClr val="tx1"/>
                    </a:solidFill>
                    <a:effectLst/>
                    <a:latin typeface="Arial" charset="0"/>
                    <a:ea typeface="+mn-ea"/>
                    <a:cs typeface="+mn-cs"/>
                  </a:rPr>
                  <a:t>favoring</a:t>
                </a:r>
                <a:r>
                  <a:rPr lang="en-GB" sz="1200" b="0" i="0" kern="1200" dirty="0">
                    <a:solidFill>
                      <a:schemeClr val="tx1"/>
                    </a:solidFill>
                    <a:effectLst/>
                    <a:latin typeface="Arial" charset="0"/>
                    <a:ea typeface="+mn-ea"/>
                    <a:cs typeface="+mn-cs"/>
                  </a:rPr>
                  <a:t> traffic engineering elsewhere.</a:t>
                </a:r>
              </a:p>
              <a:p>
                <a:endParaRPr lang="en-GB" altLang="en-CH" dirty="0"/>
              </a:p>
            </p:txBody>
          </p:sp>
        </mc:Choice>
        <mc:Fallback>
          <p:sp>
            <p:nvSpPr>
              <p:cNvPr id="429059" name="Rectangle 3">
                <a:extLst>
                  <a:ext uri="{FF2B5EF4-FFF2-40B4-BE49-F238E27FC236}">
                    <a16:creationId xmlns:a16="http://schemas.microsoft.com/office/drawing/2014/main" id="{2EC2CABA-6FDF-8FCF-5020-CDE830D68552}"/>
                  </a:ext>
                </a:extLst>
              </p:cNvPr>
              <p:cNvSpPr>
                <a:spLocks noGrp="1" noChangeArrowheads="1"/>
              </p:cNvSpPr>
              <p:nvPr>
                <p:ph type="body" idx="1"/>
              </p:nvPr>
            </p:nvSpPr>
            <p:spPr>
              <a:xfrm>
                <a:off x="922338" y="4789488"/>
                <a:ext cx="5076825" cy="4537075"/>
              </a:xfrm>
            </p:spPr>
            <p:txBody>
              <a:bodyPr/>
              <a:lstStyle/>
              <a:p>
                <a:r>
                  <a:rPr lang="en-GB" sz="1200" b="0" i="0" kern="1200" dirty="0">
                    <a:solidFill>
                      <a:schemeClr val="tx1"/>
                    </a:solidFill>
                    <a:effectLst/>
                    <a:latin typeface="Arial" charset="0"/>
                    <a:ea typeface="+mn-ea"/>
                    <a:cs typeface="+mn-cs"/>
                  </a:rPr>
                  <a:t>TOS and metric in OSPF refer to </a:t>
                </a:r>
                <a:r>
                  <a:rPr lang="en-GB" sz="1200" b="1" i="0" kern="1200" dirty="0">
                    <a:solidFill>
                      <a:schemeClr val="tx1"/>
                    </a:solidFill>
                    <a:effectLst/>
                    <a:latin typeface="Arial" charset="0"/>
                    <a:ea typeface="+mn-ea"/>
                    <a:cs typeface="+mn-cs"/>
                  </a:rPr>
                  <a:t>Type of Service</a:t>
                </a:r>
                <a:r>
                  <a:rPr lang="en-GB" sz="1200" b="0" i="0" kern="1200" dirty="0">
                    <a:solidFill>
                      <a:schemeClr val="tx1"/>
                    </a:solidFill>
                    <a:effectLst/>
                    <a:latin typeface="Arial" charset="0"/>
                    <a:ea typeface="+mn-ea"/>
                    <a:cs typeface="+mn-cs"/>
                  </a:rPr>
                  <a:t> (from legacy IP headers) and </a:t>
                </a:r>
                <a:r>
                  <a:rPr lang="en-GB" sz="1200" b="1" i="0" kern="1200" dirty="0">
                    <a:solidFill>
                      <a:schemeClr val="tx1"/>
                    </a:solidFill>
                    <a:effectLst/>
                    <a:latin typeface="Arial" charset="0"/>
                    <a:ea typeface="+mn-ea"/>
                    <a:cs typeface="+mn-cs"/>
                  </a:rPr>
                  <a:t>cost metric</a:t>
                </a:r>
                <a:r>
                  <a:rPr lang="en-GB" sz="1200" b="0" i="0" kern="1200" dirty="0">
                    <a:solidFill>
                      <a:schemeClr val="tx1"/>
                    </a:solidFill>
                    <a:effectLst/>
                    <a:latin typeface="Arial" charset="0"/>
                    <a:ea typeface="+mn-ea"/>
                    <a:cs typeface="+mn-cs"/>
                  </a:rPr>
                  <a:t>, which together determine the best path by considering both bandwidth and service priorities.</a:t>
                </a:r>
              </a:p>
              <a:p>
                <a:r>
                  <a:rPr lang="en-GB" sz="1200" b="0" i="0" kern="1200" dirty="0">
                    <a:solidFill>
                      <a:schemeClr val="tx1"/>
                    </a:solidFill>
                    <a:effectLst/>
                    <a:latin typeface="Arial" charset="0"/>
                    <a:ea typeface="+mn-ea"/>
                    <a:cs typeface="+mn-cs"/>
                  </a:rPr>
                  <a:t>TOS Mapping</a:t>
                </a:r>
              </a:p>
              <a:p>
                <a:r>
                  <a:rPr lang="en-GB" sz="1200" b="1" i="0" kern="1200" dirty="0" err="1">
                    <a:solidFill>
                      <a:schemeClr val="tx1"/>
                    </a:solidFill>
                    <a:effectLst/>
                    <a:latin typeface="Arial" charset="0"/>
                    <a:ea typeface="+mn-ea"/>
                    <a:cs typeface="+mn-cs"/>
                  </a:rPr>
                  <a:t>qTOS</a:t>
                </a:r>
                <a:r>
                  <a:rPr lang="en-GB" sz="1200" b="0" i="0" kern="1200" dirty="0">
                    <a:solidFill>
                      <a:schemeClr val="tx1"/>
                    </a:solidFill>
                    <a:effectLst/>
                    <a:latin typeface="Arial" charset="0"/>
                    <a:ea typeface="+mn-ea"/>
                    <a:cs typeface="+mn-cs"/>
                  </a:rPr>
                  <a:t> ("quantized TOS") maps the 4 TOS bits from the IP header (Delay, Throughput, Reliability, Cost) to a </a:t>
                </a:r>
                <a:r>
                  <a:rPr lang="en-GB" sz="1200" b="1" i="0" kern="1200" dirty="0">
                    <a:solidFill>
                      <a:schemeClr val="tx1"/>
                    </a:solidFill>
                    <a:effectLst/>
                    <a:latin typeface="Arial" charset="0"/>
                    <a:ea typeface="+mn-ea"/>
                    <a:cs typeface="+mn-cs"/>
                  </a:rPr>
                  <a:t>decimal integer value</a:t>
                </a:r>
                <a:r>
                  <a:rPr lang="en-GB" sz="1200" b="0" i="0" kern="1200" dirty="0">
                    <a:solidFill>
                      <a:schemeClr val="tx1"/>
                    </a:solidFill>
                    <a:effectLst/>
                    <a:latin typeface="Arial" charset="0"/>
                    <a:ea typeface="+mn-ea"/>
                    <a:cs typeface="+mn-cs"/>
                  </a:rPr>
                  <a:t> (0–31). OSPF uses this to select paths matching the packet's QoS needs.​</a:t>
                </a:r>
              </a:p>
              <a:p>
                <a:r>
                  <a:rPr lang="en-GB" sz="1200" b="1" i="0" kern="1200" dirty="0">
                    <a:solidFill>
                      <a:schemeClr val="tx1"/>
                    </a:solidFill>
                    <a:effectLst/>
                    <a:latin typeface="Arial" charset="0"/>
                    <a:ea typeface="+mn-ea"/>
                    <a:cs typeface="+mn-cs"/>
                  </a:rPr>
                  <a:t>0</a:t>
                </a:r>
                <a:r>
                  <a:rPr lang="en-GB" sz="1200" b="0" i="0" kern="1200" dirty="0">
                    <a:solidFill>
                      <a:schemeClr val="tx1"/>
                    </a:solidFill>
                    <a:effectLst/>
                    <a:latin typeface="Arial" charset="0"/>
                    <a:ea typeface="+mn-ea"/>
                    <a:cs typeface="+mn-cs"/>
                  </a:rPr>
                  <a:t>: Normal service (default, no special requirements).</a:t>
                </a:r>
              </a:p>
              <a:p>
                <a:r>
                  <a:rPr lang="en-GB" sz="1200" b="1" i="0" kern="1200" dirty="0">
                    <a:solidFill>
                      <a:schemeClr val="tx1"/>
                    </a:solidFill>
                    <a:effectLst/>
                    <a:latin typeface="Arial" charset="0"/>
                    <a:ea typeface="+mn-ea"/>
                    <a:cs typeface="+mn-cs"/>
                  </a:rPr>
                  <a:t>2</a:t>
                </a:r>
                <a:r>
                  <a:rPr lang="en-GB" sz="1200" b="0" i="0" kern="1200" dirty="0">
                    <a:solidFill>
                      <a:schemeClr val="tx1"/>
                    </a:solidFill>
                    <a:effectLst/>
                    <a:latin typeface="Arial" charset="0"/>
                    <a:ea typeface="+mn-ea"/>
                    <a:cs typeface="+mn-cs"/>
                  </a:rPr>
                  <a:t>: Minimize monetary cost.</a:t>
                </a:r>
              </a:p>
              <a:p>
                <a:r>
                  <a:rPr lang="en-GB" sz="1200" b="1" i="0" kern="1200" dirty="0">
                    <a:solidFill>
                      <a:schemeClr val="tx1"/>
                    </a:solidFill>
                    <a:effectLst/>
                    <a:latin typeface="Arial" charset="0"/>
                    <a:ea typeface="+mn-ea"/>
                    <a:cs typeface="+mn-cs"/>
                  </a:rPr>
                  <a:t>4</a:t>
                </a:r>
                <a:r>
                  <a:rPr lang="en-GB" sz="1200" b="0" i="0" kern="1200" dirty="0">
                    <a:solidFill>
                      <a:schemeClr val="tx1"/>
                    </a:solidFill>
                    <a:effectLst/>
                    <a:latin typeface="Arial" charset="0"/>
                    <a:ea typeface="+mn-ea"/>
                    <a:cs typeface="+mn-cs"/>
                  </a:rPr>
                  <a:t>: Maximize reliability.</a:t>
                </a:r>
              </a:p>
              <a:p>
                <a:r>
                  <a:rPr lang="en-GB" sz="1200" b="1" i="0" kern="1200" dirty="0">
                    <a:solidFill>
                      <a:schemeClr val="tx1"/>
                    </a:solidFill>
                    <a:effectLst/>
                    <a:latin typeface="Arial" charset="0"/>
                    <a:ea typeface="+mn-ea"/>
                    <a:cs typeface="+mn-cs"/>
                  </a:rPr>
                  <a:t>8</a:t>
                </a:r>
                <a:r>
                  <a:rPr lang="en-GB" sz="1200" b="0" i="0" kern="1200" dirty="0">
                    <a:solidFill>
                      <a:schemeClr val="tx1"/>
                    </a:solidFill>
                    <a:effectLst/>
                    <a:latin typeface="Arial" charset="0"/>
                    <a:ea typeface="+mn-ea"/>
                    <a:cs typeface="+mn-cs"/>
                  </a:rPr>
                  <a:t>: Maximize throughput.</a:t>
                </a:r>
              </a:p>
              <a:p>
                <a:r>
                  <a:rPr lang="en-GB" sz="1200" b="1" i="0" kern="1200" dirty="0">
                    <a:solidFill>
                      <a:schemeClr val="tx1"/>
                    </a:solidFill>
                    <a:effectLst/>
                    <a:latin typeface="Arial" charset="0"/>
                    <a:ea typeface="+mn-ea"/>
                    <a:cs typeface="+mn-cs"/>
                  </a:rPr>
                  <a:t>16</a:t>
                </a:r>
                <a:r>
                  <a:rPr lang="en-GB" sz="1200" b="0" i="0" kern="1200" dirty="0">
                    <a:solidFill>
                      <a:schemeClr val="tx1"/>
                    </a:solidFill>
                    <a:effectLst/>
                    <a:latin typeface="Arial" charset="0"/>
                    <a:ea typeface="+mn-ea"/>
                    <a:cs typeface="+mn-cs"/>
                  </a:rPr>
                  <a:t>: Minimize delay.</a:t>
                </a:r>
              </a:p>
              <a:p>
                <a:r>
                  <a:rPr lang="en-GB" sz="1200" b="0" i="0" kern="1200" dirty="0">
                    <a:solidFill>
                      <a:schemeClr val="tx1"/>
                    </a:solidFill>
                    <a:effectLst/>
                    <a:latin typeface="Arial" charset="0"/>
                    <a:ea typeface="+mn-ea"/>
                    <a:cs typeface="+mn-cs"/>
                  </a:rPr>
                  <a:t>Routers prefer paths with matching or better TOS metrics; if none match, fall back to TOS 0.</a:t>
                </a:r>
              </a:p>
              <a:p>
                <a:endParaRPr lang="en-CH" altLang="en-CH" dirty="0"/>
              </a:p>
              <a:p>
                <a:endParaRPr lang="en-CH" altLang="en-CH" dirty="0"/>
              </a:p>
              <a:p>
                <a:r>
                  <a:rPr lang="fr-FR" sz="1200" b="0" i="0" kern="1200" dirty="0">
                    <a:solidFill>
                      <a:schemeClr val="tx1"/>
                    </a:solidFill>
                    <a:effectLst/>
                    <a:latin typeface="Arial" charset="0"/>
                    <a:ea typeface="+mn-ea"/>
                    <a:cs typeface="+mn-cs"/>
                  </a:rPr>
                  <a:t>OSPF Metric (Cost)</a:t>
                </a:r>
              </a:p>
              <a:p>
                <a:r>
                  <a:rPr lang="fr-FR" sz="1200" b="0" i="0" kern="1200" dirty="0">
                    <a:solidFill>
                      <a:schemeClr val="tx1"/>
                    </a:solidFill>
                    <a:effectLst/>
                    <a:latin typeface="Arial" charset="0"/>
                    <a:ea typeface="+mn-ea"/>
                    <a:cs typeface="+mn-cs"/>
                  </a:rPr>
                  <a:t>The </a:t>
                </a:r>
                <a:r>
                  <a:rPr lang="fr-FR" sz="1200" b="1" i="0" kern="1200" dirty="0">
                    <a:solidFill>
                      <a:schemeClr val="tx1"/>
                    </a:solidFill>
                    <a:effectLst/>
                    <a:latin typeface="Arial" charset="0"/>
                    <a:ea typeface="+mn-ea"/>
                    <a:cs typeface="+mn-cs"/>
                  </a:rPr>
                  <a:t>metric</a:t>
                </a:r>
                <a:r>
                  <a:rPr lang="fr-FR" sz="1200" b="0" i="0" kern="1200" dirty="0">
                    <a:solidFill>
                      <a:schemeClr val="tx1"/>
                    </a:solidFill>
                    <a:effectLst/>
                    <a:latin typeface="Arial" charset="0"/>
                    <a:ea typeface="+mn-ea"/>
                    <a:cs typeface="+mn-cs"/>
                  </a:rPr>
                  <a:t> (or cost) measures path preference, calculated as </a:t>
                </a:r>
                <a:r>
                  <a:rPr lang="fr-FR" sz="1200" b="1" i="0" kern="1200" dirty="0">
                    <a:solidFill>
                      <a:schemeClr val="tx1"/>
                    </a:solidFill>
                    <a:effectLst/>
                    <a:latin typeface="Arial" charset="0"/>
                    <a:ea typeface="+mn-ea"/>
                    <a:cs typeface="+mn-cs"/>
                  </a:rPr>
                  <a:t>Reference Bandwidth / Interface Bandwidth</a:t>
                </a:r>
                <a:r>
                  <a:rPr lang="fr-FR" sz="1200" b="0" i="0" kern="1200" dirty="0">
                    <a:solidFill>
                      <a:schemeClr val="tx1"/>
                    </a:solidFill>
                    <a:effectLst/>
                    <a:latin typeface="Arial" charset="0"/>
                    <a:ea typeface="+mn-ea"/>
                    <a:cs typeface="+mn-cs"/>
                  </a:rPr>
                  <a:t>.</a:t>
                </a:r>
              </a:p>
              <a:p>
                <a:r>
                  <a:rPr lang="fr-FR" sz="1200" b="1" i="0" kern="1200" dirty="0">
                    <a:solidFill>
                      <a:schemeClr val="tx1"/>
                    </a:solidFill>
                    <a:effectLst/>
                    <a:latin typeface="Arial" charset="0"/>
                    <a:ea typeface="+mn-ea"/>
                    <a:cs typeface="+mn-cs"/>
                  </a:rPr>
                  <a:t>Formula</a:t>
                </a:r>
                <a:r>
                  <a:rPr lang="fr-FR" sz="1200" b="0" i="0" kern="1200" dirty="0">
                    <a:solidFill>
                      <a:schemeClr val="tx1"/>
                    </a:solidFill>
                    <a:effectLst/>
                    <a:latin typeface="Arial" charset="0"/>
                    <a:ea typeface="+mn-ea"/>
                    <a:cs typeface="+mn-cs"/>
                  </a:rPr>
                  <a:t>: </a:t>
                </a:r>
                <a:r>
                  <a:rPr lang="fr-FR" sz="1200" i="0" kern="1200">
                    <a:solidFill>
                      <a:schemeClr val="tx1"/>
                    </a:solidFill>
                    <a:latin typeface="Arial" charset="0"/>
                    <a:ea typeface="+mn-ea"/>
                    <a:cs typeface="+mn-cs"/>
                  </a:rPr>
                  <a:t>𝐶=</a:t>
                </a:r>
                <a:r>
                  <a:rPr lang="ar-AE" sz="1200" i="0" kern="1200">
                    <a:solidFill>
                      <a:schemeClr val="tx1"/>
                    </a:solidFill>
                    <a:latin typeface="Arial" charset="0"/>
                    <a:ea typeface="+mn-ea"/>
                    <a:cs typeface="+mn-cs"/>
                  </a:rPr>
                  <a:t>10^8/</a:t>
                </a:r>
                <a:r>
                  <a:rPr lang="fr-FR" sz="1200" b="0" i="0" kern="1200">
                    <a:solidFill>
                      <a:schemeClr val="tx1"/>
                    </a:solidFill>
                    <a:latin typeface="Arial" charset="0"/>
                    <a:ea typeface="+mn-ea"/>
                    <a:cs typeface="+mn-cs"/>
                  </a:rPr>
                  <a:t>"bandwidth in bps</a:t>
                </a:r>
                <a:r>
                  <a:rPr lang="ar-AE" sz="1200" b="0" i="0" kern="1200">
                    <a:solidFill>
                      <a:schemeClr val="tx1"/>
                    </a:solidFill>
                    <a:latin typeface="Arial" charset="0"/>
                    <a:ea typeface="+mn-ea"/>
                    <a:cs typeface="+mn-cs"/>
                  </a:rPr>
                  <a:t>" </a:t>
                </a:r>
                <a:r>
                  <a:rPr lang="ar-AE" sz="1200" b="0" i="0" kern="1200" dirty="0">
                    <a:solidFill>
                      <a:schemeClr val="tx1"/>
                    </a:solidFill>
                    <a:effectLst/>
                    <a:latin typeface="Arial" charset="0"/>
                    <a:ea typeface="+mn-ea"/>
                    <a:cs typeface="+mn-cs"/>
                  </a:rPr>
                  <a:t> (</a:t>
                </a:r>
                <a:r>
                  <a:rPr lang="fr-FR" sz="1200" b="0" i="0" kern="1200" dirty="0">
                    <a:solidFill>
                      <a:schemeClr val="tx1"/>
                    </a:solidFill>
                    <a:effectLst/>
                    <a:latin typeface="Arial" charset="0"/>
                    <a:ea typeface="+mn-ea"/>
                    <a:cs typeface="+mn-cs"/>
                  </a:rPr>
                  <a:t>default reference bandwidth = 100 Mbps).</a:t>
                </a:r>
              </a:p>
              <a:p>
                <a:pPr lvl="1"/>
                <a:r>
                  <a:rPr lang="fr-FR" sz="1200" b="0" i="0" kern="1200" dirty="0">
                    <a:solidFill>
                      <a:schemeClr val="tx1"/>
                    </a:solidFill>
                    <a:effectLst/>
                    <a:latin typeface="Arial" charset="0"/>
                    <a:ea typeface="+mn-ea"/>
                    <a:cs typeface="+mn-cs"/>
                  </a:rPr>
                  <a:t>Example: 10 Mbps link → Cost = 10.</a:t>
                </a:r>
              </a:p>
              <a:p>
                <a:pPr lvl="1"/>
                <a:r>
                  <a:rPr lang="fr-FR" sz="1200" b="0" i="0" kern="1200" dirty="0">
                    <a:solidFill>
                      <a:schemeClr val="tx1"/>
                    </a:solidFill>
                    <a:effectLst/>
                    <a:latin typeface="Arial" charset="0"/>
                    <a:ea typeface="+mn-ea"/>
                    <a:cs typeface="+mn-cs"/>
                  </a:rPr>
                  <a:t>100 Mbps → Cost = 1.</a:t>
                </a:r>
              </a:p>
              <a:p>
                <a:pPr lvl="1"/>
                <a:r>
                  <a:rPr lang="fr-FR" sz="1200" b="0" i="0" kern="1200" dirty="0">
                    <a:solidFill>
                      <a:schemeClr val="tx1"/>
                    </a:solidFill>
                    <a:effectLst/>
                    <a:latin typeface="Arial" charset="0"/>
                    <a:ea typeface="+mn-ea"/>
                    <a:cs typeface="+mn-cs"/>
                  </a:rPr>
                  <a:t>Faster than 100 Mbps (e.g., 1 Gbps) → Cost = 1 (minimum).</a:t>
                </a:r>
              </a:p>
              <a:p>
                <a:r>
                  <a:rPr lang="fr-FR" sz="1200" b="1" i="0" kern="1200" dirty="0">
                    <a:solidFill>
                      <a:schemeClr val="tx1"/>
                    </a:solidFill>
                    <a:effectLst/>
                    <a:latin typeface="Arial" charset="0"/>
                    <a:ea typeface="+mn-ea"/>
                    <a:cs typeface="+mn-cs"/>
                  </a:rPr>
                  <a:t>Administrator override</a:t>
                </a:r>
                <a:r>
                  <a:rPr lang="fr-FR" sz="1200" b="0" i="0" kern="1200" dirty="0">
                    <a:solidFill>
                      <a:schemeClr val="tx1"/>
                    </a:solidFill>
                    <a:effectLst/>
                    <a:latin typeface="Arial" charset="0"/>
                    <a:ea typeface="+mn-ea"/>
                    <a:cs typeface="+mn-cs"/>
                  </a:rPr>
                  <a:t>: Manually set via ip ospf cost X on interfaces.</a:t>
                </a:r>
              </a:p>
              <a:p>
                <a:r>
                  <a:rPr lang="fr-FR" sz="1200" b="0" i="0" kern="1200" dirty="0">
                    <a:solidFill>
                      <a:schemeClr val="tx1"/>
                    </a:solidFill>
                    <a:effectLst/>
                    <a:latin typeface="Arial" charset="0"/>
                    <a:ea typeface="+mn-ea"/>
                    <a:cs typeface="+mn-cs"/>
                  </a:rPr>
                  <a:t>Total path cost = sum of interface costs; lowest cost wins.</a:t>
                </a:r>
              </a:p>
              <a:p>
                <a:endParaRPr lang="en-CH" altLang="en-CH" dirty="0"/>
              </a:p>
              <a:p>
                <a:r>
                  <a:rPr lang="en-GB" sz="1200" b="0" i="0" kern="1200" dirty="0">
                    <a:solidFill>
                      <a:schemeClr val="tx1"/>
                    </a:solidFill>
                    <a:effectLst/>
                    <a:latin typeface="Arial" charset="0"/>
                    <a:ea typeface="+mn-ea"/>
                    <a:cs typeface="+mn-cs"/>
                  </a:rPr>
                  <a:t>How They Work Together</a:t>
                </a:r>
              </a:p>
              <a:p>
                <a:r>
                  <a:rPr lang="en-GB" sz="1200" b="0" i="0" kern="1200" dirty="0">
                    <a:solidFill>
                      <a:schemeClr val="tx1"/>
                    </a:solidFill>
                    <a:effectLst/>
                    <a:latin typeface="Arial" charset="0"/>
                    <a:ea typeface="+mn-ea"/>
                    <a:cs typeface="+mn-cs"/>
                  </a:rPr>
                  <a:t>OSPF advertises </a:t>
                </a:r>
                <a:r>
                  <a:rPr lang="en-GB" sz="1200" b="1" i="0" kern="1200" dirty="0">
                    <a:solidFill>
                      <a:schemeClr val="tx1"/>
                    </a:solidFill>
                    <a:effectLst/>
                    <a:latin typeface="Arial" charset="0"/>
                    <a:ea typeface="+mn-ea"/>
                    <a:cs typeface="+mn-cs"/>
                  </a:rPr>
                  <a:t>TOS 0 cost</a:t>
                </a:r>
                <a:r>
                  <a:rPr lang="en-GB" sz="1200" b="0" i="0" kern="1200" dirty="0">
                    <a:solidFill>
                      <a:schemeClr val="tx1"/>
                    </a:solidFill>
                    <a:effectLst/>
                    <a:latin typeface="Arial" charset="0"/>
                    <a:ea typeface="+mn-ea"/>
                    <a:cs typeface="+mn-cs"/>
                  </a:rPr>
                  <a:t> by default in LSAs (Type 1, 2).</a:t>
                </a:r>
              </a:p>
              <a:p>
                <a:r>
                  <a:rPr lang="en-GB" sz="1200" b="0" i="0" kern="1200" dirty="0">
                    <a:solidFill>
                      <a:schemeClr val="tx1"/>
                    </a:solidFill>
                    <a:effectLst/>
                    <a:latin typeface="Arial" charset="0"/>
                    <a:ea typeface="+mn-ea"/>
                    <a:cs typeface="+mn-cs"/>
                  </a:rPr>
                  <a:t>ABRs propagate </a:t>
                </a:r>
                <a:r>
                  <a:rPr lang="en-GB" sz="1200" b="1" i="0" kern="1200" dirty="0">
                    <a:solidFill>
                      <a:schemeClr val="tx1"/>
                    </a:solidFill>
                    <a:effectLst/>
                    <a:latin typeface="Arial" charset="0"/>
                    <a:ea typeface="+mn-ea"/>
                    <a:cs typeface="+mn-cs"/>
                  </a:rPr>
                  <a:t>TOS-specific costs</a:t>
                </a:r>
                <a:r>
                  <a:rPr lang="en-GB" sz="1200" b="0" i="0" kern="1200" dirty="0">
                    <a:solidFill>
                      <a:schemeClr val="tx1"/>
                    </a:solidFill>
                    <a:effectLst/>
                    <a:latin typeface="Arial" charset="0"/>
                    <a:ea typeface="+mn-ea"/>
                    <a:cs typeface="+mn-cs"/>
                  </a:rPr>
                  <a:t> (</a:t>
                </a:r>
                <a:r>
                  <a:rPr lang="en-GB" sz="1200" b="0" i="0" kern="1200" dirty="0" err="1">
                    <a:solidFill>
                      <a:schemeClr val="tx1"/>
                    </a:solidFill>
                    <a:effectLst/>
                    <a:latin typeface="Arial" charset="0"/>
                    <a:ea typeface="+mn-ea"/>
                    <a:cs typeface="+mn-cs"/>
                  </a:rPr>
                  <a:t>qTOS</a:t>
                </a:r>
                <a:r>
                  <a:rPr lang="en-GB" sz="1200" b="0" i="0" kern="1200" dirty="0">
                    <a:solidFill>
                      <a:schemeClr val="tx1"/>
                    </a:solidFill>
                    <a:effectLst/>
                    <a:latin typeface="Arial" charset="0"/>
                    <a:ea typeface="+mn-ea"/>
                    <a:cs typeface="+mn-cs"/>
                  </a:rPr>
                  <a:t> values) as additional metrics in Type 3 LSAs for inter-area routing.</a:t>
                </a:r>
              </a:p>
              <a:p>
                <a:r>
                  <a:rPr lang="en-GB" sz="1200" b="0" i="0" kern="1200" dirty="0">
                    <a:solidFill>
                      <a:schemeClr val="tx1"/>
                    </a:solidFill>
                    <a:effectLst/>
                    <a:latin typeface="Arial" charset="0"/>
                    <a:ea typeface="+mn-ea"/>
                    <a:cs typeface="+mn-cs"/>
                  </a:rPr>
                  <a:t>Path selection: First by TOS match, then by lowest metric sum. Modern OSPF often ignores TOS (defaults to 0) unless explicitly configured.</a:t>
                </a:r>
              </a:p>
              <a:p>
                <a:r>
                  <a:rPr lang="en-GB" sz="1200" b="0" i="0" kern="1200" dirty="0">
                    <a:solidFill>
                      <a:schemeClr val="tx1"/>
                    </a:solidFill>
                    <a:effectLst/>
                    <a:latin typeface="Arial" charset="0"/>
                    <a:ea typeface="+mn-ea"/>
                    <a:cs typeface="+mn-cs"/>
                  </a:rPr>
                  <a:t>This legacy feature (from RFC 1583) enables QoS-aware routing but is rarely used today, </a:t>
                </a:r>
                <a:r>
                  <a:rPr lang="en-GB" sz="1200" b="0" i="0" kern="1200" dirty="0" err="1">
                    <a:solidFill>
                      <a:schemeClr val="tx1"/>
                    </a:solidFill>
                    <a:effectLst/>
                    <a:latin typeface="Arial" charset="0"/>
                    <a:ea typeface="+mn-ea"/>
                    <a:cs typeface="+mn-cs"/>
                  </a:rPr>
                  <a:t>favoring</a:t>
                </a:r>
                <a:r>
                  <a:rPr lang="en-GB" sz="1200" b="0" i="0" kern="1200" dirty="0">
                    <a:solidFill>
                      <a:schemeClr val="tx1"/>
                    </a:solidFill>
                    <a:effectLst/>
                    <a:latin typeface="Arial" charset="0"/>
                    <a:ea typeface="+mn-ea"/>
                    <a:cs typeface="+mn-cs"/>
                  </a:rPr>
                  <a:t> traffic engineering elsewhere.</a:t>
                </a:r>
              </a:p>
              <a:p>
                <a:endParaRPr lang="en-GB" altLang="en-CH" dirty="0"/>
              </a:p>
            </p:txBody>
          </p:sp>
        </mc:Fallback>
      </mc:AlternateContent>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642C8198-E85D-EAE7-9BE9-F0DFED9222DA}"/>
              </a:ext>
            </a:extLst>
          </p:cNvPr>
          <p:cNvSpPr>
            <a:spLocks noGrp="1" noChangeArrowheads="1"/>
          </p:cNvSpPr>
          <p:nvPr>
            <p:ph type="sldNum" sz="quarter" idx="5"/>
          </p:nvPr>
        </p:nvSpPr>
        <p:spPr>
          <a:ln/>
        </p:spPr>
        <p:txBody>
          <a:bodyPr/>
          <a:lstStyle/>
          <a:p>
            <a:pPr marL="0" marR="0" lvl="0" indent="0" algn="r" defTabSz="971550" rtl="0" eaLnBrk="1" fontAlgn="base" latinLnBrk="0" hangingPunct="1">
              <a:lnSpc>
                <a:spcPct val="100000"/>
              </a:lnSpc>
              <a:spcBef>
                <a:spcPct val="0"/>
              </a:spcBef>
              <a:spcAft>
                <a:spcPct val="0"/>
              </a:spcAft>
              <a:buClrTx/>
              <a:buSzTx/>
              <a:buFontTx/>
              <a:buNone/>
              <a:tabLst/>
              <a:defRPr/>
            </a:pPr>
            <a:fld id="{3664E4EA-F6C1-4CD9-8C43-C51D74F0FA50}" type="slidenum">
              <a:rPr kumimoji="0" lang="en-US" altLang="en-CH" sz="13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71550" rtl="0" eaLnBrk="1" fontAlgn="base" latinLnBrk="0" hangingPunct="1">
                <a:lnSpc>
                  <a:spcPct val="100000"/>
                </a:lnSpc>
                <a:spcBef>
                  <a:spcPct val="0"/>
                </a:spcBef>
                <a:spcAft>
                  <a:spcPct val="0"/>
                </a:spcAft>
                <a:buClrTx/>
                <a:buSzTx/>
                <a:buFontTx/>
                <a:buNone/>
                <a:tabLst/>
                <a:defRPr/>
              </a:pPr>
              <a:t>53</a:t>
            </a:fld>
            <a:endParaRPr kumimoji="0" lang="en-US" altLang="en-CH" sz="13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535554" name="Rectangle 2">
            <a:extLst>
              <a:ext uri="{FF2B5EF4-FFF2-40B4-BE49-F238E27FC236}">
                <a16:creationId xmlns:a16="http://schemas.microsoft.com/office/drawing/2014/main" id="{DE47EC03-4ED2-ABB7-92BC-E53FAF793D8C}"/>
              </a:ext>
            </a:extLst>
          </p:cNvPr>
          <p:cNvSpPr>
            <a:spLocks noRot="1" noChangeArrowheads="1" noTextEdit="1"/>
          </p:cNvSpPr>
          <p:nvPr>
            <p:ph type="sldImg"/>
          </p:nvPr>
        </p:nvSpPr>
        <p:spPr>
          <a:ln/>
        </p:spPr>
      </p:sp>
      <p:sp>
        <p:nvSpPr>
          <p:cNvPr id="535555" name="Rectangle 3">
            <a:extLst>
              <a:ext uri="{FF2B5EF4-FFF2-40B4-BE49-F238E27FC236}">
                <a16:creationId xmlns:a16="http://schemas.microsoft.com/office/drawing/2014/main" id="{27C98934-D3EE-E0DD-47B1-086A0AB2761F}"/>
              </a:ext>
            </a:extLst>
          </p:cNvPr>
          <p:cNvSpPr>
            <a:spLocks noGrp="1" noChangeArrowheads="1"/>
          </p:cNvSpPr>
          <p:nvPr>
            <p:ph type="body" idx="1"/>
          </p:nvPr>
        </p:nvSpPr>
        <p:spPr/>
        <p:txBody>
          <a:bodyPr/>
          <a:lstStyle/>
          <a:p>
            <a:endParaRPr lang="en-CH" altLang="en-CH"/>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en-US" dirty="0"/>
          </a:p>
        </p:txBody>
      </p:sp>
      <p:sp>
        <p:nvSpPr>
          <p:cNvPr id="4" name="Segnaposto numero diapositiva 3"/>
          <p:cNvSpPr>
            <a:spLocks noGrp="1"/>
          </p:cNvSpPr>
          <p:nvPr>
            <p:ph type="sldNum" sz="quarter" idx="5"/>
          </p:nvPr>
        </p:nvSpPr>
        <p:spPr/>
        <p:txBody>
          <a:bodyPr/>
          <a:lstStyle/>
          <a:p>
            <a:fld id="{5EC4EE63-DF1B-1C4E-844B-84BFF2554C72}" type="slidenum">
              <a:rPr lang="it-IT" altLang="it-IT" smtClean="0"/>
              <a:pPr/>
              <a:t>63</a:t>
            </a:fld>
            <a:endParaRPr lang="it-IT" altLang="it-IT"/>
          </a:p>
        </p:txBody>
      </p:sp>
    </p:spTree>
    <p:extLst>
      <p:ext uri="{BB962C8B-B14F-4D97-AF65-F5344CB8AC3E}">
        <p14:creationId xmlns:p14="http://schemas.microsoft.com/office/powerpoint/2010/main" val="171332702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42686D-AD18-D6A3-B135-69EA8781AA85}"/>
            </a:ext>
          </a:extLst>
        </p:cNvPr>
        <p:cNvGrpSpPr/>
        <p:nvPr/>
      </p:nvGrpSpPr>
      <p:grpSpPr>
        <a:xfrm>
          <a:off x="0" y="0"/>
          <a:ext cx="0" cy="0"/>
          <a:chOff x="0" y="0"/>
          <a:chExt cx="0" cy="0"/>
        </a:xfrm>
      </p:grpSpPr>
      <p:sp>
        <p:nvSpPr>
          <p:cNvPr id="7170" name="Rectangle 7">
            <a:extLst>
              <a:ext uri="{FF2B5EF4-FFF2-40B4-BE49-F238E27FC236}">
                <a16:creationId xmlns:a16="http://schemas.microsoft.com/office/drawing/2014/main" id="{9D5523CC-FB0A-3088-866B-380C64B784F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spcBef>
                <a:spcPct val="30000"/>
              </a:spcBef>
              <a:defRPr sz="1200">
                <a:solidFill>
                  <a:schemeClr val="tx1"/>
                </a:solidFill>
                <a:latin typeface="Arial" panose="020B0604020202020204" pitchFamily="34" charset="0"/>
              </a:defRPr>
            </a:lvl1pPr>
            <a:lvl2pPr marL="742950" indent="-285750" defTabSz="990600">
              <a:spcBef>
                <a:spcPct val="30000"/>
              </a:spcBef>
              <a:defRPr sz="1200">
                <a:solidFill>
                  <a:schemeClr val="tx1"/>
                </a:solidFill>
                <a:latin typeface="Arial" panose="020B0604020202020204" pitchFamily="34" charset="0"/>
              </a:defRPr>
            </a:lvl2pPr>
            <a:lvl3pPr marL="1143000" indent="-228600" defTabSz="990600">
              <a:spcBef>
                <a:spcPct val="30000"/>
              </a:spcBef>
              <a:defRPr sz="1200">
                <a:solidFill>
                  <a:schemeClr val="tx1"/>
                </a:solidFill>
                <a:latin typeface="Arial" panose="020B0604020202020204" pitchFamily="34" charset="0"/>
              </a:defRPr>
            </a:lvl3pPr>
            <a:lvl4pPr marL="1600200" indent="-228600" defTabSz="990600">
              <a:spcBef>
                <a:spcPct val="30000"/>
              </a:spcBef>
              <a:defRPr sz="1200">
                <a:solidFill>
                  <a:schemeClr val="tx1"/>
                </a:solidFill>
                <a:latin typeface="Arial" panose="020B0604020202020204" pitchFamily="34" charset="0"/>
              </a:defRPr>
            </a:lvl4pPr>
            <a:lvl5pPr marL="2057400" indent="-228600" defTabSz="990600">
              <a:spcBef>
                <a:spcPct val="30000"/>
              </a:spcBef>
              <a:defRPr sz="1200">
                <a:solidFill>
                  <a:schemeClr val="tx1"/>
                </a:solidFill>
                <a:latin typeface="Arial" panose="020B0604020202020204" pitchFamily="34" charset="0"/>
              </a:defRPr>
            </a:lvl5pPr>
            <a:lvl6pPr marL="2514600" indent="-228600" defTabSz="990600" eaLnBrk="0" fontAlgn="base" hangingPunct="0">
              <a:spcBef>
                <a:spcPct val="30000"/>
              </a:spcBef>
              <a:spcAft>
                <a:spcPct val="0"/>
              </a:spcAft>
              <a:defRPr sz="1200">
                <a:solidFill>
                  <a:schemeClr val="tx1"/>
                </a:solidFill>
                <a:latin typeface="Arial" panose="020B0604020202020204" pitchFamily="34" charset="0"/>
              </a:defRPr>
            </a:lvl6pPr>
            <a:lvl7pPr marL="2971800" indent="-228600" defTabSz="990600" eaLnBrk="0" fontAlgn="base" hangingPunct="0">
              <a:spcBef>
                <a:spcPct val="30000"/>
              </a:spcBef>
              <a:spcAft>
                <a:spcPct val="0"/>
              </a:spcAft>
              <a:defRPr sz="1200">
                <a:solidFill>
                  <a:schemeClr val="tx1"/>
                </a:solidFill>
                <a:latin typeface="Arial" panose="020B0604020202020204" pitchFamily="34" charset="0"/>
              </a:defRPr>
            </a:lvl7pPr>
            <a:lvl8pPr marL="3429000" indent="-228600" defTabSz="990600" eaLnBrk="0" fontAlgn="base" hangingPunct="0">
              <a:spcBef>
                <a:spcPct val="30000"/>
              </a:spcBef>
              <a:spcAft>
                <a:spcPct val="0"/>
              </a:spcAft>
              <a:defRPr sz="1200">
                <a:solidFill>
                  <a:schemeClr val="tx1"/>
                </a:solidFill>
                <a:latin typeface="Arial" panose="020B0604020202020204" pitchFamily="34" charset="0"/>
              </a:defRPr>
            </a:lvl8pPr>
            <a:lvl9pPr marL="3886200" indent="-228600" defTabSz="990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C3C9C0F1-440D-714F-BB24-8545DEB93728}" type="slidenum">
              <a:rPr lang="it-IT" altLang="it-IT" sz="1300"/>
              <a:pPr>
                <a:spcBef>
                  <a:spcPct val="0"/>
                </a:spcBef>
              </a:pPr>
              <a:t>124</a:t>
            </a:fld>
            <a:endParaRPr lang="it-IT" altLang="it-IT" sz="1300"/>
          </a:p>
        </p:txBody>
      </p:sp>
      <p:sp>
        <p:nvSpPr>
          <p:cNvPr id="7171" name="Rectangle 2">
            <a:extLst>
              <a:ext uri="{FF2B5EF4-FFF2-40B4-BE49-F238E27FC236}">
                <a16:creationId xmlns:a16="http://schemas.microsoft.com/office/drawing/2014/main" id="{ACBB84FE-5E6F-4F02-C857-1A310E6C51F7}"/>
              </a:ext>
            </a:extLst>
          </p:cNvPr>
          <p:cNvSpPr>
            <a:spLocks noGrp="1" noRot="1" noChangeAspect="1" noChangeArrowheads="1" noTextEdit="1"/>
          </p:cNvSpPr>
          <p:nvPr>
            <p:ph type="sldImg"/>
          </p:nvPr>
        </p:nvSpPr>
        <p:spPr>
          <a:xfrm>
            <a:off x="460375" y="720725"/>
            <a:ext cx="6396038" cy="3598863"/>
          </a:xfrm>
          <a:ln/>
        </p:spPr>
      </p:sp>
      <p:sp>
        <p:nvSpPr>
          <p:cNvPr id="7172" name="Rectangle 3">
            <a:extLst>
              <a:ext uri="{FF2B5EF4-FFF2-40B4-BE49-F238E27FC236}">
                <a16:creationId xmlns:a16="http://schemas.microsoft.com/office/drawing/2014/main" id="{6FA1E050-3F83-B4F3-1008-A439F850B22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it-IT" altLang="it-IT">
              <a:latin typeface="Arial" panose="020B0604020202020204" pitchFamily="34" charset="0"/>
            </a:endParaRPr>
          </a:p>
        </p:txBody>
      </p:sp>
    </p:spTree>
    <p:extLst>
      <p:ext uri="{BB962C8B-B14F-4D97-AF65-F5344CB8AC3E}">
        <p14:creationId xmlns:p14="http://schemas.microsoft.com/office/powerpoint/2010/main" val="3957320464"/>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titolo lab">
    <p:spTree>
      <p:nvGrpSpPr>
        <p:cNvPr id="1" name=""/>
        <p:cNvGrpSpPr/>
        <p:nvPr/>
      </p:nvGrpSpPr>
      <p:grpSpPr>
        <a:xfrm>
          <a:off x="0" y="0"/>
          <a:ext cx="0" cy="0"/>
          <a:chOff x="0" y="0"/>
          <a:chExt cx="0" cy="0"/>
        </a:xfrm>
      </p:grpSpPr>
      <p:sp>
        <p:nvSpPr>
          <p:cNvPr id="304130" name="Rectangle 2"/>
          <p:cNvSpPr>
            <a:spLocks noGrp="1" noChangeArrowheads="1"/>
          </p:cNvSpPr>
          <p:nvPr>
            <p:ph type="ctrTitle"/>
          </p:nvPr>
        </p:nvSpPr>
        <p:spPr>
          <a:xfrm>
            <a:off x="914400" y="1988840"/>
            <a:ext cx="10363200" cy="866775"/>
          </a:xfrm>
        </p:spPr>
        <p:txBody>
          <a:bodyPr/>
          <a:lstStyle>
            <a:lvl1pPr>
              <a:defRPr sz="5400"/>
            </a:lvl1pPr>
          </a:lstStyle>
          <a:p>
            <a:r>
              <a:rPr lang="it-IT"/>
              <a:t>Fare clic per modificare lo stile del titolo dello schema</a:t>
            </a:r>
            <a:endParaRPr lang="it-IT" dirty="0"/>
          </a:p>
        </p:txBody>
      </p:sp>
      <p:sp>
        <p:nvSpPr>
          <p:cNvPr id="304131" name="Rectangle 3"/>
          <p:cNvSpPr>
            <a:spLocks noGrp="1" noChangeArrowheads="1"/>
          </p:cNvSpPr>
          <p:nvPr>
            <p:ph type="subTitle" idx="1"/>
          </p:nvPr>
        </p:nvSpPr>
        <p:spPr>
          <a:xfrm>
            <a:off x="1828800" y="2996952"/>
            <a:ext cx="8534400" cy="695325"/>
          </a:xfrm>
        </p:spPr>
        <p:txBody>
          <a:bodyPr/>
          <a:lstStyle>
            <a:lvl1pPr marL="0" indent="0" algn="ctr">
              <a:buFont typeface="Wingdings" pitchFamily="2" charset="2"/>
              <a:buNone/>
              <a:defRPr sz="2400"/>
            </a:lvl1pPr>
          </a:lstStyle>
          <a:p>
            <a:r>
              <a:rPr lang="it-IT"/>
              <a:t>Fare clic per modificare lo stile del sottotitolo dello schema</a:t>
            </a:r>
            <a:endParaRPr lang="it-IT" dirty="0"/>
          </a:p>
        </p:txBody>
      </p:sp>
      <p:pic>
        <p:nvPicPr>
          <p:cNvPr id="7" name="Picture 6" descr="A black background with a black square&#10;&#10;Description automatically generated with medium confidence">
            <a:extLst>
              <a:ext uri="{FF2B5EF4-FFF2-40B4-BE49-F238E27FC236}">
                <a16:creationId xmlns:a16="http://schemas.microsoft.com/office/drawing/2014/main" id="{7B150B1F-FA08-F63A-3429-F7F8A760DB9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50788" y="150788"/>
            <a:ext cx="4234565" cy="945842"/>
          </a:xfrm>
          <a:prstGeom prst="rect">
            <a:avLst/>
          </a:prstGeom>
        </p:spPr>
      </p:pic>
    </p:spTree>
    <p:extLst>
      <p:ext uri="{BB962C8B-B14F-4D97-AF65-F5344CB8AC3E}">
        <p14:creationId xmlns:p14="http://schemas.microsoft.com/office/powerpoint/2010/main" val="391188456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Copyright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C359400-AFF6-4FC9-8E2F-F363C6F6602C}"/>
              </a:ext>
            </a:extLst>
          </p:cNvPr>
          <p:cNvSpPr>
            <a:spLocks noGrp="1"/>
          </p:cNvSpPr>
          <p:nvPr>
            <p:ph type="title" hasCustomPrompt="1"/>
          </p:nvPr>
        </p:nvSpPr>
        <p:spPr/>
        <p:txBody>
          <a:bodyPr/>
          <a:lstStyle>
            <a:lvl1pPr>
              <a:defRPr/>
            </a:lvl1pPr>
          </a:lstStyle>
          <a:p>
            <a:r>
              <a:rPr lang="it-IT" altLang="it-IT" dirty="0"/>
              <a:t>copyright </a:t>
            </a:r>
            <a:r>
              <a:rPr lang="it-IT" altLang="it-IT" dirty="0" err="1"/>
              <a:t>notice</a:t>
            </a:r>
            <a:endParaRPr lang="it-IT" dirty="0"/>
          </a:p>
        </p:txBody>
      </p:sp>
      <p:sp>
        <p:nvSpPr>
          <p:cNvPr id="3" name="Date Placeholder 2">
            <a:extLst>
              <a:ext uri="{FF2B5EF4-FFF2-40B4-BE49-F238E27FC236}">
                <a16:creationId xmlns:a16="http://schemas.microsoft.com/office/drawing/2014/main" id="{AC95E1F6-EE88-4027-874C-C2A60CB4012A}"/>
              </a:ext>
            </a:extLst>
          </p:cNvPr>
          <p:cNvSpPr>
            <a:spLocks noGrp="1"/>
          </p:cNvSpPr>
          <p:nvPr>
            <p:ph type="dt" sz="half" idx="10"/>
          </p:nvPr>
        </p:nvSpPr>
        <p:spPr/>
        <p:txBody>
          <a:bodyPr/>
          <a:lstStyle/>
          <a:p>
            <a:r>
              <a:rPr lang="it-IT" altLang="en-IT"/>
              <a:t>last update: Oct 2023</a:t>
            </a:r>
          </a:p>
        </p:txBody>
      </p:sp>
      <p:sp>
        <p:nvSpPr>
          <p:cNvPr id="4" name="Footer Placeholder 3">
            <a:extLst>
              <a:ext uri="{FF2B5EF4-FFF2-40B4-BE49-F238E27FC236}">
                <a16:creationId xmlns:a16="http://schemas.microsoft.com/office/drawing/2014/main" id="{684B42B5-5FDC-4B42-887A-B68A97D000BE}"/>
              </a:ext>
            </a:extLst>
          </p:cNvPr>
          <p:cNvSpPr>
            <a:spLocks noGrp="1"/>
          </p:cNvSpPr>
          <p:nvPr>
            <p:ph type="ftr" sz="quarter" idx="11"/>
          </p:nvPr>
        </p:nvSpPr>
        <p:spPr/>
        <p:txBody>
          <a:bodyPr/>
          <a:lstStyle/>
          <a:p>
            <a:r>
              <a:rPr lang="it-IT" altLang="en-IT"/>
              <a:t>kathara – [ labs: ospf_frr ]</a:t>
            </a:r>
          </a:p>
        </p:txBody>
      </p:sp>
      <p:sp>
        <p:nvSpPr>
          <p:cNvPr id="5" name="Rectangle 3">
            <a:extLst>
              <a:ext uri="{FF2B5EF4-FFF2-40B4-BE49-F238E27FC236}">
                <a16:creationId xmlns:a16="http://schemas.microsoft.com/office/drawing/2014/main" id="{E9C412A2-966A-4BF2-921A-CFBA729795EE}"/>
              </a:ext>
            </a:extLst>
          </p:cNvPr>
          <p:cNvSpPr>
            <a:spLocks noGrp="1" noChangeArrowheads="1"/>
          </p:cNvSpPr>
          <p:nvPr>
            <p:ph type="body" idx="1"/>
          </p:nvPr>
        </p:nvSpPr>
        <p:spPr>
          <a:xfrm>
            <a:off x="609600" y="1412876"/>
            <a:ext cx="10972800" cy="4713288"/>
          </a:xfrm>
        </p:spPr>
        <p:txBody>
          <a:bodyPr/>
          <a:lstStyle/>
          <a:p>
            <a:pPr lvl="0" eaLnBrk="1" hangingPunct="1">
              <a:lnSpc>
                <a:spcPct val="80000"/>
              </a:lnSpc>
            </a:pPr>
            <a:r>
              <a:rPr lang="it-IT" altLang="it-IT" sz="1800"/>
              <a:t>Fare clic per modificare gli stili del testo dello schema</a:t>
            </a:r>
          </a:p>
          <a:p>
            <a:pPr lvl="1" eaLnBrk="1" hangingPunct="1">
              <a:lnSpc>
                <a:spcPct val="80000"/>
              </a:lnSpc>
            </a:pPr>
            <a:r>
              <a:rPr lang="it-IT" altLang="it-IT" sz="1800"/>
              <a:t>Secondo livello</a:t>
            </a:r>
          </a:p>
          <a:p>
            <a:pPr lvl="2" eaLnBrk="1" hangingPunct="1">
              <a:lnSpc>
                <a:spcPct val="80000"/>
              </a:lnSpc>
            </a:pPr>
            <a:r>
              <a:rPr lang="it-IT" altLang="it-IT" sz="1800"/>
              <a:t>Terzo livello</a:t>
            </a:r>
          </a:p>
          <a:p>
            <a:pPr lvl="3" eaLnBrk="1" hangingPunct="1">
              <a:lnSpc>
                <a:spcPct val="80000"/>
              </a:lnSpc>
            </a:pPr>
            <a:r>
              <a:rPr lang="it-IT" altLang="it-IT" sz="1800"/>
              <a:t>Quarto livello</a:t>
            </a:r>
          </a:p>
          <a:p>
            <a:pPr lvl="4" eaLnBrk="1" hangingPunct="1">
              <a:lnSpc>
                <a:spcPct val="80000"/>
              </a:lnSpc>
            </a:pPr>
            <a:r>
              <a:rPr lang="it-IT" altLang="it-IT" sz="1800"/>
              <a:t>Quinto livello</a:t>
            </a:r>
            <a:endParaRPr lang="it-IT" altLang="it-IT" sz="1800" dirty="0"/>
          </a:p>
        </p:txBody>
      </p:sp>
    </p:spTree>
    <p:extLst>
      <p:ext uri="{BB962C8B-B14F-4D97-AF65-F5344CB8AC3E}">
        <p14:creationId xmlns:p14="http://schemas.microsoft.com/office/powerpoint/2010/main" val="347493326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Section Title and Sub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72C402-67A5-4652-B395-80C3CFCC7964}"/>
              </a:ext>
            </a:extLst>
          </p:cNvPr>
          <p:cNvSpPr>
            <a:spLocks noGrp="1"/>
          </p:cNvSpPr>
          <p:nvPr>
            <p:ph type="title"/>
          </p:nvPr>
        </p:nvSpPr>
        <p:spPr>
          <a:xfrm>
            <a:off x="609600" y="2286000"/>
            <a:ext cx="10972800" cy="1143000"/>
          </a:xfrm>
        </p:spPr>
        <p:txBody>
          <a:bodyPr/>
          <a:lstStyle/>
          <a:p>
            <a:r>
              <a:rPr lang="it-IT"/>
              <a:t>Fare clic per modificare lo stile del titolo dello schema</a:t>
            </a:r>
            <a:endParaRPr lang="it-IT" dirty="0"/>
          </a:p>
        </p:txBody>
      </p:sp>
      <p:sp>
        <p:nvSpPr>
          <p:cNvPr id="3" name="Date Placeholder 2">
            <a:extLst>
              <a:ext uri="{FF2B5EF4-FFF2-40B4-BE49-F238E27FC236}">
                <a16:creationId xmlns:a16="http://schemas.microsoft.com/office/drawing/2014/main" id="{662A33B8-9C12-4DD4-B7A2-462DBDF9FD58}"/>
              </a:ext>
            </a:extLst>
          </p:cNvPr>
          <p:cNvSpPr>
            <a:spLocks noGrp="1"/>
          </p:cNvSpPr>
          <p:nvPr>
            <p:ph type="dt" sz="half" idx="10"/>
          </p:nvPr>
        </p:nvSpPr>
        <p:spPr/>
        <p:txBody>
          <a:bodyPr/>
          <a:lstStyle/>
          <a:p>
            <a:r>
              <a:rPr lang="it-IT" altLang="en-IT"/>
              <a:t>last update: Oct 2023</a:t>
            </a:r>
          </a:p>
        </p:txBody>
      </p:sp>
      <p:sp>
        <p:nvSpPr>
          <p:cNvPr id="4" name="Footer Placeholder 3">
            <a:extLst>
              <a:ext uri="{FF2B5EF4-FFF2-40B4-BE49-F238E27FC236}">
                <a16:creationId xmlns:a16="http://schemas.microsoft.com/office/drawing/2014/main" id="{5D054AC4-794D-4989-9E00-3CA5380BB33B}"/>
              </a:ext>
            </a:extLst>
          </p:cNvPr>
          <p:cNvSpPr>
            <a:spLocks noGrp="1"/>
          </p:cNvSpPr>
          <p:nvPr>
            <p:ph type="ftr" sz="quarter" idx="11"/>
          </p:nvPr>
        </p:nvSpPr>
        <p:spPr/>
        <p:txBody>
          <a:bodyPr/>
          <a:lstStyle/>
          <a:p>
            <a:r>
              <a:rPr lang="it-IT" altLang="en-IT"/>
              <a:t>kathara – [ labs: ospf_frr ]</a:t>
            </a:r>
          </a:p>
        </p:txBody>
      </p:sp>
      <p:sp>
        <p:nvSpPr>
          <p:cNvPr id="5" name="Rectangle 3">
            <a:extLst>
              <a:ext uri="{FF2B5EF4-FFF2-40B4-BE49-F238E27FC236}">
                <a16:creationId xmlns:a16="http://schemas.microsoft.com/office/drawing/2014/main" id="{EBE93C49-2746-445A-8FEE-BFD8EDF009A1}"/>
              </a:ext>
            </a:extLst>
          </p:cNvPr>
          <p:cNvSpPr>
            <a:spLocks noGrp="1" noChangeArrowheads="1"/>
          </p:cNvSpPr>
          <p:nvPr>
            <p:ph type="subTitle" idx="1"/>
          </p:nvPr>
        </p:nvSpPr>
        <p:spPr>
          <a:xfrm>
            <a:off x="1828800" y="3645024"/>
            <a:ext cx="8534400" cy="695325"/>
          </a:xfrm>
        </p:spPr>
        <p:txBody>
          <a:bodyPr/>
          <a:lstStyle>
            <a:lvl1pPr marL="0" indent="0" algn="ctr">
              <a:buFont typeface="Wingdings" pitchFamily="2" charset="2"/>
              <a:buNone/>
              <a:defRPr/>
            </a:lvl1pPr>
          </a:lstStyle>
          <a:p>
            <a:r>
              <a:rPr lang="it-IT"/>
              <a:t>Fare clic per modificare lo stile del sottotitolo dello schema</a:t>
            </a:r>
            <a:endParaRPr lang="it-IT" dirty="0"/>
          </a:p>
        </p:txBody>
      </p:sp>
    </p:spTree>
    <p:extLst>
      <p:ext uri="{BB962C8B-B14F-4D97-AF65-F5344CB8AC3E}">
        <p14:creationId xmlns:p14="http://schemas.microsoft.com/office/powerpoint/2010/main" val="292186184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olo e contenut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a:t>Fare clic per modificare lo stile del titolo dello schema</a:t>
            </a:r>
          </a:p>
        </p:txBody>
      </p:sp>
      <p:sp>
        <p:nvSpPr>
          <p:cNvPr id="3" name="Segnaposto contenuto 2"/>
          <p:cNvSpPr>
            <a:spLocks noGrp="1"/>
          </p:cNvSpPr>
          <p:nvPr>
            <p:ph idx="1"/>
          </p:nvPr>
        </p:nvSpPr>
        <p:spPr/>
        <p:txBody>
          <a:bodyPr/>
          <a:lstStyle/>
          <a:p>
            <a:pPr lvl="0"/>
            <a:r>
              <a:rPr lang="it-IT"/>
              <a:t>Fare clic per modificare gli stili del testo dello schema</a:t>
            </a:r>
          </a:p>
          <a:p>
            <a:pPr lvl="1"/>
            <a:r>
              <a:rPr lang="it-IT"/>
              <a:t>Secondo livello</a:t>
            </a:r>
          </a:p>
          <a:p>
            <a:pPr lvl="2"/>
            <a:r>
              <a:rPr lang="it-IT"/>
              <a:t>Terzo livello</a:t>
            </a:r>
          </a:p>
          <a:p>
            <a:pPr lvl="3"/>
            <a:r>
              <a:rPr lang="it-IT"/>
              <a:t>Quarto livello</a:t>
            </a:r>
          </a:p>
          <a:p>
            <a:pPr lvl="4"/>
            <a:r>
              <a:rPr lang="it-IT"/>
              <a:t>Quinto livello</a:t>
            </a:r>
          </a:p>
        </p:txBody>
      </p:sp>
      <p:sp>
        <p:nvSpPr>
          <p:cNvPr id="4" name="Rectangle 4">
            <a:extLst>
              <a:ext uri="{FF2B5EF4-FFF2-40B4-BE49-F238E27FC236}">
                <a16:creationId xmlns:a16="http://schemas.microsoft.com/office/drawing/2014/main" id="{01B5F34A-3762-4DC4-8521-3CCFBDBBB557}"/>
              </a:ext>
            </a:extLst>
          </p:cNvPr>
          <p:cNvSpPr>
            <a:spLocks noGrp="1" noChangeArrowheads="1"/>
          </p:cNvSpPr>
          <p:nvPr>
            <p:ph type="dt" sz="half" idx="10"/>
          </p:nvPr>
        </p:nvSpPr>
        <p:spPr>
          <a:ln/>
        </p:spPr>
        <p:txBody>
          <a:bodyPr/>
          <a:lstStyle>
            <a:lvl1pPr>
              <a:defRPr/>
            </a:lvl1pPr>
          </a:lstStyle>
          <a:p>
            <a:r>
              <a:rPr lang="it-IT" altLang="en-IT"/>
              <a:t>last update: Oct 2023</a:t>
            </a:r>
          </a:p>
        </p:txBody>
      </p:sp>
      <p:sp>
        <p:nvSpPr>
          <p:cNvPr id="5" name="Rectangle 5">
            <a:extLst>
              <a:ext uri="{FF2B5EF4-FFF2-40B4-BE49-F238E27FC236}">
                <a16:creationId xmlns:a16="http://schemas.microsoft.com/office/drawing/2014/main" id="{5AD2D072-E423-4081-B786-4B5AABE6E907}"/>
              </a:ext>
            </a:extLst>
          </p:cNvPr>
          <p:cNvSpPr>
            <a:spLocks noGrp="1" noChangeArrowheads="1"/>
          </p:cNvSpPr>
          <p:nvPr>
            <p:ph type="ftr" sz="quarter" idx="11"/>
          </p:nvPr>
        </p:nvSpPr>
        <p:spPr>
          <a:ln/>
        </p:spPr>
        <p:txBody>
          <a:bodyPr/>
          <a:lstStyle>
            <a:lvl1pPr>
              <a:defRPr/>
            </a:lvl1pPr>
          </a:lstStyle>
          <a:p>
            <a:r>
              <a:rPr lang="it-IT" altLang="en-IT"/>
              <a:t>kathara – [ labs: ospf_frr ]</a:t>
            </a:r>
          </a:p>
        </p:txBody>
      </p:sp>
    </p:spTree>
    <p:extLst>
      <p:ext uri="{BB962C8B-B14F-4D97-AF65-F5344CB8AC3E}">
        <p14:creationId xmlns:p14="http://schemas.microsoft.com/office/powerpoint/2010/main" val="373497720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Due contenuti">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a:t>Fare clic per modificare lo stile del titolo dello schema</a:t>
            </a:r>
          </a:p>
        </p:txBody>
      </p:sp>
      <p:sp>
        <p:nvSpPr>
          <p:cNvPr id="3" name="Segnaposto contenuto 2"/>
          <p:cNvSpPr>
            <a:spLocks noGrp="1"/>
          </p:cNvSpPr>
          <p:nvPr>
            <p:ph sz="half" idx="1"/>
          </p:nvPr>
        </p:nvSpPr>
        <p:spPr>
          <a:xfrm>
            <a:off x="609600" y="1412875"/>
            <a:ext cx="5392615" cy="4713291"/>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a:t>Fare clic per modificare gli stili del testo dello schema</a:t>
            </a:r>
          </a:p>
          <a:p>
            <a:pPr lvl="1"/>
            <a:r>
              <a:rPr lang="it-IT"/>
              <a:t>Secondo livello</a:t>
            </a:r>
          </a:p>
          <a:p>
            <a:pPr lvl="2"/>
            <a:r>
              <a:rPr lang="it-IT"/>
              <a:t>Terzo livello</a:t>
            </a:r>
          </a:p>
          <a:p>
            <a:pPr lvl="3"/>
            <a:r>
              <a:rPr lang="it-IT"/>
              <a:t>Quarto livello</a:t>
            </a:r>
          </a:p>
          <a:p>
            <a:pPr lvl="4"/>
            <a:r>
              <a:rPr lang="it-IT"/>
              <a:t>Quinto livello</a:t>
            </a:r>
          </a:p>
        </p:txBody>
      </p:sp>
      <p:sp>
        <p:nvSpPr>
          <p:cNvPr id="4" name="Segnaposto contenuto 3"/>
          <p:cNvSpPr>
            <a:spLocks noGrp="1"/>
          </p:cNvSpPr>
          <p:nvPr>
            <p:ph sz="half" idx="2"/>
          </p:nvPr>
        </p:nvSpPr>
        <p:spPr>
          <a:xfrm>
            <a:off x="6189786" y="1412875"/>
            <a:ext cx="5392615" cy="4713291"/>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a:t>Fare clic per modificare gli stili del testo dello schema</a:t>
            </a:r>
          </a:p>
          <a:p>
            <a:pPr lvl="1"/>
            <a:r>
              <a:rPr lang="it-IT"/>
              <a:t>Secondo livello</a:t>
            </a:r>
          </a:p>
          <a:p>
            <a:pPr lvl="2"/>
            <a:r>
              <a:rPr lang="it-IT"/>
              <a:t>Terzo livello</a:t>
            </a:r>
          </a:p>
          <a:p>
            <a:pPr lvl="3"/>
            <a:r>
              <a:rPr lang="it-IT"/>
              <a:t>Quarto livello</a:t>
            </a:r>
          </a:p>
          <a:p>
            <a:pPr lvl="4"/>
            <a:r>
              <a:rPr lang="it-IT"/>
              <a:t>Quinto livello</a:t>
            </a:r>
          </a:p>
        </p:txBody>
      </p:sp>
      <p:sp>
        <p:nvSpPr>
          <p:cNvPr id="5" name="Rectangle 4">
            <a:extLst>
              <a:ext uri="{FF2B5EF4-FFF2-40B4-BE49-F238E27FC236}">
                <a16:creationId xmlns:a16="http://schemas.microsoft.com/office/drawing/2014/main" id="{F0D3FD9D-035D-4317-87B9-2E07DC513C53}"/>
              </a:ext>
            </a:extLst>
          </p:cNvPr>
          <p:cNvSpPr>
            <a:spLocks noGrp="1" noChangeArrowheads="1"/>
          </p:cNvSpPr>
          <p:nvPr>
            <p:ph type="dt" sz="half" idx="10"/>
          </p:nvPr>
        </p:nvSpPr>
        <p:spPr>
          <a:ln/>
        </p:spPr>
        <p:txBody>
          <a:bodyPr/>
          <a:lstStyle>
            <a:lvl1pPr>
              <a:defRPr/>
            </a:lvl1pPr>
          </a:lstStyle>
          <a:p>
            <a:r>
              <a:rPr lang="it-IT" altLang="en-IT"/>
              <a:t>last update: Oct 2023</a:t>
            </a:r>
          </a:p>
        </p:txBody>
      </p:sp>
      <p:sp>
        <p:nvSpPr>
          <p:cNvPr id="6" name="Rectangle 5">
            <a:extLst>
              <a:ext uri="{FF2B5EF4-FFF2-40B4-BE49-F238E27FC236}">
                <a16:creationId xmlns:a16="http://schemas.microsoft.com/office/drawing/2014/main" id="{0056CC62-4927-46CE-8071-12D4280A824B}"/>
              </a:ext>
            </a:extLst>
          </p:cNvPr>
          <p:cNvSpPr>
            <a:spLocks noGrp="1" noChangeArrowheads="1"/>
          </p:cNvSpPr>
          <p:nvPr>
            <p:ph type="ftr" sz="quarter" idx="11"/>
          </p:nvPr>
        </p:nvSpPr>
        <p:spPr>
          <a:ln/>
        </p:spPr>
        <p:txBody>
          <a:bodyPr/>
          <a:lstStyle>
            <a:lvl1pPr>
              <a:defRPr/>
            </a:lvl1pPr>
          </a:lstStyle>
          <a:p>
            <a:r>
              <a:rPr lang="it-IT" altLang="en-IT"/>
              <a:t>kathara – [ labs: ospf_frr ]</a:t>
            </a:r>
          </a:p>
        </p:txBody>
      </p:sp>
    </p:spTree>
    <p:extLst>
      <p:ext uri="{BB962C8B-B14F-4D97-AF65-F5344CB8AC3E}">
        <p14:creationId xmlns:p14="http://schemas.microsoft.com/office/powerpoint/2010/main" val="79132148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olo titol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a:t>Fare clic per modificare lo stile del titolo dello schema</a:t>
            </a:r>
          </a:p>
        </p:txBody>
      </p:sp>
      <p:sp>
        <p:nvSpPr>
          <p:cNvPr id="3" name="Rectangle 4">
            <a:extLst>
              <a:ext uri="{FF2B5EF4-FFF2-40B4-BE49-F238E27FC236}">
                <a16:creationId xmlns:a16="http://schemas.microsoft.com/office/drawing/2014/main" id="{09E61840-3800-42E1-8104-908EC2290A80}"/>
              </a:ext>
            </a:extLst>
          </p:cNvPr>
          <p:cNvSpPr>
            <a:spLocks noGrp="1" noChangeArrowheads="1"/>
          </p:cNvSpPr>
          <p:nvPr>
            <p:ph type="dt" sz="half" idx="10"/>
          </p:nvPr>
        </p:nvSpPr>
        <p:spPr>
          <a:ln/>
        </p:spPr>
        <p:txBody>
          <a:bodyPr/>
          <a:lstStyle>
            <a:lvl1pPr>
              <a:defRPr/>
            </a:lvl1pPr>
          </a:lstStyle>
          <a:p>
            <a:r>
              <a:rPr lang="it-IT" altLang="en-IT"/>
              <a:t>last update: Oct 2023</a:t>
            </a:r>
          </a:p>
        </p:txBody>
      </p:sp>
      <p:sp>
        <p:nvSpPr>
          <p:cNvPr id="4" name="Rectangle 5">
            <a:extLst>
              <a:ext uri="{FF2B5EF4-FFF2-40B4-BE49-F238E27FC236}">
                <a16:creationId xmlns:a16="http://schemas.microsoft.com/office/drawing/2014/main" id="{BBDBC235-FCC8-44F7-AF2D-D19BB003DF74}"/>
              </a:ext>
            </a:extLst>
          </p:cNvPr>
          <p:cNvSpPr>
            <a:spLocks noGrp="1" noChangeArrowheads="1"/>
          </p:cNvSpPr>
          <p:nvPr>
            <p:ph type="ftr" sz="quarter" idx="11"/>
          </p:nvPr>
        </p:nvSpPr>
        <p:spPr>
          <a:ln/>
        </p:spPr>
        <p:txBody>
          <a:bodyPr/>
          <a:lstStyle>
            <a:lvl1pPr>
              <a:defRPr/>
            </a:lvl1pPr>
          </a:lstStyle>
          <a:p>
            <a:r>
              <a:rPr lang="it-IT" altLang="en-IT"/>
              <a:t>kathara – [ labs: ospf_frr ]</a:t>
            </a:r>
          </a:p>
        </p:txBody>
      </p:sp>
    </p:spTree>
    <p:extLst>
      <p:ext uri="{BB962C8B-B14F-4D97-AF65-F5344CB8AC3E}">
        <p14:creationId xmlns:p14="http://schemas.microsoft.com/office/powerpoint/2010/main" val="55190090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uota">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8210B621-DDDB-4969-8052-9E481273EFD3}"/>
              </a:ext>
            </a:extLst>
          </p:cNvPr>
          <p:cNvSpPr>
            <a:spLocks noGrp="1" noChangeArrowheads="1"/>
          </p:cNvSpPr>
          <p:nvPr>
            <p:ph type="dt" sz="half" idx="10"/>
          </p:nvPr>
        </p:nvSpPr>
        <p:spPr>
          <a:ln/>
        </p:spPr>
        <p:txBody>
          <a:bodyPr/>
          <a:lstStyle>
            <a:lvl1pPr>
              <a:defRPr/>
            </a:lvl1pPr>
          </a:lstStyle>
          <a:p>
            <a:r>
              <a:rPr lang="it-IT" altLang="en-IT"/>
              <a:t>last update: Oct 2023</a:t>
            </a:r>
          </a:p>
        </p:txBody>
      </p:sp>
      <p:sp>
        <p:nvSpPr>
          <p:cNvPr id="3" name="Rectangle 5">
            <a:extLst>
              <a:ext uri="{FF2B5EF4-FFF2-40B4-BE49-F238E27FC236}">
                <a16:creationId xmlns:a16="http://schemas.microsoft.com/office/drawing/2014/main" id="{DF427022-EF7C-4DDD-9245-E8A971AB8D5C}"/>
              </a:ext>
            </a:extLst>
          </p:cNvPr>
          <p:cNvSpPr>
            <a:spLocks noGrp="1" noChangeArrowheads="1"/>
          </p:cNvSpPr>
          <p:nvPr>
            <p:ph type="ftr" sz="quarter" idx="11"/>
          </p:nvPr>
        </p:nvSpPr>
        <p:spPr>
          <a:ln/>
        </p:spPr>
        <p:txBody>
          <a:bodyPr/>
          <a:lstStyle>
            <a:lvl1pPr>
              <a:defRPr/>
            </a:lvl1pPr>
          </a:lstStyle>
          <a:p>
            <a:r>
              <a:rPr lang="it-IT" altLang="en-IT"/>
              <a:t>kathara – [ labs: ospf_frr ]</a:t>
            </a:r>
          </a:p>
        </p:txBody>
      </p:sp>
    </p:spTree>
    <p:extLst>
      <p:ext uri="{BB962C8B-B14F-4D97-AF65-F5344CB8AC3E}">
        <p14:creationId xmlns:p14="http://schemas.microsoft.com/office/powerpoint/2010/main" val="133198104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to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609601" y="273050"/>
            <a:ext cx="4011247" cy="1162050"/>
          </a:xfrm>
        </p:spPr>
        <p:txBody>
          <a:bodyPr anchor="b"/>
          <a:lstStyle>
            <a:lvl1pPr algn="l">
              <a:defRPr sz="2000" b="1"/>
            </a:lvl1pPr>
          </a:lstStyle>
          <a:p>
            <a:r>
              <a:rPr lang="it-IT"/>
              <a:t>Fare clic per modificare lo stile del titolo dello schema</a:t>
            </a:r>
          </a:p>
        </p:txBody>
      </p:sp>
      <p:sp>
        <p:nvSpPr>
          <p:cNvPr id="3" name="Segnaposto contenuto 2"/>
          <p:cNvSpPr>
            <a:spLocks noGrp="1"/>
          </p:cNvSpPr>
          <p:nvPr>
            <p:ph idx="1"/>
          </p:nvPr>
        </p:nvSpPr>
        <p:spPr>
          <a:xfrm>
            <a:off x="4767386" y="273053"/>
            <a:ext cx="6815015"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it-IT"/>
              <a:t>Fare clic per modificare gli stili del testo dello schema</a:t>
            </a:r>
          </a:p>
          <a:p>
            <a:pPr lvl="1"/>
            <a:r>
              <a:rPr lang="it-IT"/>
              <a:t>Secondo livello</a:t>
            </a:r>
          </a:p>
          <a:p>
            <a:pPr lvl="2"/>
            <a:r>
              <a:rPr lang="it-IT"/>
              <a:t>Terzo livello</a:t>
            </a:r>
          </a:p>
          <a:p>
            <a:pPr lvl="3"/>
            <a:r>
              <a:rPr lang="it-IT"/>
              <a:t>Quarto livello</a:t>
            </a:r>
          </a:p>
          <a:p>
            <a:pPr lvl="4"/>
            <a:r>
              <a:rPr lang="it-IT"/>
              <a:t>Quinto livello</a:t>
            </a:r>
          </a:p>
        </p:txBody>
      </p:sp>
      <p:sp>
        <p:nvSpPr>
          <p:cNvPr id="4" name="Segnaposto testo 3"/>
          <p:cNvSpPr>
            <a:spLocks noGrp="1"/>
          </p:cNvSpPr>
          <p:nvPr>
            <p:ph type="body" sz="half" idx="2"/>
          </p:nvPr>
        </p:nvSpPr>
        <p:spPr>
          <a:xfrm>
            <a:off x="609601" y="1435103"/>
            <a:ext cx="4011247" cy="4691063"/>
          </a:xfrm>
        </p:spPr>
        <p:txBody>
          <a:bodyPr/>
          <a:lstStyle>
            <a:lvl1pPr marL="0" indent="0">
              <a:buNone/>
              <a:defRPr sz="1400"/>
            </a:lvl1pPr>
            <a:lvl2pPr marL="457212" indent="0">
              <a:buNone/>
              <a:defRPr sz="1200"/>
            </a:lvl2pPr>
            <a:lvl3pPr marL="914423" indent="0">
              <a:buNone/>
              <a:defRPr sz="1000"/>
            </a:lvl3pPr>
            <a:lvl4pPr marL="1371634" indent="0">
              <a:buNone/>
              <a:defRPr sz="900"/>
            </a:lvl4pPr>
            <a:lvl5pPr marL="1828846" indent="0">
              <a:buNone/>
              <a:defRPr sz="900"/>
            </a:lvl5pPr>
            <a:lvl6pPr marL="2286057" indent="0">
              <a:buNone/>
              <a:defRPr sz="900"/>
            </a:lvl6pPr>
            <a:lvl7pPr marL="2743269" indent="0">
              <a:buNone/>
              <a:defRPr sz="900"/>
            </a:lvl7pPr>
            <a:lvl8pPr marL="3200480" indent="0">
              <a:buNone/>
              <a:defRPr sz="900"/>
            </a:lvl8pPr>
            <a:lvl9pPr marL="3657691" indent="0">
              <a:buNone/>
              <a:defRPr sz="900"/>
            </a:lvl9pPr>
          </a:lstStyle>
          <a:p>
            <a:pPr lvl="0"/>
            <a:r>
              <a:rPr lang="it-IT"/>
              <a:t>Fare clic per modificare gli stili del testo dello schema</a:t>
            </a:r>
          </a:p>
        </p:txBody>
      </p:sp>
      <p:sp>
        <p:nvSpPr>
          <p:cNvPr id="5" name="Rectangle 4">
            <a:extLst>
              <a:ext uri="{FF2B5EF4-FFF2-40B4-BE49-F238E27FC236}">
                <a16:creationId xmlns:a16="http://schemas.microsoft.com/office/drawing/2014/main" id="{B6B7462A-E94B-4E5C-AF83-8E8FA72FC515}"/>
              </a:ext>
            </a:extLst>
          </p:cNvPr>
          <p:cNvSpPr>
            <a:spLocks noGrp="1" noChangeArrowheads="1"/>
          </p:cNvSpPr>
          <p:nvPr>
            <p:ph type="dt" sz="half" idx="10"/>
          </p:nvPr>
        </p:nvSpPr>
        <p:spPr>
          <a:ln/>
        </p:spPr>
        <p:txBody>
          <a:bodyPr/>
          <a:lstStyle>
            <a:lvl1pPr>
              <a:defRPr/>
            </a:lvl1pPr>
          </a:lstStyle>
          <a:p>
            <a:r>
              <a:rPr lang="it-IT" altLang="en-IT"/>
              <a:t>last update: Oct 2023</a:t>
            </a:r>
          </a:p>
        </p:txBody>
      </p:sp>
      <p:sp>
        <p:nvSpPr>
          <p:cNvPr id="6" name="Rectangle 5">
            <a:extLst>
              <a:ext uri="{FF2B5EF4-FFF2-40B4-BE49-F238E27FC236}">
                <a16:creationId xmlns:a16="http://schemas.microsoft.com/office/drawing/2014/main" id="{1ECA9AC3-825F-4AAC-8B76-9EC322D8ACC1}"/>
              </a:ext>
            </a:extLst>
          </p:cNvPr>
          <p:cNvSpPr>
            <a:spLocks noGrp="1" noChangeArrowheads="1"/>
          </p:cNvSpPr>
          <p:nvPr>
            <p:ph type="ftr" sz="quarter" idx="11"/>
          </p:nvPr>
        </p:nvSpPr>
        <p:spPr>
          <a:ln/>
        </p:spPr>
        <p:txBody>
          <a:bodyPr/>
          <a:lstStyle>
            <a:lvl1pPr>
              <a:defRPr/>
            </a:lvl1pPr>
          </a:lstStyle>
          <a:p>
            <a:r>
              <a:rPr lang="it-IT" altLang="en-IT"/>
              <a:t>kathara – [ labs: ospf_frr ]</a:t>
            </a:r>
          </a:p>
        </p:txBody>
      </p:sp>
    </p:spTree>
    <p:extLst>
      <p:ext uri="{BB962C8B-B14F-4D97-AF65-F5344CB8AC3E}">
        <p14:creationId xmlns:p14="http://schemas.microsoft.com/office/powerpoint/2010/main" val="271480658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magine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2389554" y="4800600"/>
            <a:ext cx="7315200" cy="566738"/>
          </a:xfrm>
        </p:spPr>
        <p:txBody>
          <a:bodyPr anchor="b"/>
          <a:lstStyle>
            <a:lvl1pPr algn="l">
              <a:defRPr sz="2000" b="1"/>
            </a:lvl1pPr>
          </a:lstStyle>
          <a:p>
            <a:r>
              <a:rPr lang="it-IT"/>
              <a:t>Fare clic per modificare lo stile del titolo dello schema</a:t>
            </a:r>
          </a:p>
        </p:txBody>
      </p:sp>
      <p:sp>
        <p:nvSpPr>
          <p:cNvPr id="3" name="Segnaposto immagine 2"/>
          <p:cNvSpPr>
            <a:spLocks noGrp="1"/>
          </p:cNvSpPr>
          <p:nvPr>
            <p:ph type="pic" idx="1"/>
          </p:nvPr>
        </p:nvSpPr>
        <p:spPr>
          <a:xfrm>
            <a:off x="2389554" y="612775"/>
            <a:ext cx="7315200" cy="4114800"/>
          </a:xfrm>
        </p:spPr>
        <p:txBody>
          <a:bodyPr/>
          <a:lstStyle>
            <a:lvl1pPr marL="0" indent="0">
              <a:buNone/>
              <a:defRPr sz="3200"/>
            </a:lvl1pPr>
            <a:lvl2pPr marL="457212" indent="0">
              <a:buNone/>
              <a:defRPr sz="2800"/>
            </a:lvl2pPr>
            <a:lvl3pPr marL="914423" indent="0">
              <a:buNone/>
              <a:defRPr sz="2400"/>
            </a:lvl3pPr>
            <a:lvl4pPr marL="1371634" indent="0">
              <a:buNone/>
              <a:defRPr sz="2000"/>
            </a:lvl4pPr>
            <a:lvl5pPr marL="1828846" indent="0">
              <a:buNone/>
              <a:defRPr sz="2000"/>
            </a:lvl5pPr>
            <a:lvl6pPr marL="2286057" indent="0">
              <a:buNone/>
              <a:defRPr sz="2000"/>
            </a:lvl6pPr>
            <a:lvl7pPr marL="2743269" indent="0">
              <a:buNone/>
              <a:defRPr sz="2000"/>
            </a:lvl7pPr>
            <a:lvl8pPr marL="3200480" indent="0">
              <a:buNone/>
              <a:defRPr sz="2000"/>
            </a:lvl8pPr>
            <a:lvl9pPr marL="3657691" indent="0">
              <a:buNone/>
              <a:defRPr sz="2000"/>
            </a:lvl9pPr>
          </a:lstStyle>
          <a:p>
            <a:pPr lvl="0"/>
            <a:r>
              <a:rPr lang="it-IT" noProof="0"/>
              <a:t>Fare clic sull'icona per inserire un'immagine</a:t>
            </a:r>
          </a:p>
        </p:txBody>
      </p:sp>
      <p:sp>
        <p:nvSpPr>
          <p:cNvPr id="4" name="Segnaposto testo 3"/>
          <p:cNvSpPr>
            <a:spLocks noGrp="1"/>
          </p:cNvSpPr>
          <p:nvPr>
            <p:ph type="body" sz="half" idx="2"/>
          </p:nvPr>
        </p:nvSpPr>
        <p:spPr>
          <a:xfrm>
            <a:off x="2389554" y="5367338"/>
            <a:ext cx="7315200" cy="804862"/>
          </a:xfrm>
        </p:spPr>
        <p:txBody>
          <a:bodyPr/>
          <a:lstStyle>
            <a:lvl1pPr marL="0" indent="0">
              <a:buNone/>
              <a:defRPr sz="1400"/>
            </a:lvl1pPr>
            <a:lvl2pPr marL="457212" indent="0">
              <a:buNone/>
              <a:defRPr sz="1200"/>
            </a:lvl2pPr>
            <a:lvl3pPr marL="914423" indent="0">
              <a:buNone/>
              <a:defRPr sz="1000"/>
            </a:lvl3pPr>
            <a:lvl4pPr marL="1371634" indent="0">
              <a:buNone/>
              <a:defRPr sz="900"/>
            </a:lvl4pPr>
            <a:lvl5pPr marL="1828846" indent="0">
              <a:buNone/>
              <a:defRPr sz="900"/>
            </a:lvl5pPr>
            <a:lvl6pPr marL="2286057" indent="0">
              <a:buNone/>
              <a:defRPr sz="900"/>
            </a:lvl6pPr>
            <a:lvl7pPr marL="2743269" indent="0">
              <a:buNone/>
              <a:defRPr sz="900"/>
            </a:lvl7pPr>
            <a:lvl8pPr marL="3200480" indent="0">
              <a:buNone/>
              <a:defRPr sz="900"/>
            </a:lvl8pPr>
            <a:lvl9pPr marL="3657691" indent="0">
              <a:buNone/>
              <a:defRPr sz="900"/>
            </a:lvl9pPr>
          </a:lstStyle>
          <a:p>
            <a:pPr lvl="0"/>
            <a:r>
              <a:rPr lang="it-IT"/>
              <a:t>Fare clic per modificare gli stili del testo dello schema</a:t>
            </a:r>
          </a:p>
        </p:txBody>
      </p:sp>
      <p:sp>
        <p:nvSpPr>
          <p:cNvPr id="5" name="Rectangle 4">
            <a:extLst>
              <a:ext uri="{FF2B5EF4-FFF2-40B4-BE49-F238E27FC236}">
                <a16:creationId xmlns:a16="http://schemas.microsoft.com/office/drawing/2014/main" id="{1A58AB6D-2A9D-4F16-A910-0B79968AB2D1}"/>
              </a:ext>
            </a:extLst>
          </p:cNvPr>
          <p:cNvSpPr>
            <a:spLocks noGrp="1" noChangeArrowheads="1"/>
          </p:cNvSpPr>
          <p:nvPr>
            <p:ph type="dt" sz="half" idx="10"/>
          </p:nvPr>
        </p:nvSpPr>
        <p:spPr>
          <a:ln/>
        </p:spPr>
        <p:txBody>
          <a:bodyPr/>
          <a:lstStyle>
            <a:lvl1pPr>
              <a:defRPr/>
            </a:lvl1pPr>
          </a:lstStyle>
          <a:p>
            <a:r>
              <a:rPr lang="it-IT" altLang="en-IT"/>
              <a:t>last update: Oct 2023</a:t>
            </a:r>
          </a:p>
        </p:txBody>
      </p:sp>
      <p:sp>
        <p:nvSpPr>
          <p:cNvPr id="6" name="Rectangle 5">
            <a:extLst>
              <a:ext uri="{FF2B5EF4-FFF2-40B4-BE49-F238E27FC236}">
                <a16:creationId xmlns:a16="http://schemas.microsoft.com/office/drawing/2014/main" id="{86A098BE-69C9-4538-89C8-C00B289910E6}"/>
              </a:ext>
            </a:extLst>
          </p:cNvPr>
          <p:cNvSpPr>
            <a:spLocks noGrp="1" noChangeArrowheads="1"/>
          </p:cNvSpPr>
          <p:nvPr>
            <p:ph type="ftr" sz="quarter" idx="11"/>
          </p:nvPr>
        </p:nvSpPr>
        <p:spPr>
          <a:ln/>
        </p:spPr>
        <p:txBody>
          <a:bodyPr/>
          <a:lstStyle>
            <a:lvl1pPr>
              <a:defRPr/>
            </a:lvl1pPr>
          </a:lstStyle>
          <a:p>
            <a:r>
              <a:rPr lang="it-IT" altLang="en-IT"/>
              <a:t>kathara – [ labs: ospf_frr ]</a:t>
            </a:r>
          </a:p>
        </p:txBody>
      </p:sp>
    </p:spTree>
    <p:extLst>
      <p:ext uri="{BB962C8B-B14F-4D97-AF65-F5344CB8AC3E}">
        <p14:creationId xmlns:p14="http://schemas.microsoft.com/office/powerpoint/2010/main" val="221744983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olo e testo verticale">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a:t>Fare clic per modificare lo stile del titolo dello schema</a:t>
            </a:r>
          </a:p>
        </p:txBody>
      </p:sp>
      <p:sp>
        <p:nvSpPr>
          <p:cNvPr id="3" name="Segnaposto testo verticale 2"/>
          <p:cNvSpPr>
            <a:spLocks noGrp="1"/>
          </p:cNvSpPr>
          <p:nvPr>
            <p:ph type="body" orient="vert" idx="1"/>
          </p:nvPr>
        </p:nvSpPr>
        <p:spPr/>
        <p:txBody>
          <a:bodyPr vert="eaVert"/>
          <a:lstStyle/>
          <a:p>
            <a:pPr lvl="0"/>
            <a:r>
              <a:rPr lang="it-IT"/>
              <a:t>Fare clic per modificare gli stili del testo dello schema</a:t>
            </a:r>
          </a:p>
          <a:p>
            <a:pPr lvl="1"/>
            <a:r>
              <a:rPr lang="it-IT"/>
              <a:t>Secondo livello</a:t>
            </a:r>
          </a:p>
          <a:p>
            <a:pPr lvl="2"/>
            <a:r>
              <a:rPr lang="it-IT"/>
              <a:t>Terzo livello</a:t>
            </a:r>
          </a:p>
          <a:p>
            <a:pPr lvl="3"/>
            <a:r>
              <a:rPr lang="it-IT"/>
              <a:t>Quarto livello</a:t>
            </a:r>
          </a:p>
          <a:p>
            <a:pPr lvl="4"/>
            <a:r>
              <a:rPr lang="it-IT"/>
              <a:t>Quinto livello</a:t>
            </a:r>
          </a:p>
        </p:txBody>
      </p:sp>
      <p:sp>
        <p:nvSpPr>
          <p:cNvPr id="4" name="Rectangle 4">
            <a:extLst>
              <a:ext uri="{FF2B5EF4-FFF2-40B4-BE49-F238E27FC236}">
                <a16:creationId xmlns:a16="http://schemas.microsoft.com/office/drawing/2014/main" id="{5486F16B-0B58-45B6-9061-CA60B6CB76B3}"/>
              </a:ext>
            </a:extLst>
          </p:cNvPr>
          <p:cNvSpPr>
            <a:spLocks noGrp="1" noChangeArrowheads="1"/>
          </p:cNvSpPr>
          <p:nvPr>
            <p:ph type="dt" sz="half" idx="10"/>
          </p:nvPr>
        </p:nvSpPr>
        <p:spPr>
          <a:ln/>
        </p:spPr>
        <p:txBody>
          <a:bodyPr/>
          <a:lstStyle>
            <a:lvl1pPr>
              <a:defRPr/>
            </a:lvl1pPr>
          </a:lstStyle>
          <a:p>
            <a:r>
              <a:rPr lang="it-IT" altLang="en-IT"/>
              <a:t>last update: Oct 2023</a:t>
            </a:r>
          </a:p>
        </p:txBody>
      </p:sp>
      <p:sp>
        <p:nvSpPr>
          <p:cNvPr id="5" name="Rectangle 5">
            <a:extLst>
              <a:ext uri="{FF2B5EF4-FFF2-40B4-BE49-F238E27FC236}">
                <a16:creationId xmlns:a16="http://schemas.microsoft.com/office/drawing/2014/main" id="{2D754CCF-D619-4891-8E0C-E8A44AB624BA}"/>
              </a:ext>
            </a:extLst>
          </p:cNvPr>
          <p:cNvSpPr>
            <a:spLocks noGrp="1" noChangeArrowheads="1"/>
          </p:cNvSpPr>
          <p:nvPr>
            <p:ph type="ftr" sz="quarter" idx="11"/>
          </p:nvPr>
        </p:nvSpPr>
        <p:spPr>
          <a:ln/>
        </p:spPr>
        <p:txBody>
          <a:bodyPr/>
          <a:lstStyle>
            <a:lvl1pPr>
              <a:defRPr/>
            </a:lvl1pPr>
          </a:lstStyle>
          <a:p>
            <a:r>
              <a:rPr lang="it-IT" altLang="en-IT"/>
              <a:t>kathara – [ labs: ospf_frr ]</a:t>
            </a:r>
          </a:p>
        </p:txBody>
      </p:sp>
    </p:spTree>
    <p:extLst>
      <p:ext uri="{BB962C8B-B14F-4D97-AF65-F5344CB8AC3E}">
        <p14:creationId xmlns:p14="http://schemas.microsoft.com/office/powerpoint/2010/main" val="142283016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1_Titolo e testo verticale">
    <p:spTree>
      <p:nvGrpSpPr>
        <p:cNvPr id="1" name=""/>
        <p:cNvGrpSpPr/>
        <p:nvPr/>
      </p:nvGrpSpPr>
      <p:grpSpPr>
        <a:xfrm>
          <a:off x="0" y="0"/>
          <a:ext cx="0" cy="0"/>
          <a:chOff x="0" y="0"/>
          <a:chExt cx="0" cy="0"/>
        </a:xfrm>
      </p:grpSpPr>
      <p:sp>
        <p:nvSpPr>
          <p:cNvPr id="2" name="Titolo verticale 1"/>
          <p:cNvSpPr>
            <a:spLocks noGrp="1"/>
          </p:cNvSpPr>
          <p:nvPr>
            <p:ph type="title" orient="vert"/>
          </p:nvPr>
        </p:nvSpPr>
        <p:spPr>
          <a:xfrm>
            <a:off x="8839200" y="274641"/>
            <a:ext cx="2743200" cy="5851525"/>
          </a:xfrm>
        </p:spPr>
        <p:txBody>
          <a:bodyPr vert="eaVert"/>
          <a:lstStyle/>
          <a:p>
            <a:r>
              <a:rPr lang="it-IT"/>
              <a:t>Fare clic per modificare lo stile del titolo dello schema</a:t>
            </a:r>
          </a:p>
        </p:txBody>
      </p:sp>
      <p:sp>
        <p:nvSpPr>
          <p:cNvPr id="3" name="Segnaposto testo verticale 2"/>
          <p:cNvSpPr>
            <a:spLocks noGrp="1"/>
          </p:cNvSpPr>
          <p:nvPr>
            <p:ph type="body" orient="vert" idx="1"/>
          </p:nvPr>
        </p:nvSpPr>
        <p:spPr>
          <a:xfrm>
            <a:off x="609601" y="274641"/>
            <a:ext cx="8042031" cy="5851525"/>
          </a:xfrm>
        </p:spPr>
        <p:txBody>
          <a:bodyPr vert="eaVert"/>
          <a:lstStyle/>
          <a:p>
            <a:pPr lvl="0"/>
            <a:r>
              <a:rPr lang="it-IT"/>
              <a:t>Fare clic per modificare gli stili del testo dello schema</a:t>
            </a:r>
          </a:p>
          <a:p>
            <a:pPr lvl="1"/>
            <a:r>
              <a:rPr lang="it-IT"/>
              <a:t>Secondo livello</a:t>
            </a:r>
          </a:p>
          <a:p>
            <a:pPr lvl="2"/>
            <a:r>
              <a:rPr lang="it-IT"/>
              <a:t>Terzo livello</a:t>
            </a:r>
          </a:p>
          <a:p>
            <a:pPr lvl="3"/>
            <a:r>
              <a:rPr lang="it-IT"/>
              <a:t>Quarto livello</a:t>
            </a:r>
          </a:p>
          <a:p>
            <a:pPr lvl="4"/>
            <a:r>
              <a:rPr lang="it-IT"/>
              <a:t>Quinto livello</a:t>
            </a:r>
          </a:p>
        </p:txBody>
      </p:sp>
      <p:sp>
        <p:nvSpPr>
          <p:cNvPr id="4" name="Rectangle 4">
            <a:extLst>
              <a:ext uri="{FF2B5EF4-FFF2-40B4-BE49-F238E27FC236}">
                <a16:creationId xmlns:a16="http://schemas.microsoft.com/office/drawing/2014/main" id="{06ABEC1F-57AF-4AF1-B41E-3F8C58106046}"/>
              </a:ext>
            </a:extLst>
          </p:cNvPr>
          <p:cNvSpPr>
            <a:spLocks noGrp="1" noChangeArrowheads="1"/>
          </p:cNvSpPr>
          <p:nvPr>
            <p:ph type="dt" sz="half" idx="10"/>
          </p:nvPr>
        </p:nvSpPr>
        <p:spPr>
          <a:ln/>
        </p:spPr>
        <p:txBody>
          <a:bodyPr/>
          <a:lstStyle>
            <a:lvl1pPr>
              <a:defRPr/>
            </a:lvl1pPr>
          </a:lstStyle>
          <a:p>
            <a:r>
              <a:rPr lang="it-IT" altLang="en-IT"/>
              <a:t>last update: Oct 2023</a:t>
            </a:r>
          </a:p>
        </p:txBody>
      </p:sp>
      <p:sp>
        <p:nvSpPr>
          <p:cNvPr id="5" name="Rectangle 5">
            <a:extLst>
              <a:ext uri="{FF2B5EF4-FFF2-40B4-BE49-F238E27FC236}">
                <a16:creationId xmlns:a16="http://schemas.microsoft.com/office/drawing/2014/main" id="{CAC44205-C96E-4D3D-B0E4-CEBDE5B2D649}"/>
              </a:ext>
            </a:extLst>
          </p:cNvPr>
          <p:cNvSpPr>
            <a:spLocks noGrp="1" noChangeArrowheads="1"/>
          </p:cNvSpPr>
          <p:nvPr>
            <p:ph type="ftr" sz="quarter" idx="11"/>
          </p:nvPr>
        </p:nvSpPr>
        <p:spPr>
          <a:ln/>
        </p:spPr>
        <p:txBody>
          <a:bodyPr/>
          <a:lstStyle>
            <a:lvl1pPr>
              <a:defRPr/>
            </a:lvl1pPr>
          </a:lstStyle>
          <a:p>
            <a:r>
              <a:rPr lang="it-IT" altLang="en-IT"/>
              <a:t>kathara – [ labs: ospf_frr ]</a:t>
            </a:r>
          </a:p>
        </p:txBody>
      </p:sp>
    </p:spTree>
    <p:extLst>
      <p:ext uri="{BB962C8B-B14F-4D97-AF65-F5344CB8AC3E}">
        <p14:creationId xmlns:p14="http://schemas.microsoft.com/office/powerpoint/2010/main" val="241611036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x">
  <p:cSld name="Title &amp; Bullets">
    <p:spTree>
      <p:nvGrpSpPr>
        <p:cNvPr id="1" name=""/>
        <p:cNvGrpSpPr/>
        <p:nvPr/>
      </p:nvGrpSpPr>
      <p:grpSpPr>
        <a:xfrm>
          <a:off x="0" y="0"/>
          <a:ext cx="0" cy="0"/>
          <a:chOff x="0" y="0"/>
          <a:chExt cx="0" cy="0"/>
        </a:xfrm>
      </p:grpSpPr>
      <p:sp>
        <p:nvSpPr>
          <p:cNvPr id="20" name="Computer Networks"/>
          <p:cNvSpPr/>
          <p:nvPr/>
        </p:nvSpPr>
        <p:spPr>
          <a:xfrm>
            <a:off x="738188" y="6327163"/>
            <a:ext cx="1919977" cy="266933"/>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defRPr sz="1800">
                <a:solidFill>
                  <a:srgbClr val="C0C0C0"/>
                </a:solidFill>
                <a:latin typeface="Times New Roman"/>
                <a:ea typeface="Times New Roman"/>
                <a:cs typeface="Times New Roman"/>
                <a:sym typeface="Times New Roman"/>
              </a:defRPr>
            </a:lvl1pPr>
          </a:lstStyle>
          <a:p>
            <a:r>
              <a:rPr sz="1266"/>
              <a:t>Computer Networks</a:t>
            </a:r>
          </a:p>
        </p:txBody>
      </p:sp>
      <p:sp>
        <p:nvSpPr>
          <p:cNvPr id="21" name="Title Text"/>
          <p:cNvSpPr txBox="1">
            <a:spLocks noGrp="1"/>
          </p:cNvSpPr>
          <p:nvPr>
            <p:ph type="title"/>
          </p:nvPr>
        </p:nvSpPr>
        <p:spPr>
          <a:xfrm>
            <a:off x="1190625" y="178594"/>
            <a:ext cx="9810750" cy="1714500"/>
          </a:xfrm>
          <a:prstGeom prst="rect">
            <a:avLst/>
          </a:prstGeom>
        </p:spPr>
        <p:txBody>
          <a:bodyPr anchor="ctr"/>
          <a:lstStyle>
            <a:lvl1pPr>
              <a:defRPr sz="4500">
                <a:latin typeface="Times New Roman"/>
                <a:ea typeface="Times New Roman"/>
                <a:cs typeface="Times New Roman"/>
                <a:sym typeface="Times New Roman"/>
              </a:defRPr>
            </a:lvl1pPr>
          </a:lstStyle>
          <a:p>
            <a:r>
              <a:t>Title Text</a:t>
            </a:r>
          </a:p>
        </p:txBody>
      </p:sp>
      <p:sp>
        <p:nvSpPr>
          <p:cNvPr id="22" name="Body Level One…"/>
          <p:cNvSpPr txBox="1">
            <a:spLocks noGrp="1"/>
          </p:cNvSpPr>
          <p:nvPr>
            <p:ph type="body" idx="1"/>
          </p:nvPr>
        </p:nvSpPr>
        <p:spPr>
          <a:xfrm>
            <a:off x="1166813" y="1946672"/>
            <a:ext cx="9810750" cy="4018359"/>
          </a:xfrm>
          <a:prstGeom prst="rect">
            <a:avLst/>
          </a:prstGeom>
        </p:spPr>
        <p:txBody>
          <a:bodyPr/>
          <a:lstStyle>
            <a:lvl1pPr marL="625056" indent="-401822" algn="l">
              <a:spcBef>
                <a:spcPts val="2109"/>
              </a:spcBef>
              <a:buClr>
                <a:srgbClr val="4F8F00"/>
              </a:buClr>
              <a:buSzPct val="95000"/>
              <a:buChar char="•"/>
              <a:defRPr sz="2812"/>
            </a:lvl1pPr>
            <a:lvl2pPr marL="937584" indent="-401822" algn="l">
              <a:buClr>
                <a:srgbClr val="4F8F00"/>
              </a:buClr>
              <a:buSzPct val="95000"/>
              <a:buChar char="‣"/>
              <a:defRPr sz="2391"/>
            </a:lvl2pPr>
            <a:lvl3pPr marL="1250112" indent="-401822" algn="l">
              <a:buClr>
                <a:srgbClr val="4F8F00"/>
              </a:buClr>
              <a:buSzPct val="95000"/>
              <a:buChar char="‣"/>
              <a:defRPr sz="2391" i="1">
                <a:solidFill>
                  <a:srgbClr val="424242"/>
                </a:solidFill>
              </a:defRPr>
            </a:lvl3pPr>
            <a:lvl4pPr marL="1562640" indent="-401822" algn="l">
              <a:buClr>
                <a:srgbClr val="4F8F00"/>
              </a:buClr>
              <a:buSzPct val="95000"/>
              <a:buChar char="‣"/>
              <a:defRPr sz="2391" i="1">
                <a:solidFill>
                  <a:srgbClr val="424242"/>
                </a:solidFill>
              </a:defRPr>
            </a:lvl4pPr>
            <a:lvl5pPr marL="1875168" indent="-401822" algn="l">
              <a:buClr>
                <a:srgbClr val="4F8F00"/>
              </a:buClr>
              <a:buSzPct val="95000"/>
              <a:buChar char="‣"/>
              <a:defRPr sz="2391" i="1">
                <a:solidFill>
                  <a:srgbClr val="424242"/>
                </a:solidFill>
              </a:defRPr>
            </a:lvl5pPr>
          </a:lstStyle>
          <a:p>
            <a:r>
              <a:t>Body Level One</a:t>
            </a:r>
          </a:p>
          <a:p>
            <a:pPr lvl="1"/>
            <a:r>
              <a:t>Body Level Two</a:t>
            </a:r>
          </a:p>
          <a:p>
            <a:pPr lvl="2"/>
            <a:r>
              <a:t>Body Level Three</a:t>
            </a:r>
          </a:p>
          <a:p>
            <a:pPr lvl="3"/>
            <a:r>
              <a:t>Body Level Four</a:t>
            </a:r>
          </a:p>
          <a:p>
            <a:pPr lvl="4"/>
            <a:r>
              <a:t>Body Level Five</a:t>
            </a:r>
          </a:p>
        </p:txBody>
      </p:sp>
      <p:sp>
        <p:nvSpPr>
          <p:cNvPr id="23" name="Slide Number"/>
          <p:cNvSpPr txBox="1">
            <a:spLocks noGrp="1"/>
          </p:cNvSpPr>
          <p:nvPr>
            <p:ph type="sldNum" sz="quarter" idx="2"/>
          </p:nvPr>
        </p:nvSpPr>
        <p:spPr>
          <a:xfrm>
            <a:off x="11132343" y="6203424"/>
            <a:ext cx="293350" cy="297389"/>
          </a:xfrm>
          <a:prstGeom prst="rect">
            <a:avLst/>
          </a:prstGeom>
        </p:spPr>
        <p:txBody>
          <a:bodyPr/>
          <a:lstStyle>
            <a:lvl1pPr>
              <a:defRPr>
                <a:solidFill>
                  <a:srgbClr val="C0C0C0"/>
                </a:solidFill>
                <a:latin typeface="Times New Roman"/>
                <a:ea typeface="Times New Roman"/>
                <a:cs typeface="Times New Roman"/>
                <a:sym typeface="Times New Roman"/>
              </a:defRPr>
            </a:lvl1pPr>
          </a:lstStyle>
          <a:p>
            <a:fld id="{86CB4B4D-7CA3-9044-876B-883B54F8677D}" type="slidenum">
              <a:t>‹#›</a:t>
            </a:fld>
            <a:endParaRPr/>
          </a:p>
        </p:txBody>
      </p:sp>
    </p:spTree>
    <p:extLst>
      <p:ext uri="{BB962C8B-B14F-4D97-AF65-F5344CB8AC3E}">
        <p14:creationId xmlns:p14="http://schemas.microsoft.com/office/powerpoint/2010/main" val="3357620044"/>
      </p:ext>
    </p:extLst>
  </p:cSld>
  <p:clrMapOvr>
    <a:masterClrMapping/>
  </p:clrMapOvr>
  <p:transition spd="med"/>
</p:sldLayout>
</file>

<file path=ppt/slideLayouts/slideLayout13.xml><?xml version="1.0" encoding="utf-8"?>
<p:sldLayout xmlns:a="http://schemas.openxmlformats.org/drawingml/2006/main" xmlns:r="http://schemas.openxmlformats.org/officeDocument/2006/relationships" xmlns:p="http://schemas.openxmlformats.org/presentationml/2006/main" type="tx">
  <p:cSld name="Empty">
    <p:spTree>
      <p:nvGrpSpPr>
        <p:cNvPr id="1" name=""/>
        <p:cNvGrpSpPr/>
        <p:nvPr/>
      </p:nvGrpSpPr>
      <p:grpSpPr>
        <a:xfrm>
          <a:off x="0" y="0"/>
          <a:ext cx="0" cy="0"/>
          <a:chOff x="0" y="0"/>
          <a:chExt cx="0" cy="0"/>
        </a:xfrm>
      </p:grpSpPr>
      <p:sp>
        <p:nvSpPr>
          <p:cNvPr id="20" name="Computer Networks"/>
          <p:cNvSpPr/>
          <p:nvPr/>
        </p:nvSpPr>
        <p:spPr>
          <a:xfrm>
            <a:off x="738187" y="6327163"/>
            <a:ext cx="2025968" cy="266933"/>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defRPr sz="1800">
                <a:solidFill>
                  <a:srgbClr val="C0C0C0"/>
                </a:solidFill>
                <a:latin typeface="Times New Roman"/>
                <a:ea typeface="Times New Roman"/>
                <a:cs typeface="Times New Roman"/>
                <a:sym typeface="Times New Roman"/>
              </a:defRPr>
            </a:lvl1pPr>
          </a:lstStyle>
          <a:p>
            <a:r>
              <a:rPr sz="1266"/>
              <a:t>Computer Networks</a:t>
            </a:r>
          </a:p>
        </p:txBody>
      </p:sp>
      <p:sp>
        <p:nvSpPr>
          <p:cNvPr id="21" name="Slide Number"/>
          <p:cNvSpPr txBox="1">
            <a:spLocks noGrp="1"/>
          </p:cNvSpPr>
          <p:nvPr>
            <p:ph type="sldNum" sz="quarter" idx="2"/>
          </p:nvPr>
        </p:nvSpPr>
        <p:spPr>
          <a:xfrm>
            <a:off x="10957292" y="6292721"/>
            <a:ext cx="293349" cy="297389"/>
          </a:xfrm>
          <a:prstGeom prst="rect">
            <a:avLst/>
          </a:prstGeom>
        </p:spPr>
        <p:txBody>
          <a:bodyPr/>
          <a:lstStyle>
            <a:lvl1pPr algn="r">
              <a:defRPr>
                <a:solidFill>
                  <a:srgbClr val="C0C0C0"/>
                </a:solidFill>
                <a:latin typeface="Times New Roman"/>
                <a:ea typeface="Times New Roman"/>
                <a:cs typeface="Times New Roman"/>
                <a:sym typeface="Times New Roman"/>
              </a:defRPr>
            </a:lvl1pPr>
          </a:lstStyle>
          <a:p>
            <a:fld id="{86CB4B4D-7CA3-9044-876B-883B54F8677D}" type="slidenum">
              <a:t>‹#›</a:t>
            </a:fld>
            <a:endParaRPr/>
          </a:p>
        </p:txBody>
      </p:sp>
    </p:spTree>
    <p:extLst>
      <p:ext uri="{BB962C8B-B14F-4D97-AF65-F5344CB8AC3E}">
        <p14:creationId xmlns:p14="http://schemas.microsoft.com/office/powerpoint/2010/main" val="2037794908"/>
      </p:ext>
    </p:extLst>
  </p:cSld>
  <p:clrMapOvr>
    <a:masterClrMapping/>
  </p:clrMapOvr>
  <p:transition spd="med"/>
</p:sldLayout>
</file>

<file path=ppt/slideLayouts/slideLayout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21649B-F6A3-0718-A138-560F9C0686F4}"/>
              </a:ext>
            </a:extLst>
          </p:cNvPr>
          <p:cNvSpPr>
            <a:spLocks noGrp="1"/>
          </p:cNvSpPr>
          <p:nvPr>
            <p:ph type="ctrTitle"/>
          </p:nvPr>
        </p:nvSpPr>
        <p:spPr>
          <a:xfrm>
            <a:off x="1524000" y="1122363"/>
            <a:ext cx="9144000" cy="2387600"/>
          </a:xfrm>
        </p:spPr>
        <p:txBody>
          <a:bodyPr anchor="b"/>
          <a:lstStyle>
            <a:lvl1pPr algn="ctr">
              <a:defRPr sz="6000"/>
            </a:lvl1pPr>
          </a:lstStyle>
          <a:p>
            <a:r>
              <a:rPr lang="en-GB"/>
              <a:t>Click to edit Master title style</a:t>
            </a:r>
            <a:endParaRPr lang="en-CH"/>
          </a:p>
        </p:txBody>
      </p:sp>
      <p:sp>
        <p:nvSpPr>
          <p:cNvPr id="3" name="Subtitle 2">
            <a:extLst>
              <a:ext uri="{FF2B5EF4-FFF2-40B4-BE49-F238E27FC236}">
                <a16:creationId xmlns:a16="http://schemas.microsoft.com/office/drawing/2014/main" id="{23C38F76-93FD-473C-AED4-64A650FDF391}"/>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endParaRPr lang="en-CH"/>
          </a:p>
        </p:txBody>
      </p:sp>
      <p:sp>
        <p:nvSpPr>
          <p:cNvPr id="4" name="Footer Placeholder 3">
            <a:extLst>
              <a:ext uri="{FF2B5EF4-FFF2-40B4-BE49-F238E27FC236}">
                <a16:creationId xmlns:a16="http://schemas.microsoft.com/office/drawing/2014/main" id="{E8470C64-FF4B-C08A-8E5D-C0E63C37D696}"/>
              </a:ext>
            </a:extLst>
          </p:cNvPr>
          <p:cNvSpPr>
            <a:spLocks noGrp="1"/>
          </p:cNvSpPr>
          <p:nvPr>
            <p:ph type="ftr" sz="quarter" idx="10"/>
          </p:nvPr>
        </p:nvSpPr>
        <p:spPr/>
        <p:txBody>
          <a:bodyPr/>
          <a:lstStyle>
            <a:lvl1pPr>
              <a:defRPr/>
            </a:lvl1pPr>
          </a:lstStyle>
          <a:p>
            <a:fld id="{0B69CDCD-17AE-4AD2-84E0-FCD3B2EFCC74}" type="slidenum">
              <a:rPr lang="en-US" altLang="en-CH"/>
              <a:pPr/>
              <a:t>‹#›</a:t>
            </a:fld>
            <a:endParaRPr lang="en-US" altLang="en-CH"/>
          </a:p>
        </p:txBody>
      </p:sp>
    </p:spTree>
    <p:extLst>
      <p:ext uri="{BB962C8B-B14F-4D97-AF65-F5344CB8AC3E}">
        <p14:creationId xmlns:p14="http://schemas.microsoft.com/office/powerpoint/2010/main" val="132250178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E727E5-6B9D-811B-A59A-4C3EB501EFD3}"/>
              </a:ext>
            </a:extLst>
          </p:cNvPr>
          <p:cNvSpPr>
            <a:spLocks noGrp="1"/>
          </p:cNvSpPr>
          <p:nvPr>
            <p:ph type="title"/>
          </p:nvPr>
        </p:nvSpPr>
        <p:spPr/>
        <p:txBody>
          <a:bodyPr/>
          <a:lstStyle/>
          <a:p>
            <a:r>
              <a:rPr lang="en-GB"/>
              <a:t>Click to edit Master title style</a:t>
            </a:r>
            <a:endParaRPr lang="en-CH"/>
          </a:p>
        </p:txBody>
      </p:sp>
      <p:sp>
        <p:nvSpPr>
          <p:cNvPr id="3" name="Content Placeholder 2">
            <a:extLst>
              <a:ext uri="{FF2B5EF4-FFF2-40B4-BE49-F238E27FC236}">
                <a16:creationId xmlns:a16="http://schemas.microsoft.com/office/drawing/2014/main" id="{496019A1-E158-D723-7AF2-B932A115B8D7}"/>
              </a:ext>
            </a:extLst>
          </p:cNvPr>
          <p:cNvSpPr>
            <a:spLocks noGrp="1"/>
          </p:cNvSpPr>
          <p:nvPr>
            <p:ph idx="1"/>
          </p:nvPr>
        </p:nvSpPr>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CH"/>
          </a:p>
        </p:txBody>
      </p:sp>
      <p:sp>
        <p:nvSpPr>
          <p:cNvPr id="4" name="Footer Placeholder 3">
            <a:extLst>
              <a:ext uri="{FF2B5EF4-FFF2-40B4-BE49-F238E27FC236}">
                <a16:creationId xmlns:a16="http://schemas.microsoft.com/office/drawing/2014/main" id="{82C22157-7583-DBA0-D968-4E26DF775712}"/>
              </a:ext>
            </a:extLst>
          </p:cNvPr>
          <p:cNvSpPr>
            <a:spLocks noGrp="1"/>
          </p:cNvSpPr>
          <p:nvPr>
            <p:ph type="ftr" sz="quarter" idx="10"/>
          </p:nvPr>
        </p:nvSpPr>
        <p:spPr/>
        <p:txBody>
          <a:bodyPr/>
          <a:lstStyle>
            <a:lvl1pPr>
              <a:defRPr/>
            </a:lvl1pPr>
          </a:lstStyle>
          <a:p>
            <a:fld id="{2411D3D5-6C3D-4686-82C0-52436BB000EB}" type="slidenum">
              <a:rPr lang="en-US" altLang="en-CH"/>
              <a:pPr/>
              <a:t>‹#›</a:t>
            </a:fld>
            <a:endParaRPr lang="en-US" altLang="en-CH"/>
          </a:p>
        </p:txBody>
      </p:sp>
    </p:spTree>
    <p:extLst>
      <p:ext uri="{BB962C8B-B14F-4D97-AF65-F5344CB8AC3E}">
        <p14:creationId xmlns:p14="http://schemas.microsoft.com/office/powerpoint/2010/main" val="213246096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A37227-D368-A76B-187F-9E80258C3EF7}"/>
              </a:ext>
            </a:extLst>
          </p:cNvPr>
          <p:cNvSpPr>
            <a:spLocks noGrp="1"/>
          </p:cNvSpPr>
          <p:nvPr>
            <p:ph type="title"/>
          </p:nvPr>
        </p:nvSpPr>
        <p:spPr>
          <a:xfrm>
            <a:off x="831851" y="1709739"/>
            <a:ext cx="10515600" cy="2852737"/>
          </a:xfrm>
        </p:spPr>
        <p:txBody>
          <a:bodyPr anchor="b"/>
          <a:lstStyle>
            <a:lvl1pPr>
              <a:defRPr sz="6000"/>
            </a:lvl1pPr>
          </a:lstStyle>
          <a:p>
            <a:r>
              <a:rPr lang="en-GB"/>
              <a:t>Click to edit Master title style</a:t>
            </a:r>
            <a:endParaRPr lang="en-CH"/>
          </a:p>
        </p:txBody>
      </p:sp>
      <p:sp>
        <p:nvSpPr>
          <p:cNvPr id="3" name="Text Placeholder 2">
            <a:extLst>
              <a:ext uri="{FF2B5EF4-FFF2-40B4-BE49-F238E27FC236}">
                <a16:creationId xmlns:a16="http://schemas.microsoft.com/office/drawing/2014/main" id="{43B64277-4ECF-1B5F-4071-24C6401002C4}"/>
              </a:ext>
            </a:extLst>
          </p:cNvPr>
          <p:cNvSpPr>
            <a:spLocks noGrp="1"/>
          </p:cNvSpPr>
          <p:nvPr>
            <p:ph type="body" idx="1"/>
          </p:nvPr>
        </p:nvSpPr>
        <p:spPr>
          <a:xfrm>
            <a:off x="831851" y="4589464"/>
            <a:ext cx="105156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en-GB"/>
              <a:t>Click to edit Master text styles</a:t>
            </a:r>
          </a:p>
        </p:txBody>
      </p:sp>
      <p:sp>
        <p:nvSpPr>
          <p:cNvPr id="4" name="Footer Placeholder 3">
            <a:extLst>
              <a:ext uri="{FF2B5EF4-FFF2-40B4-BE49-F238E27FC236}">
                <a16:creationId xmlns:a16="http://schemas.microsoft.com/office/drawing/2014/main" id="{F462ABFD-395E-76F6-D66F-64E4A075E250}"/>
              </a:ext>
            </a:extLst>
          </p:cNvPr>
          <p:cNvSpPr>
            <a:spLocks noGrp="1"/>
          </p:cNvSpPr>
          <p:nvPr>
            <p:ph type="ftr" sz="quarter" idx="10"/>
          </p:nvPr>
        </p:nvSpPr>
        <p:spPr/>
        <p:txBody>
          <a:bodyPr/>
          <a:lstStyle>
            <a:lvl1pPr>
              <a:defRPr/>
            </a:lvl1pPr>
          </a:lstStyle>
          <a:p>
            <a:fld id="{A02FA6C1-9D53-47A2-A48D-29E4F81BDCEB}" type="slidenum">
              <a:rPr lang="en-US" altLang="en-CH"/>
              <a:pPr/>
              <a:t>‹#›</a:t>
            </a:fld>
            <a:endParaRPr lang="en-US" altLang="en-CH"/>
          </a:p>
        </p:txBody>
      </p:sp>
    </p:spTree>
    <p:extLst>
      <p:ext uri="{BB962C8B-B14F-4D97-AF65-F5344CB8AC3E}">
        <p14:creationId xmlns:p14="http://schemas.microsoft.com/office/powerpoint/2010/main" val="298705080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010779-92C4-3E85-FDA1-418D42D83CCC}"/>
              </a:ext>
            </a:extLst>
          </p:cNvPr>
          <p:cNvSpPr>
            <a:spLocks noGrp="1"/>
          </p:cNvSpPr>
          <p:nvPr>
            <p:ph type="title"/>
          </p:nvPr>
        </p:nvSpPr>
        <p:spPr/>
        <p:txBody>
          <a:bodyPr/>
          <a:lstStyle/>
          <a:p>
            <a:r>
              <a:rPr lang="en-GB"/>
              <a:t>Click to edit Master title style</a:t>
            </a:r>
            <a:endParaRPr lang="en-CH"/>
          </a:p>
        </p:txBody>
      </p:sp>
      <p:sp>
        <p:nvSpPr>
          <p:cNvPr id="3" name="Content Placeholder 2">
            <a:extLst>
              <a:ext uri="{FF2B5EF4-FFF2-40B4-BE49-F238E27FC236}">
                <a16:creationId xmlns:a16="http://schemas.microsoft.com/office/drawing/2014/main" id="{9C2A585A-B7B1-BB8D-4A83-E5568E1877F6}"/>
              </a:ext>
            </a:extLst>
          </p:cNvPr>
          <p:cNvSpPr>
            <a:spLocks noGrp="1"/>
          </p:cNvSpPr>
          <p:nvPr>
            <p:ph sz="half" idx="1"/>
          </p:nvPr>
        </p:nvSpPr>
        <p:spPr>
          <a:xfrm>
            <a:off x="239185" y="1052513"/>
            <a:ext cx="5801783" cy="5689600"/>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CH"/>
          </a:p>
        </p:txBody>
      </p:sp>
      <p:sp>
        <p:nvSpPr>
          <p:cNvPr id="4" name="Content Placeholder 3">
            <a:extLst>
              <a:ext uri="{FF2B5EF4-FFF2-40B4-BE49-F238E27FC236}">
                <a16:creationId xmlns:a16="http://schemas.microsoft.com/office/drawing/2014/main" id="{6CBDF13C-CBD0-769F-C32C-C6ADDEC7F56D}"/>
              </a:ext>
            </a:extLst>
          </p:cNvPr>
          <p:cNvSpPr>
            <a:spLocks noGrp="1"/>
          </p:cNvSpPr>
          <p:nvPr>
            <p:ph sz="half" idx="2"/>
          </p:nvPr>
        </p:nvSpPr>
        <p:spPr>
          <a:xfrm>
            <a:off x="6244167" y="1052513"/>
            <a:ext cx="5803900" cy="5689600"/>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CH"/>
          </a:p>
        </p:txBody>
      </p:sp>
      <p:sp>
        <p:nvSpPr>
          <p:cNvPr id="5" name="Footer Placeholder 4">
            <a:extLst>
              <a:ext uri="{FF2B5EF4-FFF2-40B4-BE49-F238E27FC236}">
                <a16:creationId xmlns:a16="http://schemas.microsoft.com/office/drawing/2014/main" id="{654C0298-D80F-A960-CA3D-8F587D177FF6}"/>
              </a:ext>
            </a:extLst>
          </p:cNvPr>
          <p:cNvSpPr>
            <a:spLocks noGrp="1"/>
          </p:cNvSpPr>
          <p:nvPr>
            <p:ph type="ftr" sz="quarter" idx="10"/>
          </p:nvPr>
        </p:nvSpPr>
        <p:spPr/>
        <p:txBody>
          <a:bodyPr/>
          <a:lstStyle>
            <a:lvl1pPr>
              <a:defRPr/>
            </a:lvl1pPr>
          </a:lstStyle>
          <a:p>
            <a:fld id="{71410CE8-2397-4AB1-986E-3878006D7C7F}" type="slidenum">
              <a:rPr lang="en-US" altLang="en-CH"/>
              <a:pPr/>
              <a:t>‹#›</a:t>
            </a:fld>
            <a:endParaRPr lang="en-US" altLang="en-CH"/>
          </a:p>
        </p:txBody>
      </p:sp>
    </p:spTree>
    <p:extLst>
      <p:ext uri="{BB962C8B-B14F-4D97-AF65-F5344CB8AC3E}">
        <p14:creationId xmlns:p14="http://schemas.microsoft.com/office/powerpoint/2010/main" val="1740102982"/>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5AB81-E509-77C5-C1E2-605261ECF14B}"/>
              </a:ext>
            </a:extLst>
          </p:cNvPr>
          <p:cNvSpPr>
            <a:spLocks noGrp="1"/>
          </p:cNvSpPr>
          <p:nvPr>
            <p:ph type="title"/>
          </p:nvPr>
        </p:nvSpPr>
        <p:spPr>
          <a:xfrm>
            <a:off x="840317" y="365126"/>
            <a:ext cx="10515600" cy="1325563"/>
          </a:xfrm>
        </p:spPr>
        <p:txBody>
          <a:bodyPr/>
          <a:lstStyle/>
          <a:p>
            <a:r>
              <a:rPr lang="en-GB"/>
              <a:t>Click to edit Master title style</a:t>
            </a:r>
            <a:endParaRPr lang="en-CH"/>
          </a:p>
        </p:txBody>
      </p:sp>
      <p:sp>
        <p:nvSpPr>
          <p:cNvPr id="3" name="Text Placeholder 2">
            <a:extLst>
              <a:ext uri="{FF2B5EF4-FFF2-40B4-BE49-F238E27FC236}">
                <a16:creationId xmlns:a16="http://schemas.microsoft.com/office/drawing/2014/main" id="{DF7965E1-52D5-87CD-4F29-96846ABF48FF}"/>
              </a:ext>
            </a:extLst>
          </p:cNvPr>
          <p:cNvSpPr>
            <a:spLocks noGrp="1"/>
          </p:cNvSpPr>
          <p:nvPr>
            <p:ph type="body" idx="1"/>
          </p:nvPr>
        </p:nvSpPr>
        <p:spPr>
          <a:xfrm>
            <a:off x="840318" y="1681163"/>
            <a:ext cx="5158316"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4" name="Content Placeholder 3">
            <a:extLst>
              <a:ext uri="{FF2B5EF4-FFF2-40B4-BE49-F238E27FC236}">
                <a16:creationId xmlns:a16="http://schemas.microsoft.com/office/drawing/2014/main" id="{129A3F00-CA32-0CC5-8149-10E9F326DA5F}"/>
              </a:ext>
            </a:extLst>
          </p:cNvPr>
          <p:cNvSpPr>
            <a:spLocks noGrp="1"/>
          </p:cNvSpPr>
          <p:nvPr>
            <p:ph sz="half" idx="2"/>
          </p:nvPr>
        </p:nvSpPr>
        <p:spPr>
          <a:xfrm>
            <a:off x="840318" y="2505075"/>
            <a:ext cx="5158316" cy="368458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CH"/>
          </a:p>
        </p:txBody>
      </p:sp>
      <p:sp>
        <p:nvSpPr>
          <p:cNvPr id="5" name="Text Placeholder 4">
            <a:extLst>
              <a:ext uri="{FF2B5EF4-FFF2-40B4-BE49-F238E27FC236}">
                <a16:creationId xmlns:a16="http://schemas.microsoft.com/office/drawing/2014/main" id="{CEF4254C-7F6D-41F6-0A70-1CEFE87E63BE}"/>
              </a:ext>
            </a:extLst>
          </p:cNvPr>
          <p:cNvSpPr>
            <a:spLocks noGrp="1"/>
          </p:cNvSpPr>
          <p:nvPr>
            <p:ph type="body" sz="quarter" idx="3"/>
          </p:nvPr>
        </p:nvSpPr>
        <p:spPr>
          <a:xfrm>
            <a:off x="6172200" y="1681163"/>
            <a:ext cx="518371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6" name="Content Placeholder 5">
            <a:extLst>
              <a:ext uri="{FF2B5EF4-FFF2-40B4-BE49-F238E27FC236}">
                <a16:creationId xmlns:a16="http://schemas.microsoft.com/office/drawing/2014/main" id="{510A2BE5-D3AA-D3F5-5274-B1E0DF17EE2E}"/>
              </a:ext>
            </a:extLst>
          </p:cNvPr>
          <p:cNvSpPr>
            <a:spLocks noGrp="1"/>
          </p:cNvSpPr>
          <p:nvPr>
            <p:ph sz="quarter" idx="4"/>
          </p:nvPr>
        </p:nvSpPr>
        <p:spPr>
          <a:xfrm>
            <a:off x="6172200" y="2505075"/>
            <a:ext cx="5183717" cy="368458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CH"/>
          </a:p>
        </p:txBody>
      </p:sp>
      <p:sp>
        <p:nvSpPr>
          <p:cNvPr id="7" name="Footer Placeholder 6">
            <a:extLst>
              <a:ext uri="{FF2B5EF4-FFF2-40B4-BE49-F238E27FC236}">
                <a16:creationId xmlns:a16="http://schemas.microsoft.com/office/drawing/2014/main" id="{7A03A848-2779-B8E2-BBDC-2984C23EC75E}"/>
              </a:ext>
            </a:extLst>
          </p:cNvPr>
          <p:cNvSpPr>
            <a:spLocks noGrp="1"/>
          </p:cNvSpPr>
          <p:nvPr>
            <p:ph type="ftr" sz="quarter" idx="10"/>
          </p:nvPr>
        </p:nvSpPr>
        <p:spPr/>
        <p:txBody>
          <a:bodyPr/>
          <a:lstStyle>
            <a:lvl1pPr>
              <a:defRPr/>
            </a:lvl1pPr>
          </a:lstStyle>
          <a:p>
            <a:fld id="{D5A0B234-2FD2-4BBC-AF8E-0E25F640AC92}" type="slidenum">
              <a:rPr lang="en-US" altLang="en-CH"/>
              <a:pPr/>
              <a:t>‹#›</a:t>
            </a:fld>
            <a:endParaRPr lang="en-US" altLang="en-CH"/>
          </a:p>
        </p:txBody>
      </p:sp>
    </p:spTree>
    <p:extLst>
      <p:ext uri="{BB962C8B-B14F-4D97-AF65-F5344CB8AC3E}">
        <p14:creationId xmlns:p14="http://schemas.microsoft.com/office/powerpoint/2010/main" val="229714830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777731-E816-F6A4-965E-49AFA29BBC0A}"/>
              </a:ext>
            </a:extLst>
          </p:cNvPr>
          <p:cNvSpPr>
            <a:spLocks noGrp="1"/>
          </p:cNvSpPr>
          <p:nvPr>
            <p:ph type="title"/>
          </p:nvPr>
        </p:nvSpPr>
        <p:spPr/>
        <p:txBody>
          <a:bodyPr/>
          <a:lstStyle/>
          <a:p>
            <a:r>
              <a:rPr lang="en-GB"/>
              <a:t>Click to edit Master title style</a:t>
            </a:r>
            <a:endParaRPr lang="en-CH"/>
          </a:p>
        </p:txBody>
      </p:sp>
      <p:sp>
        <p:nvSpPr>
          <p:cNvPr id="3" name="Footer Placeholder 2">
            <a:extLst>
              <a:ext uri="{FF2B5EF4-FFF2-40B4-BE49-F238E27FC236}">
                <a16:creationId xmlns:a16="http://schemas.microsoft.com/office/drawing/2014/main" id="{DAACC1BD-5AAB-C1E8-2743-2DAE1E8BD3D4}"/>
              </a:ext>
            </a:extLst>
          </p:cNvPr>
          <p:cNvSpPr>
            <a:spLocks noGrp="1"/>
          </p:cNvSpPr>
          <p:nvPr>
            <p:ph type="ftr" sz="quarter" idx="10"/>
          </p:nvPr>
        </p:nvSpPr>
        <p:spPr/>
        <p:txBody>
          <a:bodyPr/>
          <a:lstStyle>
            <a:lvl1pPr>
              <a:defRPr/>
            </a:lvl1pPr>
          </a:lstStyle>
          <a:p>
            <a:fld id="{4D5A94ED-B1BD-4E95-98BA-37CFFE7D1CB7}" type="slidenum">
              <a:rPr lang="en-US" altLang="en-CH"/>
              <a:pPr/>
              <a:t>‹#›</a:t>
            </a:fld>
            <a:endParaRPr lang="en-US" altLang="en-CH"/>
          </a:p>
        </p:txBody>
      </p:sp>
    </p:spTree>
    <p:extLst>
      <p:ext uri="{BB962C8B-B14F-4D97-AF65-F5344CB8AC3E}">
        <p14:creationId xmlns:p14="http://schemas.microsoft.com/office/powerpoint/2010/main" val="425422658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1">
            <a:extLst>
              <a:ext uri="{FF2B5EF4-FFF2-40B4-BE49-F238E27FC236}">
                <a16:creationId xmlns:a16="http://schemas.microsoft.com/office/drawing/2014/main" id="{41D5BABD-9806-9AF7-E620-503CA8E2B513}"/>
              </a:ext>
            </a:extLst>
          </p:cNvPr>
          <p:cNvSpPr>
            <a:spLocks noGrp="1"/>
          </p:cNvSpPr>
          <p:nvPr>
            <p:ph type="ftr" sz="quarter" idx="10"/>
          </p:nvPr>
        </p:nvSpPr>
        <p:spPr/>
        <p:txBody>
          <a:bodyPr/>
          <a:lstStyle>
            <a:lvl1pPr>
              <a:defRPr/>
            </a:lvl1pPr>
          </a:lstStyle>
          <a:p>
            <a:fld id="{B3DE6D96-7ED4-4162-B2E4-DB4FBF559F8A}" type="slidenum">
              <a:rPr lang="en-US" altLang="en-CH"/>
              <a:pPr/>
              <a:t>‹#›</a:t>
            </a:fld>
            <a:endParaRPr lang="en-US" altLang="en-CH"/>
          </a:p>
        </p:txBody>
      </p:sp>
    </p:spTree>
    <p:extLst>
      <p:ext uri="{BB962C8B-B14F-4D97-AF65-F5344CB8AC3E}">
        <p14:creationId xmlns:p14="http://schemas.microsoft.com/office/powerpoint/2010/main" val="286758590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87FC1E-0FAB-A243-9A3C-60003FDDAEC7}"/>
              </a:ext>
            </a:extLst>
          </p:cNvPr>
          <p:cNvSpPr>
            <a:spLocks noGrp="1"/>
          </p:cNvSpPr>
          <p:nvPr>
            <p:ph type="title"/>
          </p:nvPr>
        </p:nvSpPr>
        <p:spPr>
          <a:xfrm>
            <a:off x="840318" y="457200"/>
            <a:ext cx="3932767" cy="1600200"/>
          </a:xfrm>
        </p:spPr>
        <p:txBody>
          <a:bodyPr anchor="b"/>
          <a:lstStyle>
            <a:lvl1pPr>
              <a:defRPr sz="3200"/>
            </a:lvl1pPr>
          </a:lstStyle>
          <a:p>
            <a:r>
              <a:rPr lang="en-GB"/>
              <a:t>Click to edit Master title style</a:t>
            </a:r>
            <a:endParaRPr lang="en-CH"/>
          </a:p>
        </p:txBody>
      </p:sp>
      <p:sp>
        <p:nvSpPr>
          <p:cNvPr id="3" name="Content Placeholder 2">
            <a:extLst>
              <a:ext uri="{FF2B5EF4-FFF2-40B4-BE49-F238E27FC236}">
                <a16:creationId xmlns:a16="http://schemas.microsoft.com/office/drawing/2014/main" id="{6AFB925B-FBDF-0B22-DADC-97AE2011AC85}"/>
              </a:ext>
            </a:extLst>
          </p:cNvPr>
          <p:cNvSpPr>
            <a:spLocks noGrp="1"/>
          </p:cNvSpPr>
          <p:nvPr>
            <p:ph idx="1"/>
          </p:nvPr>
        </p:nvSpPr>
        <p:spPr>
          <a:xfrm>
            <a:off x="5183717" y="987426"/>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CH"/>
          </a:p>
        </p:txBody>
      </p:sp>
      <p:sp>
        <p:nvSpPr>
          <p:cNvPr id="4" name="Text Placeholder 3">
            <a:extLst>
              <a:ext uri="{FF2B5EF4-FFF2-40B4-BE49-F238E27FC236}">
                <a16:creationId xmlns:a16="http://schemas.microsoft.com/office/drawing/2014/main" id="{681A5658-D6F6-95FC-2901-A440CC2A93BF}"/>
              </a:ext>
            </a:extLst>
          </p:cNvPr>
          <p:cNvSpPr>
            <a:spLocks noGrp="1"/>
          </p:cNvSpPr>
          <p:nvPr>
            <p:ph type="body" sz="half" idx="2"/>
          </p:nvPr>
        </p:nvSpPr>
        <p:spPr>
          <a:xfrm>
            <a:off x="840318" y="2057400"/>
            <a:ext cx="393276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GB"/>
              <a:t>Click to edit Master text styles</a:t>
            </a:r>
          </a:p>
        </p:txBody>
      </p:sp>
      <p:sp>
        <p:nvSpPr>
          <p:cNvPr id="5" name="Footer Placeholder 4">
            <a:extLst>
              <a:ext uri="{FF2B5EF4-FFF2-40B4-BE49-F238E27FC236}">
                <a16:creationId xmlns:a16="http://schemas.microsoft.com/office/drawing/2014/main" id="{D04371C0-8A8B-B218-5F86-09E1621EE57F}"/>
              </a:ext>
            </a:extLst>
          </p:cNvPr>
          <p:cNvSpPr>
            <a:spLocks noGrp="1"/>
          </p:cNvSpPr>
          <p:nvPr>
            <p:ph type="ftr" sz="quarter" idx="10"/>
          </p:nvPr>
        </p:nvSpPr>
        <p:spPr/>
        <p:txBody>
          <a:bodyPr/>
          <a:lstStyle>
            <a:lvl1pPr>
              <a:defRPr/>
            </a:lvl1pPr>
          </a:lstStyle>
          <a:p>
            <a:fld id="{BB905F03-36CD-4F7E-B12C-0B4E5C22AFCD}" type="slidenum">
              <a:rPr lang="en-US" altLang="en-CH"/>
              <a:pPr/>
              <a:t>‹#›</a:t>
            </a:fld>
            <a:endParaRPr lang="en-US" altLang="en-CH"/>
          </a:p>
        </p:txBody>
      </p:sp>
    </p:spTree>
    <p:extLst>
      <p:ext uri="{BB962C8B-B14F-4D97-AF65-F5344CB8AC3E}">
        <p14:creationId xmlns:p14="http://schemas.microsoft.com/office/powerpoint/2010/main" val="207992896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8629753-C37B-8C78-AD39-33C09B991F77}"/>
              </a:ext>
            </a:extLst>
          </p:cNvPr>
          <p:cNvSpPr>
            <a:spLocks noGrp="1"/>
          </p:cNvSpPr>
          <p:nvPr>
            <p:ph type="title"/>
          </p:nvPr>
        </p:nvSpPr>
        <p:spPr>
          <a:xfrm>
            <a:off x="840318" y="457200"/>
            <a:ext cx="3932767" cy="1600200"/>
          </a:xfrm>
        </p:spPr>
        <p:txBody>
          <a:bodyPr anchor="b"/>
          <a:lstStyle>
            <a:lvl1pPr>
              <a:defRPr sz="3200"/>
            </a:lvl1pPr>
          </a:lstStyle>
          <a:p>
            <a:r>
              <a:rPr lang="en-GB"/>
              <a:t>Click to edit Master title style</a:t>
            </a:r>
            <a:endParaRPr lang="en-CH"/>
          </a:p>
        </p:txBody>
      </p:sp>
      <p:sp>
        <p:nvSpPr>
          <p:cNvPr id="3" name="Picture Placeholder 2">
            <a:extLst>
              <a:ext uri="{FF2B5EF4-FFF2-40B4-BE49-F238E27FC236}">
                <a16:creationId xmlns:a16="http://schemas.microsoft.com/office/drawing/2014/main" id="{0A7AFFA0-B21D-5EF5-5577-AAC5CAA51DD1}"/>
              </a:ext>
            </a:extLst>
          </p:cNvPr>
          <p:cNvSpPr>
            <a:spLocks noGrp="1"/>
          </p:cNvSpPr>
          <p:nvPr>
            <p:ph type="pic" idx="1"/>
          </p:nvPr>
        </p:nvSpPr>
        <p:spPr>
          <a:xfrm>
            <a:off x="5183717" y="987426"/>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CH"/>
          </a:p>
        </p:txBody>
      </p:sp>
      <p:sp>
        <p:nvSpPr>
          <p:cNvPr id="4" name="Text Placeholder 3">
            <a:extLst>
              <a:ext uri="{FF2B5EF4-FFF2-40B4-BE49-F238E27FC236}">
                <a16:creationId xmlns:a16="http://schemas.microsoft.com/office/drawing/2014/main" id="{1EA9892F-D40B-C352-22EC-246C51B8AC49}"/>
              </a:ext>
            </a:extLst>
          </p:cNvPr>
          <p:cNvSpPr>
            <a:spLocks noGrp="1"/>
          </p:cNvSpPr>
          <p:nvPr>
            <p:ph type="body" sz="half" idx="2"/>
          </p:nvPr>
        </p:nvSpPr>
        <p:spPr>
          <a:xfrm>
            <a:off x="840318" y="2057400"/>
            <a:ext cx="393276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GB"/>
              <a:t>Click to edit Master text styles</a:t>
            </a:r>
          </a:p>
        </p:txBody>
      </p:sp>
      <p:sp>
        <p:nvSpPr>
          <p:cNvPr id="5" name="Footer Placeholder 4">
            <a:extLst>
              <a:ext uri="{FF2B5EF4-FFF2-40B4-BE49-F238E27FC236}">
                <a16:creationId xmlns:a16="http://schemas.microsoft.com/office/drawing/2014/main" id="{C3A625D7-7920-02E2-3765-ED9C416AF7D0}"/>
              </a:ext>
            </a:extLst>
          </p:cNvPr>
          <p:cNvSpPr>
            <a:spLocks noGrp="1"/>
          </p:cNvSpPr>
          <p:nvPr>
            <p:ph type="ftr" sz="quarter" idx="10"/>
          </p:nvPr>
        </p:nvSpPr>
        <p:spPr/>
        <p:txBody>
          <a:bodyPr/>
          <a:lstStyle>
            <a:lvl1pPr>
              <a:defRPr/>
            </a:lvl1pPr>
          </a:lstStyle>
          <a:p>
            <a:fld id="{29197BDD-C2A9-4FCF-9672-B15296E044CC}" type="slidenum">
              <a:rPr lang="en-US" altLang="en-CH"/>
              <a:pPr/>
              <a:t>‹#›</a:t>
            </a:fld>
            <a:endParaRPr lang="en-US" altLang="en-CH"/>
          </a:p>
        </p:txBody>
      </p:sp>
    </p:spTree>
    <p:extLst>
      <p:ext uri="{BB962C8B-B14F-4D97-AF65-F5344CB8AC3E}">
        <p14:creationId xmlns:p14="http://schemas.microsoft.com/office/powerpoint/2010/main" val="2526478396"/>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3D8E3-608F-2C5D-2239-2CA86B6EF586}"/>
              </a:ext>
            </a:extLst>
          </p:cNvPr>
          <p:cNvSpPr>
            <a:spLocks noGrp="1"/>
          </p:cNvSpPr>
          <p:nvPr>
            <p:ph type="title"/>
          </p:nvPr>
        </p:nvSpPr>
        <p:spPr/>
        <p:txBody>
          <a:bodyPr/>
          <a:lstStyle/>
          <a:p>
            <a:r>
              <a:rPr lang="en-GB"/>
              <a:t>Click to edit Master title style</a:t>
            </a:r>
            <a:endParaRPr lang="en-CH"/>
          </a:p>
        </p:txBody>
      </p:sp>
      <p:sp>
        <p:nvSpPr>
          <p:cNvPr id="3" name="Vertical Text Placeholder 2">
            <a:extLst>
              <a:ext uri="{FF2B5EF4-FFF2-40B4-BE49-F238E27FC236}">
                <a16:creationId xmlns:a16="http://schemas.microsoft.com/office/drawing/2014/main" id="{F41E4A95-792A-6350-FEDC-ACFCC91CFC5B}"/>
              </a:ext>
            </a:extLst>
          </p:cNvPr>
          <p:cNvSpPr>
            <a:spLocks noGrp="1"/>
          </p:cNvSpPr>
          <p:nvPr>
            <p:ph type="body" orient="vert" idx="1"/>
          </p:nvPr>
        </p:nvSpPr>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CH"/>
          </a:p>
        </p:txBody>
      </p:sp>
      <p:sp>
        <p:nvSpPr>
          <p:cNvPr id="4" name="Footer Placeholder 3">
            <a:extLst>
              <a:ext uri="{FF2B5EF4-FFF2-40B4-BE49-F238E27FC236}">
                <a16:creationId xmlns:a16="http://schemas.microsoft.com/office/drawing/2014/main" id="{19ABAC2E-2A07-073E-1B72-79DC58AB9CDA}"/>
              </a:ext>
            </a:extLst>
          </p:cNvPr>
          <p:cNvSpPr>
            <a:spLocks noGrp="1"/>
          </p:cNvSpPr>
          <p:nvPr>
            <p:ph type="ftr" sz="quarter" idx="10"/>
          </p:nvPr>
        </p:nvSpPr>
        <p:spPr/>
        <p:txBody>
          <a:bodyPr/>
          <a:lstStyle>
            <a:lvl1pPr>
              <a:defRPr/>
            </a:lvl1pPr>
          </a:lstStyle>
          <a:p>
            <a:fld id="{868A69A1-9CA4-407F-ABC5-F891CAC4969E}" type="slidenum">
              <a:rPr lang="en-US" altLang="en-CH"/>
              <a:pPr/>
              <a:t>‹#›</a:t>
            </a:fld>
            <a:endParaRPr lang="en-US" altLang="en-CH"/>
          </a:p>
        </p:txBody>
      </p:sp>
    </p:spTree>
    <p:extLst>
      <p:ext uri="{BB962C8B-B14F-4D97-AF65-F5344CB8AC3E}">
        <p14:creationId xmlns:p14="http://schemas.microsoft.com/office/powerpoint/2010/main" val="4203744480"/>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DFA3EF9E-F689-2782-4193-851CB8C8FA98}"/>
              </a:ext>
            </a:extLst>
          </p:cNvPr>
          <p:cNvSpPr>
            <a:spLocks noGrp="1"/>
          </p:cNvSpPr>
          <p:nvPr>
            <p:ph type="title" orient="vert"/>
          </p:nvPr>
        </p:nvSpPr>
        <p:spPr>
          <a:xfrm>
            <a:off x="9072034" y="1"/>
            <a:ext cx="2976033" cy="6742113"/>
          </a:xfrm>
        </p:spPr>
        <p:txBody>
          <a:bodyPr vert="eaVert"/>
          <a:lstStyle/>
          <a:p>
            <a:r>
              <a:rPr lang="en-GB"/>
              <a:t>Click to edit Master title style</a:t>
            </a:r>
            <a:endParaRPr lang="en-CH"/>
          </a:p>
        </p:txBody>
      </p:sp>
      <p:sp>
        <p:nvSpPr>
          <p:cNvPr id="3" name="Vertical Text Placeholder 2">
            <a:extLst>
              <a:ext uri="{FF2B5EF4-FFF2-40B4-BE49-F238E27FC236}">
                <a16:creationId xmlns:a16="http://schemas.microsoft.com/office/drawing/2014/main" id="{C7917525-75ED-347D-6C25-47D5923E7BDE}"/>
              </a:ext>
            </a:extLst>
          </p:cNvPr>
          <p:cNvSpPr>
            <a:spLocks noGrp="1"/>
          </p:cNvSpPr>
          <p:nvPr>
            <p:ph type="body" orient="vert" idx="1"/>
          </p:nvPr>
        </p:nvSpPr>
        <p:spPr>
          <a:xfrm>
            <a:off x="143934" y="1"/>
            <a:ext cx="8724900" cy="6742113"/>
          </a:xfrm>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CH"/>
          </a:p>
        </p:txBody>
      </p:sp>
      <p:sp>
        <p:nvSpPr>
          <p:cNvPr id="4" name="Footer Placeholder 3">
            <a:extLst>
              <a:ext uri="{FF2B5EF4-FFF2-40B4-BE49-F238E27FC236}">
                <a16:creationId xmlns:a16="http://schemas.microsoft.com/office/drawing/2014/main" id="{91DFA33A-2FC2-7EA9-F68B-6697AAB31A97}"/>
              </a:ext>
            </a:extLst>
          </p:cNvPr>
          <p:cNvSpPr>
            <a:spLocks noGrp="1"/>
          </p:cNvSpPr>
          <p:nvPr>
            <p:ph type="ftr" sz="quarter" idx="10"/>
          </p:nvPr>
        </p:nvSpPr>
        <p:spPr/>
        <p:txBody>
          <a:bodyPr/>
          <a:lstStyle>
            <a:lvl1pPr>
              <a:defRPr/>
            </a:lvl1pPr>
          </a:lstStyle>
          <a:p>
            <a:fld id="{9774810A-3D74-4504-B503-BB52A0F0BDEE}" type="slidenum">
              <a:rPr lang="en-US" altLang="en-CH"/>
              <a:pPr/>
              <a:t>‹#›</a:t>
            </a:fld>
            <a:endParaRPr lang="en-US" altLang="en-CH"/>
          </a:p>
        </p:txBody>
      </p:sp>
    </p:spTree>
    <p:extLst>
      <p:ext uri="{BB962C8B-B14F-4D97-AF65-F5344CB8AC3E}">
        <p14:creationId xmlns:p14="http://schemas.microsoft.com/office/powerpoint/2010/main" val="121883714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1.xml"/><Relationship Id="rId13" Type="http://schemas.openxmlformats.org/officeDocument/2006/relationships/image" Target="../media/image3.png"/><Relationship Id="rId3" Type="http://schemas.openxmlformats.org/officeDocument/2006/relationships/slideLayout" Target="../slideLayouts/slideLayout16.xml"/><Relationship Id="rId7" Type="http://schemas.openxmlformats.org/officeDocument/2006/relationships/slideLayout" Target="../slideLayouts/slideLayout20.xml"/><Relationship Id="rId12" Type="http://schemas.openxmlformats.org/officeDocument/2006/relationships/theme" Target="../theme/theme3.xml"/><Relationship Id="rId2" Type="http://schemas.openxmlformats.org/officeDocument/2006/relationships/slideLayout" Target="../slideLayouts/slideLayout15.xml"/><Relationship Id="rId1" Type="http://schemas.openxmlformats.org/officeDocument/2006/relationships/slideLayout" Target="../slideLayouts/slideLayout14.xml"/><Relationship Id="rId6" Type="http://schemas.openxmlformats.org/officeDocument/2006/relationships/slideLayout" Target="../slideLayouts/slideLayout19.xml"/><Relationship Id="rId11" Type="http://schemas.openxmlformats.org/officeDocument/2006/relationships/slideLayout" Target="../slideLayouts/slideLayout24.xml"/><Relationship Id="rId5" Type="http://schemas.openxmlformats.org/officeDocument/2006/relationships/slideLayout" Target="../slideLayouts/slideLayout18.xml"/><Relationship Id="rId10" Type="http://schemas.openxmlformats.org/officeDocument/2006/relationships/slideLayout" Target="../slideLayouts/slideLayout23.xml"/><Relationship Id="rId4" Type="http://schemas.openxmlformats.org/officeDocument/2006/relationships/slideLayout" Target="../slideLayouts/slideLayout17.xml"/><Relationship Id="rId9" Type="http://schemas.openxmlformats.org/officeDocument/2006/relationships/slideLayout" Target="../slideLayouts/slideLayout22.xml"/><Relationship Id="rId14" Type="http://schemas.openxmlformats.org/officeDocument/2006/relationships/image" Target="../media/image4.pn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id="{C44DAC59-5E6E-45D0-8524-3E061722C9EC}"/>
              </a:ext>
            </a:extLst>
          </p:cNvPr>
          <p:cNvSpPr>
            <a:spLocks noGrp="1" noChangeArrowheads="1"/>
          </p:cNvSpPr>
          <p:nvPr>
            <p:ph type="title"/>
          </p:nvPr>
        </p:nvSpPr>
        <p:spPr bwMode="auto">
          <a:xfrm>
            <a:off x="609600" y="116632"/>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it-IT" altLang="it-IT" dirty="0"/>
              <a:t>Fare clic per modificare lo stile del titolo</a:t>
            </a:r>
          </a:p>
        </p:txBody>
      </p:sp>
      <p:sp>
        <p:nvSpPr>
          <p:cNvPr id="1027" name="Rectangle 3">
            <a:extLst>
              <a:ext uri="{FF2B5EF4-FFF2-40B4-BE49-F238E27FC236}">
                <a16:creationId xmlns:a16="http://schemas.microsoft.com/office/drawing/2014/main" id="{7F11B519-1465-43CA-9B06-0B1C84B88C96}"/>
              </a:ext>
            </a:extLst>
          </p:cNvPr>
          <p:cNvSpPr>
            <a:spLocks noGrp="1" noChangeArrowheads="1"/>
          </p:cNvSpPr>
          <p:nvPr>
            <p:ph type="body" idx="1"/>
          </p:nvPr>
        </p:nvSpPr>
        <p:spPr bwMode="auto">
          <a:xfrm>
            <a:off x="609600" y="1412777"/>
            <a:ext cx="10972800" cy="47133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it-IT" altLang="it-IT" dirty="0"/>
              <a:t>Fare clic per modificare gli stili del testo dello schema</a:t>
            </a:r>
          </a:p>
          <a:p>
            <a:pPr lvl="1"/>
            <a:r>
              <a:rPr lang="it-IT" altLang="it-IT" dirty="0"/>
              <a:t>Secondo livello</a:t>
            </a:r>
          </a:p>
          <a:p>
            <a:pPr lvl="2"/>
            <a:r>
              <a:rPr lang="it-IT" altLang="it-IT" dirty="0"/>
              <a:t>Terzo livello</a:t>
            </a:r>
          </a:p>
          <a:p>
            <a:pPr lvl="3"/>
            <a:r>
              <a:rPr lang="it-IT" altLang="it-IT" dirty="0"/>
              <a:t>Quarto livello</a:t>
            </a:r>
          </a:p>
          <a:p>
            <a:pPr lvl="4"/>
            <a:r>
              <a:rPr lang="it-IT" altLang="it-IT" dirty="0"/>
              <a:t>Quinto livello</a:t>
            </a:r>
          </a:p>
        </p:txBody>
      </p:sp>
      <p:sp>
        <p:nvSpPr>
          <p:cNvPr id="303108" name="Rectangle 4">
            <a:extLst>
              <a:ext uri="{FF2B5EF4-FFF2-40B4-BE49-F238E27FC236}">
                <a16:creationId xmlns:a16="http://schemas.microsoft.com/office/drawing/2014/main" id="{9F6A8ACC-B973-483A-9EBB-30DD75AA7EB2}"/>
              </a:ext>
            </a:extLst>
          </p:cNvPr>
          <p:cNvSpPr>
            <a:spLocks noGrp="1" noChangeArrowheads="1"/>
          </p:cNvSpPr>
          <p:nvPr>
            <p:ph type="dt" sz="half" idx="2"/>
          </p:nvPr>
        </p:nvSpPr>
        <p:spPr bwMode="auto">
          <a:xfrm>
            <a:off x="9265138" y="6453191"/>
            <a:ext cx="2782277" cy="3333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dirty="0">
                <a:latin typeface="+mn-lt"/>
              </a:defRPr>
            </a:lvl1pPr>
          </a:lstStyle>
          <a:p>
            <a:r>
              <a:rPr lang="it-IT" altLang="en-IT"/>
              <a:t>last update: Oct 2023</a:t>
            </a:r>
          </a:p>
        </p:txBody>
      </p:sp>
      <p:sp>
        <p:nvSpPr>
          <p:cNvPr id="303109" name="Rectangle 5">
            <a:extLst>
              <a:ext uri="{FF2B5EF4-FFF2-40B4-BE49-F238E27FC236}">
                <a16:creationId xmlns:a16="http://schemas.microsoft.com/office/drawing/2014/main" id="{6276769E-8AF7-4AB3-B25A-CA8C5C6A001F}"/>
              </a:ext>
            </a:extLst>
          </p:cNvPr>
          <p:cNvSpPr>
            <a:spLocks noGrp="1" noChangeArrowheads="1"/>
          </p:cNvSpPr>
          <p:nvPr>
            <p:ph type="ftr" sz="quarter" idx="3"/>
          </p:nvPr>
        </p:nvSpPr>
        <p:spPr bwMode="auto">
          <a:xfrm>
            <a:off x="3120295" y="6453191"/>
            <a:ext cx="5951415" cy="3333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dirty="0" err="1">
                <a:latin typeface="+mn-lt"/>
              </a:defRPr>
            </a:lvl1pPr>
          </a:lstStyle>
          <a:p>
            <a:r>
              <a:rPr lang="it-IT" altLang="en-IT"/>
              <a:t>kathara – [ labs: ospf_frr ]</a:t>
            </a:r>
          </a:p>
        </p:txBody>
      </p:sp>
      <p:sp>
        <p:nvSpPr>
          <p:cNvPr id="1030" name="Rectangle 6">
            <a:extLst>
              <a:ext uri="{FF2B5EF4-FFF2-40B4-BE49-F238E27FC236}">
                <a16:creationId xmlns:a16="http://schemas.microsoft.com/office/drawing/2014/main" id="{053844C4-97BD-413F-90CB-BB662D34AACA}"/>
              </a:ext>
            </a:extLst>
          </p:cNvPr>
          <p:cNvSpPr>
            <a:spLocks noChangeArrowheads="1"/>
          </p:cNvSpPr>
          <p:nvPr/>
        </p:nvSpPr>
        <p:spPr bwMode="auto">
          <a:xfrm>
            <a:off x="144584" y="6453191"/>
            <a:ext cx="2279007" cy="333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lnSpc>
                <a:spcPct val="90000"/>
              </a:lnSpc>
            </a:pPr>
            <a:r>
              <a:rPr lang="en-US" altLang="it-IT" sz="900" dirty="0">
                <a:solidFill>
                  <a:schemeClr val="bg2"/>
                </a:solidFill>
                <a:cs typeface="Arial" panose="020B0604020202020204" pitchFamily="34" charset="0"/>
              </a:rPr>
              <a:t>© Computer Networks Research Group Roma Tre University</a:t>
            </a:r>
          </a:p>
        </p:txBody>
      </p:sp>
      <p:pic>
        <p:nvPicPr>
          <p:cNvPr id="3" name="Picture 2" descr="A group of cubes with different colors&#10;&#10;Description automatically generated">
            <a:extLst>
              <a:ext uri="{FF2B5EF4-FFF2-40B4-BE49-F238E27FC236}">
                <a16:creationId xmlns:a16="http://schemas.microsoft.com/office/drawing/2014/main" id="{04BC26E2-2780-755F-DAB8-E568CC768E79}"/>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223458" y="200174"/>
            <a:ext cx="1264030" cy="852562"/>
          </a:xfrm>
          <a:prstGeom prst="rect">
            <a:avLst/>
          </a:prstGeom>
        </p:spPr>
      </p:pic>
    </p:spTree>
    <p:extLst>
      <p:ext uri="{BB962C8B-B14F-4D97-AF65-F5344CB8AC3E}">
        <p14:creationId xmlns:p14="http://schemas.microsoft.com/office/powerpoint/2010/main" val="19775685"/>
      </p:ext>
    </p:extLst>
  </p:cSld>
  <p:clrMap bg1="lt1" tx1="dk1" bg2="lt2" tx2="dk2" accent1="accent1" accent2="accent2" accent3="accent3" accent4="accent4" accent5="accent5" accent6="accent6" hlink="hlink" folHlink="folHlink"/>
  <p:sldLayoutIdLst>
    <p:sldLayoutId id="2147483698" r:id="rId1"/>
    <p:sldLayoutId id="2147483699" r:id="rId2"/>
    <p:sldLayoutId id="2147483700" r:id="rId3"/>
    <p:sldLayoutId id="2147483701" r:id="rId4"/>
    <p:sldLayoutId id="2147483702" r:id="rId5"/>
    <p:sldLayoutId id="2147483703" r:id="rId6"/>
    <p:sldLayoutId id="2147483704" r:id="rId7"/>
    <p:sldLayoutId id="2147483705" r:id="rId8"/>
    <p:sldLayoutId id="2147483706" r:id="rId9"/>
    <p:sldLayoutId id="2147483707" r:id="rId10"/>
    <p:sldLayoutId id="2147483708" r:id="rId11"/>
  </p:sldLayoutIdLst>
  <p:hf sldNum="0" hdr="0"/>
  <p:txStyles>
    <p:titleStyle>
      <a:lvl1pPr algn="ctr" rtl="0" eaLnBrk="1" fontAlgn="base" hangingPunct="1">
        <a:spcBef>
          <a:spcPct val="0"/>
        </a:spcBef>
        <a:spcAft>
          <a:spcPct val="0"/>
        </a:spcAft>
        <a:defRPr sz="4401">
          <a:solidFill>
            <a:schemeClr val="tx2"/>
          </a:solidFill>
          <a:latin typeface="+mj-lt"/>
          <a:ea typeface="+mj-ea"/>
          <a:cs typeface="+mj-cs"/>
        </a:defRPr>
      </a:lvl1pPr>
      <a:lvl2pPr algn="ctr" rtl="0" eaLnBrk="1" fontAlgn="base" hangingPunct="1">
        <a:spcBef>
          <a:spcPct val="0"/>
        </a:spcBef>
        <a:spcAft>
          <a:spcPct val="0"/>
        </a:spcAft>
        <a:defRPr sz="4401">
          <a:solidFill>
            <a:schemeClr val="tx2"/>
          </a:solidFill>
          <a:latin typeface="Tahoma" pitchFamily="34" charset="0"/>
        </a:defRPr>
      </a:lvl2pPr>
      <a:lvl3pPr algn="ctr" rtl="0" eaLnBrk="1" fontAlgn="base" hangingPunct="1">
        <a:spcBef>
          <a:spcPct val="0"/>
        </a:spcBef>
        <a:spcAft>
          <a:spcPct val="0"/>
        </a:spcAft>
        <a:defRPr sz="4401">
          <a:solidFill>
            <a:schemeClr val="tx2"/>
          </a:solidFill>
          <a:latin typeface="Tahoma" pitchFamily="34" charset="0"/>
        </a:defRPr>
      </a:lvl3pPr>
      <a:lvl4pPr algn="ctr" rtl="0" eaLnBrk="1" fontAlgn="base" hangingPunct="1">
        <a:spcBef>
          <a:spcPct val="0"/>
        </a:spcBef>
        <a:spcAft>
          <a:spcPct val="0"/>
        </a:spcAft>
        <a:defRPr sz="4401">
          <a:solidFill>
            <a:schemeClr val="tx2"/>
          </a:solidFill>
          <a:latin typeface="Tahoma" pitchFamily="34" charset="0"/>
        </a:defRPr>
      </a:lvl4pPr>
      <a:lvl5pPr algn="ctr" rtl="0" eaLnBrk="1" fontAlgn="base" hangingPunct="1">
        <a:spcBef>
          <a:spcPct val="0"/>
        </a:spcBef>
        <a:spcAft>
          <a:spcPct val="0"/>
        </a:spcAft>
        <a:defRPr sz="4401">
          <a:solidFill>
            <a:schemeClr val="tx2"/>
          </a:solidFill>
          <a:latin typeface="Tahoma" pitchFamily="34" charset="0"/>
        </a:defRPr>
      </a:lvl5pPr>
      <a:lvl6pPr marL="457212" algn="ctr" rtl="0" eaLnBrk="1" fontAlgn="base" hangingPunct="1">
        <a:spcBef>
          <a:spcPct val="0"/>
        </a:spcBef>
        <a:spcAft>
          <a:spcPct val="0"/>
        </a:spcAft>
        <a:defRPr sz="4401">
          <a:solidFill>
            <a:schemeClr val="tx2"/>
          </a:solidFill>
          <a:latin typeface="Tahoma" pitchFamily="34" charset="0"/>
        </a:defRPr>
      </a:lvl6pPr>
      <a:lvl7pPr marL="914423" algn="ctr" rtl="0" eaLnBrk="1" fontAlgn="base" hangingPunct="1">
        <a:spcBef>
          <a:spcPct val="0"/>
        </a:spcBef>
        <a:spcAft>
          <a:spcPct val="0"/>
        </a:spcAft>
        <a:defRPr sz="4401">
          <a:solidFill>
            <a:schemeClr val="tx2"/>
          </a:solidFill>
          <a:latin typeface="Tahoma" pitchFamily="34" charset="0"/>
        </a:defRPr>
      </a:lvl7pPr>
      <a:lvl8pPr marL="1371634" algn="ctr" rtl="0" eaLnBrk="1" fontAlgn="base" hangingPunct="1">
        <a:spcBef>
          <a:spcPct val="0"/>
        </a:spcBef>
        <a:spcAft>
          <a:spcPct val="0"/>
        </a:spcAft>
        <a:defRPr sz="4401">
          <a:solidFill>
            <a:schemeClr val="tx2"/>
          </a:solidFill>
          <a:latin typeface="Tahoma" pitchFamily="34" charset="0"/>
        </a:defRPr>
      </a:lvl8pPr>
      <a:lvl9pPr marL="1828846" algn="ctr" rtl="0" eaLnBrk="1" fontAlgn="base" hangingPunct="1">
        <a:spcBef>
          <a:spcPct val="0"/>
        </a:spcBef>
        <a:spcAft>
          <a:spcPct val="0"/>
        </a:spcAft>
        <a:defRPr sz="4401">
          <a:solidFill>
            <a:schemeClr val="tx2"/>
          </a:solidFill>
          <a:latin typeface="Tahoma" pitchFamily="34" charset="0"/>
        </a:defRPr>
      </a:lvl9pPr>
    </p:titleStyle>
    <p:bodyStyle>
      <a:lvl1pPr marL="342908" indent="-342908" algn="l" rtl="0" eaLnBrk="1" fontAlgn="base" hangingPunct="1">
        <a:spcBef>
          <a:spcPct val="20000"/>
        </a:spcBef>
        <a:spcAft>
          <a:spcPct val="0"/>
        </a:spcAft>
        <a:buClr>
          <a:schemeClr val="tx2"/>
        </a:buClr>
        <a:buSzPct val="70000"/>
        <a:buFont typeface="Wingdings" panose="05000000000000000000" pitchFamily="2" charset="2"/>
        <a:buChar char="n"/>
        <a:defRPr sz="3200">
          <a:solidFill>
            <a:schemeClr val="tx1"/>
          </a:solidFill>
          <a:latin typeface="+mn-lt"/>
          <a:ea typeface="+mn-ea"/>
          <a:cs typeface="+mn-cs"/>
        </a:defRPr>
      </a:lvl1pPr>
      <a:lvl2pPr marL="742969" indent="-285757" algn="l" rtl="0" eaLnBrk="1" fontAlgn="base" hangingPunct="1">
        <a:spcBef>
          <a:spcPct val="20000"/>
        </a:spcBef>
        <a:spcAft>
          <a:spcPct val="0"/>
        </a:spcAft>
        <a:buClr>
          <a:schemeClr val="accent1"/>
        </a:buClr>
        <a:buSzPct val="70000"/>
        <a:buFont typeface="Wingdings" panose="05000000000000000000" pitchFamily="2" charset="2"/>
        <a:buChar char="n"/>
        <a:defRPr sz="2800">
          <a:solidFill>
            <a:schemeClr val="tx1"/>
          </a:solidFill>
          <a:latin typeface="+mn-lt"/>
        </a:defRPr>
      </a:lvl2pPr>
      <a:lvl3pPr marL="1143028" indent="-228606" algn="l" rtl="0" eaLnBrk="1" fontAlgn="base" hangingPunct="1">
        <a:spcBef>
          <a:spcPct val="20000"/>
        </a:spcBef>
        <a:spcAft>
          <a:spcPct val="0"/>
        </a:spcAft>
        <a:buClr>
          <a:srgbClr val="66CC00"/>
        </a:buClr>
        <a:buSzPct val="70000"/>
        <a:buFont typeface="Wingdings" panose="05000000000000000000" pitchFamily="2" charset="2"/>
        <a:buChar char="n"/>
        <a:defRPr sz="2400">
          <a:solidFill>
            <a:schemeClr val="tx1"/>
          </a:solidFill>
          <a:latin typeface="+mn-lt"/>
        </a:defRPr>
      </a:lvl3pPr>
      <a:lvl4pPr marL="1600240" indent="-228606" algn="l" rtl="0" eaLnBrk="1" fontAlgn="base" hangingPunct="1">
        <a:spcBef>
          <a:spcPct val="20000"/>
        </a:spcBef>
        <a:spcAft>
          <a:spcPct val="0"/>
        </a:spcAft>
        <a:buSzPct val="70000"/>
        <a:buFont typeface="Wingdings" panose="05000000000000000000" pitchFamily="2" charset="2"/>
        <a:buChar char="l"/>
        <a:defRPr sz="2000">
          <a:solidFill>
            <a:schemeClr val="tx1"/>
          </a:solidFill>
          <a:latin typeface="+mn-lt"/>
        </a:defRPr>
      </a:lvl4pPr>
      <a:lvl5pPr marL="2057452" indent="-228606" algn="l" rtl="0" eaLnBrk="1" fontAlgn="base" hangingPunct="1">
        <a:spcBef>
          <a:spcPct val="20000"/>
        </a:spcBef>
        <a:spcAft>
          <a:spcPct val="0"/>
        </a:spcAft>
        <a:buFont typeface="Arial" panose="020B0604020202020204" pitchFamily="34" charset="0"/>
        <a:buChar char="–"/>
        <a:defRPr sz="2000">
          <a:solidFill>
            <a:schemeClr val="tx1"/>
          </a:solidFill>
          <a:latin typeface="+mn-lt"/>
        </a:defRPr>
      </a:lvl5pPr>
      <a:lvl6pPr marL="2514663" indent="-228606" algn="l" rtl="0" eaLnBrk="1" fontAlgn="base" hangingPunct="1">
        <a:spcBef>
          <a:spcPct val="20000"/>
        </a:spcBef>
        <a:spcAft>
          <a:spcPct val="0"/>
        </a:spcAft>
        <a:buFont typeface="Arial" charset="0"/>
        <a:buChar char="–"/>
        <a:defRPr sz="2000">
          <a:solidFill>
            <a:schemeClr val="tx1"/>
          </a:solidFill>
          <a:latin typeface="+mn-lt"/>
        </a:defRPr>
      </a:lvl6pPr>
      <a:lvl7pPr marL="2971874" indent="-228606" algn="l" rtl="0" eaLnBrk="1" fontAlgn="base" hangingPunct="1">
        <a:spcBef>
          <a:spcPct val="20000"/>
        </a:spcBef>
        <a:spcAft>
          <a:spcPct val="0"/>
        </a:spcAft>
        <a:buFont typeface="Arial" charset="0"/>
        <a:buChar char="–"/>
        <a:defRPr sz="2000">
          <a:solidFill>
            <a:schemeClr val="tx1"/>
          </a:solidFill>
          <a:latin typeface="+mn-lt"/>
        </a:defRPr>
      </a:lvl7pPr>
      <a:lvl8pPr marL="3429086" indent="-228606" algn="l" rtl="0" eaLnBrk="1" fontAlgn="base" hangingPunct="1">
        <a:spcBef>
          <a:spcPct val="20000"/>
        </a:spcBef>
        <a:spcAft>
          <a:spcPct val="0"/>
        </a:spcAft>
        <a:buFont typeface="Arial" charset="0"/>
        <a:buChar char="–"/>
        <a:defRPr sz="2000">
          <a:solidFill>
            <a:schemeClr val="tx1"/>
          </a:solidFill>
          <a:latin typeface="+mn-lt"/>
        </a:defRPr>
      </a:lvl8pPr>
      <a:lvl9pPr marL="3886297" indent="-228606" algn="l" rtl="0" eaLnBrk="1" fontAlgn="base" hangingPunct="1">
        <a:spcBef>
          <a:spcPct val="20000"/>
        </a:spcBef>
        <a:spcAft>
          <a:spcPct val="0"/>
        </a:spcAft>
        <a:buFont typeface="Arial" charset="0"/>
        <a:buChar char="–"/>
        <a:defRPr sz="2000">
          <a:solidFill>
            <a:schemeClr val="tx1"/>
          </a:solidFill>
          <a:latin typeface="+mn-lt"/>
        </a:defRPr>
      </a:lvl9pPr>
    </p:bodyStyle>
    <p:otherStyle>
      <a:defPPr>
        <a:defRPr lang="it-IT"/>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4" algn="l" defTabSz="914423" rtl="0" eaLnBrk="1" latinLnBrk="0" hangingPunct="1">
        <a:defRPr sz="1800" kern="1200">
          <a:solidFill>
            <a:schemeClr val="tx1"/>
          </a:solidFill>
          <a:latin typeface="+mn-lt"/>
          <a:ea typeface="+mn-ea"/>
          <a:cs typeface="+mn-cs"/>
        </a:defRPr>
      </a:lvl4pPr>
      <a:lvl5pPr marL="1828846" algn="l" defTabSz="914423" rtl="0" eaLnBrk="1" latinLnBrk="0" hangingPunct="1">
        <a:defRPr sz="1800" kern="1200">
          <a:solidFill>
            <a:schemeClr val="tx1"/>
          </a:solidFill>
          <a:latin typeface="+mn-lt"/>
          <a:ea typeface="+mn-ea"/>
          <a:cs typeface="+mn-cs"/>
        </a:defRPr>
      </a:lvl5pPr>
      <a:lvl6pPr marL="2286057" algn="l" defTabSz="914423" rtl="0" eaLnBrk="1" latinLnBrk="0" hangingPunct="1">
        <a:defRPr sz="1800" kern="1200">
          <a:solidFill>
            <a:schemeClr val="tx1"/>
          </a:solidFill>
          <a:latin typeface="+mn-lt"/>
          <a:ea typeface="+mn-ea"/>
          <a:cs typeface="+mn-cs"/>
        </a:defRPr>
      </a:lvl6pPr>
      <a:lvl7pPr marL="2743269"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1" algn="l" defTabSz="914423"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890">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Title Text"/>
          <p:cNvSpPr txBox="1">
            <a:spLocks noGrp="1"/>
          </p:cNvSpPr>
          <p:nvPr>
            <p:ph type="title"/>
          </p:nvPr>
        </p:nvSpPr>
        <p:spPr>
          <a:xfrm>
            <a:off x="1190625" y="1151930"/>
            <a:ext cx="9810750" cy="232171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nchor="b"/>
          <a:lstStyle/>
          <a:p>
            <a:r>
              <a:t>Title Text</a:t>
            </a:r>
          </a:p>
        </p:txBody>
      </p:sp>
      <p:sp>
        <p:nvSpPr>
          <p:cNvPr id="3" name="Body Level One…"/>
          <p:cNvSpPr txBox="1">
            <a:spLocks noGrp="1"/>
          </p:cNvSpPr>
          <p:nvPr>
            <p:ph type="body" idx="1"/>
          </p:nvPr>
        </p:nvSpPr>
        <p:spPr>
          <a:xfrm>
            <a:off x="1190625" y="3536156"/>
            <a:ext cx="9810750" cy="79474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50800" tIns="50800" rIns="50800" bIns="50800"/>
          <a:lstStyle>
            <a:lvl3pPr>
              <a:defRPr>
                <a:solidFill>
                  <a:srgbClr val="000000"/>
                </a:solidFill>
                <a:latin typeface="Gill Sans"/>
                <a:ea typeface="Gill Sans"/>
                <a:cs typeface="Gill Sans"/>
                <a:sym typeface="Gill Sans"/>
              </a:defRPr>
            </a:lvl3pPr>
            <a:lvl4pPr>
              <a:defRPr>
                <a:solidFill>
                  <a:srgbClr val="000000"/>
                </a:solidFill>
                <a:latin typeface="Gill Sans"/>
                <a:ea typeface="Gill Sans"/>
                <a:cs typeface="Gill Sans"/>
                <a:sym typeface="Gill Sans"/>
              </a:defRPr>
            </a:lvl4pPr>
            <a:lvl5pPr>
              <a:defRPr>
                <a:solidFill>
                  <a:srgbClr val="000000"/>
                </a:solidFill>
                <a:latin typeface="Gill Sans"/>
                <a:ea typeface="Gill Sans"/>
                <a:cs typeface="Gill Sans"/>
                <a:sym typeface="Gill Sans"/>
              </a:defRPr>
            </a:lvl5pPr>
          </a:lstStyle>
          <a:p>
            <a:r>
              <a:t>Body Level One</a:t>
            </a:r>
          </a:p>
          <a:p>
            <a:pPr lvl="1"/>
            <a:r>
              <a:t>Body Level Two</a:t>
            </a:r>
          </a:p>
          <a:p>
            <a:pPr lvl="2"/>
            <a:r>
              <a:t>Body Level Three</a:t>
            </a:r>
          </a:p>
          <a:p>
            <a:pPr lvl="3"/>
            <a:r>
              <a:t>Body Level Four</a:t>
            </a:r>
          </a:p>
          <a:p>
            <a:pPr lvl="4"/>
            <a:r>
              <a:t>Body Level Five</a:t>
            </a:r>
          </a:p>
        </p:txBody>
      </p:sp>
      <p:sp>
        <p:nvSpPr>
          <p:cNvPr id="4" name="Slide Number"/>
          <p:cNvSpPr txBox="1">
            <a:spLocks noGrp="1"/>
          </p:cNvSpPr>
          <p:nvPr>
            <p:ph type="sldNum" sz="quarter" idx="2"/>
          </p:nvPr>
        </p:nvSpPr>
        <p:spPr>
          <a:xfrm>
            <a:off x="5929312" y="6471314"/>
            <a:ext cx="301365" cy="297389"/>
          </a:xfrm>
          <a:prstGeom prst="rect">
            <a:avLst/>
          </a:prstGeom>
          <a:ln w="12700">
            <a:miter lim="400000"/>
          </a:ln>
        </p:spPr>
        <p:txBody>
          <a:bodyPr wrap="none" lIns="50800" tIns="50800" rIns="50800" bIns="50800" anchor="b">
            <a:spAutoFit/>
          </a:bodyPr>
          <a:lstStyle>
            <a:lvl1pPr>
              <a:defRPr sz="1266"/>
            </a:lvl1pPr>
          </a:lstStyle>
          <a:p>
            <a:fld id="{86CB4B4D-7CA3-9044-876B-883B54F8677D}" type="slidenum">
              <a:t>‹#›</a:t>
            </a:fld>
            <a:endParaRPr/>
          </a:p>
        </p:txBody>
      </p:sp>
    </p:spTree>
    <p:extLst>
      <p:ext uri="{BB962C8B-B14F-4D97-AF65-F5344CB8AC3E}">
        <p14:creationId xmlns:p14="http://schemas.microsoft.com/office/powerpoint/2010/main" val="3123408834"/>
      </p:ext>
    </p:extLst>
  </p:cSld>
  <p:clrMap bg1="lt1" tx1="dk1" bg2="lt2" tx2="dk2" accent1="accent1" accent2="accent2" accent3="accent3" accent4="accent4" accent5="accent5" accent6="accent6" hlink="hlink" folHlink="folHlink"/>
  <p:sldLayoutIdLst>
    <p:sldLayoutId id="2147483710" r:id="rId1"/>
    <p:sldLayoutId id="2147483711" r:id="rId2"/>
  </p:sldLayoutIdLst>
  <p:transition spd="med"/>
  <p:txStyles>
    <p:titleStyle>
      <a:lvl1pPr marL="0" marR="0" indent="0" algn="ctr" defTabSz="410751" rtl="0" latinLnBrk="0">
        <a:lnSpc>
          <a:spcPct val="100000"/>
        </a:lnSpc>
        <a:spcBef>
          <a:spcPts val="0"/>
        </a:spcBef>
        <a:spcAft>
          <a:spcPts val="0"/>
        </a:spcAft>
        <a:buClrTx/>
        <a:buSzTx/>
        <a:buFontTx/>
        <a:buNone/>
        <a:tabLst/>
        <a:defRPr sz="5906" b="0" i="0" u="none" strike="noStrike" cap="none" spc="0" baseline="0">
          <a:solidFill>
            <a:srgbClr val="424242"/>
          </a:solidFill>
          <a:uFillTx/>
          <a:latin typeface="+mn-lt"/>
          <a:ea typeface="+mn-ea"/>
          <a:cs typeface="+mn-cs"/>
          <a:sym typeface="Chalkboard SE Regular"/>
        </a:defRPr>
      </a:lvl1pPr>
      <a:lvl2pPr marL="0" marR="0" indent="0" algn="ctr" defTabSz="410751" rtl="0" latinLnBrk="0">
        <a:lnSpc>
          <a:spcPct val="100000"/>
        </a:lnSpc>
        <a:spcBef>
          <a:spcPts val="0"/>
        </a:spcBef>
        <a:spcAft>
          <a:spcPts val="0"/>
        </a:spcAft>
        <a:buClrTx/>
        <a:buSzTx/>
        <a:buFontTx/>
        <a:buNone/>
        <a:tabLst/>
        <a:defRPr sz="5906" b="0" i="0" u="none" strike="noStrike" cap="none" spc="0" baseline="0">
          <a:solidFill>
            <a:srgbClr val="424242"/>
          </a:solidFill>
          <a:uFillTx/>
          <a:latin typeface="+mn-lt"/>
          <a:ea typeface="+mn-ea"/>
          <a:cs typeface="+mn-cs"/>
          <a:sym typeface="Chalkboard SE Regular"/>
        </a:defRPr>
      </a:lvl2pPr>
      <a:lvl3pPr marL="0" marR="0" indent="0" algn="ctr" defTabSz="410751" rtl="0" latinLnBrk="0">
        <a:lnSpc>
          <a:spcPct val="100000"/>
        </a:lnSpc>
        <a:spcBef>
          <a:spcPts val="0"/>
        </a:spcBef>
        <a:spcAft>
          <a:spcPts val="0"/>
        </a:spcAft>
        <a:buClrTx/>
        <a:buSzTx/>
        <a:buFontTx/>
        <a:buNone/>
        <a:tabLst/>
        <a:defRPr sz="5906" b="0" i="0" u="none" strike="noStrike" cap="none" spc="0" baseline="0">
          <a:solidFill>
            <a:srgbClr val="424242"/>
          </a:solidFill>
          <a:uFillTx/>
          <a:latin typeface="+mn-lt"/>
          <a:ea typeface="+mn-ea"/>
          <a:cs typeface="+mn-cs"/>
          <a:sym typeface="Chalkboard SE Regular"/>
        </a:defRPr>
      </a:lvl3pPr>
      <a:lvl4pPr marL="0" marR="0" indent="0" algn="ctr" defTabSz="410751" rtl="0" latinLnBrk="0">
        <a:lnSpc>
          <a:spcPct val="100000"/>
        </a:lnSpc>
        <a:spcBef>
          <a:spcPts val="0"/>
        </a:spcBef>
        <a:spcAft>
          <a:spcPts val="0"/>
        </a:spcAft>
        <a:buClrTx/>
        <a:buSzTx/>
        <a:buFontTx/>
        <a:buNone/>
        <a:tabLst/>
        <a:defRPr sz="5906" b="0" i="0" u="none" strike="noStrike" cap="none" spc="0" baseline="0">
          <a:solidFill>
            <a:srgbClr val="424242"/>
          </a:solidFill>
          <a:uFillTx/>
          <a:latin typeface="+mn-lt"/>
          <a:ea typeface="+mn-ea"/>
          <a:cs typeface="+mn-cs"/>
          <a:sym typeface="Chalkboard SE Regular"/>
        </a:defRPr>
      </a:lvl4pPr>
      <a:lvl5pPr marL="0" marR="0" indent="0" algn="ctr" defTabSz="410751" rtl="0" latinLnBrk="0">
        <a:lnSpc>
          <a:spcPct val="100000"/>
        </a:lnSpc>
        <a:spcBef>
          <a:spcPts val="0"/>
        </a:spcBef>
        <a:spcAft>
          <a:spcPts val="0"/>
        </a:spcAft>
        <a:buClrTx/>
        <a:buSzTx/>
        <a:buFontTx/>
        <a:buNone/>
        <a:tabLst/>
        <a:defRPr sz="5906" b="0" i="0" u="none" strike="noStrike" cap="none" spc="0" baseline="0">
          <a:solidFill>
            <a:srgbClr val="424242"/>
          </a:solidFill>
          <a:uFillTx/>
          <a:latin typeface="+mn-lt"/>
          <a:ea typeface="+mn-ea"/>
          <a:cs typeface="+mn-cs"/>
          <a:sym typeface="Chalkboard SE Regular"/>
        </a:defRPr>
      </a:lvl5pPr>
      <a:lvl6pPr marL="0" marR="0" indent="0" algn="ctr" defTabSz="410751" rtl="0" latinLnBrk="0">
        <a:lnSpc>
          <a:spcPct val="100000"/>
        </a:lnSpc>
        <a:spcBef>
          <a:spcPts val="0"/>
        </a:spcBef>
        <a:spcAft>
          <a:spcPts val="0"/>
        </a:spcAft>
        <a:buClrTx/>
        <a:buSzTx/>
        <a:buFontTx/>
        <a:buNone/>
        <a:tabLst/>
        <a:defRPr sz="5906" b="0" i="0" u="none" strike="noStrike" cap="none" spc="0" baseline="0">
          <a:solidFill>
            <a:srgbClr val="424242"/>
          </a:solidFill>
          <a:uFillTx/>
          <a:latin typeface="+mn-lt"/>
          <a:ea typeface="+mn-ea"/>
          <a:cs typeface="+mn-cs"/>
          <a:sym typeface="Chalkboard SE Regular"/>
        </a:defRPr>
      </a:lvl6pPr>
      <a:lvl7pPr marL="0" marR="0" indent="0" algn="ctr" defTabSz="410751" rtl="0" latinLnBrk="0">
        <a:lnSpc>
          <a:spcPct val="100000"/>
        </a:lnSpc>
        <a:spcBef>
          <a:spcPts val="0"/>
        </a:spcBef>
        <a:spcAft>
          <a:spcPts val="0"/>
        </a:spcAft>
        <a:buClrTx/>
        <a:buSzTx/>
        <a:buFontTx/>
        <a:buNone/>
        <a:tabLst/>
        <a:defRPr sz="5906" b="0" i="0" u="none" strike="noStrike" cap="none" spc="0" baseline="0">
          <a:solidFill>
            <a:srgbClr val="424242"/>
          </a:solidFill>
          <a:uFillTx/>
          <a:latin typeface="+mn-lt"/>
          <a:ea typeface="+mn-ea"/>
          <a:cs typeface="+mn-cs"/>
          <a:sym typeface="Chalkboard SE Regular"/>
        </a:defRPr>
      </a:lvl7pPr>
      <a:lvl8pPr marL="0" marR="0" indent="0" algn="ctr" defTabSz="410751" rtl="0" latinLnBrk="0">
        <a:lnSpc>
          <a:spcPct val="100000"/>
        </a:lnSpc>
        <a:spcBef>
          <a:spcPts val="0"/>
        </a:spcBef>
        <a:spcAft>
          <a:spcPts val="0"/>
        </a:spcAft>
        <a:buClrTx/>
        <a:buSzTx/>
        <a:buFontTx/>
        <a:buNone/>
        <a:tabLst/>
        <a:defRPr sz="5906" b="0" i="0" u="none" strike="noStrike" cap="none" spc="0" baseline="0">
          <a:solidFill>
            <a:srgbClr val="424242"/>
          </a:solidFill>
          <a:uFillTx/>
          <a:latin typeface="+mn-lt"/>
          <a:ea typeface="+mn-ea"/>
          <a:cs typeface="+mn-cs"/>
          <a:sym typeface="Chalkboard SE Regular"/>
        </a:defRPr>
      </a:lvl8pPr>
      <a:lvl9pPr marL="0" marR="0" indent="0" algn="ctr" defTabSz="410751" rtl="0" latinLnBrk="0">
        <a:lnSpc>
          <a:spcPct val="100000"/>
        </a:lnSpc>
        <a:spcBef>
          <a:spcPts val="0"/>
        </a:spcBef>
        <a:spcAft>
          <a:spcPts val="0"/>
        </a:spcAft>
        <a:buClrTx/>
        <a:buSzTx/>
        <a:buFontTx/>
        <a:buNone/>
        <a:tabLst/>
        <a:defRPr sz="5906" b="0" i="0" u="none" strike="noStrike" cap="none" spc="0" baseline="0">
          <a:solidFill>
            <a:srgbClr val="424242"/>
          </a:solidFill>
          <a:uFillTx/>
          <a:latin typeface="+mn-lt"/>
          <a:ea typeface="+mn-ea"/>
          <a:cs typeface="+mn-cs"/>
          <a:sym typeface="Chalkboard SE Regular"/>
        </a:defRPr>
      </a:lvl9pPr>
    </p:titleStyle>
    <p:bodyStyle>
      <a:lvl1pPr marL="0" marR="0" indent="0" algn="ctr" defTabSz="410751" rtl="0" latinLnBrk="0">
        <a:lnSpc>
          <a:spcPct val="100000"/>
        </a:lnSpc>
        <a:spcBef>
          <a:spcPts val="0"/>
        </a:spcBef>
        <a:spcAft>
          <a:spcPts val="0"/>
        </a:spcAft>
        <a:buClrTx/>
        <a:buSzTx/>
        <a:buFontTx/>
        <a:buNone/>
        <a:tabLst/>
        <a:defRPr sz="2531" b="0" i="0" u="none" strike="noStrike" cap="none" spc="0" baseline="0">
          <a:solidFill>
            <a:srgbClr val="424242"/>
          </a:solidFill>
          <a:uFillTx/>
          <a:latin typeface="+mn-lt"/>
          <a:ea typeface="+mn-ea"/>
          <a:cs typeface="+mn-cs"/>
          <a:sym typeface="Chalkboard SE Regular"/>
        </a:defRPr>
      </a:lvl1pPr>
      <a:lvl2pPr marL="0" marR="0" indent="0" algn="ctr" defTabSz="410751" rtl="0" latinLnBrk="0">
        <a:lnSpc>
          <a:spcPct val="100000"/>
        </a:lnSpc>
        <a:spcBef>
          <a:spcPts val="0"/>
        </a:spcBef>
        <a:spcAft>
          <a:spcPts val="0"/>
        </a:spcAft>
        <a:buClrTx/>
        <a:buSzTx/>
        <a:buFontTx/>
        <a:buNone/>
        <a:tabLst/>
        <a:defRPr sz="2531" b="0" i="0" u="none" strike="noStrike" cap="none" spc="0" baseline="0">
          <a:solidFill>
            <a:srgbClr val="424242"/>
          </a:solidFill>
          <a:uFillTx/>
          <a:latin typeface="+mn-lt"/>
          <a:ea typeface="+mn-ea"/>
          <a:cs typeface="+mn-cs"/>
          <a:sym typeface="Chalkboard SE Regular"/>
        </a:defRPr>
      </a:lvl2pPr>
      <a:lvl3pPr marL="0" marR="0" indent="0" algn="ctr" defTabSz="410751" rtl="0" latinLnBrk="0">
        <a:lnSpc>
          <a:spcPct val="100000"/>
        </a:lnSpc>
        <a:spcBef>
          <a:spcPts val="0"/>
        </a:spcBef>
        <a:spcAft>
          <a:spcPts val="0"/>
        </a:spcAft>
        <a:buClrTx/>
        <a:buSzTx/>
        <a:buFontTx/>
        <a:buNone/>
        <a:tabLst/>
        <a:defRPr sz="2531" b="0" i="0" u="none" strike="noStrike" cap="none" spc="0" baseline="0">
          <a:solidFill>
            <a:srgbClr val="424242"/>
          </a:solidFill>
          <a:uFillTx/>
          <a:latin typeface="+mn-lt"/>
          <a:ea typeface="+mn-ea"/>
          <a:cs typeface="+mn-cs"/>
          <a:sym typeface="Chalkboard SE Regular"/>
        </a:defRPr>
      </a:lvl3pPr>
      <a:lvl4pPr marL="0" marR="0" indent="0" algn="ctr" defTabSz="410751" rtl="0" latinLnBrk="0">
        <a:lnSpc>
          <a:spcPct val="100000"/>
        </a:lnSpc>
        <a:spcBef>
          <a:spcPts val="0"/>
        </a:spcBef>
        <a:spcAft>
          <a:spcPts val="0"/>
        </a:spcAft>
        <a:buClrTx/>
        <a:buSzTx/>
        <a:buFontTx/>
        <a:buNone/>
        <a:tabLst/>
        <a:defRPr sz="2531" b="0" i="0" u="none" strike="noStrike" cap="none" spc="0" baseline="0">
          <a:solidFill>
            <a:srgbClr val="424242"/>
          </a:solidFill>
          <a:uFillTx/>
          <a:latin typeface="+mn-lt"/>
          <a:ea typeface="+mn-ea"/>
          <a:cs typeface="+mn-cs"/>
          <a:sym typeface="Chalkboard SE Regular"/>
        </a:defRPr>
      </a:lvl4pPr>
      <a:lvl5pPr marL="0" marR="0" indent="0" algn="ctr" defTabSz="410751" rtl="0" latinLnBrk="0">
        <a:lnSpc>
          <a:spcPct val="100000"/>
        </a:lnSpc>
        <a:spcBef>
          <a:spcPts val="0"/>
        </a:spcBef>
        <a:spcAft>
          <a:spcPts val="0"/>
        </a:spcAft>
        <a:buClrTx/>
        <a:buSzTx/>
        <a:buFontTx/>
        <a:buNone/>
        <a:tabLst/>
        <a:defRPr sz="2531" b="0" i="0" u="none" strike="noStrike" cap="none" spc="0" baseline="0">
          <a:solidFill>
            <a:srgbClr val="424242"/>
          </a:solidFill>
          <a:uFillTx/>
          <a:latin typeface="+mn-lt"/>
          <a:ea typeface="+mn-ea"/>
          <a:cs typeface="+mn-cs"/>
          <a:sym typeface="Chalkboard SE Regular"/>
        </a:defRPr>
      </a:lvl5pPr>
      <a:lvl6pPr marL="0" marR="0" indent="250022" algn="ctr" defTabSz="410751" rtl="0" latinLnBrk="0">
        <a:lnSpc>
          <a:spcPct val="100000"/>
        </a:lnSpc>
        <a:spcBef>
          <a:spcPts val="0"/>
        </a:spcBef>
        <a:spcAft>
          <a:spcPts val="0"/>
        </a:spcAft>
        <a:buClrTx/>
        <a:buSzTx/>
        <a:buFontTx/>
        <a:buNone/>
        <a:tabLst/>
        <a:defRPr sz="2531" b="0" i="0" u="none" strike="noStrike" cap="none" spc="0" baseline="0">
          <a:solidFill>
            <a:srgbClr val="424242"/>
          </a:solidFill>
          <a:uFillTx/>
          <a:latin typeface="+mn-lt"/>
          <a:ea typeface="+mn-ea"/>
          <a:cs typeface="+mn-cs"/>
          <a:sym typeface="Chalkboard SE Regular"/>
        </a:defRPr>
      </a:lvl6pPr>
      <a:lvl7pPr marL="0" marR="0" indent="500045" algn="ctr" defTabSz="410751" rtl="0" latinLnBrk="0">
        <a:lnSpc>
          <a:spcPct val="100000"/>
        </a:lnSpc>
        <a:spcBef>
          <a:spcPts val="0"/>
        </a:spcBef>
        <a:spcAft>
          <a:spcPts val="0"/>
        </a:spcAft>
        <a:buClrTx/>
        <a:buSzTx/>
        <a:buFontTx/>
        <a:buNone/>
        <a:tabLst/>
        <a:defRPr sz="2531" b="0" i="0" u="none" strike="noStrike" cap="none" spc="0" baseline="0">
          <a:solidFill>
            <a:srgbClr val="424242"/>
          </a:solidFill>
          <a:uFillTx/>
          <a:latin typeface="+mn-lt"/>
          <a:ea typeface="+mn-ea"/>
          <a:cs typeface="+mn-cs"/>
          <a:sym typeface="Chalkboard SE Regular"/>
        </a:defRPr>
      </a:lvl7pPr>
      <a:lvl8pPr marL="0" marR="0" indent="750067" algn="ctr" defTabSz="410751" rtl="0" latinLnBrk="0">
        <a:lnSpc>
          <a:spcPct val="100000"/>
        </a:lnSpc>
        <a:spcBef>
          <a:spcPts val="0"/>
        </a:spcBef>
        <a:spcAft>
          <a:spcPts val="0"/>
        </a:spcAft>
        <a:buClrTx/>
        <a:buSzTx/>
        <a:buFontTx/>
        <a:buNone/>
        <a:tabLst/>
        <a:defRPr sz="2531" b="0" i="0" u="none" strike="noStrike" cap="none" spc="0" baseline="0">
          <a:solidFill>
            <a:srgbClr val="424242"/>
          </a:solidFill>
          <a:uFillTx/>
          <a:latin typeface="+mn-lt"/>
          <a:ea typeface="+mn-ea"/>
          <a:cs typeface="+mn-cs"/>
          <a:sym typeface="Chalkboard SE Regular"/>
        </a:defRPr>
      </a:lvl8pPr>
      <a:lvl9pPr marL="0" marR="0" indent="1000089" algn="ctr" defTabSz="410751" rtl="0" latinLnBrk="0">
        <a:lnSpc>
          <a:spcPct val="100000"/>
        </a:lnSpc>
        <a:spcBef>
          <a:spcPts val="0"/>
        </a:spcBef>
        <a:spcAft>
          <a:spcPts val="0"/>
        </a:spcAft>
        <a:buClrTx/>
        <a:buSzTx/>
        <a:buFontTx/>
        <a:buNone/>
        <a:tabLst/>
        <a:defRPr sz="2531" b="0" i="0" u="none" strike="noStrike" cap="none" spc="0" baseline="0">
          <a:solidFill>
            <a:srgbClr val="424242"/>
          </a:solidFill>
          <a:uFillTx/>
          <a:latin typeface="+mn-lt"/>
          <a:ea typeface="+mn-ea"/>
          <a:cs typeface="+mn-cs"/>
          <a:sym typeface="Chalkboard SE Regular"/>
        </a:defRPr>
      </a:lvl9pPr>
    </p:bodyStyle>
    <p:otherStyle>
      <a:lvl1pPr marL="0" marR="0" indent="0" algn="ctr" defTabSz="410751" latinLnBrk="0">
        <a:lnSpc>
          <a:spcPct val="100000"/>
        </a:lnSpc>
        <a:spcBef>
          <a:spcPts val="0"/>
        </a:spcBef>
        <a:spcAft>
          <a:spcPts val="0"/>
        </a:spcAft>
        <a:buClrTx/>
        <a:buSzTx/>
        <a:buFontTx/>
        <a:buNone/>
        <a:tabLst/>
        <a:defRPr sz="1266" b="0" i="0" u="none" strike="noStrike" cap="none" spc="0" baseline="0">
          <a:solidFill>
            <a:schemeClr val="tx1"/>
          </a:solidFill>
          <a:uFillTx/>
          <a:latin typeface="+mn-lt"/>
          <a:ea typeface="+mn-ea"/>
          <a:cs typeface="+mn-cs"/>
          <a:sym typeface="Gill Sans"/>
        </a:defRPr>
      </a:lvl1pPr>
      <a:lvl2pPr marL="0" marR="0" indent="0" algn="ctr" defTabSz="410751" latinLnBrk="0">
        <a:lnSpc>
          <a:spcPct val="100000"/>
        </a:lnSpc>
        <a:spcBef>
          <a:spcPts val="0"/>
        </a:spcBef>
        <a:spcAft>
          <a:spcPts val="0"/>
        </a:spcAft>
        <a:buClrTx/>
        <a:buSzTx/>
        <a:buFontTx/>
        <a:buNone/>
        <a:tabLst/>
        <a:defRPr sz="1266" b="0" i="0" u="none" strike="noStrike" cap="none" spc="0" baseline="0">
          <a:solidFill>
            <a:schemeClr val="tx1"/>
          </a:solidFill>
          <a:uFillTx/>
          <a:latin typeface="+mn-lt"/>
          <a:ea typeface="+mn-ea"/>
          <a:cs typeface="+mn-cs"/>
          <a:sym typeface="Gill Sans"/>
        </a:defRPr>
      </a:lvl2pPr>
      <a:lvl3pPr marL="0" marR="0" indent="0" algn="ctr" defTabSz="410751" latinLnBrk="0">
        <a:lnSpc>
          <a:spcPct val="100000"/>
        </a:lnSpc>
        <a:spcBef>
          <a:spcPts val="0"/>
        </a:spcBef>
        <a:spcAft>
          <a:spcPts val="0"/>
        </a:spcAft>
        <a:buClrTx/>
        <a:buSzTx/>
        <a:buFontTx/>
        <a:buNone/>
        <a:tabLst/>
        <a:defRPr sz="1266" b="0" i="0" u="none" strike="noStrike" cap="none" spc="0" baseline="0">
          <a:solidFill>
            <a:schemeClr val="tx1"/>
          </a:solidFill>
          <a:uFillTx/>
          <a:latin typeface="+mn-lt"/>
          <a:ea typeface="+mn-ea"/>
          <a:cs typeface="+mn-cs"/>
          <a:sym typeface="Gill Sans"/>
        </a:defRPr>
      </a:lvl3pPr>
      <a:lvl4pPr marL="0" marR="0" indent="0" algn="ctr" defTabSz="410751" latinLnBrk="0">
        <a:lnSpc>
          <a:spcPct val="100000"/>
        </a:lnSpc>
        <a:spcBef>
          <a:spcPts val="0"/>
        </a:spcBef>
        <a:spcAft>
          <a:spcPts val="0"/>
        </a:spcAft>
        <a:buClrTx/>
        <a:buSzTx/>
        <a:buFontTx/>
        <a:buNone/>
        <a:tabLst/>
        <a:defRPr sz="1266" b="0" i="0" u="none" strike="noStrike" cap="none" spc="0" baseline="0">
          <a:solidFill>
            <a:schemeClr val="tx1"/>
          </a:solidFill>
          <a:uFillTx/>
          <a:latin typeface="+mn-lt"/>
          <a:ea typeface="+mn-ea"/>
          <a:cs typeface="+mn-cs"/>
          <a:sym typeface="Gill Sans"/>
        </a:defRPr>
      </a:lvl4pPr>
      <a:lvl5pPr marL="0" marR="0" indent="0" algn="ctr" defTabSz="410751" latinLnBrk="0">
        <a:lnSpc>
          <a:spcPct val="100000"/>
        </a:lnSpc>
        <a:spcBef>
          <a:spcPts val="0"/>
        </a:spcBef>
        <a:spcAft>
          <a:spcPts val="0"/>
        </a:spcAft>
        <a:buClrTx/>
        <a:buSzTx/>
        <a:buFontTx/>
        <a:buNone/>
        <a:tabLst/>
        <a:defRPr sz="1266" b="0" i="0" u="none" strike="noStrike" cap="none" spc="0" baseline="0">
          <a:solidFill>
            <a:schemeClr val="tx1"/>
          </a:solidFill>
          <a:uFillTx/>
          <a:latin typeface="+mn-lt"/>
          <a:ea typeface="+mn-ea"/>
          <a:cs typeface="+mn-cs"/>
          <a:sym typeface="Gill Sans"/>
        </a:defRPr>
      </a:lvl5pPr>
      <a:lvl6pPr marL="0" marR="0" indent="0" algn="ctr" defTabSz="410751" latinLnBrk="0">
        <a:lnSpc>
          <a:spcPct val="100000"/>
        </a:lnSpc>
        <a:spcBef>
          <a:spcPts val="0"/>
        </a:spcBef>
        <a:spcAft>
          <a:spcPts val="0"/>
        </a:spcAft>
        <a:buClrTx/>
        <a:buSzTx/>
        <a:buFontTx/>
        <a:buNone/>
        <a:tabLst/>
        <a:defRPr sz="1266" b="0" i="0" u="none" strike="noStrike" cap="none" spc="0" baseline="0">
          <a:solidFill>
            <a:schemeClr val="tx1"/>
          </a:solidFill>
          <a:uFillTx/>
          <a:latin typeface="+mn-lt"/>
          <a:ea typeface="+mn-ea"/>
          <a:cs typeface="+mn-cs"/>
          <a:sym typeface="Gill Sans"/>
        </a:defRPr>
      </a:lvl6pPr>
      <a:lvl7pPr marL="0" marR="0" indent="0" algn="ctr" defTabSz="410751" latinLnBrk="0">
        <a:lnSpc>
          <a:spcPct val="100000"/>
        </a:lnSpc>
        <a:spcBef>
          <a:spcPts val="0"/>
        </a:spcBef>
        <a:spcAft>
          <a:spcPts val="0"/>
        </a:spcAft>
        <a:buClrTx/>
        <a:buSzTx/>
        <a:buFontTx/>
        <a:buNone/>
        <a:tabLst/>
        <a:defRPr sz="1266" b="0" i="0" u="none" strike="noStrike" cap="none" spc="0" baseline="0">
          <a:solidFill>
            <a:schemeClr val="tx1"/>
          </a:solidFill>
          <a:uFillTx/>
          <a:latin typeface="+mn-lt"/>
          <a:ea typeface="+mn-ea"/>
          <a:cs typeface="+mn-cs"/>
          <a:sym typeface="Gill Sans"/>
        </a:defRPr>
      </a:lvl7pPr>
      <a:lvl8pPr marL="0" marR="0" indent="0" algn="ctr" defTabSz="410751" latinLnBrk="0">
        <a:lnSpc>
          <a:spcPct val="100000"/>
        </a:lnSpc>
        <a:spcBef>
          <a:spcPts val="0"/>
        </a:spcBef>
        <a:spcAft>
          <a:spcPts val="0"/>
        </a:spcAft>
        <a:buClrTx/>
        <a:buSzTx/>
        <a:buFontTx/>
        <a:buNone/>
        <a:tabLst/>
        <a:defRPr sz="1266" b="0" i="0" u="none" strike="noStrike" cap="none" spc="0" baseline="0">
          <a:solidFill>
            <a:schemeClr val="tx1"/>
          </a:solidFill>
          <a:uFillTx/>
          <a:latin typeface="+mn-lt"/>
          <a:ea typeface="+mn-ea"/>
          <a:cs typeface="+mn-cs"/>
          <a:sym typeface="Gill Sans"/>
        </a:defRPr>
      </a:lvl8pPr>
      <a:lvl9pPr marL="0" marR="0" indent="0" algn="ctr" defTabSz="410751" latinLnBrk="0">
        <a:lnSpc>
          <a:spcPct val="100000"/>
        </a:lnSpc>
        <a:spcBef>
          <a:spcPts val="0"/>
        </a:spcBef>
        <a:spcAft>
          <a:spcPts val="0"/>
        </a:spcAft>
        <a:buClrTx/>
        <a:buSzTx/>
        <a:buFontTx/>
        <a:buNone/>
        <a:tabLst/>
        <a:defRPr sz="1266" b="0" i="0" u="none" strike="noStrike" cap="none" spc="0" baseline="0">
          <a:solidFill>
            <a:schemeClr val="tx1"/>
          </a:solidFill>
          <a:uFillTx/>
          <a:latin typeface="+mn-lt"/>
          <a:ea typeface="+mn-ea"/>
          <a:cs typeface="+mn-cs"/>
          <a:sym typeface="Gill San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40674" name="Rectangle 2">
            <a:extLst>
              <a:ext uri="{FF2B5EF4-FFF2-40B4-BE49-F238E27FC236}">
                <a16:creationId xmlns:a16="http://schemas.microsoft.com/office/drawing/2014/main" id="{E9A97EF8-AE25-B42C-DB86-4BE9956A168E}"/>
              </a:ext>
            </a:extLst>
          </p:cNvPr>
          <p:cNvSpPr>
            <a:spLocks noGrp="1" noChangeArrowheads="1"/>
          </p:cNvSpPr>
          <p:nvPr>
            <p:ph type="title"/>
          </p:nvPr>
        </p:nvSpPr>
        <p:spPr bwMode="auto">
          <a:xfrm>
            <a:off x="143934" y="0"/>
            <a:ext cx="11713633" cy="9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n-US" altLang="en-CH"/>
              <a:t>Click to edit Master title style</a:t>
            </a:r>
          </a:p>
        </p:txBody>
      </p:sp>
      <p:sp>
        <p:nvSpPr>
          <p:cNvPr id="540675" name="Rectangle 3">
            <a:extLst>
              <a:ext uri="{FF2B5EF4-FFF2-40B4-BE49-F238E27FC236}">
                <a16:creationId xmlns:a16="http://schemas.microsoft.com/office/drawing/2014/main" id="{2C880251-BD8E-822B-0B6E-E8AC1A974A9B}"/>
              </a:ext>
            </a:extLst>
          </p:cNvPr>
          <p:cNvSpPr>
            <a:spLocks noGrp="1" noChangeArrowheads="1"/>
          </p:cNvSpPr>
          <p:nvPr>
            <p:ph type="body" idx="1"/>
          </p:nvPr>
        </p:nvSpPr>
        <p:spPr bwMode="auto">
          <a:xfrm>
            <a:off x="239184" y="1052513"/>
            <a:ext cx="11808883" cy="568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ltLang="en-CH"/>
              <a:t>Click to edit Master text styles</a:t>
            </a:r>
          </a:p>
          <a:p>
            <a:pPr lvl="1"/>
            <a:r>
              <a:rPr lang="en-US" altLang="en-CH"/>
              <a:t>Second level</a:t>
            </a:r>
          </a:p>
          <a:p>
            <a:pPr lvl="2"/>
            <a:r>
              <a:rPr lang="en-US" altLang="en-CH"/>
              <a:t>Third level</a:t>
            </a:r>
          </a:p>
          <a:p>
            <a:pPr lvl="3"/>
            <a:r>
              <a:rPr lang="en-US" altLang="en-CH"/>
              <a:t>Fourth level</a:t>
            </a:r>
          </a:p>
          <a:p>
            <a:pPr lvl="4"/>
            <a:r>
              <a:rPr lang="en-US" altLang="en-CH"/>
              <a:t>Fifth level</a:t>
            </a:r>
          </a:p>
        </p:txBody>
      </p:sp>
      <p:sp>
        <p:nvSpPr>
          <p:cNvPr id="540676" name="Rectangle 4">
            <a:extLst>
              <a:ext uri="{FF2B5EF4-FFF2-40B4-BE49-F238E27FC236}">
                <a16:creationId xmlns:a16="http://schemas.microsoft.com/office/drawing/2014/main" id="{185DF8C3-D57C-7569-32E3-A41DD15A4A4F}"/>
              </a:ext>
            </a:extLst>
          </p:cNvPr>
          <p:cNvSpPr>
            <a:spLocks noGrp="1" noChangeArrowheads="1"/>
          </p:cNvSpPr>
          <p:nvPr>
            <p:ph type="ftr" sz="quarter" idx="3"/>
          </p:nvPr>
        </p:nvSpPr>
        <p:spPr bwMode="auto">
          <a:xfrm>
            <a:off x="11377085" y="6597650"/>
            <a:ext cx="814916" cy="26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atin typeface="Comic Sans MS" panose="030F0702030302020204" pitchFamily="66" charset="0"/>
              </a:defRPr>
            </a:lvl1pPr>
          </a:lstStyle>
          <a:p>
            <a:fld id="{5B9273E4-324B-43E1-A6CA-E0C65DBD5E3D}" type="slidenum">
              <a:rPr lang="en-US" altLang="en-CH"/>
              <a:pPr/>
              <a:t>‹#›</a:t>
            </a:fld>
            <a:endParaRPr lang="en-US" altLang="en-CH"/>
          </a:p>
        </p:txBody>
      </p:sp>
    </p:spTree>
    <p:extLst>
      <p:ext uri="{BB962C8B-B14F-4D97-AF65-F5344CB8AC3E}">
        <p14:creationId xmlns:p14="http://schemas.microsoft.com/office/powerpoint/2010/main" val="2225593063"/>
      </p:ext>
    </p:extLst>
  </p:cSld>
  <p:clrMap bg1="lt1" tx1="dk1" bg2="lt2" tx2="dk2" accent1="accent1" accent2="accent2" accent3="accent3" accent4="accent4" accent5="accent5" accent6="accent6" hlink="hlink" folHlink="folHlink"/>
  <p:sldLayoutIdLst>
    <p:sldLayoutId id="2147483713" r:id="rId1"/>
    <p:sldLayoutId id="2147483714" r:id="rId2"/>
    <p:sldLayoutId id="2147483715" r:id="rId3"/>
    <p:sldLayoutId id="2147483716" r:id="rId4"/>
    <p:sldLayoutId id="2147483717" r:id="rId5"/>
    <p:sldLayoutId id="2147483718" r:id="rId6"/>
    <p:sldLayoutId id="2147483719" r:id="rId7"/>
    <p:sldLayoutId id="2147483720" r:id="rId8"/>
    <p:sldLayoutId id="2147483721" r:id="rId9"/>
    <p:sldLayoutId id="2147483722" r:id="rId10"/>
    <p:sldLayoutId id="2147483723" r:id="rId11"/>
  </p:sldLayoutIdLst>
  <p:hf sldNum="0" hdr="0" dt="0"/>
  <p:txStyles>
    <p:titleStyle>
      <a:lvl1pPr algn="ctr" rtl="0" fontAlgn="base">
        <a:spcBef>
          <a:spcPct val="0"/>
        </a:spcBef>
        <a:spcAft>
          <a:spcPct val="0"/>
        </a:spcAft>
        <a:defRPr sz="3600" b="1" kern="1200">
          <a:solidFill>
            <a:srgbClr val="3333FF"/>
          </a:solidFill>
          <a:latin typeface="+mj-lt"/>
          <a:ea typeface="+mj-ea"/>
          <a:cs typeface="+mj-cs"/>
        </a:defRPr>
      </a:lvl1pPr>
      <a:lvl2pPr algn="ctr" rtl="0" fontAlgn="base">
        <a:spcBef>
          <a:spcPct val="0"/>
        </a:spcBef>
        <a:spcAft>
          <a:spcPct val="0"/>
        </a:spcAft>
        <a:defRPr sz="3600" b="1">
          <a:solidFill>
            <a:srgbClr val="3333FF"/>
          </a:solidFill>
          <a:latin typeface="Times New Roman" panose="02020603050405020304" pitchFamily="18" charset="0"/>
        </a:defRPr>
      </a:lvl2pPr>
      <a:lvl3pPr algn="ctr" rtl="0" fontAlgn="base">
        <a:spcBef>
          <a:spcPct val="0"/>
        </a:spcBef>
        <a:spcAft>
          <a:spcPct val="0"/>
        </a:spcAft>
        <a:defRPr sz="3600" b="1">
          <a:solidFill>
            <a:srgbClr val="3333FF"/>
          </a:solidFill>
          <a:latin typeface="Times New Roman" panose="02020603050405020304" pitchFamily="18" charset="0"/>
        </a:defRPr>
      </a:lvl3pPr>
      <a:lvl4pPr algn="ctr" rtl="0" fontAlgn="base">
        <a:spcBef>
          <a:spcPct val="0"/>
        </a:spcBef>
        <a:spcAft>
          <a:spcPct val="0"/>
        </a:spcAft>
        <a:defRPr sz="3600" b="1">
          <a:solidFill>
            <a:srgbClr val="3333FF"/>
          </a:solidFill>
          <a:latin typeface="Times New Roman" panose="02020603050405020304" pitchFamily="18" charset="0"/>
        </a:defRPr>
      </a:lvl4pPr>
      <a:lvl5pPr algn="ctr" rtl="0" fontAlgn="base">
        <a:spcBef>
          <a:spcPct val="0"/>
        </a:spcBef>
        <a:spcAft>
          <a:spcPct val="0"/>
        </a:spcAft>
        <a:defRPr sz="3600" b="1">
          <a:solidFill>
            <a:srgbClr val="3333FF"/>
          </a:solidFill>
          <a:latin typeface="Times New Roman" panose="02020603050405020304" pitchFamily="18" charset="0"/>
        </a:defRPr>
      </a:lvl5pPr>
      <a:lvl6pPr marL="457200" algn="ctr" rtl="0" fontAlgn="base">
        <a:spcBef>
          <a:spcPct val="0"/>
        </a:spcBef>
        <a:spcAft>
          <a:spcPct val="0"/>
        </a:spcAft>
        <a:defRPr sz="3600" b="1">
          <a:solidFill>
            <a:srgbClr val="3333FF"/>
          </a:solidFill>
          <a:latin typeface="Times New Roman" panose="02020603050405020304" pitchFamily="18" charset="0"/>
        </a:defRPr>
      </a:lvl6pPr>
      <a:lvl7pPr marL="914400" algn="ctr" rtl="0" fontAlgn="base">
        <a:spcBef>
          <a:spcPct val="0"/>
        </a:spcBef>
        <a:spcAft>
          <a:spcPct val="0"/>
        </a:spcAft>
        <a:defRPr sz="3600" b="1">
          <a:solidFill>
            <a:srgbClr val="3333FF"/>
          </a:solidFill>
          <a:latin typeface="Times New Roman" panose="02020603050405020304" pitchFamily="18" charset="0"/>
        </a:defRPr>
      </a:lvl7pPr>
      <a:lvl8pPr marL="1371600" algn="ctr" rtl="0" fontAlgn="base">
        <a:spcBef>
          <a:spcPct val="0"/>
        </a:spcBef>
        <a:spcAft>
          <a:spcPct val="0"/>
        </a:spcAft>
        <a:defRPr sz="3600" b="1">
          <a:solidFill>
            <a:srgbClr val="3333FF"/>
          </a:solidFill>
          <a:latin typeface="Times New Roman" panose="02020603050405020304" pitchFamily="18" charset="0"/>
        </a:defRPr>
      </a:lvl8pPr>
      <a:lvl9pPr marL="1828800" algn="ctr" rtl="0" fontAlgn="base">
        <a:spcBef>
          <a:spcPct val="0"/>
        </a:spcBef>
        <a:spcAft>
          <a:spcPct val="0"/>
        </a:spcAft>
        <a:defRPr sz="3600" b="1">
          <a:solidFill>
            <a:srgbClr val="3333FF"/>
          </a:solidFill>
          <a:latin typeface="Times New Roman" panose="02020603050405020304" pitchFamily="18" charset="0"/>
        </a:defRPr>
      </a:lvl9pPr>
    </p:titleStyle>
    <p:bodyStyle>
      <a:lvl1pPr marL="342900" indent="-342900" algn="l" rtl="0" fontAlgn="base">
        <a:spcBef>
          <a:spcPct val="20000"/>
        </a:spcBef>
        <a:spcAft>
          <a:spcPct val="0"/>
        </a:spcAft>
        <a:buFont typeface="Wingdings" panose="05000000000000000000" pitchFamily="2" charset="2"/>
        <a:buChar char="q"/>
        <a:defRPr sz="2000" kern="1200">
          <a:solidFill>
            <a:schemeClr val="tx1"/>
          </a:solidFill>
          <a:latin typeface="+mn-lt"/>
          <a:ea typeface="+mn-ea"/>
          <a:cs typeface="+mn-cs"/>
        </a:defRPr>
      </a:lvl1pPr>
      <a:lvl2pPr marL="742950" indent="-285750" algn="l" rtl="0" fontAlgn="base">
        <a:spcBef>
          <a:spcPct val="20000"/>
        </a:spcBef>
        <a:spcAft>
          <a:spcPct val="0"/>
        </a:spcAft>
        <a:buFont typeface="Wingdings" panose="05000000000000000000" pitchFamily="2" charset="2"/>
        <a:buBlip>
          <a:blip r:embed="rId13"/>
        </a:buBlip>
        <a:defRPr kern="1200">
          <a:solidFill>
            <a:schemeClr val="tx1"/>
          </a:solidFill>
          <a:latin typeface="+mn-lt"/>
          <a:ea typeface="+mn-ea"/>
          <a:cs typeface="+mn-cs"/>
        </a:defRPr>
      </a:lvl2pPr>
      <a:lvl3pPr marL="1143000" indent="-228600" algn="l" rtl="0" fontAlgn="base">
        <a:spcBef>
          <a:spcPct val="20000"/>
        </a:spcBef>
        <a:spcAft>
          <a:spcPct val="0"/>
        </a:spcAft>
        <a:buFont typeface="Wingdings" panose="05000000000000000000" pitchFamily="2" charset="2"/>
        <a:buBlip>
          <a:blip r:embed="rId14"/>
        </a:buBlip>
        <a:defRPr sz="1600" kern="1200">
          <a:solidFill>
            <a:schemeClr val="tx1"/>
          </a:solidFill>
          <a:latin typeface="+mn-lt"/>
          <a:ea typeface="+mn-ea"/>
          <a:cs typeface="+mn-cs"/>
        </a:defRPr>
      </a:lvl3pPr>
      <a:lvl4pPr marL="1600200" indent="-228600" algn="l" rtl="0" fontAlgn="base">
        <a:spcBef>
          <a:spcPct val="20000"/>
        </a:spcBef>
        <a:spcAft>
          <a:spcPct val="0"/>
        </a:spcAft>
        <a:buFont typeface="Wingdings" panose="05000000000000000000" pitchFamily="2" charset="2"/>
        <a:buBlip>
          <a:blip r:embed="rId14"/>
        </a:buBlip>
        <a:defRPr sz="1400" kern="1200">
          <a:solidFill>
            <a:schemeClr val="tx1"/>
          </a:solidFill>
          <a:latin typeface="+mn-lt"/>
          <a:ea typeface="+mn-ea"/>
          <a:cs typeface="+mn-cs"/>
        </a:defRPr>
      </a:lvl4pPr>
      <a:lvl5pPr marL="2057400" indent="-228600" algn="l" rtl="0" fontAlgn="base">
        <a:spcBef>
          <a:spcPct val="20000"/>
        </a:spcBef>
        <a:spcAft>
          <a:spcPct val="0"/>
        </a:spcAft>
        <a:buFont typeface="Wingdings" panose="05000000000000000000" pitchFamily="2" charset="2"/>
        <a:buBlip>
          <a:blip r:embed="rId14"/>
        </a:buBlip>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CH"/>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3.xml"/></Relationships>
</file>

<file path=ppt/slides/_rels/slide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4.xml"/><Relationship Id="rId1" Type="http://schemas.openxmlformats.org/officeDocument/2006/relationships/slideLayout" Target="../slideLayouts/slideLayout1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3.xml"/></Relationships>
</file>

<file path=ppt/slides/_rels/slide1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7.xml"/><Relationship Id="rId1" Type="http://schemas.openxmlformats.org/officeDocument/2006/relationships/slideLayout" Target="../slideLayouts/slideLayout13.xml"/></Relationships>
</file>

<file path=ppt/slides/_rels/slide1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8.xml"/><Relationship Id="rId1" Type="http://schemas.openxmlformats.org/officeDocument/2006/relationships/slideLayout" Target="../slideLayouts/slideLayout13.xml"/><Relationship Id="rId5" Type="http://schemas.openxmlformats.org/officeDocument/2006/relationships/image" Target="../media/image7.png"/><Relationship Id="rId4" Type="http://schemas.openxmlformats.org/officeDocument/2006/relationships/image" Target="../media/image5.png"/></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8.png"/><Relationship Id="rId1" Type="http://schemas.openxmlformats.org/officeDocument/2006/relationships/slideLayout" Target="../slideLayouts/slideLayout13.xml"/></Relationships>
</file>

<file path=ppt/slides/_rels/slide1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3.xml"/></Relationships>
</file>

<file path=ppt/slides/_rels/slide1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9.png"/><Relationship Id="rId1" Type="http://schemas.openxmlformats.org/officeDocument/2006/relationships/slideLayout" Target="../slideLayouts/slideLayout13.xml"/></Relationships>
</file>

<file path=ppt/slides/_rels/slide2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3.xml"/></Relationships>
</file>

<file path=ppt/slides/_rels/slide2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5.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5.xml"/></Relationships>
</file>

<file path=ppt/slides/_rels/slide3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8.xml"/><Relationship Id="rId1" Type="http://schemas.openxmlformats.org/officeDocument/2006/relationships/slideLayout" Target="../slideLayouts/slideLayout19.xml"/><Relationship Id="rId4" Type="http://schemas.openxmlformats.org/officeDocument/2006/relationships/image" Target="../media/image4.png"/></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9.xml"/></Relationships>
</file>

<file path=ppt/slides/_rels/slide3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0.xml"/><Relationship Id="rId1" Type="http://schemas.openxmlformats.org/officeDocument/2006/relationships/slideLayout" Target="../slideLayouts/slideLayout19.xml"/><Relationship Id="rId4" Type="http://schemas.openxmlformats.org/officeDocument/2006/relationships/image" Target="../media/image4.png"/></Relationships>
</file>

<file path=ppt/slides/_rels/slide3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1.xml"/><Relationship Id="rId1" Type="http://schemas.openxmlformats.org/officeDocument/2006/relationships/slideLayout" Target="../slideLayouts/slideLayout19.xml"/><Relationship Id="rId4" Type="http://schemas.openxmlformats.org/officeDocument/2006/relationships/image" Target="../media/image4.png"/></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5.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5.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5.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5.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5.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5.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5.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5.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5.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5.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5.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5.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6.xml"/></Relationships>
</file>

<file path=ppt/slides/_rels/slide63.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notesSlide" Target="../notesSlides/notesSlide40.xml"/><Relationship Id="rId1" Type="http://schemas.openxmlformats.org/officeDocument/2006/relationships/slideLayout" Target="../slideLayouts/slideLayout6.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2.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6.xml"/></Relationships>
</file>

<file path=ppt/slides/_rels/slide73.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6.xml"/></Relationships>
</file>

<file path=ppt/slides/_rels/slide74.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6.xml"/></Relationships>
</file>

<file path=ppt/slides/_rels/slide75.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6.xml"/></Relationships>
</file>

<file path=ppt/slides/_rels/slide76.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6.xml"/></Relationships>
</file>

<file path=ppt/slides/_rels/slide77.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6.xml"/></Relationships>
</file>

<file path=ppt/slides/_rels/slide78.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6.xml"/></Relationships>
</file>

<file path=ppt/slides/_rels/slide79.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6.xml"/></Relationships>
</file>

<file path=ppt/slides/_rels/slide80.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6.xml"/></Relationships>
</file>

<file path=ppt/slides/_rels/slide81.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6.xml"/></Relationships>
</file>

<file path=ppt/slides/_rels/slide82.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6.xml"/></Relationships>
</file>

<file path=ppt/slides/_rels/slide83.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6.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Layout" Target="../slideLayouts/slideLayout4.xml"/></Relationships>
</file>

<file path=ppt/slides/_rels/slide90.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4.xml"/></Relationships>
</file>

<file path=ppt/slides/_rels/slide91.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4.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4.xml"/></Relationships>
</file>

<file path=ppt/slides/_rels/slide10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4.xml"/></Relationships>
</file>

<file path=ppt/slides/_rels/slide10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4.xml"/></Relationships>
</file>

<file path=ppt/slides/_rels/slide11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4.xml"/></Relationships>
</file>

<file path=ppt/slides/_rels/slide11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4.xml"/></Relationships>
</file>

<file path=ppt/slides/_rels/slide11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4.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14.jpeg"/><Relationship Id="rId1" Type="http://schemas.openxmlformats.org/officeDocument/2006/relationships/slideLayout" Target="../slideLayouts/slideLayout7.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3.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4.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62">
            <a:extLst>
              <a:ext uri="{FF2B5EF4-FFF2-40B4-BE49-F238E27FC236}">
                <a16:creationId xmlns:a16="http://schemas.microsoft.com/office/drawing/2014/main" id="{C17D4117-676E-B5F1-5472-7874A6B50BFE}"/>
              </a:ext>
            </a:extLst>
          </p:cNvPr>
          <p:cNvSpPr>
            <a:spLocks noGrp="1" noChangeArrowheads="1"/>
          </p:cNvSpPr>
          <p:nvPr>
            <p:ph type="ctrTitle"/>
          </p:nvPr>
        </p:nvSpPr>
        <p:spPr>
          <a:xfrm>
            <a:off x="2209800" y="1916114"/>
            <a:ext cx="7772400" cy="866775"/>
          </a:xfrm>
        </p:spPr>
        <p:txBody>
          <a:bodyPr/>
          <a:lstStyle/>
          <a:p>
            <a:pPr eaLnBrk="1" hangingPunct="1"/>
            <a:r>
              <a:rPr lang="en-CH" altLang="it-IT" sz="4800" dirty="0"/>
              <a:t>OSPF with </a:t>
            </a:r>
            <a:r>
              <a:rPr lang="en-CH" altLang="it-IT" sz="4800" dirty="0" err="1"/>
              <a:t>FRRouting</a:t>
            </a:r>
            <a:endParaRPr lang="it-IT" altLang="it-IT" sz="4800" dirty="0"/>
          </a:p>
        </p:txBody>
      </p:sp>
      <p:sp>
        <p:nvSpPr>
          <p:cNvPr id="5123" name="Rectangle 63">
            <a:extLst>
              <a:ext uri="{FF2B5EF4-FFF2-40B4-BE49-F238E27FC236}">
                <a16:creationId xmlns:a16="http://schemas.microsoft.com/office/drawing/2014/main" id="{2D13DE90-E63E-F363-1334-0BE674EF05CE}"/>
              </a:ext>
            </a:extLst>
          </p:cNvPr>
          <p:cNvSpPr>
            <a:spLocks noGrp="1" noChangeArrowheads="1"/>
          </p:cNvSpPr>
          <p:nvPr>
            <p:ph type="subTitle" idx="1"/>
          </p:nvPr>
        </p:nvSpPr>
        <p:spPr>
          <a:xfrm>
            <a:off x="2895600" y="2976564"/>
            <a:ext cx="6400800" cy="695325"/>
          </a:xfrm>
        </p:spPr>
        <p:txBody>
          <a:bodyPr/>
          <a:lstStyle/>
          <a:p>
            <a:pPr eaLnBrk="1" hangingPunct="1"/>
            <a:r>
              <a:rPr lang="en-CH" altLang="it-IT" dirty="0"/>
              <a:t>Gianluca Rizzo</a:t>
            </a:r>
            <a:endParaRPr lang="it-IT" altLang="it-IT"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9A5A91-E90B-18A8-A5C7-E7DC0A5B8961}"/>
              </a:ext>
            </a:extLst>
          </p:cNvPr>
          <p:cNvSpPr>
            <a:spLocks noGrp="1"/>
          </p:cNvSpPr>
          <p:nvPr>
            <p:ph type="title"/>
          </p:nvPr>
        </p:nvSpPr>
        <p:spPr/>
        <p:txBody>
          <a:bodyPr/>
          <a:lstStyle/>
          <a:p>
            <a:r>
              <a:rPr lang="en-CH" dirty="0"/>
              <a:t>Summary</a:t>
            </a:r>
          </a:p>
        </p:txBody>
      </p:sp>
      <p:sp>
        <p:nvSpPr>
          <p:cNvPr id="3" name="Date Placeholder 2">
            <a:extLst>
              <a:ext uri="{FF2B5EF4-FFF2-40B4-BE49-F238E27FC236}">
                <a16:creationId xmlns:a16="http://schemas.microsoft.com/office/drawing/2014/main" id="{0D8E75DF-C720-77B8-D289-8534977636CE}"/>
              </a:ext>
            </a:extLst>
          </p:cNvPr>
          <p:cNvSpPr>
            <a:spLocks noGrp="1"/>
          </p:cNvSpPr>
          <p:nvPr>
            <p:ph type="dt" sz="half" idx="10"/>
          </p:nvPr>
        </p:nvSpPr>
        <p:spPr/>
        <p:txBody>
          <a:bodyPr/>
          <a:lstStyle/>
          <a:p>
            <a:r>
              <a:rPr lang="it-IT" altLang="en-IT"/>
              <a:t>last update: Oct 2023</a:t>
            </a:r>
          </a:p>
        </p:txBody>
      </p:sp>
      <p:sp>
        <p:nvSpPr>
          <p:cNvPr id="4" name="Footer Placeholder 3">
            <a:extLst>
              <a:ext uri="{FF2B5EF4-FFF2-40B4-BE49-F238E27FC236}">
                <a16:creationId xmlns:a16="http://schemas.microsoft.com/office/drawing/2014/main" id="{8546566A-863C-BF6B-206C-D1313E3588EA}"/>
              </a:ext>
            </a:extLst>
          </p:cNvPr>
          <p:cNvSpPr>
            <a:spLocks noGrp="1"/>
          </p:cNvSpPr>
          <p:nvPr>
            <p:ph type="ftr" sz="quarter" idx="11"/>
          </p:nvPr>
        </p:nvSpPr>
        <p:spPr/>
        <p:txBody>
          <a:bodyPr/>
          <a:lstStyle/>
          <a:p>
            <a:r>
              <a:rPr lang="it-IT" altLang="en-IT"/>
              <a:t>kathara – [ labs: ospf_frr ]</a:t>
            </a:r>
          </a:p>
        </p:txBody>
      </p:sp>
      <p:sp>
        <p:nvSpPr>
          <p:cNvPr id="5" name="Text Placeholder 4">
            <a:extLst>
              <a:ext uri="{FF2B5EF4-FFF2-40B4-BE49-F238E27FC236}">
                <a16:creationId xmlns:a16="http://schemas.microsoft.com/office/drawing/2014/main" id="{73EACB98-4115-53BB-3FE2-47ECAAE5650E}"/>
              </a:ext>
            </a:extLst>
          </p:cNvPr>
          <p:cNvSpPr>
            <a:spLocks noGrp="1"/>
          </p:cNvSpPr>
          <p:nvPr>
            <p:ph type="body" idx="1"/>
          </p:nvPr>
        </p:nvSpPr>
        <p:spPr/>
        <p:txBody>
          <a:bodyPr/>
          <a:lstStyle/>
          <a:p>
            <a:r>
              <a:rPr lang="en-CH" dirty="0"/>
              <a:t>Intro to Link State Routing</a:t>
            </a:r>
          </a:p>
          <a:p>
            <a:r>
              <a:rPr lang="en-CH" dirty="0"/>
              <a:t>OSPF</a:t>
            </a:r>
          </a:p>
          <a:p>
            <a:r>
              <a:rPr lang="en-CH" dirty="0"/>
              <a:t>OSPF with </a:t>
            </a:r>
            <a:r>
              <a:rPr lang="en-CH" dirty="0" err="1"/>
              <a:t>FRRouting</a:t>
            </a:r>
            <a:r>
              <a:rPr lang="en-CH" dirty="0"/>
              <a:t> </a:t>
            </a:r>
          </a:p>
        </p:txBody>
      </p:sp>
    </p:spTree>
    <p:extLst>
      <p:ext uri="{BB962C8B-B14F-4D97-AF65-F5344CB8AC3E}">
        <p14:creationId xmlns:p14="http://schemas.microsoft.com/office/powerpoint/2010/main" val="406346635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74EEA64-8FC8-F8D7-579F-F84A2C02E9EC}"/>
              </a:ext>
            </a:extLst>
          </p:cNvPr>
          <p:cNvSpPr>
            <a:spLocks noGrp="1"/>
          </p:cNvSpPr>
          <p:nvPr>
            <p:ph type="title"/>
          </p:nvPr>
        </p:nvSpPr>
        <p:spPr/>
        <p:txBody>
          <a:bodyPr/>
          <a:lstStyle/>
          <a:p>
            <a:r>
              <a:rPr lang="en-CH" dirty="0"/>
              <a:t>Link State Routing</a:t>
            </a:r>
          </a:p>
        </p:txBody>
      </p:sp>
      <p:sp>
        <p:nvSpPr>
          <p:cNvPr id="3" name="Date Placeholder 2">
            <a:extLst>
              <a:ext uri="{FF2B5EF4-FFF2-40B4-BE49-F238E27FC236}">
                <a16:creationId xmlns:a16="http://schemas.microsoft.com/office/drawing/2014/main" id="{E35CEF50-34E3-4F80-45DD-57B7C55087E3}"/>
              </a:ext>
            </a:extLst>
          </p:cNvPr>
          <p:cNvSpPr>
            <a:spLocks noGrp="1"/>
          </p:cNvSpPr>
          <p:nvPr>
            <p:ph type="dt" sz="half" idx="10"/>
          </p:nvPr>
        </p:nvSpPr>
        <p:spPr/>
        <p:txBody>
          <a:bodyPr/>
          <a:lstStyle/>
          <a:p>
            <a:r>
              <a:rPr lang="it-IT" altLang="en-IT"/>
              <a:t>last update: Oct 2023</a:t>
            </a:r>
          </a:p>
        </p:txBody>
      </p:sp>
      <p:sp>
        <p:nvSpPr>
          <p:cNvPr id="4" name="Footer Placeholder 3">
            <a:extLst>
              <a:ext uri="{FF2B5EF4-FFF2-40B4-BE49-F238E27FC236}">
                <a16:creationId xmlns:a16="http://schemas.microsoft.com/office/drawing/2014/main" id="{66017F64-F1C2-2EBA-EDAE-56E4C19C83A2}"/>
              </a:ext>
            </a:extLst>
          </p:cNvPr>
          <p:cNvSpPr>
            <a:spLocks noGrp="1"/>
          </p:cNvSpPr>
          <p:nvPr>
            <p:ph type="ftr" sz="quarter" idx="11"/>
          </p:nvPr>
        </p:nvSpPr>
        <p:spPr/>
        <p:txBody>
          <a:bodyPr/>
          <a:lstStyle/>
          <a:p>
            <a:r>
              <a:rPr lang="it-IT" altLang="en-IT"/>
              <a:t>kathara – [ labs: ospf_frr ]</a:t>
            </a:r>
          </a:p>
        </p:txBody>
      </p:sp>
    </p:spTree>
    <p:extLst>
      <p:ext uri="{BB962C8B-B14F-4D97-AF65-F5344CB8AC3E}">
        <p14:creationId xmlns:p14="http://schemas.microsoft.com/office/powerpoint/2010/main" val="179952904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 name="Least-cost path routing"/>
          <p:cNvSpPr txBox="1">
            <a:spLocks noGrp="1"/>
          </p:cNvSpPr>
          <p:nvPr>
            <p:ph type="title"/>
          </p:nvPr>
        </p:nvSpPr>
        <p:spPr>
          <a:prstGeom prst="rect">
            <a:avLst/>
          </a:prstGeom>
        </p:spPr>
        <p:txBody>
          <a:bodyPr/>
          <a:lstStyle/>
          <a:p>
            <a:r>
              <a:rPr dirty="0"/>
              <a:t>Least-cost path routing</a:t>
            </a:r>
          </a:p>
        </p:txBody>
      </p:sp>
      <p:sp>
        <p:nvSpPr>
          <p:cNvPr id="297" name="Goal: find least-cost path  from each source router to each destination router"/>
          <p:cNvSpPr txBox="1">
            <a:spLocks noGrp="1"/>
          </p:cNvSpPr>
          <p:nvPr>
            <p:ph type="body" idx="1"/>
          </p:nvPr>
        </p:nvSpPr>
        <p:spPr>
          <a:prstGeom prst="rect">
            <a:avLst/>
          </a:prstGeom>
        </p:spPr>
        <p:txBody>
          <a:bodyPr/>
          <a:lstStyle/>
          <a:p>
            <a:r>
              <a:rPr dirty="0"/>
              <a:t>Goal: find </a:t>
            </a:r>
            <a:r>
              <a:rPr dirty="0">
                <a:solidFill>
                  <a:srgbClr val="942193"/>
                </a:solidFill>
              </a:rPr>
              <a:t>least-cost path </a:t>
            </a:r>
            <a:br>
              <a:rPr dirty="0">
                <a:solidFill>
                  <a:srgbClr val="942193"/>
                </a:solidFill>
              </a:rPr>
            </a:br>
            <a:r>
              <a:rPr dirty="0"/>
              <a:t>from each source router to each destination router</a:t>
            </a:r>
            <a:endParaRPr lang="fr-CH" dirty="0"/>
          </a:p>
          <a:p>
            <a:r>
              <a:rPr lang="en-US" dirty="0"/>
              <a:t>Let’s see </a:t>
            </a:r>
            <a:r>
              <a:rPr lang="en-CH" dirty="0"/>
              <a:t>a </a:t>
            </a:r>
            <a:r>
              <a:rPr lang="en-US" dirty="0"/>
              <a:t>simple algorithm for least cost path routing process</a:t>
            </a:r>
          </a:p>
          <a:p>
            <a:pPr lvl="1"/>
            <a:r>
              <a:rPr lang="en-US" dirty="0"/>
              <a:t>We start from a </a:t>
            </a:r>
            <a:r>
              <a:rPr lang="en-US" b="1" dirty="0"/>
              <a:t>centralized</a:t>
            </a:r>
            <a:r>
              <a:rPr lang="en-US" dirty="0"/>
              <a:t> algorithm (i.e., every router has </a:t>
            </a:r>
            <a:r>
              <a:rPr lang="en-US" b="1" dirty="0"/>
              <a:t>the full map </a:t>
            </a:r>
            <a:r>
              <a:rPr lang="en-US" dirty="0"/>
              <a:t>of the network)</a:t>
            </a:r>
          </a:p>
          <a:p>
            <a:pPr lvl="1"/>
            <a:r>
              <a:rPr lang="en-US" b="1" dirty="0"/>
              <a:t>The algorithm </a:t>
            </a:r>
            <a:r>
              <a:rPr lang="en-US" dirty="0"/>
              <a:t>proceeds in </a:t>
            </a:r>
            <a:r>
              <a:rPr lang="en-US" b="1" dirty="0"/>
              <a:t>steps</a:t>
            </a:r>
            <a:endParaRPr b="1" dirty="0"/>
          </a:p>
        </p:txBody>
      </p:sp>
      <p:sp>
        <p:nvSpPr>
          <p:cNvPr id="298" name="Slide Number"/>
          <p:cNvSpPr txBox="1">
            <a:spLocks noGrp="1"/>
          </p:cNvSpPr>
          <p:nvPr>
            <p:ph type="sldNum" sz="quarter" idx="2"/>
          </p:nvPr>
        </p:nvSpPr>
        <p:spPr>
          <a:xfrm>
            <a:off x="9321511" y="4273496"/>
            <a:ext cx="266098" cy="297389"/>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p>
            <a:pPr algn="ctr" defTabSz="410751" eaLnBrk="1" fontAlgn="auto">
              <a:spcBef>
                <a:spcPts val="0"/>
              </a:spcBef>
              <a:spcAft>
                <a:spcPts val="0"/>
              </a:spcAft>
            </a:pPr>
            <a:fld id="{86CB4B4D-7CA3-9044-876B-883B54F8677D}" type="slidenum">
              <a:rPr kern="0"/>
              <a:pPr algn="ctr" defTabSz="410751" eaLnBrk="1" fontAlgn="auto">
                <a:spcBef>
                  <a:spcPts val="0"/>
                </a:spcBef>
                <a:spcAft>
                  <a:spcPts val="0"/>
                </a:spcAft>
              </a:pPr>
              <a:t>4</a:t>
            </a:fld>
            <a:endParaRPr kern="0"/>
          </a:p>
        </p:txBody>
      </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97">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97">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97">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 name="Line"/>
          <p:cNvSpPr/>
          <p:nvPr/>
        </p:nvSpPr>
        <p:spPr>
          <a:xfrm flipH="1">
            <a:off x="3564086" y="3392527"/>
            <a:ext cx="2308421" cy="768710"/>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03" name="Line"/>
          <p:cNvSpPr/>
          <p:nvPr/>
        </p:nvSpPr>
        <p:spPr>
          <a:xfrm>
            <a:off x="3631403" y="4401706"/>
            <a:ext cx="4865179" cy="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04" name="Line"/>
          <p:cNvSpPr/>
          <p:nvPr/>
        </p:nvSpPr>
        <p:spPr>
          <a:xfrm>
            <a:off x="6178379" y="3392527"/>
            <a:ext cx="2320587" cy="823433"/>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05" name="Slide Number"/>
          <p:cNvSpPr txBox="1">
            <a:spLocks noGrp="1"/>
          </p:cNvSpPr>
          <p:nvPr>
            <p:ph type="sldNum" sz="quarter" idx="2"/>
          </p:nvPr>
        </p:nvSpPr>
        <p:spPr>
          <a:xfrm>
            <a:off x="9168508" y="4336283"/>
            <a:ext cx="266099" cy="297389"/>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p>
            <a:pPr defTabSz="410751" eaLnBrk="1" fontAlgn="auto">
              <a:spcBef>
                <a:spcPts val="0"/>
              </a:spcBef>
              <a:spcAft>
                <a:spcPts val="0"/>
              </a:spcAft>
            </a:pPr>
            <a:fld id="{86CB4B4D-7CA3-9044-876B-883B54F8677D}" type="slidenum">
              <a:rPr kern="0"/>
              <a:pPr defTabSz="410751" eaLnBrk="1" fontAlgn="auto">
                <a:spcBef>
                  <a:spcPts val="0"/>
                </a:spcBef>
                <a:spcAft>
                  <a:spcPts val="0"/>
                </a:spcAft>
              </a:pPr>
              <a:t>5</a:t>
            </a:fld>
            <a:endParaRPr kern="0"/>
          </a:p>
        </p:txBody>
      </p:sp>
      <p:sp>
        <p:nvSpPr>
          <p:cNvPr id="306" name="u"/>
          <p:cNvSpPr/>
          <p:nvPr/>
        </p:nvSpPr>
        <p:spPr>
          <a:xfrm>
            <a:off x="3158133" y="4009430"/>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u</a:t>
            </a:r>
          </a:p>
        </p:txBody>
      </p:sp>
      <p:sp>
        <p:nvSpPr>
          <p:cNvPr id="307" name="z"/>
          <p:cNvSpPr/>
          <p:nvPr/>
        </p:nvSpPr>
        <p:spPr>
          <a:xfrm>
            <a:off x="8292703" y="4009430"/>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z</a:t>
            </a:r>
          </a:p>
        </p:txBody>
      </p:sp>
      <p:sp>
        <p:nvSpPr>
          <p:cNvPr id="308" name="v"/>
          <p:cNvSpPr/>
          <p:nvPr/>
        </p:nvSpPr>
        <p:spPr>
          <a:xfrm>
            <a:off x="5765602" y="3080742"/>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v</a:t>
            </a:r>
          </a:p>
        </p:txBody>
      </p:sp>
      <p:sp>
        <p:nvSpPr>
          <p:cNvPr id="309" name="4"/>
          <p:cNvSpPr/>
          <p:nvPr/>
        </p:nvSpPr>
        <p:spPr>
          <a:xfrm>
            <a:off x="5899547" y="3871168"/>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4</a:t>
            </a:r>
          </a:p>
        </p:txBody>
      </p:sp>
      <p:sp>
        <p:nvSpPr>
          <p:cNvPr id="310" name="1"/>
          <p:cNvSpPr/>
          <p:nvPr/>
        </p:nvSpPr>
        <p:spPr>
          <a:xfrm>
            <a:off x="4372570" y="3241625"/>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311" name="2"/>
          <p:cNvSpPr/>
          <p:nvPr/>
        </p:nvSpPr>
        <p:spPr>
          <a:xfrm>
            <a:off x="7346156" y="3241625"/>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grpSp>
        <p:nvGrpSpPr>
          <p:cNvPr id="321" name="Group"/>
          <p:cNvGrpSpPr/>
          <p:nvPr/>
        </p:nvGrpSpPr>
        <p:grpSpPr>
          <a:xfrm>
            <a:off x="2006203" y="1196578"/>
            <a:ext cx="3411141" cy="1259086"/>
            <a:chOff x="0" y="0"/>
            <a:chExt cx="4851400" cy="1790700"/>
          </a:xfrm>
        </p:grpSpPr>
        <p:sp>
          <p:nvSpPr>
            <p:cNvPr id="312" name="Rectangle"/>
            <p:cNvSpPr/>
            <p:nvPr/>
          </p:nvSpPr>
          <p:spPr>
            <a:xfrm>
              <a:off x="0" y="0"/>
              <a:ext cx="4851400" cy="1752600"/>
            </a:xfrm>
            <a:prstGeom prst="rect">
              <a:avLst/>
            </a:prstGeom>
            <a:noFill/>
            <a:ln w="63500" cap="flat">
              <a:solidFill>
                <a:srgbClr val="424242"/>
              </a:solidFill>
              <a:prstDash val="solid"/>
              <a:miter lim="400000"/>
            </a:ln>
            <a:effectLst/>
          </p:spPr>
          <p:txBody>
            <a:bodyPr wrap="square" lIns="35719" tIns="35719" rIns="35719" bIns="35719" numCol="1" anchor="ctr">
              <a:noAutofit/>
            </a:bodyPr>
            <a:lstStyle/>
            <a:p>
              <a:pPr algn="ctr" defTabSz="410751" eaLnBrk="1" fontAlgn="auto">
                <a:spcBef>
                  <a:spcPts val="0"/>
                </a:spcBef>
                <a:spcAft>
                  <a:spcPts val="0"/>
                </a:spcAft>
                <a:defRPr sz="4000">
                  <a:solidFill>
                    <a:srgbClr val="FFFFFF"/>
                  </a:solidFill>
                  <a:effectLst>
                    <a:outerShdw blurRad="38100" dist="12700" dir="5400000" rotWithShape="0">
                      <a:srgbClr val="000000">
                        <a:alpha val="50000"/>
                      </a:srgbClr>
                    </a:outerShdw>
                  </a:effectLst>
                </a:defRPr>
              </a:pPr>
              <a:endParaRPr sz="2812" kern="0">
                <a:solidFill>
                  <a:srgbClr val="FFFFFF"/>
                </a:solidFill>
                <a:effectLst>
                  <a:outerShdw blurRad="38100" dist="12700" dir="5400000" rotWithShape="0">
                    <a:srgbClr val="000000">
                      <a:alpha val="50000"/>
                    </a:srgbClr>
                  </a:outerShdw>
                </a:effectLst>
                <a:latin typeface="Gill Sans"/>
                <a:sym typeface="Gill Sans"/>
              </a:endParaRPr>
            </a:p>
          </p:txBody>
        </p:sp>
        <p:sp>
          <p:nvSpPr>
            <p:cNvPr id="313" name="dest."/>
            <p:cNvSpPr/>
            <p:nvPr/>
          </p:nvSpPr>
          <p:spPr>
            <a:xfrm>
              <a:off x="86999" y="101600"/>
              <a:ext cx="2026236"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dest.</a:t>
              </a:r>
            </a:p>
          </p:txBody>
        </p:sp>
        <p:sp>
          <p:nvSpPr>
            <p:cNvPr id="314" name="next hop"/>
            <p:cNvSpPr/>
            <p:nvPr/>
          </p:nvSpPr>
          <p:spPr>
            <a:xfrm>
              <a:off x="1387361" y="95250"/>
              <a:ext cx="1600201"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next hop</a:t>
              </a:r>
            </a:p>
          </p:txBody>
        </p:sp>
        <p:sp>
          <p:nvSpPr>
            <p:cNvPr id="315" name="Line"/>
            <p:cNvSpPr/>
            <p:nvPr/>
          </p:nvSpPr>
          <p:spPr>
            <a:xfrm flipV="1">
              <a:off x="177373" y="656483"/>
              <a:ext cx="4586420" cy="2765"/>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16" name="Line"/>
            <p:cNvSpPr/>
            <p:nvPr/>
          </p:nvSpPr>
          <p:spPr>
            <a:xfrm flipV="1">
              <a:off x="1059466" y="139697"/>
              <a:ext cx="1422" cy="1511304"/>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17" name="z"/>
            <p:cNvSpPr/>
            <p:nvPr/>
          </p:nvSpPr>
          <p:spPr>
            <a:xfrm>
              <a:off x="384692" y="628650"/>
              <a:ext cx="635001"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z</a:t>
              </a:r>
            </a:p>
          </p:txBody>
        </p:sp>
        <p:sp>
          <p:nvSpPr>
            <p:cNvPr id="318" name="v"/>
            <p:cNvSpPr/>
            <p:nvPr/>
          </p:nvSpPr>
          <p:spPr>
            <a:xfrm>
              <a:off x="381000" y="11303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319" name="cost"/>
            <p:cNvSpPr/>
            <p:nvPr/>
          </p:nvSpPr>
          <p:spPr>
            <a:xfrm>
              <a:off x="3556000" y="114300"/>
              <a:ext cx="939800"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cost</a:t>
              </a:r>
            </a:p>
          </p:txBody>
        </p:sp>
        <p:sp>
          <p:nvSpPr>
            <p:cNvPr id="320" name="Line"/>
            <p:cNvSpPr/>
            <p:nvPr/>
          </p:nvSpPr>
          <p:spPr>
            <a:xfrm flipV="1">
              <a:off x="3124199" y="139700"/>
              <a:ext cx="1422" cy="1511304"/>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grpSp>
      <p:sp>
        <p:nvSpPr>
          <p:cNvPr id="322" name="*"/>
          <p:cNvSpPr/>
          <p:nvPr/>
        </p:nvSpPr>
        <p:spPr>
          <a:xfrm>
            <a:off x="2684859" y="3945517"/>
            <a:ext cx="348258" cy="85113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sz="7200">
                <a:solidFill>
                  <a:srgbClr val="942193"/>
                </a:solidFill>
                <a:latin typeface="+mn-lt"/>
                <a:ea typeface="+mn-ea"/>
                <a:cs typeface="+mn-cs"/>
                <a:sym typeface="Chalkboard SE Regular"/>
              </a:defRPr>
            </a:lvl1pPr>
          </a:lstStyle>
          <a:p>
            <a:pPr defTabSz="410751" eaLnBrk="1" fontAlgn="auto">
              <a:spcBef>
                <a:spcPts val="0"/>
              </a:spcBef>
              <a:spcAft>
                <a:spcPts val="0"/>
              </a:spcAft>
            </a:pPr>
            <a:r>
              <a:rPr sz="5062" kern="0">
                <a:latin typeface="Chalkboard SE Regular"/>
              </a:rPr>
              <a:t>*</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iterate>
                                    <p:tmAbs val="0"/>
                                  </p:iterate>
                                  <p:childTnLst>
                                    <p:set>
                                      <p:cBhvr>
                                        <p:cTn id="6" fill="hold"/>
                                        <p:tgtEl>
                                          <p:spTgt spid="32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iterate>
                                    <p:tmAbs val="0"/>
                                  </p:iterate>
                                  <p:childTnLst>
                                    <p:set>
                                      <p:cBhvr>
                                        <p:cTn id="10" fill="hold"/>
                                        <p:tgtEl>
                                          <p:spTgt spid="3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1" grpId="0" animBg="1" advAuto="0"/>
      <p:bldP spid="322" grpId="0" animBg="1" advAuto="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 name="Line"/>
          <p:cNvSpPr/>
          <p:nvPr/>
        </p:nvSpPr>
        <p:spPr>
          <a:xfrm flipH="1">
            <a:off x="3564086" y="3392527"/>
            <a:ext cx="2308421" cy="768710"/>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27" name="Line"/>
          <p:cNvSpPr/>
          <p:nvPr/>
        </p:nvSpPr>
        <p:spPr>
          <a:xfrm>
            <a:off x="3631403" y="4401706"/>
            <a:ext cx="4865179" cy="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28" name="Line"/>
          <p:cNvSpPr/>
          <p:nvPr/>
        </p:nvSpPr>
        <p:spPr>
          <a:xfrm>
            <a:off x="6178379" y="3392527"/>
            <a:ext cx="2320587" cy="823433"/>
          </a:xfrm>
          <a:prstGeom prst="line">
            <a:avLst/>
          </a:prstGeom>
          <a:ln w="63500">
            <a:solidFill>
              <a:srgbClr val="D6D6D6"/>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29" name="Slide Number"/>
          <p:cNvSpPr txBox="1">
            <a:spLocks noGrp="1"/>
          </p:cNvSpPr>
          <p:nvPr>
            <p:ph type="sldNum" sz="quarter" idx="2"/>
          </p:nvPr>
        </p:nvSpPr>
        <p:spPr>
          <a:xfrm>
            <a:off x="9168508" y="4336283"/>
            <a:ext cx="266099" cy="297389"/>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p>
            <a:pPr defTabSz="410751" eaLnBrk="1" fontAlgn="auto">
              <a:spcBef>
                <a:spcPts val="0"/>
              </a:spcBef>
              <a:spcAft>
                <a:spcPts val="0"/>
              </a:spcAft>
            </a:pPr>
            <a:fld id="{86CB4B4D-7CA3-9044-876B-883B54F8677D}" type="slidenum">
              <a:rPr kern="0"/>
              <a:pPr defTabSz="410751" eaLnBrk="1" fontAlgn="auto">
                <a:spcBef>
                  <a:spcPts val="0"/>
                </a:spcBef>
                <a:spcAft>
                  <a:spcPts val="0"/>
                </a:spcAft>
              </a:pPr>
              <a:t>6</a:t>
            </a:fld>
            <a:endParaRPr kern="0"/>
          </a:p>
        </p:txBody>
      </p:sp>
      <p:sp>
        <p:nvSpPr>
          <p:cNvPr id="330" name="u"/>
          <p:cNvSpPr/>
          <p:nvPr/>
        </p:nvSpPr>
        <p:spPr>
          <a:xfrm>
            <a:off x="3158133" y="4009430"/>
            <a:ext cx="535781" cy="535781"/>
          </a:xfrm>
          <a:prstGeom prst="roundRect">
            <a:avLst>
              <a:gd name="adj" fmla="val 25000"/>
            </a:avLst>
          </a:prstGeom>
          <a:solidFill>
            <a:srgbClr val="942193"/>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u</a:t>
            </a:r>
          </a:p>
        </p:txBody>
      </p:sp>
      <p:sp>
        <p:nvSpPr>
          <p:cNvPr id="331" name="z"/>
          <p:cNvSpPr/>
          <p:nvPr/>
        </p:nvSpPr>
        <p:spPr>
          <a:xfrm>
            <a:off x="8292703" y="4009430"/>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z</a:t>
            </a:r>
          </a:p>
        </p:txBody>
      </p:sp>
      <p:sp>
        <p:nvSpPr>
          <p:cNvPr id="332" name="v"/>
          <p:cNvSpPr/>
          <p:nvPr/>
        </p:nvSpPr>
        <p:spPr>
          <a:xfrm>
            <a:off x="5765602" y="3080742"/>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v</a:t>
            </a:r>
          </a:p>
        </p:txBody>
      </p:sp>
      <p:sp>
        <p:nvSpPr>
          <p:cNvPr id="333" name="4"/>
          <p:cNvSpPr/>
          <p:nvPr/>
        </p:nvSpPr>
        <p:spPr>
          <a:xfrm>
            <a:off x="5899547" y="3871168"/>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4</a:t>
            </a:r>
          </a:p>
        </p:txBody>
      </p:sp>
      <p:sp>
        <p:nvSpPr>
          <p:cNvPr id="334" name="1"/>
          <p:cNvSpPr/>
          <p:nvPr/>
        </p:nvSpPr>
        <p:spPr>
          <a:xfrm>
            <a:off x="4372570" y="3241625"/>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335" name="2"/>
          <p:cNvSpPr/>
          <p:nvPr/>
        </p:nvSpPr>
        <p:spPr>
          <a:xfrm>
            <a:off x="7346156" y="3241625"/>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D6D6D6"/>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336" name="Line"/>
          <p:cNvSpPr/>
          <p:nvPr/>
        </p:nvSpPr>
        <p:spPr>
          <a:xfrm flipH="1">
            <a:off x="3677564" y="3496035"/>
            <a:ext cx="2173310" cy="724437"/>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37" name="Line"/>
          <p:cNvSpPr/>
          <p:nvPr/>
        </p:nvSpPr>
        <p:spPr>
          <a:xfrm flipH="1">
            <a:off x="3693914" y="4491407"/>
            <a:ext cx="4681188" cy="1"/>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38" name="Rectangle"/>
          <p:cNvSpPr/>
          <p:nvPr/>
        </p:nvSpPr>
        <p:spPr>
          <a:xfrm>
            <a:off x="2006203" y="1196578"/>
            <a:ext cx="3411141" cy="1232297"/>
          </a:xfrm>
          <a:prstGeom prst="rect">
            <a:avLst/>
          </a:prstGeom>
          <a:ln w="63500">
            <a:solidFill>
              <a:srgbClr val="424242"/>
            </a:solidFill>
            <a:miter lim="400000"/>
          </a:ln>
        </p:spPr>
        <p:txBody>
          <a:bodyPr lIns="35719" tIns="35719" rIns="35719" bIns="35719" anchor="ctr"/>
          <a:lstStyle/>
          <a:p>
            <a:pPr algn="ctr" defTabSz="410751" eaLnBrk="1" fontAlgn="auto">
              <a:spcBef>
                <a:spcPts val="0"/>
              </a:spcBef>
              <a:spcAft>
                <a:spcPts val="0"/>
              </a:spcAft>
              <a:defRPr sz="4000">
                <a:solidFill>
                  <a:srgbClr val="FFFFFF"/>
                </a:solidFill>
                <a:effectLst>
                  <a:outerShdw blurRad="38100" dist="12700" dir="5400000" rotWithShape="0">
                    <a:srgbClr val="000000">
                      <a:alpha val="50000"/>
                    </a:srgbClr>
                  </a:outerShdw>
                </a:effectLst>
              </a:defRPr>
            </a:pPr>
            <a:endParaRPr sz="2812" kern="0">
              <a:solidFill>
                <a:srgbClr val="FFFFFF"/>
              </a:solidFill>
              <a:effectLst>
                <a:outerShdw blurRad="38100" dist="12700" dir="5400000" rotWithShape="0">
                  <a:srgbClr val="000000">
                    <a:alpha val="50000"/>
                  </a:srgbClr>
                </a:outerShdw>
              </a:effectLst>
              <a:latin typeface="Gill Sans"/>
              <a:sym typeface="Gill Sans"/>
            </a:endParaRPr>
          </a:p>
        </p:txBody>
      </p:sp>
      <p:sp>
        <p:nvSpPr>
          <p:cNvPr id="339" name="dest."/>
          <p:cNvSpPr/>
          <p:nvPr/>
        </p:nvSpPr>
        <p:spPr>
          <a:xfrm>
            <a:off x="2067374" y="1268016"/>
            <a:ext cx="1424697" cy="41969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dest.</a:t>
            </a:r>
          </a:p>
        </p:txBody>
      </p:sp>
      <p:sp>
        <p:nvSpPr>
          <p:cNvPr id="340" name="next hop"/>
          <p:cNvSpPr/>
          <p:nvPr/>
        </p:nvSpPr>
        <p:spPr>
          <a:xfrm>
            <a:off x="2981692" y="1263551"/>
            <a:ext cx="1125141" cy="41969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next hop</a:t>
            </a:r>
          </a:p>
        </p:txBody>
      </p:sp>
      <p:sp>
        <p:nvSpPr>
          <p:cNvPr id="341" name="Line"/>
          <p:cNvSpPr/>
          <p:nvPr/>
        </p:nvSpPr>
        <p:spPr>
          <a:xfrm flipV="1">
            <a:off x="2130918" y="1658168"/>
            <a:ext cx="3224827" cy="1944"/>
          </a:xfrm>
          <a:prstGeom prst="line">
            <a:avLst/>
          </a:prstGeom>
          <a:ln w="38100">
            <a:solidFill>
              <a:srgbClr val="424242"/>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42" name="Line"/>
          <p:cNvSpPr/>
          <p:nvPr/>
        </p:nvSpPr>
        <p:spPr>
          <a:xfrm flipV="1">
            <a:off x="2751140" y="1294802"/>
            <a:ext cx="1000" cy="1062636"/>
          </a:xfrm>
          <a:prstGeom prst="line">
            <a:avLst/>
          </a:prstGeom>
          <a:ln w="38100">
            <a:solidFill>
              <a:srgbClr val="424242"/>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43" name="z"/>
          <p:cNvSpPr/>
          <p:nvPr/>
        </p:nvSpPr>
        <p:spPr>
          <a:xfrm>
            <a:off x="2276690" y="1638598"/>
            <a:ext cx="446485"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z</a:t>
            </a:r>
          </a:p>
        </p:txBody>
      </p:sp>
      <p:sp>
        <p:nvSpPr>
          <p:cNvPr id="344" name="v"/>
          <p:cNvSpPr/>
          <p:nvPr/>
        </p:nvSpPr>
        <p:spPr>
          <a:xfrm>
            <a:off x="2274094" y="1991320"/>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345" name="z"/>
          <p:cNvSpPr/>
          <p:nvPr/>
        </p:nvSpPr>
        <p:spPr>
          <a:xfrm>
            <a:off x="2988469" y="1634133"/>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z</a:t>
            </a:r>
          </a:p>
        </p:txBody>
      </p:sp>
      <p:sp>
        <p:nvSpPr>
          <p:cNvPr id="346" name="v"/>
          <p:cNvSpPr/>
          <p:nvPr/>
        </p:nvSpPr>
        <p:spPr>
          <a:xfrm>
            <a:off x="2988469" y="1991320"/>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347" name="cost"/>
          <p:cNvSpPr/>
          <p:nvPr/>
        </p:nvSpPr>
        <p:spPr>
          <a:xfrm>
            <a:off x="4506516" y="1276945"/>
            <a:ext cx="660797" cy="41969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cost</a:t>
            </a:r>
          </a:p>
        </p:txBody>
      </p:sp>
      <p:sp>
        <p:nvSpPr>
          <p:cNvPr id="348" name="Line"/>
          <p:cNvSpPr/>
          <p:nvPr/>
        </p:nvSpPr>
        <p:spPr>
          <a:xfrm flipV="1">
            <a:off x="4202905" y="1294805"/>
            <a:ext cx="1000" cy="1062636"/>
          </a:xfrm>
          <a:prstGeom prst="line">
            <a:avLst/>
          </a:prstGeom>
          <a:ln w="38100">
            <a:solidFill>
              <a:srgbClr val="424242"/>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49" name="4"/>
          <p:cNvSpPr/>
          <p:nvPr/>
        </p:nvSpPr>
        <p:spPr>
          <a:xfrm>
            <a:off x="4452937" y="1643062"/>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4</a:t>
            </a:r>
          </a:p>
        </p:txBody>
      </p:sp>
      <p:sp>
        <p:nvSpPr>
          <p:cNvPr id="350" name="1"/>
          <p:cNvSpPr/>
          <p:nvPr/>
        </p:nvSpPr>
        <p:spPr>
          <a:xfrm>
            <a:off x="4452937" y="1991320"/>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1</a:t>
            </a:r>
          </a:p>
        </p:txBody>
      </p:sp>
      <p:sp>
        <p:nvSpPr>
          <p:cNvPr id="351" name="*"/>
          <p:cNvSpPr/>
          <p:nvPr/>
        </p:nvSpPr>
        <p:spPr>
          <a:xfrm>
            <a:off x="2684859" y="3945517"/>
            <a:ext cx="348258" cy="85113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sz="7200">
                <a:solidFill>
                  <a:srgbClr val="942193"/>
                </a:solidFill>
                <a:latin typeface="+mn-lt"/>
                <a:ea typeface="+mn-ea"/>
                <a:cs typeface="+mn-cs"/>
                <a:sym typeface="Chalkboard SE Regular"/>
              </a:defRPr>
            </a:lvl1pPr>
          </a:lstStyle>
          <a:p>
            <a:pPr defTabSz="410751" eaLnBrk="1" fontAlgn="auto">
              <a:spcBef>
                <a:spcPts val="0"/>
              </a:spcBef>
              <a:spcAft>
                <a:spcPts val="0"/>
              </a:spcAft>
            </a:pPr>
            <a:r>
              <a:rPr sz="5062" kern="0">
                <a:latin typeface="Chalkboard SE Regular"/>
              </a:rPr>
              <a:t>*</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iterate>
                                    <p:tmAbs val="0"/>
                                  </p:iterate>
                                  <p:childTnLst>
                                    <p:set>
                                      <p:cBhvr>
                                        <p:cTn id="6" fill="hold"/>
                                        <p:tgtEl>
                                          <p:spTgt spid="337"/>
                                        </p:tgtEl>
                                        <p:attrNameLst>
                                          <p:attrName>style.visibility</p:attrName>
                                        </p:attrNameLst>
                                      </p:cBhvr>
                                      <p:to>
                                        <p:strVal val="visible"/>
                                      </p:to>
                                    </p:set>
                                    <p:animEffect transition="in" filter="wipe(left)">
                                      <p:cBhvr>
                                        <p:cTn id="7" dur="1000"/>
                                        <p:tgtEl>
                                          <p:spTgt spid="337"/>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iterate>
                                    <p:tmAbs val="0"/>
                                  </p:iterate>
                                  <p:childTnLst>
                                    <p:set>
                                      <p:cBhvr>
                                        <p:cTn id="11" fill="hold"/>
                                        <p:tgtEl>
                                          <p:spTgt spid="345"/>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iterate>
                                    <p:tmAbs val="0"/>
                                  </p:iterate>
                                  <p:childTnLst>
                                    <p:set>
                                      <p:cBhvr>
                                        <p:cTn id="15" fill="hold"/>
                                        <p:tgtEl>
                                          <p:spTgt spid="349"/>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iterate>
                                    <p:tmAbs val="0"/>
                                  </p:iterate>
                                  <p:childTnLst>
                                    <p:set>
                                      <p:cBhvr>
                                        <p:cTn id="19" fill="hold"/>
                                        <p:tgtEl>
                                          <p:spTgt spid="336"/>
                                        </p:tgtEl>
                                        <p:attrNameLst>
                                          <p:attrName>style.visibility</p:attrName>
                                        </p:attrNameLst>
                                      </p:cBhvr>
                                      <p:to>
                                        <p:strVal val="visible"/>
                                      </p:to>
                                    </p:set>
                                    <p:animEffect transition="in" filter="wipe(left)">
                                      <p:cBhvr>
                                        <p:cTn id="20" dur="1000"/>
                                        <p:tgtEl>
                                          <p:spTgt spid="336"/>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iterate>
                                    <p:tmAbs val="0"/>
                                  </p:iterate>
                                  <p:childTnLst>
                                    <p:set>
                                      <p:cBhvr>
                                        <p:cTn id="24" fill="hold"/>
                                        <p:tgtEl>
                                          <p:spTgt spid="346"/>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iterate>
                                    <p:tmAbs val="0"/>
                                  </p:iterate>
                                  <p:childTnLst>
                                    <p:set>
                                      <p:cBhvr>
                                        <p:cTn id="28" fill="hold"/>
                                        <p:tgtEl>
                                          <p:spTgt spid="35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6" grpId="0" animBg="1" advAuto="0"/>
      <p:bldP spid="337" grpId="0" animBg="1" advAuto="0"/>
      <p:bldP spid="345" grpId="0" animBg="1" advAuto="0"/>
      <p:bldP spid="346" grpId="0" animBg="1" advAuto="0"/>
      <p:bldP spid="349" grpId="0" animBg="1" advAuto="0"/>
      <p:bldP spid="350" grpId="0" animBg="1" advAuto="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 name="Line"/>
          <p:cNvSpPr/>
          <p:nvPr/>
        </p:nvSpPr>
        <p:spPr>
          <a:xfrm flipH="1">
            <a:off x="3564086" y="3392527"/>
            <a:ext cx="2308421" cy="768710"/>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56" name="Line"/>
          <p:cNvSpPr/>
          <p:nvPr/>
        </p:nvSpPr>
        <p:spPr>
          <a:xfrm>
            <a:off x="3631403" y="4401706"/>
            <a:ext cx="4865179" cy="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57" name="Line"/>
          <p:cNvSpPr/>
          <p:nvPr/>
        </p:nvSpPr>
        <p:spPr>
          <a:xfrm>
            <a:off x="6178379" y="3392527"/>
            <a:ext cx="2320587" cy="823433"/>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58" name="Slide Number"/>
          <p:cNvSpPr txBox="1">
            <a:spLocks noGrp="1"/>
          </p:cNvSpPr>
          <p:nvPr>
            <p:ph type="sldNum" sz="quarter" idx="2"/>
          </p:nvPr>
        </p:nvSpPr>
        <p:spPr>
          <a:xfrm>
            <a:off x="9168508" y="4336283"/>
            <a:ext cx="266099" cy="297389"/>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p>
            <a:pPr defTabSz="410751" eaLnBrk="1" fontAlgn="auto">
              <a:spcBef>
                <a:spcPts val="0"/>
              </a:spcBef>
              <a:spcAft>
                <a:spcPts val="0"/>
              </a:spcAft>
            </a:pPr>
            <a:fld id="{86CB4B4D-7CA3-9044-876B-883B54F8677D}" type="slidenum">
              <a:rPr kern="0"/>
              <a:pPr defTabSz="410751" eaLnBrk="1" fontAlgn="auto">
                <a:spcBef>
                  <a:spcPts val="0"/>
                </a:spcBef>
                <a:spcAft>
                  <a:spcPts val="0"/>
                </a:spcAft>
              </a:pPr>
              <a:t>7</a:t>
            </a:fld>
            <a:endParaRPr kern="0"/>
          </a:p>
        </p:txBody>
      </p:sp>
      <p:sp>
        <p:nvSpPr>
          <p:cNvPr id="359" name="u"/>
          <p:cNvSpPr/>
          <p:nvPr/>
        </p:nvSpPr>
        <p:spPr>
          <a:xfrm>
            <a:off x="3158133" y="4009430"/>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u</a:t>
            </a:r>
          </a:p>
        </p:txBody>
      </p:sp>
      <p:sp>
        <p:nvSpPr>
          <p:cNvPr id="360" name="z"/>
          <p:cNvSpPr/>
          <p:nvPr/>
        </p:nvSpPr>
        <p:spPr>
          <a:xfrm>
            <a:off x="8292703" y="4009430"/>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z</a:t>
            </a:r>
          </a:p>
        </p:txBody>
      </p:sp>
      <p:sp>
        <p:nvSpPr>
          <p:cNvPr id="361" name="v"/>
          <p:cNvSpPr/>
          <p:nvPr/>
        </p:nvSpPr>
        <p:spPr>
          <a:xfrm>
            <a:off x="5765602" y="3080742"/>
            <a:ext cx="535781" cy="535781"/>
          </a:xfrm>
          <a:prstGeom prst="roundRect">
            <a:avLst>
              <a:gd name="adj" fmla="val 25000"/>
            </a:avLst>
          </a:prstGeom>
          <a:solidFill>
            <a:srgbClr val="942193"/>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v</a:t>
            </a:r>
          </a:p>
        </p:txBody>
      </p:sp>
      <p:sp>
        <p:nvSpPr>
          <p:cNvPr id="362" name="4"/>
          <p:cNvSpPr/>
          <p:nvPr/>
        </p:nvSpPr>
        <p:spPr>
          <a:xfrm>
            <a:off x="5899547" y="3871168"/>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4</a:t>
            </a:r>
          </a:p>
        </p:txBody>
      </p:sp>
      <p:sp>
        <p:nvSpPr>
          <p:cNvPr id="363" name="1"/>
          <p:cNvSpPr/>
          <p:nvPr/>
        </p:nvSpPr>
        <p:spPr>
          <a:xfrm>
            <a:off x="4372570" y="3241625"/>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364" name="2"/>
          <p:cNvSpPr/>
          <p:nvPr/>
        </p:nvSpPr>
        <p:spPr>
          <a:xfrm>
            <a:off x="7346156" y="3241625"/>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365" name="Line"/>
          <p:cNvSpPr/>
          <p:nvPr/>
        </p:nvSpPr>
        <p:spPr>
          <a:xfrm flipH="1">
            <a:off x="3677564" y="3496035"/>
            <a:ext cx="2173310" cy="724437"/>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66" name="Line"/>
          <p:cNvSpPr/>
          <p:nvPr/>
        </p:nvSpPr>
        <p:spPr>
          <a:xfrm flipH="1">
            <a:off x="3693914" y="4491407"/>
            <a:ext cx="4681188" cy="1"/>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67" name="Line"/>
          <p:cNvSpPr/>
          <p:nvPr/>
        </p:nvSpPr>
        <p:spPr>
          <a:xfrm>
            <a:off x="3693663" y="3701489"/>
            <a:ext cx="4588099" cy="638340"/>
          </a:xfrm>
          <a:custGeom>
            <a:avLst/>
            <a:gdLst/>
            <a:ahLst/>
            <a:cxnLst>
              <a:cxn ang="0">
                <a:pos x="wd2" y="hd2"/>
              </a:cxn>
              <a:cxn ang="5400000">
                <a:pos x="wd2" y="hd2"/>
              </a:cxn>
              <a:cxn ang="10800000">
                <a:pos x="wd2" y="hd2"/>
              </a:cxn>
              <a:cxn ang="16200000">
                <a:pos x="wd2" y="hd2"/>
              </a:cxn>
            </a:cxnLst>
            <a:rect l="0" t="0" r="r" b="b"/>
            <a:pathLst>
              <a:path w="21600" h="21381" extrusionOk="0">
                <a:moveTo>
                  <a:pt x="0" y="21381"/>
                </a:moveTo>
                <a:cubicBezTo>
                  <a:pt x="0" y="21381"/>
                  <a:pt x="8528" y="228"/>
                  <a:pt x="10939" y="1"/>
                </a:cubicBezTo>
                <a:cubicBezTo>
                  <a:pt x="13280" y="-219"/>
                  <a:pt x="21600" y="19287"/>
                  <a:pt x="21600" y="19287"/>
                </a:cubicBezTo>
              </a:path>
            </a:pathLst>
          </a:custGeom>
          <a:ln w="50800">
            <a:solidFill>
              <a:srgbClr val="942193"/>
            </a:solidFill>
            <a:miter lim="400000"/>
            <a:tailEnd type="stealth"/>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368" name="Rectangle"/>
          <p:cNvSpPr/>
          <p:nvPr/>
        </p:nvSpPr>
        <p:spPr>
          <a:xfrm>
            <a:off x="2006203" y="1196578"/>
            <a:ext cx="3411141" cy="1232297"/>
          </a:xfrm>
          <a:prstGeom prst="rect">
            <a:avLst/>
          </a:prstGeom>
          <a:ln w="63500">
            <a:solidFill>
              <a:srgbClr val="424242"/>
            </a:solidFill>
            <a:miter lim="400000"/>
          </a:ln>
        </p:spPr>
        <p:txBody>
          <a:bodyPr lIns="35719" tIns="35719" rIns="35719" bIns="35719" anchor="ctr"/>
          <a:lstStyle/>
          <a:p>
            <a:pPr algn="ctr" defTabSz="410751" eaLnBrk="1" fontAlgn="auto">
              <a:spcBef>
                <a:spcPts val="0"/>
              </a:spcBef>
              <a:spcAft>
                <a:spcPts val="0"/>
              </a:spcAft>
              <a:defRPr sz="4000">
                <a:solidFill>
                  <a:srgbClr val="FFFFFF"/>
                </a:solidFill>
                <a:effectLst>
                  <a:outerShdw blurRad="38100" dist="12700" dir="5400000" rotWithShape="0">
                    <a:srgbClr val="000000">
                      <a:alpha val="50000"/>
                    </a:srgbClr>
                  </a:outerShdw>
                </a:effectLst>
              </a:defRPr>
            </a:pPr>
            <a:endParaRPr sz="2812" kern="0">
              <a:solidFill>
                <a:srgbClr val="FFFFFF"/>
              </a:solidFill>
              <a:effectLst>
                <a:outerShdw blurRad="38100" dist="12700" dir="5400000" rotWithShape="0">
                  <a:srgbClr val="000000">
                    <a:alpha val="50000"/>
                  </a:srgbClr>
                </a:outerShdw>
              </a:effectLst>
              <a:latin typeface="Gill Sans"/>
              <a:sym typeface="Gill Sans"/>
            </a:endParaRPr>
          </a:p>
        </p:txBody>
      </p:sp>
      <p:sp>
        <p:nvSpPr>
          <p:cNvPr id="369" name="dest."/>
          <p:cNvSpPr/>
          <p:nvPr/>
        </p:nvSpPr>
        <p:spPr>
          <a:xfrm>
            <a:off x="2067374" y="1268016"/>
            <a:ext cx="1424697" cy="41969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dest.</a:t>
            </a:r>
          </a:p>
        </p:txBody>
      </p:sp>
      <p:sp>
        <p:nvSpPr>
          <p:cNvPr id="370" name="next hop"/>
          <p:cNvSpPr/>
          <p:nvPr/>
        </p:nvSpPr>
        <p:spPr>
          <a:xfrm>
            <a:off x="2981692" y="1263551"/>
            <a:ext cx="1125141" cy="41969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next hop</a:t>
            </a:r>
          </a:p>
        </p:txBody>
      </p:sp>
      <p:sp>
        <p:nvSpPr>
          <p:cNvPr id="371" name="Line"/>
          <p:cNvSpPr/>
          <p:nvPr/>
        </p:nvSpPr>
        <p:spPr>
          <a:xfrm flipV="1">
            <a:off x="2130918" y="1658168"/>
            <a:ext cx="3224827" cy="1944"/>
          </a:xfrm>
          <a:prstGeom prst="line">
            <a:avLst/>
          </a:prstGeom>
          <a:ln w="38100">
            <a:solidFill>
              <a:srgbClr val="424242"/>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72" name="Line"/>
          <p:cNvSpPr/>
          <p:nvPr/>
        </p:nvSpPr>
        <p:spPr>
          <a:xfrm flipV="1">
            <a:off x="2751140" y="1294802"/>
            <a:ext cx="1000" cy="1062636"/>
          </a:xfrm>
          <a:prstGeom prst="line">
            <a:avLst/>
          </a:prstGeom>
          <a:ln w="38100">
            <a:solidFill>
              <a:srgbClr val="424242"/>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73" name="z"/>
          <p:cNvSpPr/>
          <p:nvPr/>
        </p:nvSpPr>
        <p:spPr>
          <a:xfrm>
            <a:off x="2276690" y="1638598"/>
            <a:ext cx="446485"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z</a:t>
            </a:r>
          </a:p>
        </p:txBody>
      </p:sp>
      <p:sp>
        <p:nvSpPr>
          <p:cNvPr id="374" name="v"/>
          <p:cNvSpPr/>
          <p:nvPr/>
        </p:nvSpPr>
        <p:spPr>
          <a:xfrm>
            <a:off x="2274094" y="1991320"/>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375" name="z"/>
          <p:cNvSpPr/>
          <p:nvPr/>
        </p:nvSpPr>
        <p:spPr>
          <a:xfrm>
            <a:off x="2988469" y="1634133"/>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z</a:t>
            </a:r>
          </a:p>
        </p:txBody>
      </p:sp>
      <p:sp>
        <p:nvSpPr>
          <p:cNvPr id="376" name="v"/>
          <p:cNvSpPr/>
          <p:nvPr/>
        </p:nvSpPr>
        <p:spPr>
          <a:xfrm>
            <a:off x="2988469" y="1991320"/>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377" name="cost"/>
          <p:cNvSpPr/>
          <p:nvPr/>
        </p:nvSpPr>
        <p:spPr>
          <a:xfrm>
            <a:off x="4506516" y="1276945"/>
            <a:ext cx="660797" cy="41969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cost</a:t>
            </a:r>
          </a:p>
        </p:txBody>
      </p:sp>
      <p:sp>
        <p:nvSpPr>
          <p:cNvPr id="378" name="Line"/>
          <p:cNvSpPr/>
          <p:nvPr/>
        </p:nvSpPr>
        <p:spPr>
          <a:xfrm flipV="1">
            <a:off x="4202905" y="1294805"/>
            <a:ext cx="1000" cy="1062636"/>
          </a:xfrm>
          <a:prstGeom prst="line">
            <a:avLst/>
          </a:prstGeom>
          <a:ln w="38100">
            <a:solidFill>
              <a:srgbClr val="424242"/>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79" name="4"/>
          <p:cNvSpPr/>
          <p:nvPr/>
        </p:nvSpPr>
        <p:spPr>
          <a:xfrm>
            <a:off x="4452937" y="1643062"/>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4</a:t>
            </a:r>
          </a:p>
        </p:txBody>
      </p:sp>
      <p:sp>
        <p:nvSpPr>
          <p:cNvPr id="380" name="1"/>
          <p:cNvSpPr/>
          <p:nvPr/>
        </p:nvSpPr>
        <p:spPr>
          <a:xfrm>
            <a:off x="4452937" y="1991320"/>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1</a:t>
            </a:r>
          </a:p>
        </p:txBody>
      </p:sp>
      <p:sp>
        <p:nvSpPr>
          <p:cNvPr id="381" name="v"/>
          <p:cNvSpPr/>
          <p:nvPr/>
        </p:nvSpPr>
        <p:spPr>
          <a:xfrm>
            <a:off x="3318867" y="1634133"/>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382" name="3"/>
          <p:cNvSpPr/>
          <p:nvPr/>
        </p:nvSpPr>
        <p:spPr>
          <a:xfrm>
            <a:off x="4783336" y="1651992"/>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3</a:t>
            </a:r>
          </a:p>
        </p:txBody>
      </p:sp>
      <p:pic>
        <p:nvPicPr>
          <p:cNvPr id="383" name="Line Line" descr="Line Line"/>
          <p:cNvPicPr>
            <a:picLocks/>
          </p:cNvPicPr>
          <p:nvPr/>
        </p:nvPicPr>
        <p:blipFill>
          <a:blip r:embed="rId3"/>
          <a:stretch>
            <a:fillRect/>
          </a:stretch>
        </p:blipFill>
        <p:spPr>
          <a:xfrm>
            <a:off x="2845594" y="1742294"/>
            <a:ext cx="438436" cy="365112"/>
          </a:xfrm>
          <a:prstGeom prst="rect">
            <a:avLst/>
          </a:prstGeom>
        </p:spPr>
      </p:pic>
      <p:pic>
        <p:nvPicPr>
          <p:cNvPr id="385" name="Line Line" descr="Line Line"/>
          <p:cNvPicPr>
            <a:picLocks/>
          </p:cNvPicPr>
          <p:nvPr/>
        </p:nvPicPr>
        <p:blipFill>
          <a:blip r:embed="rId3"/>
          <a:stretch>
            <a:fillRect/>
          </a:stretch>
        </p:blipFill>
        <p:spPr>
          <a:xfrm>
            <a:off x="4354711" y="1723430"/>
            <a:ext cx="438436" cy="365112"/>
          </a:xfrm>
          <a:prstGeom prst="rect">
            <a:avLst/>
          </a:prstGeom>
        </p:spPr>
      </p:pic>
      <p:sp>
        <p:nvSpPr>
          <p:cNvPr id="387" name="*"/>
          <p:cNvSpPr/>
          <p:nvPr/>
        </p:nvSpPr>
        <p:spPr>
          <a:xfrm>
            <a:off x="2684859" y="3945517"/>
            <a:ext cx="348258" cy="85113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sz="7200">
                <a:solidFill>
                  <a:srgbClr val="942193"/>
                </a:solidFill>
                <a:latin typeface="+mn-lt"/>
                <a:ea typeface="+mn-ea"/>
                <a:cs typeface="+mn-cs"/>
                <a:sym typeface="Chalkboard SE Regular"/>
              </a:defRPr>
            </a:lvl1pPr>
          </a:lstStyle>
          <a:p>
            <a:pPr defTabSz="410751" eaLnBrk="1" fontAlgn="auto">
              <a:spcBef>
                <a:spcPts val="0"/>
              </a:spcBef>
              <a:spcAft>
                <a:spcPts val="0"/>
              </a:spcAft>
            </a:pPr>
            <a:r>
              <a:rPr sz="5062" kern="0">
                <a:latin typeface="Chalkboard SE Regular"/>
              </a:rPr>
              <a:t>*</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0" presetClass="exit" fill="hold" grpId="0" nodeType="clickEffect">
                                  <p:stCondLst>
                                    <p:cond delay="0"/>
                                  </p:stCondLst>
                                  <p:iterate>
                                    <p:tmAbs val="0"/>
                                  </p:iterate>
                                  <p:childTnLst>
                                    <p:animEffect transition="out" filter="fade">
                                      <p:cBhvr>
                                        <p:cTn id="6" dur="2000" fill="hold"/>
                                        <p:tgtEl>
                                          <p:spTgt spid="366"/>
                                        </p:tgtEl>
                                      </p:cBhvr>
                                    </p:animEffect>
                                    <p:set>
                                      <p:cBhvr>
                                        <p:cTn id="7" fill="hold">
                                          <p:stCondLst>
                                            <p:cond delay="1999"/>
                                          </p:stCondLst>
                                        </p:cTn>
                                        <p:tgtEl>
                                          <p:spTgt spid="366"/>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iterate>
                                    <p:tmAbs val="0"/>
                                  </p:iterate>
                                  <p:childTnLst>
                                    <p:set>
                                      <p:cBhvr>
                                        <p:cTn id="11" fill="hold"/>
                                        <p:tgtEl>
                                          <p:spTgt spid="367"/>
                                        </p:tgtEl>
                                        <p:attrNameLst>
                                          <p:attrName>style.visibility</p:attrName>
                                        </p:attrNameLst>
                                      </p:cBhvr>
                                      <p:to>
                                        <p:strVal val="visible"/>
                                      </p:to>
                                    </p:set>
                                    <p:animEffect transition="in" filter="wipe(left)">
                                      <p:cBhvr>
                                        <p:cTn id="12" dur="1000"/>
                                        <p:tgtEl>
                                          <p:spTgt spid="36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iterate>
                                    <p:tmAbs val="0"/>
                                  </p:iterate>
                                  <p:childTnLst>
                                    <p:set>
                                      <p:cBhvr>
                                        <p:cTn id="16" fill="hold"/>
                                        <p:tgtEl>
                                          <p:spTgt spid="383"/>
                                        </p:tgtEl>
                                        <p:attrNameLst>
                                          <p:attrName>style.visibility</p:attrName>
                                        </p:attrNameLst>
                                      </p:cBhvr>
                                      <p:to>
                                        <p:strVal val="visible"/>
                                      </p:to>
                                    </p:set>
                                    <p:animEffect transition="in" filter="wipe(left)">
                                      <p:cBhvr>
                                        <p:cTn id="17" dur="1000"/>
                                        <p:tgtEl>
                                          <p:spTgt spid="383"/>
                                        </p:tgtEl>
                                      </p:cBhvr>
                                    </p:animEffect>
                                  </p:childTnLst>
                                </p:cTn>
                              </p:par>
                            </p:childTnLst>
                          </p:cTn>
                        </p:par>
                        <p:par>
                          <p:cTn id="18" fill="hold">
                            <p:stCondLst>
                              <p:cond delay="1000"/>
                            </p:stCondLst>
                            <p:childTnLst>
                              <p:par>
                                <p:cTn id="19" presetID="1" presetClass="entr" presetSubtype="0" fill="hold" grpId="0" nodeType="afterEffect">
                                  <p:stCondLst>
                                    <p:cond delay="0"/>
                                  </p:stCondLst>
                                  <p:iterate>
                                    <p:tmAbs val="0"/>
                                  </p:iterate>
                                  <p:childTnLst>
                                    <p:set>
                                      <p:cBhvr>
                                        <p:cTn id="20" fill="hold"/>
                                        <p:tgtEl>
                                          <p:spTgt spid="381"/>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iterate>
                                    <p:tmAbs val="0"/>
                                  </p:iterate>
                                  <p:childTnLst>
                                    <p:set>
                                      <p:cBhvr>
                                        <p:cTn id="24" fill="hold"/>
                                        <p:tgtEl>
                                          <p:spTgt spid="385"/>
                                        </p:tgtEl>
                                        <p:attrNameLst>
                                          <p:attrName>style.visibility</p:attrName>
                                        </p:attrNameLst>
                                      </p:cBhvr>
                                      <p:to>
                                        <p:strVal val="visible"/>
                                      </p:to>
                                    </p:set>
                                    <p:animEffect transition="in" filter="wipe(left)">
                                      <p:cBhvr>
                                        <p:cTn id="25" dur="1000"/>
                                        <p:tgtEl>
                                          <p:spTgt spid="385"/>
                                        </p:tgtEl>
                                      </p:cBhvr>
                                    </p:animEffect>
                                  </p:childTnLst>
                                </p:cTn>
                              </p:par>
                            </p:childTnLst>
                          </p:cTn>
                        </p:par>
                        <p:par>
                          <p:cTn id="26" fill="hold">
                            <p:stCondLst>
                              <p:cond delay="1000"/>
                            </p:stCondLst>
                            <p:childTnLst>
                              <p:par>
                                <p:cTn id="27" presetID="1" presetClass="entr" presetSubtype="0" fill="hold" grpId="0" nodeType="afterEffect">
                                  <p:stCondLst>
                                    <p:cond delay="0"/>
                                  </p:stCondLst>
                                  <p:iterate>
                                    <p:tmAbs val="0"/>
                                  </p:iterate>
                                  <p:childTnLst>
                                    <p:set>
                                      <p:cBhvr>
                                        <p:cTn id="28" fill="hold"/>
                                        <p:tgtEl>
                                          <p:spTgt spid="38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6" grpId="0" animBg="1" advAuto="0"/>
      <p:bldP spid="367" grpId="0" animBg="1" advAuto="0"/>
      <p:bldP spid="381" grpId="0" animBg="1" advAuto="0"/>
      <p:bldP spid="382" grpId="0" animBg="1" advAuto="0"/>
      <p:bldP spid="383" grpId="0" animBg="1" advAuto="0"/>
      <p:bldP spid="385" grpId="0" animBg="1" advAuto="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1" name="Line"/>
          <p:cNvSpPr/>
          <p:nvPr/>
        </p:nvSpPr>
        <p:spPr>
          <a:xfrm>
            <a:off x="3631640" y="4438055"/>
            <a:ext cx="2334296" cy="67614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92" name="Line"/>
          <p:cNvSpPr/>
          <p:nvPr/>
        </p:nvSpPr>
        <p:spPr>
          <a:xfrm flipH="1">
            <a:off x="3555156" y="3365738"/>
            <a:ext cx="2308421" cy="768710"/>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93" name="Line"/>
          <p:cNvSpPr/>
          <p:nvPr/>
        </p:nvSpPr>
        <p:spPr>
          <a:xfrm flipH="1">
            <a:off x="6038900" y="3483961"/>
            <a:ext cx="1" cy="1529367"/>
          </a:xfrm>
          <a:prstGeom prst="line">
            <a:avLst/>
          </a:prstGeom>
          <a:ln w="63500">
            <a:solidFill>
              <a:srgbClr val="5E5E5E"/>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94" name="Line"/>
          <p:cNvSpPr/>
          <p:nvPr/>
        </p:nvSpPr>
        <p:spPr>
          <a:xfrm>
            <a:off x="6169450" y="3365738"/>
            <a:ext cx="2320587" cy="823433"/>
          </a:xfrm>
          <a:prstGeom prst="line">
            <a:avLst/>
          </a:prstGeom>
          <a:ln w="63500">
            <a:solidFill>
              <a:srgbClr val="5E5E5E"/>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395" name="Slide Number"/>
          <p:cNvSpPr txBox="1">
            <a:spLocks noGrp="1"/>
          </p:cNvSpPr>
          <p:nvPr>
            <p:ph type="sldNum" sz="quarter" idx="2"/>
          </p:nvPr>
        </p:nvSpPr>
        <p:spPr>
          <a:xfrm>
            <a:off x="9168508" y="4336283"/>
            <a:ext cx="266099" cy="297389"/>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p>
            <a:pPr defTabSz="410751" eaLnBrk="1" fontAlgn="auto">
              <a:spcBef>
                <a:spcPts val="0"/>
              </a:spcBef>
              <a:spcAft>
                <a:spcPts val="0"/>
              </a:spcAft>
            </a:pPr>
            <a:fld id="{86CB4B4D-7CA3-9044-876B-883B54F8677D}" type="slidenum">
              <a:rPr kern="0"/>
              <a:pPr defTabSz="410751" eaLnBrk="1" fontAlgn="auto">
                <a:spcBef>
                  <a:spcPts val="0"/>
                </a:spcBef>
                <a:spcAft>
                  <a:spcPts val="0"/>
                </a:spcAft>
              </a:pPr>
              <a:t>8</a:t>
            </a:fld>
            <a:endParaRPr kern="0"/>
          </a:p>
        </p:txBody>
      </p:sp>
      <p:sp>
        <p:nvSpPr>
          <p:cNvPr id="396" name="v"/>
          <p:cNvSpPr/>
          <p:nvPr/>
        </p:nvSpPr>
        <p:spPr>
          <a:xfrm>
            <a:off x="5756672" y="3053953"/>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v</a:t>
            </a:r>
          </a:p>
        </p:txBody>
      </p:sp>
      <p:sp>
        <p:nvSpPr>
          <p:cNvPr id="397" name="2"/>
          <p:cNvSpPr/>
          <p:nvPr/>
        </p:nvSpPr>
        <p:spPr>
          <a:xfrm>
            <a:off x="4577953" y="4246215"/>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398" name="1"/>
          <p:cNvSpPr/>
          <p:nvPr/>
        </p:nvSpPr>
        <p:spPr>
          <a:xfrm>
            <a:off x="4577953" y="3214836"/>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399" name="3"/>
          <p:cNvSpPr/>
          <p:nvPr/>
        </p:nvSpPr>
        <p:spPr>
          <a:xfrm>
            <a:off x="7131844" y="3214836"/>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3</a:t>
            </a:r>
          </a:p>
        </p:txBody>
      </p:sp>
      <p:sp>
        <p:nvSpPr>
          <p:cNvPr id="400" name="Line"/>
          <p:cNvSpPr/>
          <p:nvPr/>
        </p:nvSpPr>
        <p:spPr>
          <a:xfrm flipV="1">
            <a:off x="6072857" y="4337186"/>
            <a:ext cx="2382593" cy="821030"/>
          </a:xfrm>
          <a:prstGeom prst="line">
            <a:avLst/>
          </a:prstGeom>
          <a:ln w="63500">
            <a:solidFill>
              <a:srgbClr val="5E5E5E"/>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01" name="u"/>
          <p:cNvSpPr/>
          <p:nvPr/>
        </p:nvSpPr>
        <p:spPr>
          <a:xfrm>
            <a:off x="3149203" y="3982641"/>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u</a:t>
            </a:r>
          </a:p>
        </p:txBody>
      </p:sp>
      <p:sp>
        <p:nvSpPr>
          <p:cNvPr id="402" name="z"/>
          <p:cNvSpPr/>
          <p:nvPr/>
        </p:nvSpPr>
        <p:spPr>
          <a:xfrm>
            <a:off x="8283774" y="3982641"/>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z</a:t>
            </a:r>
          </a:p>
        </p:txBody>
      </p:sp>
      <p:sp>
        <p:nvSpPr>
          <p:cNvPr id="403" name="x"/>
          <p:cNvSpPr/>
          <p:nvPr/>
        </p:nvSpPr>
        <p:spPr>
          <a:xfrm>
            <a:off x="5756672" y="4848820"/>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x</a:t>
            </a:r>
          </a:p>
        </p:txBody>
      </p:sp>
      <p:sp>
        <p:nvSpPr>
          <p:cNvPr id="404" name="2"/>
          <p:cNvSpPr/>
          <p:nvPr/>
        </p:nvSpPr>
        <p:spPr>
          <a:xfrm>
            <a:off x="5685234" y="3929211"/>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405" name="1"/>
          <p:cNvSpPr/>
          <p:nvPr/>
        </p:nvSpPr>
        <p:spPr>
          <a:xfrm>
            <a:off x="7122914" y="4250680"/>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406" name="Rectangle"/>
          <p:cNvSpPr/>
          <p:nvPr/>
        </p:nvSpPr>
        <p:spPr>
          <a:xfrm>
            <a:off x="2006203" y="1196578"/>
            <a:ext cx="3411141" cy="1562695"/>
          </a:xfrm>
          <a:prstGeom prst="rect">
            <a:avLst/>
          </a:prstGeom>
          <a:ln w="63500">
            <a:solidFill>
              <a:srgbClr val="424242"/>
            </a:solidFill>
            <a:miter lim="400000"/>
          </a:ln>
        </p:spPr>
        <p:txBody>
          <a:bodyPr lIns="35719" tIns="35719" rIns="35719" bIns="35719" anchor="ctr"/>
          <a:lstStyle/>
          <a:p>
            <a:pPr algn="ctr" defTabSz="410751" eaLnBrk="1" fontAlgn="auto">
              <a:spcBef>
                <a:spcPts val="0"/>
              </a:spcBef>
              <a:spcAft>
                <a:spcPts val="0"/>
              </a:spcAft>
              <a:defRPr sz="4000">
                <a:solidFill>
                  <a:srgbClr val="FFFFFF"/>
                </a:solidFill>
                <a:effectLst>
                  <a:outerShdw blurRad="38100" dist="12700" dir="5400000" rotWithShape="0">
                    <a:srgbClr val="000000">
                      <a:alpha val="50000"/>
                    </a:srgbClr>
                  </a:outerShdw>
                </a:effectLst>
              </a:defRPr>
            </a:pPr>
            <a:endParaRPr sz="2812" kern="0">
              <a:solidFill>
                <a:srgbClr val="FFFFFF"/>
              </a:solidFill>
              <a:effectLst>
                <a:outerShdw blurRad="38100" dist="12700" dir="5400000" rotWithShape="0">
                  <a:srgbClr val="000000">
                    <a:alpha val="50000"/>
                  </a:srgbClr>
                </a:outerShdw>
              </a:effectLst>
              <a:latin typeface="Gill Sans"/>
              <a:sym typeface="Gill Sans"/>
            </a:endParaRPr>
          </a:p>
        </p:txBody>
      </p:sp>
      <p:sp>
        <p:nvSpPr>
          <p:cNvPr id="407" name="dest."/>
          <p:cNvSpPr/>
          <p:nvPr/>
        </p:nvSpPr>
        <p:spPr>
          <a:xfrm>
            <a:off x="2067374" y="1268016"/>
            <a:ext cx="1424697" cy="41969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dest.</a:t>
            </a:r>
          </a:p>
        </p:txBody>
      </p:sp>
      <p:sp>
        <p:nvSpPr>
          <p:cNvPr id="408" name="next hop"/>
          <p:cNvSpPr/>
          <p:nvPr/>
        </p:nvSpPr>
        <p:spPr>
          <a:xfrm>
            <a:off x="2981692" y="1263551"/>
            <a:ext cx="1125141" cy="41969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next hop</a:t>
            </a:r>
          </a:p>
        </p:txBody>
      </p:sp>
      <p:sp>
        <p:nvSpPr>
          <p:cNvPr id="409" name="Line"/>
          <p:cNvSpPr/>
          <p:nvPr/>
        </p:nvSpPr>
        <p:spPr>
          <a:xfrm flipV="1">
            <a:off x="2130918" y="1658168"/>
            <a:ext cx="3224827" cy="1944"/>
          </a:xfrm>
          <a:prstGeom prst="line">
            <a:avLst/>
          </a:prstGeom>
          <a:ln w="38100">
            <a:solidFill>
              <a:srgbClr val="424242"/>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10" name="Line"/>
          <p:cNvSpPr/>
          <p:nvPr/>
        </p:nvSpPr>
        <p:spPr>
          <a:xfrm flipV="1">
            <a:off x="2751135" y="1294805"/>
            <a:ext cx="1335" cy="1419821"/>
          </a:xfrm>
          <a:prstGeom prst="line">
            <a:avLst/>
          </a:prstGeom>
          <a:ln w="38100">
            <a:solidFill>
              <a:srgbClr val="424242"/>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11" name="z"/>
          <p:cNvSpPr/>
          <p:nvPr/>
        </p:nvSpPr>
        <p:spPr>
          <a:xfrm>
            <a:off x="2276690" y="1638598"/>
            <a:ext cx="446485"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z</a:t>
            </a:r>
          </a:p>
        </p:txBody>
      </p:sp>
      <p:sp>
        <p:nvSpPr>
          <p:cNvPr id="412" name="v"/>
          <p:cNvSpPr/>
          <p:nvPr/>
        </p:nvSpPr>
        <p:spPr>
          <a:xfrm>
            <a:off x="2274094" y="1991320"/>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413" name="cost"/>
          <p:cNvSpPr/>
          <p:nvPr/>
        </p:nvSpPr>
        <p:spPr>
          <a:xfrm>
            <a:off x="4506516" y="1276945"/>
            <a:ext cx="660797" cy="41969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cost</a:t>
            </a:r>
          </a:p>
        </p:txBody>
      </p:sp>
      <p:sp>
        <p:nvSpPr>
          <p:cNvPr id="414" name="Line"/>
          <p:cNvSpPr/>
          <p:nvPr/>
        </p:nvSpPr>
        <p:spPr>
          <a:xfrm flipV="1">
            <a:off x="4202907" y="1294801"/>
            <a:ext cx="1335" cy="1419825"/>
          </a:xfrm>
          <a:prstGeom prst="line">
            <a:avLst/>
          </a:prstGeom>
          <a:ln w="38100">
            <a:solidFill>
              <a:srgbClr val="424242"/>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15" name="x"/>
          <p:cNvSpPr/>
          <p:nvPr/>
        </p:nvSpPr>
        <p:spPr>
          <a:xfrm>
            <a:off x="2274094" y="2321719"/>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416" name="*"/>
          <p:cNvSpPr/>
          <p:nvPr/>
        </p:nvSpPr>
        <p:spPr>
          <a:xfrm>
            <a:off x="2684859" y="3945517"/>
            <a:ext cx="348258" cy="85113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sz="7200">
                <a:solidFill>
                  <a:srgbClr val="942193"/>
                </a:solidFill>
                <a:latin typeface="+mn-lt"/>
                <a:ea typeface="+mn-ea"/>
                <a:cs typeface="+mn-cs"/>
                <a:sym typeface="Chalkboard SE Regular"/>
              </a:defRPr>
            </a:lvl1pPr>
          </a:lstStyle>
          <a:p>
            <a:pPr defTabSz="410751" eaLnBrk="1" fontAlgn="auto">
              <a:spcBef>
                <a:spcPts val="0"/>
              </a:spcBef>
              <a:spcAft>
                <a:spcPts val="0"/>
              </a:spcAft>
            </a:pPr>
            <a:r>
              <a:rPr sz="5062" kern="0">
                <a:latin typeface="Chalkboard SE Regular"/>
              </a:rPr>
              <a:t>*</a:t>
            </a:r>
          </a:p>
        </p:txBody>
      </p:sp>
      <p:sp>
        <p:nvSpPr>
          <p:cNvPr id="2" name="Least-cost path routing">
            <a:extLst>
              <a:ext uri="{FF2B5EF4-FFF2-40B4-BE49-F238E27FC236}">
                <a16:creationId xmlns:a16="http://schemas.microsoft.com/office/drawing/2014/main" id="{976A582C-F0F2-11E9-8F64-902AAFD4E4EF}"/>
              </a:ext>
            </a:extLst>
          </p:cNvPr>
          <p:cNvSpPr txBox="1">
            <a:spLocks/>
          </p:cNvSpPr>
          <p:nvPr/>
        </p:nvSpPr>
        <p:spPr>
          <a:xfrm>
            <a:off x="2394644" y="48540"/>
            <a:ext cx="7358063" cy="1714500"/>
          </a:xfrm>
          <a:prstGeom prst="rect">
            <a:avLst/>
          </a:prstGeom>
        </p:spPr>
        <p:txBody>
          <a:bodyPr/>
          <a:lstStyle>
            <a:lvl1pPr marL="0" marR="0" indent="0" algn="ctr" defTabSz="584200" rtl="0" latinLnBrk="0">
              <a:lnSpc>
                <a:spcPct val="100000"/>
              </a:lnSpc>
              <a:spcBef>
                <a:spcPts val="0"/>
              </a:spcBef>
              <a:spcAft>
                <a:spcPts val="0"/>
              </a:spcAft>
              <a:buClrTx/>
              <a:buSzTx/>
              <a:buFontTx/>
              <a:buNone/>
              <a:tabLst/>
              <a:defRPr sz="8400" b="0" i="0" u="none" strike="noStrike" cap="none" spc="0" baseline="0">
                <a:solidFill>
                  <a:srgbClr val="424242"/>
                </a:solidFill>
                <a:uFillTx/>
                <a:latin typeface="+mn-lt"/>
                <a:ea typeface="+mn-ea"/>
                <a:cs typeface="+mn-cs"/>
                <a:sym typeface="Chalkboard SE Regular"/>
              </a:defRPr>
            </a:lvl1pPr>
            <a:lvl2pPr marL="0" marR="0" indent="0" algn="ctr" defTabSz="584200" rtl="0" latinLnBrk="0">
              <a:lnSpc>
                <a:spcPct val="100000"/>
              </a:lnSpc>
              <a:spcBef>
                <a:spcPts val="0"/>
              </a:spcBef>
              <a:spcAft>
                <a:spcPts val="0"/>
              </a:spcAft>
              <a:buClrTx/>
              <a:buSzTx/>
              <a:buFontTx/>
              <a:buNone/>
              <a:tabLst/>
              <a:defRPr sz="8400" b="0" i="0" u="none" strike="noStrike" cap="none" spc="0" baseline="0">
                <a:solidFill>
                  <a:srgbClr val="424242"/>
                </a:solidFill>
                <a:uFillTx/>
                <a:latin typeface="+mn-lt"/>
                <a:ea typeface="+mn-ea"/>
                <a:cs typeface="+mn-cs"/>
                <a:sym typeface="Chalkboard SE Regular"/>
              </a:defRPr>
            </a:lvl2pPr>
            <a:lvl3pPr marL="0" marR="0" indent="0" algn="ctr" defTabSz="584200" rtl="0" latinLnBrk="0">
              <a:lnSpc>
                <a:spcPct val="100000"/>
              </a:lnSpc>
              <a:spcBef>
                <a:spcPts val="0"/>
              </a:spcBef>
              <a:spcAft>
                <a:spcPts val="0"/>
              </a:spcAft>
              <a:buClrTx/>
              <a:buSzTx/>
              <a:buFontTx/>
              <a:buNone/>
              <a:tabLst/>
              <a:defRPr sz="8400" b="0" i="0" u="none" strike="noStrike" cap="none" spc="0" baseline="0">
                <a:solidFill>
                  <a:srgbClr val="424242"/>
                </a:solidFill>
                <a:uFillTx/>
                <a:latin typeface="+mn-lt"/>
                <a:ea typeface="+mn-ea"/>
                <a:cs typeface="+mn-cs"/>
                <a:sym typeface="Chalkboard SE Regular"/>
              </a:defRPr>
            </a:lvl3pPr>
            <a:lvl4pPr marL="0" marR="0" indent="0" algn="ctr" defTabSz="584200" rtl="0" latinLnBrk="0">
              <a:lnSpc>
                <a:spcPct val="100000"/>
              </a:lnSpc>
              <a:spcBef>
                <a:spcPts val="0"/>
              </a:spcBef>
              <a:spcAft>
                <a:spcPts val="0"/>
              </a:spcAft>
              <a:buClrTx/>
              <a:buSzTx/>
              <a:buFontTx/>
              <a:buNone/>
              <a:tabLst/>
              <a:defRPr sz="8400" b="0" i="0" u="none" strike="noStrike" cap="none" spc="0" baseline="0">
                <a:solidFill>
                  <a:srgbClr val="424242"/>
                </a:solidFill>
                <a:uFillTx/>
                <a:latin typeface="+mn-lt"/>
                <a:ea typeface="+mn-ea"/>
                <a:cs typeface="+mn-cs"/>
                <a:sym typeface="Chalkboard SE Regular"/>
              </a:defRPr>
            </a:lvl4pPr>
            <a:lvl5pPr marL="0" marR="0" indent="0" algn="ctr" defTabSz="584200" rtl="0" latinLnBrk="0">
              <a:lnSpc>
                <a:spcPct val="100000"/>
              </a:lnSpc>
              <a:spcBef>
                <a:spcPts val="0"/>
              </a:spcBef>
              <a:spcAft>
                <a:spcPts val="0"/>
              </a:spcAft>
              <a:buClrTx/>
              <a:buSzTx/>
              <a:buFontTx/>
              <a:buNone/>
              <a:tabLst/>
              <a:defRPr sz="8400" b="0" i="0" u="none" strike="noStrike" cap="none" spc="0" baseline="0">
                <a:solidFill>
                  <a:srgbClr val="424242"/>
                </a:solidFill>
                <a:uFillTx/>
                <a:latin typeface="+mn-lt"/>
                <a:ea typeface="+mn-ea"/>
                <a:cs typeface="+mn-cs"/>
                <a:sym typeface="Chalkboard SE Regular"/>
              </a:defRPr>
            </a:lvl5pPr>
            <a:lvl6pPr marL="0" marR="0" indent="0" algn="ctr" defTabSz="584200" rtl="0" latinLnBrk="0">
              <a:lnSpc>
                <a:spcPct val="100000"/>
              </a:lnSpc>
              <a:spcBef>
                <a:spcPts val="0"/>
              </a:spcBef>
              <a:spcAft>
                <a:spcPts val="0"/>
              </a:spcAft>
              <a:buClrTx/>
              <a:buSzTx/>
              <a:buFontTx/>
              <a:buNone/>
              <a:tabLst/>
              <a:defRPr sz="8400" b="0" i="0" u="none" strike="noStrike" cap="none" spc="0" baseline="0">
                <a:solidFill>
                  <a:srgbClr val="424242"/>
                </a:solidFill>
                <a:uFillTx/>
                <a:latin typeface="+mn-lt"/>
                <a:ea typeface="+mn-ea"/>
                <a:cs typeface="+mn-cs"/>
                <a:sym typeface="Chalkboard SE Regular"/>
              </a:defRPr>
            </a:lvl6pPr>
            <a:lvl7pPr marL="0" marR="0" indent="0" algn="ctr" defTabSz="584200" rtl="0" latinLnBrk="0">
              <a:lnSpc>
                <a:spcPct val="100000"/>
              </a:lnSpc>
              <a:spcBef>
                <a:spcPts val="0"/>
              </a:spcBef>
              <a:spcAft>
                <a:spcPts val="0"/>
              </a:spcAft>
              <a:buClrTx/>
              <a:buSzTx/>
              <a:buFontTx/>
              <a:buNone/>
              <a:tabLst/>
              <a:defRPr sz="8400" b="0" i="0" u="none" strike="noStrike" cap="none" spc="0" baseline="0">
                <a:solidFill>
                  <a:srgbClr val="424242"/>
                </a:solidFill>
                <a:uFillTx/>
                <a:latin typeface="+mn-lt"/>
                <a:ea typeface="+mn-ea"/>
                <a:cs typeface="+mn-cs"/>
                <a:sym typeface="Chalkboard SE Regular"/>
              </a:defRPr>
            </a:lvl7pPr>
            <a:lvl8pPr marL="0" marR="0" indent="0" algn="ctr" defTabSz="584200" rtl="0" latinLnBrk="0">
              <a:lnSpc>
                <a:spcPct val="100000"/>
              </a:lnSpc>
              <a:spcBef>
                <a:spcPts val="0"/>
              </a:spcBef>
              <a:spcAft>
                <a:spcPts val="0"/>
              </a:spcAft>
              <a:buClrTx/>
              <a:buSzTx/>
              <a:buFontTx/>
              <a:buNone/>
              <a:tabLst/>
              <a:defRPr sz="8400" b="0" i="0" u="none" strike="noStrike" cap="none" spc="0" baseline="0">
                <a:solidFill>
                  <a:srgbClr val="424242"/>
                </a:solidFill>
                <a:uFillTx/>
                <a:latin typeface="+mn-lt"/>
                <a:ea typeface="+mn-ea"/>
                <a:cs typeface="+mn-cs"/>
                <a:sym typeface="Chalkboard SE Regular"/>
              </a:defRPr>
            </a:lvl8pPr>
            <a:lvl9pPr marL="0" marR="0" indent="0" algn="ctr" defTabSz="584200" rtl="0" latinLnBrk="0">
              <a:lnSpc>
                <a:spcPct val="100000"/>
              </a:lnSpc>
              <a:spcBef>
                <a:spcPts val="0"/>
              </a:spcBef>
              <a:spcAft>
                <a:spcPts val="0"/>
              </a:spcAft>
              <a:buClrTx/>
              <a:buSzTx/>
              <a:buFontTx/>
              <a:buNone/>
              <a:tabLst/>
              <a:defRPr sz="8400" b="0" i="0" u="none" strike="noStrike" cap="none" spc="0" baseline="0">
                <a:solidFill>
                  <a:srgbClr val="424242"/>
                </a:solidFill>
                <a:uFillTx/>
                <a:latin typeface="+mn-lt"/>
                <a:ea typeface="+mn-ea"/>
                <a:cs typeface="+mn-cs"/>
                <a:sym typeface="Chalkboard SE Regular"/>
              </a:defRPr>
            </a:lvl9pPr>
          </a:lstStyle>
          <a:p>
            <a:pPr defTabSz="410751" eaLnBrk="1" fontAlgn="auto" hangingPunct="1"/>
            <a:r>
              <a:rPr lang="fr-CH" sz="4219" kern="0" dirty="0" err="1">
                <a:latin typeface="Chalkboard SE Regular"/>
              </a:rPr>
              <a:t>Another</a:t>
            </a:r>
            <a:r>
              <a:rPr lang="fr-CH" sz="4219" kern="0" dirty="0">
                <a:latin typeface="Chalkboard SE Regular"/>
              </a:rPr>
              <a:t> </a:t>
            </a:r>
            <a:r>
              <a:rPr lang="fr-CH" sz="4219" kern="0" dirty="0" err="1">
                <a:latin typeface="Chalkboard SE Regular"/>
              </a:rPr>
              <a:t>example</a:t>
            </a:r>
            <a:r>
              <a:rPr lang="fr-CH" sz="4219" kern="0" dirty="0">
                <a:latin typeface="Chalkboard SE Regular"/>
              </a:rPr>
              <a:t> (</a:t>
            </a:r>
            <a:r>
              <a:rPr lang="fr-CH" sz="4219" kern="0" dirty="0" err="1">
                <a:latin typeface="Chalkboard SE Regular"/>
              </a:rPr>
              <a:t>try</a:t>
            </a:r>
            <a:r>
              <a:rPr lang="fr-CH" sz="4219" kern="0" dirty="0">
                <a:latin typeface="Chalkboard SE Regular"/>
              </a:rPr>
              <a:t> </a:t>
            </a:r>
            <a:r>
              <a:rPr lang="fr-CH" sz="4219" kern="0" dirty="0" err="1">
                <a:latin typeface="Chalkboard SE Regular"/>
              </a:rPr>
              <a:t>it</a:t>
            </a:r>
            <a:r>
              <a:rPr lang="fr-CH" sz="4219" kern="0" dirty="0">
                <a:latin typeface="Chalkboard SE Regular"/>
              </a:rPr>
              <a:t> </a:t>
            </a:r>
            <a:r>
              <a:rPr lang="fr-CH" sz="4219" kern="0" dirty="0" err="1">
                <a:latin typeface="Chalkboard SE Regular"/>
              </a:rPr>
              <a:t>yourself</a:t>
            </a:r>
            <a:r>
              <a:rPr lang="fr-CH" sz="4219" kern="0" dirty="0">
                <a:latin typeface="Chalkboard SE Regular"/>
              </a:rPr>
              <a:t>)</a:t>
            </a:r>
          </a:p>
        </p:txBody>
      </p:sp>
    </p:spTree>
  </p:cSld>
  <p:clrMapOvr>
    <a:masterClrMapping/>
  </p:clrMapOvr>
  <p:transition spd="med"/>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 name="Line"/>
          <p:cNvSpPr/>
          <p:nvPr/>
        </p:nvSpPr>
        <p:spPr>
          <a:xfrm>
            <a:off x="3631640" y="4438055"/>
            <a:ext cx="2334296" cy="67614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21" name="Line"/>
          <p:cNvSpPr/>
          <p:nvPr/>
        </p:nvSpPr>
        <p:spPr>
          <a:xfrm flipH="1">
            <a:off x="3555156" y="3365738"/>
            <a:ext cx="2308421" cy="768710"/>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22" name="Line"/>
          <p:cNvSpPr/>
          <p:nvPr/>
        </p:nvSpPr>
        <p:spPr>
          <a:xfrm flipH="1">
            <a:off x="6038900" y="3483961"/>
            <a:ext cx="1" cy="1529367"/>
          </a:xfrm>
          <a:prstGeom prst="line">
            <a:avLst/>
          </a:prstGeom>
          <a:ln w="63500">
            <a:solidFill>
              <a:srgbClr val="D6D6D6"/>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23" name="Line"/>
          <p:cNvSpPr/>
          <p:nvPr/>
        </p:nvSpPr>
        <p:spPr>
          <a:xfrm>
            <a:off x="6169450" y="3365738"/>
            <a:ext cx="2320587" cy="823433"/>
          </a:xfrm>
          <a:prstGeom prst="line">
            <a:avLst/>
          </a:prstGeom>
          <a:ln w="63500">
            <a:solidFill>
              <a:srgbClr val="D6D6D6"/>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24" name="Slide Number"/>
          <p:cNvSpPr txBox="1">
            <a:spLocks noGrp="1"/>
          </p:cNvSpPr>
          <p:nvPr>
            <p:ph type="sldNum" sz="quarter" idx="2"/>
          </p:nvPr>
        </p:nvSpPr>
        <p:spPr>
          <a:xfrm>
            <a:off x="9168508" y="4336283"/>
            <a:ext cx="266099" cy="297389"/>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p>
            <a:pPr defTabSz="410751" eaLnBrk="1" fontAlgn="auto">
              <a:spcBef>
                <a:spcPts val="0"/>
              </a:spcBef>
              <a:spcAft>
                <a:spcPts val="0"/>
              </a:spcAft>
            </a:pPr>
            <a:fld id="{86CB4B4D-7CA3-9044-876B-883B54F8677D}" type="slidenum">
              <a:rPr kern="0"/>
              <a:pPr defTabSz="410751" eaLnBrk="1" fontAlgn="auto">
                <a:spcBef>
                  <a:spcPts val="0"/>
                </a:spcBef>
                <a:spcAft>
                  <a:spcPts val="0"/>
                </a:spcAft>
              </a:pPr>
              <a:t>9</a:t>
            </a:fld>
            <a:endParaRPr kern="0"/>
          </a:p>
        </p:txBody>
      </p:sp>
      <p:sp>
        <p:nvSpPr>
          <p:cNvPr id="425" name="v"/>
          <p:cNvSpPr/>
          <p:nvPr/>
        </p:nvSpPr>
        <p:spPr>
          <a:xfrm>
            <a:off x="5756672" y="3053953"/>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v</a:t>
            </a:r>
          </a:p>
        </p:txBody>
      </p:sp>
      <p:sp>
        <p:nvSpPr>
          <p:cNvPr id="426" name="2"/>
          <p:cNvSpPr/>
          <p:nvPr/>
        </p:nvSpPr>
        <p:spPr>
          <a:xfrm>
            <a:off x="4577953" y="4246215"/>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427" name="1"/>
          <p:cNvSpPr/>
          <p:nvPr/>
        </p:nvSpPr>
        <p:spPr>
          <a:xfrm>
            <a:off x="4577953" y="3214836"/>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428" name="3"/>
          <p:cNvSpPr/>
          <p:nvPr/>
        </p:nvSpPr>
        <p:spPr>
          <a:xfrm>
            <a:off x="7131844" y="3214836"/>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D6D6D6"/>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3</a:t>
            </a:r>
          </a:p>
        </p:txBody>
      </p:sp>
      <p:sp>
        <p:nvSpPr>
          <p:cNvPr id="429" name="Line"/>
          <p:cNvSpPr/>
          <p:nvPr/>
        </p:nvSpPr>
        <p:spPr>
          <a:xfrm flipV="1">
            <a:off x="6072857" y="4337186"/>
            <a:ext cx="2382593" cy="821030"/>
          </a:xfrm>
          <a:prstGeom prst="line">
            <a:avLst/>
          </a:prstGeom>
          <a:ln w="63500">
            <a:solidFill>
              <a:srgbClr val="D6D6D6"/>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30" name="u"/>
          <p:cNvSpPr/>
          <p:nvPr/>
        </p:nvSpPr>
        <p:spPr>
          <a:xfrm>
            <a:off x="3149203" y="3982641"/>
            <a:ext cx="535781" cy="535781"/>
          </a:xfrm>
          <a:prstGeom prst="roundRect">
            <a:avLst>
              <a:gd name="adj" fmla="val 25000"/>
            </a:avLst>
          </a:prstGeom>
          <a:solidFill>
            <a:srgbClr val="942193"/>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u</a:t>
            </a:r>
          </a:p>
        </p:txBody>
      </p:sp>
      <p:sp>
        <p:nvSpPr>
          <p:cNvPr id="431" name="z"/>
          <p:cNvSpPr/>
          <p:nvPr/>
        </p:nvSpPr>
        <p:spPr>
          <a:xfrm>
            <a:off x="8283774" y="3982641"/>
            <a:ext cx="535781" cy="535781"/>
          </a:xfrm>
          <a:prstGeom prst="roundRect">
            <a:avLst>
              <a:gd name="adj" fmla="val 25000"/>
            </a:avLst>
          </a:prstGeom>
          <a:solidFill>
            <a:srgbClr val="D6D6D6"/>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z</a:t>
            </a:r>
          </a:p>
        </p:txBody>
      </p:sp>
      <p:sp>
        <p:nvSpPr>
          <p:cNvPr id="432" name="x"/>
          <p:cNvSpPr/>
          <p:nvPr/>
        </p:nvSpPr>
        <p:spPr>
          <a:xfrm>
            <a:off x="5756672" y="4848820"/>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x</a:t>
            </a:r>
          </a:p>
        </p:txBody>
      </p:sp>
      <p:sp>
        <p:nvSpPr>
          <p:cNvPr id="433" name="2"/>
          <p:cNvSpPr/>
          <p:nvPr/>
        </p:nvSpPr>
        <p:spPr>
          <a:xfrm>
            <a:off x="5685234" y="3929211"/>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D6D6D6"/>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434" name="1"/>
          <p:cNvSpPr/>
          <p:nvPr/>
        </p:nvSpPr>
        <p:spPr>
          <a:xfrm>
            <a:off x="7122914" y="4250680"/>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D6D6D6"/>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435" name="Line"/>
          <p:cNvSpPr/>
          <p:nvPr/>
        </p:nvSpPr>
        <p:spPr>
          <a:xfrm flipH="1">
            <a:off x="3677564" y="3451387"/>
            <a:ext cx="2173310" cy="724437"/>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36" name="Line"/>
          <p:cNvSpPr/>
          <p:nvPr/>
        </p:nvSpPr>
        <p:spPr>
          <a:xfrm flipH="1" flipV="1">
            <a:off x="3479602" y="4491408"/>
            <a:ext cx="2319581" cy="666808"/>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37" name="Rectangle"/>
          <p:cNvSpPr/>
          <p:nvPr/>
        </p:nvSpPr>
        <p:spPr>
          <a:xfrm>
            <a:off x="2006203" y="1196578"/>
            <a:ext cx="3411141" cy="1562695"/>
          </a:xfrm>
          <a:prstGeom prst="rect">
            <a:avLst/>
          </a:prstGeom>
          <a:ln w="63500">
            <a:solidFill>
              <a:srgbClr val="424242"/>
            </a:solidFill>
            <a:miter lim="400000"/>
          </a:ln>
        </p:spPr>
        <p:txBody>
          <a:bodyPr lIns="35719" tIns="35719" rIns="35719" bIns="35719" anchor="ctr"/>
          <a:lstStyle/>
          <a:p>
            <a:pPr algn="ctr" defTabSz="410751" eaLnBrk="1" fontAlgn="auto">
              <a:spcBef>
                <a:spcPts val="0"/>
              </a:spcBef>
              <a:spcAft>
                <a:spcPts val="0"/>
              </a:spcAft>
              <a:defRPr sz="4000">
                <a:solidFill>
                  <a:srgbClr val="FFFFFF"/>
                </a:solidFill>
                <a:effectLst>
                  <a:outerShdw blurRad="38100" dist="12700" dir="5400000" rotWithShape="0">
                    <a:srgbClr val="000000">
                      <a:alpha val="50000"/>
                    </a:srgbClr>
                  </a:outerShdw>
                </a:effectLst>
              </a:defRPr>
            </a:pPr>
            <a:endParaRPr sz="2812" kern="0">
              <a:solidFill>
                <a:srgbClr val="FFFFFF"/>
              </a:solidFill>
              <a:effectLst>
                <a:outerShdw blurRad="38100" dist="12700" dir="5400000" rotWithShape="0">
                  <a:srgbClr val="000000">
                    <a:alpha val="50000"/>
                  </a:srgbClr>
                </a:outerShdw>
              </a:effectLst>
              <a:latin typeface="Gill Sans"/>
              <a:sym typeface="Gill Sans"/>
            </a:endParaRPr>
          </a:p>
        </p:txBody>
      </p:sp>
      <p:sp>
        <p:nvSpPr>
          <p:cNvPr id="438" name="dest."/>
          <p:cNvSpPr/>
          <p:nvPr/>
        </p:nvSpPr>
        <p:spPr>
          <a:xfrm>
            <a:off x="2067374" y="1268016"/>
            <a:ext cx="1424697" cy="41969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dest.</a:t>
            </a:r>
          </a:p>
        </p:txBody>
      </p:sp>
      <p:sp>
        <p:nvSpPr>
          <p:cNvPr id="439" name="next hop"/>
          <p:cNvSpPr/>
          <p:nvPr/>
        </p:nvSpPr>
        <p:spPr>
          <a:xfrm>
            <a:off x="2981692" y="1263551"/>
            <a:ext cx="1125141" cy="41969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next hop</a:t>
            </a:r>
          </a:p>
        </p:txBody>
      </p:sp>
      <p:sp>
        <p:nvSpPr>
          <p:cNvPr id="440" name="Line"/>
          <p:cNvSpPr/>
          <p:nvPr/>
        </p:nvSpPr>
        <p:spPr>
          <a:xfrm flipV="1">
            <a:off x="2130918" y="1658168"/>
            <a:ext cx="3224827" cy="1944"/>
          </a:xfrm>
          <a:prstGeom prst="line">
            <a:avLst/>
          </a:prstGeom>
          <a:ln w="38100">
            <a:solidFill>
              <a:srgbClr val="424242"/>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41" name="Line"/>
          <p:cNvSpPr/>
          <p:nvPr/>
        </p:nvSpPr>
        <p:spPr>
          <a:xfrm flipV="1">
            <a:off x="2751135" y="1294805"/>
            <a:ext cx="1335" cy="1419821"/>
          </a:xfrm>
          <a:prstGeom prst="line">
            <a:avLst/>
          </a:prstGeom>
          <a:ln w="38100">
            <a:solidFill>
              <a:srgbClr val="424242"/>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42" name="z"/>
          <p:cNvSpPr/>
          <p:nvPr/>
        </p:nvSpPr>
        <p:spPr>
          <a:xfrm>
            <a:off x="2276690" y="1638598"/>
            <a:ext cx="446485"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z</a:t>
            </a:r>
          </a:p>
        </p:txBody>
      </p:sp>
      <p:sp>
        <p:nvSpPr>
          <p:cNvPr id="443" name="v"/>
          <p:cNvSpPr/>
          <p:nvPr/>
        </p:nvSpPr>
        <p:spPr>
          <a:xfrm>
            <a:off x="2274094" y="1991320"/>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444" name="cost"/>
          <p:cNvSpPr/>
          <p:nvPr/>
        </p:nvSpPr>
        <p:spPr>
          <a:xfrm>
            <a:off x="4506516" y="1276945"/>
            <a:ext cx="660797" cy="41969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cost</a:t>
            </a:r>
          </a:p>
        </p:txBody>
      </p:sp>
      <p:sp>
        <p:nvSpPr>
          <p:cNvPr id="445" name="Line"/>
          <p:cNvSpPr/>
          <p:nvPr/>
        </p:nvSpPr>
        <p:spPr>
          <a:xfrm flipV="1">
            <a:off x="4202907" y="1294801"/>
            <a:ext cx="1335" cy="1419825"/>
          </a:xfrm>
          <a:prstGeom prst="line">
            <a:avLst/>
          </a:prstGeom>
          <a:ln w="38100">
            <a:solidFill>
              <a:srgbClr val="424242"/>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46" name="x"/>
          <p:cNvSpPr/>
          <p:nvPr/>
        </p:nvSpPr>
        <p:spPr>
          <a:xfrm>
            <a:off x="2274094" y="2321719"/>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447" name="-"/>
          <p:cNvSpPr/>
          <p:nvPr/>
        </p:nvSpPr>
        <p:spPr>
          <a:xfrm>
            <a:off x="2979539" y="1634133"/>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448" name="-"/>
          <p:cNvSpPr/>
          <p:nvPr/>
        </p:nvSpPr>
        <p:spPr>
          <a:xfrm>
            <a:off x="4327922" y="1634133"/>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449" name="v"/>
          <p:cNvSpPr/>
          <p:nvPr/>
        </p:nvSpPr>
        <p:spPr>
          <a:xfrm>
            <a:off x="2988469" y="1991320"/>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450" name="1"/>
          <p:cNvSpPr/>
          <p:nvPr/>
        </p:nvSpPr>
        <p:spPr>
          <a:xfrm>
            <a:off x="4336852" y="2000250"/>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1</a:t>
            </a:r>
          </a:p>
        </p:txBody>
      </p:sp>
      <p:sp>
        <p:nvSpPr>
          <p:cNvPr id="451" name="x"/>
          <p:cNvSpPr/>
          <p:nvPr/>
        </p:nvSpPr>
        <p:spPr>
          <a:xfrm>
            <a:off x="2988469" y="2321719"/>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452" name="2"/>
          <p:cNvSpPr/>
          <p:nvPr/>
        </p:nvSpPr>
        <p:spPr>
          <a:xfrm>
            <a:off x="4336852" y="2321719"/>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2</a:t>
            </a:r>
          </a:p>
        </p:txBody>
      </p:sp>
      <p:sp>
        <p:nvSpPr>
          <p:cNvPr id="453" name="*"/>
          <p:cNvSpPr/>
          <p:nvPr/>
        </p:nvSpPr>
        <p:spPr>
          <a:xfrm>
            <a:off x="2684859" y="3945517"/>
            <a:ext cx="348258" cy="85113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sz="7200">
                <a:solidFill>
                  <a:srgbClr val="942193"/>
                </a:solidFill>
                <a:latin typeface="+mn-lt"/>
                <a:ea typeface="+mn-ea"/>
                <a:cs typeface="+mn-cs"/>
                <a:sym typeface="Chalkboard SE Regular"/>
              </a:defRPr>
            </a:lvl1pPr>
          </a:lstStyle>
          <a:p>
            <a:pPr defTabSz="410751" eaLnBrk="1" fontAlgn="auto">
              <a:spcBef>
                <a:spcPts val="0"/>
              </a:spcBef>
              <a:spcAft>
                <a:spcPts val="0"/>
              </a:spcAft>
            </a:pPr>
            <a:r>
              <a:rPr sz="5062" kern="0">
                <a:latin typeface="Chalkboard SE Regular"/>
              </a:rPr>
              <a:t>*</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iterate>
                                    <p:tmAbs val="0"/>
                                  </p:iterate>
                                  <p:childTnLst>
                                    <p:set>
                                      <p:cBhvr>
                                        <p:cTn id="6" fill="hold"/>
                                        <p:tgtEl>
                                          <p:spTgt spid="447"/>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iterate>
                                    <p:tmAbs val="0"/>
                                  </p:iterate>
                                  <p:childTnLst>
                                    <p:set>
                                      <p:cBhvr>
                                        <p:cTn id="9" fill="hold"/>
                                        <p:tgtEl>
                                          <p:spTgt spid="448"/>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22" presetClass="entr" presetSubtype="8" fill="hold" grpId="0" nodeType="clickEffect">
                                  <p:stCondLst>
                                    <p:cond delay="0"/>
                                  </p:stCondLst>
                                  <p:iterate>
                                    <p:tmAbs val="0"/>
                                  </p:iterate>
                                  <p:childTnLst>
                                    <p:set>
                                      <p:cBhvr>
                                        <p:cTn id="13" fill="hold"/>
                                        <p:tgtEl>
                                          <p:spTgt spid="435"/>
                                        </p:tgtEl>
                                        <p:attrNameLst>
                                          <p:attrName>style.visibility</p:attrName>
                                        </p:attrNameLst>
                                      </p:cBhvr>
                                      <p:to>
                                        <p:strVal val="visible"/>
                                      </p:to>
                                    </p:set>
                                    <p:animEffect transition="in" filter="wipe(left)">
                                      <p:cBhvr>
                                        <p:cTn id="14" dur="1000"/>
                                        <p:tgtEl>
                                          <p:spTgt spid="435"/>
                                        </p:tgtEl>
                                      </p:cBhvr>
                                    </p:animEffec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iterate>
                                    <p:tmAbs val="0"/>
                                  </p:iterate>
                                  <p:childTnLst>
                                    <p:set>
                                      <p:cBhvr>
                                        <p:cTn id="18" fill="hold"/>
                                        <p:tgtEl>
                                          <p:spTgt spid="44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iterate>
                                    <p:tmAbs val="0"/>
                                  </p:iterate>
                                  <p:childTnLst>
                                    <p:set>
                                      <p:cBhvr>
                                        <p:cTn id="22" fill="hold"/>
                                        <p:tgtEl>
                                          <p:spTgt spid="45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iterate>
                                    <p:tmAbs val="0"/>
                                  </p:iterate>
                                  <p:childTnLst>
                                    <p:set>
                                      <p:cBhvr>
                                        <p:cTn id="26" fill="hold"/>
                                        <p:tgtEl>
                                          <p:spTgt spid="436"/>
                                        </p:tgtEl>
                                        <p:attrNameLst>
                                          <p:attrName>style.visibility</p:attrName>
                                        </p:attrNameLst>
                                      </p:cBhvr>
                                      <p:to>
                                        <p:strVal val="visible"/>
                                      </p:to>
                                    </p:set>
                                    <p:animEffect transition="in" filter="wipe(left)">
                                      <p:cBhvr>
                                        <p:cTn id="27" dur="1000"/>
                                        <p:tgtEl>
                                          <p:spTgt spid="436"/>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iterate>
                                    <p:tmAbs val="0"/>
                                  </p:iterate>
                                  <p:childTnLst>
                                    <p:set>
                                      <p:cBhvr>
                                        <p:cTn id="31" fill="hold"/>
                                        <p:tgtEl>
                                          <p:spTgt spid="451"/>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iterate>
                                    <p:tmAbs val="0"/>
                                  </p:iterate>
                                  <p:childTnLst>
                                    <p:set>
                                      <p:cBhvr>
                                        <p:cTn id="35" fill="hold"/>
                                        <p:tgtEl>
                                          <p:spTgt spid="4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5" grpId="0" animBg="1" advAuto="0"/>
      <p:bldP spid="436" grpId="0" animBg="1" advAuto="0"/>
      <p:bldP spid="447" grpId="0" animBg="1" advAuto="0"/>
      <p:bldP spid="448" grpId="0" animBg="1" advAuto="0"/>
      <p:bldP spid="449" grpId="0" animBg="1" advAuto="0"/>
      <p:bldP spid="450" grpId="0" animBg="1" advAuto="0"/>
      <p:bldP spid="451" grpId="0" animBg="1" advAuto="0"/>
      <p:bldP spid="452" grpId="0" animBg="1" advAuto="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7" name="Line"/>
          <p:cNvSpPr/>
          <p:nvPr/>
        </p:nvSpPr>
        <p:spPr>
          <a:xfrm>
            <a:off x="3631640" y="4438055"/>
            <a:ext cx="2334296" cy="67614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58" name="Line"/>
          <p:cNvSpPr/>
          <p:nvPr/>
        </p:nvSpPr>
        <p:spPr>
          <a:xfrm flipH="1">
            <a:off x="3555156" y="3365738"/>
            <a:ext cx="2308421" cy="768710"/>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59" name="Line"/>
          <p:cNvSpPr/>
          <p:nvPr/>
        </p:nvSpPr>
        <p:spPr>
          <a:xfrm flipH="1">
            <a:off x="6038900" y="3483961"/>
            <a:ext cx="1" cy="1529367"/>
          </a:xfrm>
          <a:prstGeom prst="line">
            <a:avLst/>
          </a:prstGeom>
          <a:ln w="63500">
            <a:solidFill>
              <a:srgbClr val="5E5E5E"/>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60" name="Line"/>
          <p:cNvSpPr/>
          <p:nvPr/>
        </p:nvSpPr>
        <p:spPr>
          <a:xfrm>
            <a:off x="6169450" y="3365738"/>
            <a:ext cx="2320587" cy="823433"/>
          </a:xfrm>
          <a:prstGeom prst="line">
            <a:avLst/>
          </a:prstGeom>
          <a:ln w="63500">
            <a:solidFill>
              <a:srgbClr val="5E5E5E"/>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61" name="Slide Number"/>
          <p:cNvSpPr txBox="1">
            <a:spLocks noGrp="1"/>
          </p:cNvSpPr>
          <p:nvPr>
            <p:ph type="sldNum" sz="quarter" idx="2"/>
          </p:nvPr>
        </p:nvSpPr>
        <p:spPr>
          <a:xfrm>
            <a:off x="9168508" y="4336283"/>
            <a:ext cx="266099" cy="297389"/>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p>
            <a:pPr defTabSz="410751" eaLnBrk="1" fontAlgn="auto">
              <a:spcBef>
                <a:spcPts val="0"/>
              </a:spcBef>
              <a:spcAft>
                <a:spcPts val="0"/>
              </a:spcAft>
            </a:pPr>
            <a:fld id="{86CB4B4D-7CA3-9044-876B-883B54F8677D}" type="slidenum">
              <a:rPr kern="0"/>
              <a:pPr defTabSz="410751" eaLnBrk="1" fontAlgn="auto">
                <a:spcBef>
                  <a:spcPts val="0"/>
                </a:spcBef>
                <a:spcAft>
                  <a:spcPts val="0"/>
                </a:spcAft>
              </a:pPr>
              <a:t>10</a:t>
            </a:fld>
            <a:endParaRPr kern="0"/>
          </a:p>
        </p:txBody>
      </p:sp>
      <p:sp>
        <p:nvSpPr>
          <p:cNvPr id="462" name="v"/>
          <p:cNvSpPr/>
          <p:nvPr/>
        </p:nvSpPr>
        <p:spPr>
          <a:xfrm>
            <a:off x="5756672" y="3053953"/>
            <a:ext cx="535781" cy="535781"/>
          </a:xfrm>
          <a:prstGeom prst="roundRect">
            <a:avLst>
              <a:gd name="adj" fmla="val 25000"/>
            </a:avLst>
          </a:prstGeom>
          <a:solidFill>
            <a:srgbClr val="942193"/>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v</a:t>
            </a:r>
          </a:p>
        </p:txBody>
      </p:sp>
      <p:sp>
        <p:nvSpPr>
          <p:cNvPr id="463" name="2"/>
          <p:cNvSpPr/>
          <p:nvPr/>
        </p:nvSpPr>
        <p:spPr>
          <a:xfrm>
            <a:off x="4577953" y="4246215"/>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464" name="1"/>
          <p:cNvSpPr/>
          <p:nvPr/>
        </p:nvSpPr>
        <p:spPr>
          <a:xfrm>
            <a:off x="4577953" y="3214836"/>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465" name="3"/>
          <p:cNvSpPr/>
          <p:nvPr/>
        </p:nvSpPr>
        <p:spPr>
          <a:xfrm>
            <a:off x="7131844" y="3214836"/>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3</a:t>
            </a:r>
          </a:p>
        </p:txBody>
      </p:sp>
      <p:sp>
        <p:nvSpPr>
          <p:cNvPr id="466" name="Line"/>
          <p:cNvSpPr/>
          <p:nvPr/>
        </p:nvSpPr>
        <p:spPr>
          <a:xfrm flipV="1">
            <a:off x="6072857" y="4337186"/>
            <a:ext cx="2382593" cy="821030"/>
          </a:xfrm>
          <a:prstGeom prst="line">
            <a:avLst/>
          </a:prstGeom>
          <a:ln w="63500">
            <a:solidFill>
              <a:srgbClr val="D6D6D6"/>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67" name="u"/>
          <p:cNvSpPr/>
          <p:nvPr/>
        </p:nvSpPr>
        <p:spPr>
          <a:xfrm>
            <a:off x="3149203" y="3982641"/>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u</a:t>
            </a:r>
          </a:p>
        </p:txBody>
      </p:sp>
      <p:sp>
        <p:nvSpPr>
          <p:cNvPr id="468" name="z"/>
          <p:cNvSpPr/>
          <p:nvPr/>
        </p:nvSpPr>
        <p:spPr>
          <a:xfrm>
            <a:off x="8283774" y="3982641"/>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z</a:t>
            </a:r>
          </a:p>
        </p:txBody>
      </p:sp>
      <p:sp>
        <p:nvSpPr>
          <p:cNvPr id="469" name="x"/>
          <p:cNvSpPr/>
          <p:nvPr/>
        </p:nvSpPr>
        <p:spPr>
          <a:xfrm>
            <a:off x="5756672" y="4848820"/>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x</a:t>
            </a:r>
          </a:p>
        </p:txBody>
      </p:sp>
      <p:sp>
        <p:nvSpPr>
          <p:cNvPr id="470" name="2"/>
          <p:cNvSpPr/>
          <p:nvPr/>
        </p:nvSpPr>
        <p:spPr>
          <a:xfrm>
            <a:off x="5685234" y="3929211"/>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471" name="1"/>
          <p:cNvSpPr/>
          <p:nvPr/>
        </p:nvSpPr>
        <p:spPr>
          <a:xfrm>
            <a:off x="7122914" y="4250680"/>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D6D6D6"/>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472" name="Line"/>
          <p:cNvSpPr/>
          <p:nvPr/>
        </p:nvSpPr>
        <p:spPr>
          <a:xfrm flipH="1">
            <a:off x="3677564" y="3451387"/>
            <a:ext cx="2173310" cy="724437"/>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73" name="Line"/>
          <p:cNvSpPr/>
          <p:nvPr/>
        </p:nvSpPr>
        <p:spPr>
          <a:xfrm flipH="1" flipV="1">
            <a:off x="3479602" y="4491408"/>
            <a:ext cx="2319581" cy="666808"/>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74" name="Rectangle"/>
          <p:cNvSpPr/>
          <p:nvPr/>
        </p:nvSpPr>
        <p:spPr>
          <a:xfrm>
            <a:off x="2006203" y="1196578"/>
            <a:ext cx="3411141" cy="1562695"/>
          </a:xfrm>
          <a:prstGeom prst="rect">
            <a:avLst/>
          </a:prstGeom>
          <a:ln w="63500">
            <a:solidFill>
              <a:srgbClr val="424242"/>
            </a:solidFill>
            <a:miter lim="400000"/>
          </a:ln>
        </p:spPr>
        <p:txBody>
          <a:bodyPr lIns="35719" tIns="35719" rIns="35719" bIns="35719" anchor="ctr"/>
          <a:lstStyle/>
          <a:p>
            <a:pPr algn="ctr" defTabSz="410751" eaLnBrk="1" fontAlgn="auto">
              <a:spcBef>
                <a:spcPts val="0"/>
              </a:spcBef>
              <a:spcAft>
                <a:spcPts val="0"/>
              </a:spcAft>
              <a:defRPr sz="4000">
                <a:solidFill>
                  <a:srgbClr val="FFFFFF"/>
                </a:solidFill>
                <a:effectLst>
                  <a:outerShdw blurRad="38100" dist="12700" dir="5400000" rotWithShape="0">
                    <a:srgbClr val="000000">
                      <a:alpha val="50000"/>
                    </a:srgbClr>
                  </a:outerShdw>
                </a:effectLst>
              </a:defRPr>
            </a:pPr>
            <a:endParaRPr sz="2812" kern="0">
              <a:solidFill>
                <a:srgbClr val="FFFFFF"/>
              </a:solidFill>
              <a:effectLst>
                <a:outerShdw blurRad="38100" dist="12700" dir="5400000" rotWithShape="0">
                  <a:srgbClr val="000000">
                    <a:alpha val="50000"/>
                  </a:srgbClr>
                </a:outerShdw>
              </a:effectLst>
              <a:latin typeface="Gill Sans"/>
              <a:sym typeface="Gill Sans"/>
            </a:endParaRPr>
          </a:p>
        </p:txBody>
      </p:sp>
      <p:sp>
        <p:nvSpPr>
          <p:cNvPr id="475" name="dest."/>
          <p:cNvSpPr/>
          <p:nvPr/>
        </p:nvSpPr>
        <p:spPr>
          <a:xfrm>
            <a:off x="2067374" y="1268016"/>
            <a:ext cx="1424697" cy="41969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dest.</a:t>
            </a:r>
          </a:p>
        </p:txBody>
      </p:sp>
      <p:sp>
        <p:nvSpPr>
          <p:cNvPr id="476" name="next hop"/>
          <p:cNvSpPr/>
          <p:nvPr/>
        </p:nvSpPr>
        <p:spPr>
          <a:xfrm>
            <a:off x="2981692" y="1263551"/>
            <a:ext cx="1125141" cy="41969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next hop</a:t>
            </a:r>
          </a:p>
        </p:txBody>
      </p:sp>
      <p:sp>
        <p:nvSpPr>
          <p:cNvPr id="477" name="Line"/>
          <p:cNvSpPr/>
          <p:nvPr/>
        </p:nvSpPr>
        <p:spPr>
          <a:xfrm flipV="1">
            <a:off x="2130918" y="1658168"/>
            <a:ext cx="3224827" cy="1944"/>
          </a:xfrm>
          <a:prstGeom prst="line">
            <a:avLst/>
          </a:prstGeom>
          <a:ln w="38100">
            <a:solidFill>
              <a:srgbClr val="424242"/>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78" name="Line"/>
          <p:cNvSpPr/>
          <p:nvPr/>
        </p:nvSpPr>
        <p:spPr>
          <a:xfrm flipV="1">
            <a:off x="2751135" y="1294805"/>
            <a:ext cx="1335" cy="1419821"/>
          </a:xfrm>
          <a:prstGeom prst="line">
            <a:avLst/>
          </a:prstGeom>
          <a:ln w="38100">
            <a:solidFill>
              <a:srgbClr val="424242"/>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79" name="z"/>
          <p:cNvSpPr/>
          <p:nvPr/>
        </p:nvSpPr>
        <p:spPr>
          <a:xfrm>
            <a:off x="2276690" y="1638598"/>
            <a:ext cx="446485"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z</a:t>
            </a:r>
          </a:p>
        </p:txBody>
      </p:sp>
      <p:sp>
        <p:nvSpPr>
          <p:cNvPr id="480" name="v"/>
          <p:cNvSpPr/>
          <p:nvPr/>
        </p:nvSpPr>
        <p:spPr>
          <a:xfrm>
            <a:off x="2274094" y="1991320"/>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481" name="cost"/>
          <p:cNvSpPr/>
          <p:nvPr/>
        </p:nvSpPr>
        <p:spPr>
          <a:xfrm>
            <a:off x="4506516" y="1276945"/>
            <a:ext cx="660797" cy="41969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cost</a:t>
            </a:r>
          </a:p>
        </p:txBody>
      </p:sp>
      <p:sp>
        <p:nvSpPr>
          <p:cNvPr id="482" name="Line"/>
          <p:cNvSpPr/>
          <p:nvPr/>
        </p:nvSpPr>
        <p:spPr>
          <a:xfrm flipV="1">
            <a:off x="4202907" y="1294801"/>
            <a:ext cx="1335" cy="1419825"/>
          </a:xfrm>
          <a:prstGeom prst="line">
            <a:avLst/>
          </a:prstGeom>
          <a:ln w="38100">
            <a:solidFill>
              <a:srgbClr val="424242"/>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483" name="x"/>
          <p:cNvSpPr/>
          <p:nvPr/>
        </p:nvSpPr>
        <p:spPr>
          <a:xfrm>
            <a:off x="2274094" y="2321719"/>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484" name="-"/>
          <p:cNvSpPr/>
          <p:nvPr/>
        </p:nvSpPr>
        <p:spPr>
          <a:xfrm>
            <a:off x="2979539" y="1634133"/>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485" name="-"/>
          <p:cNvSpPr/>
          <p:nvPr/>
        </p:nvSpPr>
        <p:spPr>
          <a:xfrm>
            <a:off x="4327922" y="1634133"/>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486" name="v"/>
          <p:cNvSpPr/>
          <p:nvPr/>
        </p:nvSpPr>
        <p:spPr>
          <a:xfrm>
            <a:off x="2988469" y="1991320"/>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487" name="1"/>
          <p:cNvSpPr/>
          <p:nvPr/>
        </p:nvSpPr>
        <p:spPr>
          <a:xfrm>
            <a:off x="4336852" y="2000250"/>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1</a:t>
            </a:r>
          </a:p>
        </p:txBody>
      </p:sp>
      <p:sp>
        <p:nvSpPr>
          <p:cNvPr id="488" name="x"/>
          <p:cNvSpPr/>
          <p:nvPr/>
        </p:nvSpPr>
        <p:spPr>
          <a:xfrm>
            <a:off x="2988469" y="2321719"/>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489" name="2"/>
          <p:cNvSpPr/>
          <p:nvPr/>
        </p:nvSpPr>
        <p:spPr>
          <a:xfrm>
            <a:off x="4336852" y="2321719"/>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2</a:t>
            </a:r>
          </a:p>
        </p:txBody>
      </p:sp>
      <p:sp>
        <p:nvSpPr>
          <p:cNvPr id="490" name="v"/>
          <p:cNvSpPr/>
          <p:nvPr/>
        </p:nvSpPr>
        <p:spPr>
          <a:xfrm>
            <a:off x="3283148" y="1643062"/>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491" name="4"/>
          <p:cNvSpPr/>
          <p:nvPr/>
        </p:nvSpPr>
        <p:spPr>
          <a:xfrm>
            <a:off x="4604742" y="1643062"/>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4</a:t>
            </a:r>
          </a:p>
        </p:txBody>
      </p:sp>
      <p:sp>
        <p:nvSpPr>
          <p:cNvPr id="492" name="Line"/>
          <p:cNvSpPr/>
          <p:nvPr/>
        </p:nvSpPr>
        <p:spPr>
          <a:xfrm>
            <a:off x="3729382" y="3589935"/>
            <a:ext cx="4588099" cy="696315"/>
          </a:xfrm>
          <a:custGeom>
            <a:avLst/>
            <a:gdLst/>
            <a:ahLst/>
            <a:cxnLst>
              <a:cxn ang="0">
                <a:pos x="wd2" y="hd2"/>
              </a:cxn>
              <a:cxn ang="5400000">
                <a:pos x="wd2" y="hd2"/>
              </a:cxn>
              <a:cxn ang="10800000">
                <a:pos x="wd2" y="hd2"/>
              </a:cxn>
              <a:cxn ang="16200000">
                <a:pos x="wd2" y="hd2"/>
              </a:cxn>
            </a:cxnLst>
            <a:rect l="0" t="0" r="r" b="b"/>
            <a:pathLst>
              <a:path w="21600" h="21399" extrusionOk="0">
                <a:moveTo>
                  <a:pt x="0" y="21399"/>
                </a:moveTo>
                <a:cubicBezTo>
                  <a:pt x="0" y="21399"/>
                  <a:pt x="8395" y="209"/>
                  <a:pt x="10805" y="1"/>
                </a:cubicBezTo>
                <a:cubicBezTo>
                  <a:pt x="13147" y="-201"/>
                  <a:pt x="21600" y="19478"/>
                  <a:pt x="21600" y="19478"/>
                </a:cubicBezTo>
              </a:path>
            </a:pathLst>
          </a:custGeom>
          <a:ln w="50800">
            <a:solidFill>
              <a:srgbClr val="942193"/>
            </a:solidFill>
            <a:miter lim="400000"/>
            <a:tailEnd type="stealth"/>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pic>
        <p:nvPicPr>
          <p:cNvPr id="493" name="Line Line" descr="Line Line"/>
          <p:cNvPicPr>
            <a:picLocks/>
          </p:cNvPicPr>
          <p:nvPr/>
        </p:nvPicPr>
        <p:blipFill>
          <a:blip r:embed="rId3"/>
          <a:stretch>
            <a:fillRect/>
          </a:stretch>
        </p:blipFill>
        <p:spPr>
          <a:xfrm>
            <a:off x="2890242" y="1742294"/>
            <a:ext cx="438436" cy="365112"/>
          </a:xfrm>
          <a:prstGeom prst="rect">
            <a:avLst/>
          </a:prstGeom>
        </p:spPr>
      </p:pic>
      <p:pic>
        <p:nvPicPr>
          <p:cNvPr id="495" name="Line Line" descr="Line Line"/>
          <p:cNvPicPr>
            <a:picLocks/>
          </p:cNvPicPr>
          <p:nvPr/>
        </p:nvPicPr>
        <p:blipFill>
          <a:blip r:embed="rId3"/>
          <a:stretch>
            <a:fillRect/>
          </a:stretch>
        </p:blipFill>
        <p:spPr>
          <a:xfrm>
            <a:off x="4202906" y="1768078"/>
            <a:ext cx="438436" cy="365112"/>
          </a:xfrm>
          <a:prstGeom prst="rect">
            <a:avLst/>
          </a:prstGeom>
        </p:spPr>
      </p:pic>
      <p:sp>
        <p:nvSpPr>
          <p:cNvPr id="497" name="*"/>
          <p:cNvSpPr/>
          <p:nvPr/>
        </p:nvSpPr>
        <p:spPr>
          <a:xfrm>
            <a:off x="2684859" y="3945517"/>
            <a:ext cx="348258" cy="85113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sz="7200">
                <a:solidFill>
                  <a:srgbClr val="942193"/>
                </a:solidFill>
                <a:latin typeface="+mn-lt"/>
                <a:ea typeface="+mn-ea"/>
                <a:cs typeface="+mn-cs"/>
                <a:sym typeface="Chalkboard SE Regular"/>
              </a:defRPr>
            </a:lvl1pPr>
          </a:lstStyle>
          <a:p>
            <a:pPr defTabSz="410751" eaLnBrk="1" fontAlgn="auto">
              <a:spcBef>
                <a:spcPts val="0"/>
              </a:spcBef>
              <a:spcAft>
                <a:spcPts val="0"/>
              </a:spcAft>
            </a:pPr>
            <a:r>
              <a:rPr sz="5062" kern="0">
                <a:latin typeface="Chalkboard SE Regular"/>
              </a:rPr>
              <a:t>*</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iterate>
                                    <p:tmAbs val="0"/>
                                  </p:iterate>
                                  <p:childTnLst>
                                    <p:set>
                                      <p:cBhvr>
                                        <p:cTn id="6" fill="hold"/>
                                        <p:tgtEl>
                                          <p:spTgt spid="492"/>
                                        </p:tgtEl>
                                        <p:attrNameLst>
                                          <p:attrName>style.visibility</p:attrName>
                                        </p:attrNameLst>
                                      </p:cBhvr>
                                      <p:to>
                                        <p:strVal val="visible"/>
                                      </p:to>
                                    </p:set>
                                    <p:animEffect transition="in" filter="wipe(left)">
                                      <p:cBhvr>
                                        <p:cTn id="7" dur="1000"/>
                                        <p:tgtEl>
                                          <p:spTgt spid="49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iterate>
                                    <p:tmAbs val="0"/>
                                  </p:iterate>
                                  <p:childTnLst>
                                    <p:set>
                                      <p:cBhvr>
                                        <p:cTn id="11" fill="hold"/>
                                        <p:tgtEl>
                                          <p:spTgt spid="493"/>
                                        </p:tgtEl>
                                        <p:attrNameLst>
                                          <p:attrName>style.visibility</p:attrName>
                                        </p:attrNameLst>
                                      </p:cBhvr>
                                      <p:to>
                                        <p:strVal val="visible"/>
                                      </p:to>
                                    </p:set>
                                    <p:animEffect transition="in" filter="wipe(left)">
                                      <p:cBhvr>
                                        <p:cTn id="12" dur="1000"/>
                                        <p:tgtEl>
                                          <p:spTgt spid="493"/>
                                        </p:tgtEl>
                                      </p:cBhvr>
                                    </p:animEffect>
                                  </p:childTnLst>
                                </p:cTn>
                              </p:par>
                            </p:childTnLst>
                          </p:cTn>
                        </p:par>
                        <p:par>
                          <p:cTn id="13" fill="hold">
                            <p:stCondLst>
                              <p:cond delay="1000"/>
                            </p:stCondLst>
                            <p:childTnLst>
                              <p:par>
                                <p:cTn id="14" presetID="1" presetClass="entr" presetSubtype="0" fill="hold" grpId="0" nodeType="afterEffect">
                                  <p:stCondLst>
                                    <p:cond delay="0"/>
                                  </p:stCondLst>
                                  <p:iterate>
                                    <p:tmAbs val="0"/>
                                  </p:iterate>
                                  <p:childTnLst>
                                    <p:set>
                                      <p:cBhvr>
                                        <p:cTn id="15" fill="hold"/>
                                        <p:tgtEl>
                                          <p:spTgt spid="490"/>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iterate>
                                    <p:tmAbs val="0"/>
                                  </p:iterate>
                                  <p:childTnLst>
                                    <p:set>
                                      <p:cBhvr>
                                        <p:cTn id="19" fill="hold"/>
                                        <p:tgtEl>
                                          <p:spTgt spid="495"/>
                                        </p:tgtEl>
                                        <p:attrNameLst>
                                          <p:attrName>style.visibility</p:attrName>
                                        </p:attrNameLst>
                                      </p:cBhvr>
                                      <p:to>
                                        <p:strVal val="visible"/>
                                      </p:to>
                                    </p:set>
                                    <p:animEffect transition="in" filter="wipe(left)">
                                      <p:cBhvr>
                                        <p:cTn id="20" dur="1000"/>
                                        <p:tgtEl>
                                          <p:spTgt spid="495"/>
                                        </p:tgtEl>
                                      </p:cBhvr>
                                    </p:animEffect>
                                  </p:childTnLst>
                                </p:cTn>
                              </p:par>
                            </p:childTnLst>
                          </p:cTn>
                        </p:par>
                        <p:par>
                          <p:cTn id="21" fill="hold">
                            <p:stCondLst>
                              <p:cond delay="1000"/>
                            </p:stCondLst>
                            <p:childTnLst>
                              <p:par>
                                <p:cTn id="22" presetID="1" presetClass="entr" presetSubtype="0" fill="hold" grpId="0" nodeType="afterEffect">
                                  <p:stCondLst>
                                    <p:cond delay="0"/>
                                  </p:stCondLst>
                                  <p:iterate>
                                    <p:tmAbs val="0"/>
                                  </p:iterate>
                                  <p:childTnLst>
                                    <p:set>
                                      <p:cBhvr>
                                        <p:cTn id="23" fill="hold"/>
                                        <p:tgtEl>
                                          <p:spTgt spid="4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0" grpId="0" animBg="1" advAuto="0"/>
      <p:bldP spid="491" grpId="0" animBg="1" advAuto="0"/>
      <p:bldP spid="492" grpId="0" animBg="1" advAuto="0"/>
      <p:bldP spid="493" grpId="0" animBg="1" advAuto="0"/>
      <p:bldP spid="495" grpId="0" animBg="1" advAuto="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 name="Line"/>
          <p:cNvSpPr/>
          <p:nvPr/>
        </p:nvSpPr>
        <p:spPr>
          <a:xfrm>
            <a:off x="3631640" y="4438055"/>
            <a:ext cx="2334296" cy="67614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502" name="Line"/>
          <p:cNvSpPr/>
          <p:nvPr/>
        </p:nvSpPr>
        <p:spPr>
          <a:xfrm flipH="1">
            <a:off x="3555156" y="3365738"/>
            <a:ext cx="2308421" cy="768710"/>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503" name="Line"/>
          <p:cNvSpPr/>
          <p:nvPr/>
        </p:nvSpPr>
        <p:spPr>
          <a:xfrm flipH="1">
            <a:off x="6038900" y="3483961"/>
            <a:ext cx="1" cy="1529367"/>
          </a:xfrm>
          <a:prstGeom prst="line">
            <a:avLst/>
          </a:prstGeom>
          <a:ln w="63500">
            <a:solidFill>
              <a:srgbClr val="5E5E5E"/>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504" name="Line"/>
          <p:cNvSpPr/>
          <p:nvPr/>
        </p:nvSpPr>
        <p:spPr>
          <a:xfrm>
            <a:off x="6169450" y="3365738"/>
            <a:ext cx="2320587" cy="823433"/>
          </a:xfrm>
          <a:prstGeom prst="line">
            <a:avLst/>
          </a:prstGeom>
          <a:ln w="63500">
            <a:solidFill>
              <a:srgbClr val="5E5E5E"/>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505" name="Slide Number"/>
          <p:cNvSpPr txBox="1">
            <a:spLocks noGrp="1"/>
          </p:cNvSpPr>
          <p:nvPr>
            <p:ph type="sldNum" sz="quarter" idx="2"/>
          </p:nvPr>
        </p:nvSpPr>
        <p:spPr>
          <a:xfrm>
            <a:off x="9168508" y="4336283"/>
            <a:ext cx="266099" cy="297389"/>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p>
            <a:pPr defTabSz="410751" eaLnBrk="1" fontAlgn="auto">
              <a:spcBef>
                <a:spcPts val="0"/>
              </a:spcBef>
              <a:spcAft>
                <a:spcPts val="0"/>
              </a:spcAft>
            </a:pPr>
            <a:fld id="{86CB4B4D-7CA3-9044-876B-883B54F8677D}" type="slidenum">
              <a:rPr kern="0"/>
              <a:pPr defTabSz="410751" eaLnBrk="1" fontAlgn="auto">
                <a:spcBef>
                  <a:spcPts val="0"/>
                </a:spcBef>
                <a:spcAft>
                  <a:spcPts val="0"/>
                </a:spcAft>
              </a:pPr>
              <a:t>11</a:t>
            </a:fld>
            <a:endParaRPr kern="0"/>
          </a:p>
        </p:txBody>
      </p:sp>
      <p:sp>
        <p:nvSpPr>
          <p:cNvPr id="506" name="v"/>
          <p:cNvSpPr/>
          <p:nvPr/>
        </p:nvSpPr>
        <p:spPr>
          <a:xfrm>
            <a:off x="5756672" y="3053953"/>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v</a:t>
            </a:r>
          </a:p>
        </p:txBody>
      </p:sp>
      <p:sp>
        <p:nvSpPr>
          <p:cNvPr id="507" name="2"/>
          <p:cNvSpPr/>
          <p:nvPr/>
        </p:nvSpPr>
        <p:spPr>
          <a:xfrm>
            <a:off x="4577953" y="4246215"/>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508" name="1"/>
          <p:cNvSpPr/>
          <p:nvPr/>
        </p:nvSpPr>
        <p:spPr>
          <a:xfrm>
            <a:off x="4577953" y="3214836"/>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509" name="3"/>
          <p:cNvSpPr/>
          <p:nvPr/>
        </p:nvSpPr>
        <p:spPr>
          <a:xfrm>
            <a:off x="7131844" y="3214836"/>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3</a:t>
            </a:r>
          </a:p>
        </p:txBody>
      </p:sp>
      <p:sp>
        <p:nvSpPr>
          <p:cNvPr id="510" name="Line"/>
          <p:cNvSpPr/>
          <p:nvPr/>
        </p:nvSpPr>
        <p:spPr>
          <a:xfrm flipV="1">
            <a:off x="6072857" y="4337186"/>
            <a:ext cx="2382593" cy="821030"/>
          </a:xfrm>
          <a:prstGeom prst="line">
            <a:avLst/>
          </a:prstGeom>
          <a:ln w="63500">
            <a:solidFill>
              <a:srgbClr val="5E5E5E"/>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511" name="u"/>
          <p:cNvSpPr/>
          <p:nvPr/>
        </p:nvSpPr>
        <p:spPr>
          <a:xfrm>
            <a:off x="3149203" y="3982641"/>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u</a:t>
            </a:r>
          </a:p>
        </p:txBody>
      </p:sp>
      <p:sp>
        <p:nvSpPr>
          <p:cNvPr id="512" name="z"/>
          <p:cNvSpPr/>
          <p:nvPr/>
        </p:nvSpPr>
        <p:spPr>
          <a:xfrm>
            <a:off x="8283774" y="3982641"/>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z</a:t>
            </a:r>
          </a:p>
        </p:txBody>
      </p:sp>
      <p:sp>
        <p:nvSpPr>
          <p:cNvPr id="513" name="x"/>
          <p:cNvSpPr/>
          <p:nvPr/>
        </p:nvSpPr>
        <p:spPr>
          <a:xfrm>
            <a:off x="5756672" y="4848820"/>
            <a:ext cx="535781" cy="535781"/>
          </a:xfrm>
          <a:prstGeom prst="roundRect">
            <a:avLst>
              <a:gd name="adj" fmla="val 25000"/>
            </a:avLst>
          </a:prstGeom>
          <a:solidFill>
            <a:srgbClr val="942193"/>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x</a:t>
            </a:r>
          </a:p>
        </p:txBody>
      </p:sp>
      <p:sp>
        <p:nvSpPr>
          <p:cNvPr id="514" name="2"/>
          <p:cNvSpPr/>
          <p:nvPr/>
        </p:nvSpPr>
        <p:spPr>
          <a:xfrm>
            <a:off x="5685234" y="3929211"/>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515" name="1"/>
          <p:cNvSpPr/>
          <p:nvPr/>
        </p:nvSpPr>
        <p:spPr>
          <a:xfrm>
            <a:off x="7122914" y="4250680"/>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516" name="Line"/>
          <p:cNvSpPr/>
          <p:nvPr/>
        </p:nvSpPr>
        <p:spPr>
          <a:xfrm flipH="1">
            <a:off x="3677564" y="3451387"/>
            <a:ext cx="2173310" cy="724437"/>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517" name="Line"/>
          <p:cNvSpPr/>
          <p:nvPr/>
        </p:nvSpPr>
        <p:spPr>
          <a:xfrm flipH="1" flipV="1">
            <a:off x="3479602" y="4491408"/>
            <a:ext cx="2319581" cy="666808"/>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518" name="Rectangle"/>
          <p:cNvSpPr/>
          <p:nvPr/>
        </p:nvSpPr>
        <p:spPr>
          <a:xfrm>
            <a:off x="2006203" y="1196578"/>
            <a:ext cx="3411141" cy="1562695"/>
          </a:xfrm>
          <a:prstGeom prst="rect">
            <a:avLst/>
          </a:prstGeom>
          <a:ln w="63500">
            <a:solidFill>
              <a:srgbClr val="424242"/>
            </a:solidFill>
            <a:miter lim="400000"/>
          </a:ln>
        </p:spPr>
        <p:txBody>
          <a:bodyPr lIns="35719" tIns="35719" rIns="35719" bIns="35719" anchor="ctr"/>
          <a:lstStyle/>
          <a:p>
            <a:pPr algn="ctr" defTabSz="410751" eaLnBrk="1" fontAlgn="auto">
              <a:spcBef>
                <a:spcPts val="0"/>
              </a:spcBef>
              <a:spcAft>
                <a:spcPts val="0"/>
              </a:spcAft>
              <a:defRPr sz="4000">
                <a:solidFill>
                  <a:srgbClr val="FFFFFF"/>
                </a:solidFill>
                <a:effectLst>
                  <a:outerShdw blurRad="38100" dist="12700" dir="5400000" rotWithShape="0">
                    <a:srgbClr val="000000">
                      <a:alpha val="50000"/>
                    </a:srgbClr>
                  </a:outerShdw>
                </a:effectLst>
              </a:defRPr>
            </a:pPr>
            <a:endParaRPr sz="2812" kern="0">
              <a:solidFill>
                <a:srgbClr val="FFFFFF"/>
              </a:solidFill>
              <a:effectLst>
                <a:outerShdw blurRad="38100" dist="12700" dir="5400000" rotWithShape="0">
                  <a:srgbClr val="000000">
                    <a:alpha val="50000"/>
                  </a:srgbClr>
                </a:outerShdw>
              </a:effectLst>
              <a:latin typeface="Gill Sans"/>
              <a:sym typeface="Gill Sans"/>
            </a:endParaRPr>
          </a:p>
        </p:txBody>
      </p:sp>
      <p:sp>
        <p:nvSpPr>
          <p:cNvPr id="519" name="dest."/>
          <p:cNvSpPr/>
          <p:nvPr/>
        </p:nvSpPr>
        <p:spPr>
          <a:xfrm>
            <a:off x="2067374" y="1268016"/>
            <a:ext cx="1424697" cy="41969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dest.</a:t>
            </a:r>
          </a:p>
        </p:txBody>
      </p:sp>
      <p:sp>
        <p:nvSpPr>
          <p:cNvPr id="520" name="next hop"/>
          <p:cNvSpPr/>
          <p:nvPr/>
        </p:nvSpPr>
        <p:spPr>
          <a:xfrm>
            <a:off x="2981692" y="1263551"/>
            <a:ext cx="1125141" cy="41969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next hop</a:t>
            </a:r>
          </a:p>
        </p:txBody>
      </p:sp>
      <p:sp>
        <p:nvSpPr>
          <p:cNvPr id="521" name="Line"/>
          <p:cNvSpPr/>
          <p:nvPr/>
        </p:nvSpPr>
        <p:spPr>
          <a:xfrm flipV="1">
            <a:off x="2130918" y="1658168"/>
            <a:ext cx="3224827" cy="1944"/>
          </a:xfrm>
          <a:prstGeom prst="line">
            <a:avLst/>
          </a:prstGeom>
          <a:ln w="38100">
            <a:solidFill>
              <a:srgbClr val="424242"/>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522" name="Line"/>
          <p:cNvSpPr/>
          <p:nvPr/>
        </p:nvSpPr>
        <p:spPr>
          <a:xfrm flipV="1">
            <a:off x="2751135" y="1294805"/>
            <a:ext cx="1335" cy="1419821"/>
          </a:xfrm>
          <a:prstGeom prst="line">
            <a:avLst/>
          </a:prstGeom>
          <a:ln w="38100">
            <a:solidFill>
              <a:srgbClr val="424242"/>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523" name="z"/>
          <p:cNvSpPr/>
          <p:nvPr/>
        </p:nvSpPr>
        <p:spPr>
          <a:xfrm>
            <a:off x="2276690" y="1638598"/>
            <a:ext cx="446485"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z</a:t>
            </a:r>
          </a:p>
        </p:txBody>
      </p:sp>
      <p:sp>
        <p:nvSpPr>
          <p:cNvPr id="524" name="v"/>
          <p:cNvSpPr/>
          <p:nvPr/>
        </p:nvSpPr>
        <p:spPr>
          <a:xfrm>
            <a:off x="2274094" y="1991320"/>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525" name="cost"/>
          <p:cNvSpPr/>
          <p:nvPr/>
        </p:nvSpPr>
        <p:spPr>
          <a:xfrm>
            <a:off x="4506516" y="1276945"/>
            <a:ext cx="660797" cy="41969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cost</a:t>
            </a:r>
          </a:p>
        </p:txBody>
      </p:sp>
      <p:sp>
        <p:nvSpPr>
          <p:cNvPr id="526" name="Line"/>
          <p:cNvSpPr/>
          <p:nvPr/>
        </p:nvSpPr>
        <p:spPr>
          <a:xfrm flipV="1">
            <a:off x="4202907" y="1294801"/>
            <a:ext cx="1335" cy="1419825"/>
          </a:xfrm>
          <a:prstGeom prst="line">
            <a:avLst/>
          </a:prstGeom>
          <a:ln w="38100">
            <a:solidFill>
              <a:srgbClr val="424242"/>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527" name="x"/>
          <p:cNvSpPr/>
          <p:nvPr/>
        </p:nvSpPr>
        <p:spPr>
          <a:xfrm>
            <a:off x="2274094" y="2321719"/>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528" name="-"/>
          <p:cNvSpPr/>
          <p:nvPr/>
        </p:nvSpPr>
        <p:spPr>
          <a:xfrm>
            <a:off x="2979539" y="1634133"/>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529" name="-"/>
          <p:cNvSpPr/>
          <p:nvPr/>
        </p:nvSpPr>
        <p:spPr>
          <a:xfrm>
            <a:off x="4327922" y="1634133"/>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530" name="v"/>
          <p:cNvSpPr/>
          <p:nvPr/>
        </p:nvSpPr>
        <p:spPr>
          <a:xfrm>
            <a:off x="2988469" y="1991320"/>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531" name="1"/>
          <p:cNvSpPr/>
          <p:nvPr/>
        </p:nvSpPr>
        <p:spPr>
          <a:xfrm>
            <a:off x="4336852" y="2000250"/>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1</a:t>
            </a:r>
          </a:p>
        </p:txBody>
      </p:sp>
      <p:sp>
        <p:nvSpPr>
          <p:cNvPr id="532" name="x"/>
          <p:cNvSpPr/>
          <p:nvPr/>
        </p:nvSpPr>
        <p:spPr>
          <a:xfrm>
            <a:off x="2988469" y="2321719"/>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533" name="2"/>
          <p:cNvSpPr/>
          <p:nvPr/>
        </p:nvSpPr>
        <p:spPr>
          <a:xfrm>
            <a:off x="4336852" y="2321719"/>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2</a:t>
            </a:r>
          </a:p>
        </p:txBody>
      </p:sp>
      <p:sp>
        <p:nvSpPr>
          <p:cNvPr id="534" name="v"/>
          <p:cNvSpPr/>
          <p:nvPr/>
        </p:nvSpPr>
        <p:spPr>
          <a:xfrm>
            <a:off x="3283148" y="1643062"/>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535" name="4"/>
          <p:cNvSpPr/>
          <p:nvPr/>
        </p:nvSpPr>
        <p:spPr>
          <a:xfrm>
            <a:off x="4604742" y="1643062"/>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4</a:t>
            </a:r>
          </a:p>
        </p:txBody>
      </p:sp>
      <p:sp>
        <p:nvSpPr>
          <p:cNvPr id="536" name="Line"/>
          <p:cNvSpPr/>
          <p:nvPr/>
        </p:nvSpPr>
        <p:spPr>
          <a:xfrm>
            <a:off x="3729382" y="3589935"/>
            <a:ext cx="4588099" cy="696315"/>
          </a:xfrm>
          <a:custGeom>
            <a:avLst/>
            <a:gdLst/>
            <a:ahLst/>
            <a:cxnLst>
              <a:cxn ang="0">
                <a:pos x="wd2" y="hd2"/>
              </a:cxn>
              <a:cxn ang="5400000">
                <a:pos x="wd2" y="hd2"/>
              </a:cxn>
              <a:cxn ang="10800000">
                <a:pos x="wd2" y="hd2"/>
              </a:cxn>
              <a:cxn ang="16200000">
                <a:pos x="wd2" y="hd2"/>
              </a:cxn>
            </a:cxnLst>
            <a:rect l="0" t="0" r="r" b="b"/>
            <a:pathLst>
              <a:path w="21600" h="21399" extrusionOk="0">
                <a:moveTo>
                  <a:pt x="0" y="21399"/>
                </a:moveTo>
                <a:cubicBezTo>
                  <a:pt x="0" y="21399"/>
                  <a:pt x="8395" y="209"/>
                  <a:pt x="10805" y="1"/>
                </a:cubicBezTo>
                <a:cubicBezTo>
                  <a:pt x="13147" y="-201"/>
                  <a:pt x="21600" y="19478"/>
                  <a:pt x="21600" y="19478"/>
                </a:cubicBezTo>
              </a:path>
            </a:pathLst>
          </a:custGeom>
          <a:ln w="50800">
            <a:solidFill>
              <a:srgbClr val="942193"/>
            </a:solidFill>
            <a:miter lim="400000"/>
            <a:tailEnd type="stealth"/>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537" name="Line"/>
          <p:cNvSpPr/>
          <p:nvPr/>
        </p:nvSpPr>
        <p:spPr>
          <a:xfrm>
            <a:off x="3754661" y="4353285"/>
            <a:ext cx="4459311" cy="605083"/>
          </a:xfrm>
          <a:custGeom>
            <a:avLst/>
            <a:gdLst/>
            <a:ahLst/>
            <a:cxnLst>
              <a:cxn ang="0">
                <a:pos x="wd2" y="hd2"/>
              </a:cxn>
              <a:cxn ang="5400000">
                <a:pos x="wd2" y="hd2"/>
              </a:cxn>
              <a:cxn ang="10800000">
                <a:pos x="wd2" y="hd2"/>
              </a:cxn>
              <a:cxn ang="16200000">
                <a:pos x="wd2" y="hd2"/>
              </a:cxn>
            </a:cxnLst>
            <a:rect l="0" t="0" r="r" b="b"/>
            <a:pathLst>
              <a:path w="21600" h="21560" extrusionOk="0">
                <a:moveTo>
                  <a:pt x="0" y="0"/>
                </a:moveTo>
                <a:cubicBezTo>
                  <a:pt x="0" y="0"/>
                  <a:pt x="8594" y="21600"/>
                  <a:pt x="10995" y="21560"/>
                </a:cubicBezTo>
                <a:cubicBezTo>
                  <a:pt x="13346" y="21522"/>
                  <a:pt x="21600" y="0"/>
                  <a:pt x="21600" y="0"/>
                </a:cubicBezTo>
              </a:path>
            </a:pathLst>
          </a:custGeom>
          <a:ln w="50800">
            <a:solidFill>
              <a:srgbClr val="942193"/>
            </a:solidFill>
            <a:miter lim="400000"/>
            <a:tailEnd type="stealth"/>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538" name="x"/>
          <p:cNvSpPr/>
          <p:nvPr/>
        </p:nvSpPr>
        <p:spPr>
          <a:xfrm>
            <a:off x="3667125" y="1651992"/>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pic>
        <p:nvPicPr>
          <p:cNvPr id="539" name="Line Line" descr="Line Line"/>
          <p:cNvPicPr>
            <a:picLocks/>
          </p:cNvPicPr>
          <p:nvPr/>
        </p:nvPicPr>
        <p:blipFill>
          <a:blip r:embed="rId3"/>
          <a:stretch>
            <a:fillRect/>
          </a:stretch>
        </p:blipFill>
        <p:spPr>
          <a:xfrm rot="21239363">
            <a:off x="3175689" y="1725745"/>
            <a:ext cx="456020" cy="379346"/>
          </a:xfrm>
          <a:prstGeom prst="rect">
            <a:avLst/>
          </a:prstGeom>
        </p:spPr>
      </p:pic>
      <p:sp>
        <p:nvSpPr>
          <p:cNvPr id="541" name="3"/>
          <p:cNvSpPr/>
          <p:nvPr/>
        </p:nvSpPr>
        <p:spPr>
          <a:xfrm>
            <a:off x="4979789" y="1643062"/>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3</a:t>
            </a:r>
          </a:p>
        </p:txBody>
      </p:sp>
      <p:pic>
        <p:nvPicPr>
          <p:cNvPr id="542" name="Line Line" descr="Line Line"/>
          <p:cNvPicPr>
            <a:picLocks/>
          </p:cNvPicPr>
          <p:nvPr/>
        </p:nvPicPr>
        <p:blipFill>
          <a:blip r:embed="rId4"/>
          <a:stretch>
            <a:fillRect/>
          </a:stretch>
        </p:blipFill>
        <p:spPr>
          <a:xfrm>
            <a:off x="4506516" y="1732359"/>
            <a:ext cx="438436" cy="365112"/>
          </a:xfrm>
          <a:prstGeom prst="rect">
            <a:avLst/>
          </a:prstGeom>
        </p:spPr>
      </p:pic>
      <p:pic>
        <p:nvPicPr>
          <p:cNvPr id="544" name="Line Line" descr="Line Line"/>
          <p:cNvPicPr>
            <a:picLocks/>
          </p:cNvPicPr>
          <p:nvPr/>
        </p:nvPicPr>
        <p:blipFill>
          <a:blip r:embed="rId5"/>
          <a:stretch>
            <a:fillRect/>
          </a:stretch>
        </p:blipFill>
        <p:spPr>
          <a:xfrm rot="21239363">
            <a:off x="2873802" y="1740685"/>
            <a:ext cx="417864" cy="348460"/>
          </a:xfrm>
          <a:prstGeom prst="rect">
            <a:avLst/>
          </a:prstGeom>
        </p:spPr>
      </p:pic>
      <p:pic>
        <p:nvPicPr>
          <p:cNvPr id="546" name="Line Line" descr="Line Line"/>
          <p:cNvPicPr>
            <a:picLocks/>
          </p:cNvPicPr>
          <p:nvPr/>
        </p:nvPicPr>
        <p:blipFill>
          <a:blip r:embed="rId4"/>
          <a:stretch>
            <a:fillRect/>
          </a:stretch>
        </p:blipFill>
        <p:spPr>
          <a:xfrm>
            <a:off x="4202906" y="1768078"/>
            <a:ext cx="438436" cy="365112"/>
          </a:xfrm>
          <a:prstGeom prst="rect">
            <a:avLst/>
          </a:prstGeom>
        </p:spPr>
      </p:pic>
      <p:sp>
        <p:nvSpPr>
          <p:cNvPr id="548" name="*"/>
          <p:cNvSpPr/>
          <p:nvPr/>
        </p:nvSpPr>
        <p:spPr>
          <a:xfrm>
            <a:off x="2684859" y="3945517"/>
            <a:ext cx="348258" cy="85113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sz="7200">
                <a:solidFill>
                  <a:srgbClr val="942193"/>
                </a:solidFill>
                <a:latin typeface="+mn-lt"/>
                <a:ea typeface="+mn-ea"/>
                <a:cs typeface="+mn-cs"/>
                <a:sym typeface="Chalkboard SE Regular"/>
              </a:defRPr>
            </a:lvl1pPr>
          </a:lstStyle>
          <a:p>
            <a:pPr defTabSz="410751" eaLnBrk="1" fontAlgn="auto">
              <a:spcBef>
                <a:spcPts val="0"/>
              </a:spcBef>
              <a:spcAft>
                <a:spcPts val="0"/>
              </a:spcAft>
            </a:pPr>
            <a:r>
              <a:rPr sz="5062" kern="0">
                <a:latin typeface="Chalkboard SE Regular"/>
              </a:rPr>
              <a:t>*</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0" presetClass="exit" fill="hold" grpId="0" nodeType="clickEffect">
                                  <p:stCondLst>
                                    <p:cond delay="0"/>
                                  </p:stCondLst>
                                  <p:iterate>
                                    <p:tmAbs val="0"/>
                                  </p:iterate>
                                  <p:childTnLst>
                                    <p:animEffect transition="out" filter="fade">
                                      <p:cBhvr>
                                        <p:cTn id="6" dur="2000" fill="hold"/>
                                        <p:tgtEl>
                                          <p:spTgt spid="536"/>
                                        </p:tgtEl>
                                      </p:cBhvr>
                                    </p:animEffect>
                                    <p:set>
                                      <p:cBhvr>
                                        <p:cTn id="7" fill="hold">
                                          <p:stCondLst>
                                            <p:cond delay="1999"/>
                                          </p:stCondLst>
                                        </p:cTn>
                                        <p:tgtEl>
                                          <p:spTgt spid="536"/>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iterate>
                                    <p:tmAbs val="0"/>
                                  </p:iterate>
                                  <p:childTnLst>
                                    <p:set>
                                      <p:cBhvr>
                                        <p:cTn id="11" fill="hold"/>
                                        <p:tgtEl>
                                          <p:spTgt spid="537"/>
                                        </p:tgtEl>
                                        <p:attrNameLst>
                                          <p:attrName>style.visibility</p:attrName>
                                        </p:attrNameLst>
                                      </p:cBhvr>
                                      <p:to>
                                        <p:strVal val="visible"/>
                                      </p:to>
                                    </p:set>
                                    <p:animEffect transition="in" filter="wipe(left)">
                                      <p:cBhvr>
                                        <p:cTn id="12" dur="1000"/>
                                        <p:tgtEl>
                                          <p:spTgt spid="53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iterate>
                                    <p:tmAbs val="0"/>
                                  </p:iterate>
                                  <p:childTnLst>
                                    <p:set>
                                      <p:cBhvr>
                                        <p:cTn id="16" fill="hold"/>
                                        <p:tgtEl>
                                          <p:spTgt spid="539"/>
                                        </p:tgtEl>
                                        <p:attrNameLst>
                                          <p:attrName>style.visibility</p:attrName>
                                        </p:attrNameLst>
                                      </p:cBhvr>
                                      <p:to>
                                        <p:strVal val="visible"/>
                                      </p:to>
                                    </p:set>
                                    <p:animEffect transition="in" filter="wipe(left)">
                                      <p:cBhvr>
                                        <p:cTn id="17" dur="1000"/>
                                        <p:tgtEl>
                                          <p:spTgt spid="539"/>
                                        </p:tgtEl>
                                      </p:cBhvr>
                                    </p:animEffect>
                                  </p:childTnLst>
                                </p:cTn>
                              </p:par>
                            </p:childTnLst>
                          </p:cTn>
                        </p:par>
                        <p:par>
                          <p:cTn id="18" fill="hold">
                            <p:stCondLst>
                              <p:cond delay="1000"/>
                            </p:stCondLst>
                            <p:childTnLst>
                              <p:par>
                                <p:cTn id="19" presetID="1" presetClass="entr" presetSubtype="0" fill="hold" grpId="0" nodeType="afterEffect">
                                  <p:stCondLst>
                                    <p:cond delay="0"/>
                                  </p:stCondLst>
                                  <p:iterate>
                                    <p:tmAbs val="0"/>
                                  </p:iterate>
                                  <p:childTnLst>
                                    <p:set>
                                      <p:cBhvr>
                                        <p:cTn id="20" fill="hold"/>
                                        <p:tgtEl>
                                          <p:spTgt spid="53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iterate>
                                    <p:tmAbs val="0"/>
                                  </p:iterate>
                                  <p:childTnLst>
                                    <p:set>
                                      <p:cBhvr>
                                        <p:cTn id="24" fill="hold"/>
                                        <p:tgtEl>
                                          <p:spTgt spid="542"/>
                                        </p:tgtEl>
                                        <p:attrNameLst>
                                          <p:attrName>style.visibility</p:attrName>
                                        </p:attrNameLst>
                                      </p:cBhvr>
                                      <p:to>
                                        <p:strVal val="visible"/>
                                      </p:to>
                                    </p:set>
                                    <p:animEffect transition="in" filter="wipe(left)">
                                      <p:cBhvr>
                                        <p:cTn id="25" dur="1000"/>
                                        <p:tgtEl>
                                          <p:spTgt spid="542"/>
                                        </p:tgtEl>
                                      </p:cBhvr>
                                    </p:animEffect>
                                  </p:childTnLst>
                                </p:cTn>
                              </p:par>
                            </p:childTnLst>
                          </p:cTn>
                        </p:par>
                        <p:par>
                          <p:cTn id="26" fill="hold">
                            <p:stCondLst>
                              <p:cond delay="1000"/>
                            </p:stCondLst>
                            <p:childTnLst>
                              <p:par>
                                <p:cTn id="27" presetID="1" presetClass="entr" presetSubtype="0" fill="hold" grpId="0" nodeType="afterEffect">
                                  <p:stCondLst>
                                    <p:cond delay="0"/>
                                  </p:stCondLst>
                                  <p:iterate>
                                    <p:tmAbs val="0"/>
                                  </p:iterate>
                                  <p:childTnLst>
                                    <p:set>
                                      <p:cBhvr>
                                        <p:cTn id="28" fill="hold"/>
                                        <p:tgtEl>
                                          <p:spTgt spid="54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6" grpId="0" animBg="1" advAuto="0"/>
      <p:bldP spid="537" grpId="0" animBg="1" advAuto="0"/>
      <p:bldP spid="538" grpId="0" animBg="1" advAuto="0"/>
      <p:bldP spid="539" grpId="0" animBg="1" advAuto="0"/>
      <p:bldP spid="541" grpId="0" animBg="1" advAuto="0"/>
      <p:bldP spid="542" grpId="0" animBg="1" advAuto="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 name="Link-state routing algorithm  for source u"/>
          <p:cNvSpPr txBox="1">
            <a:spLocks noGrp="1"/>
          </p:cNvSpPr>
          <p:nvPr>
            <p:ph type="title"/>
          </p:nvPr>
        </p:nvSpPr>
        <p:spPr>
          <a:xfrm>
            <a:off x="2416969" y="464344"/>
            <a:ext cx="7358063" cy="1714500"/>
          </a:xfrm>
          <a:prstGeom prst="rect">
            <a:avLst/>
          </a:prstGeom>
        </p:spPr>
        <p:txBody>
          <a:bodyPr/>
          <a:lstStyle/>
          <a:p>
            <a:r>
              <a:rPr dirty="0">
                <a:solidFill>
                  <a:srgbClr val="FF0000"/>
                </a:solidFill>
              </a:rPr>
              <a:t>Link-state</a:t>
            </a:r>
            <a:r>
              <a:rPr dirty="0"/>
              <a:t> routing algorithm </a:t>
            </a:r>
            <a:br>
              <a:rPr dirty="0"/>
            </a:br>
            <a:r>
              <a:rPr dirty="0"/>
              <a:t>for source u</a:t>
            </a:r>
          </a:p>
        </p:txBody>
      </p:sp>
      <p:sp>
        <p:nvSpPr>
          <p:cNvPr id="553" name="Input: router graph &amp; link costs…"/>
          <p:cNvSpPr txBox="1">
            <a:spLocks noGrp="1"/>
          </p:cNvSpPr>
          <p:nvPr>
            <p:ph type="body" sz="half" idx="1"/>
          </p:nvPr>
        </p:nvSpPr>
        <p:spPr>
          <a:xfrm>
            <a:off x="2350124" y="2395707"/>
            <a:ext cx="7358063" cy="3310491"/>
          </a:xfrm>
          <a:prstGeom prst="rect">
            <a:avLst/>
          </a:prstGeom>
        </p:spPr>
        <p:txBody>
          <a:bodyPr/>
          <a:lstStyle/>
          <a:p>
            <a:r>
              <a:t>Input: router graph &amp; link costs</a:t>
            </a:r>
          </a:p>
          <a:p>
            <a:r>
              <a:t>Output: least-cost path from source router u to every other router</a:t>
            </a:r>
          </a:p>
        </p:txBody>
      </p:sp>
      <p:sp>
        <p:nvSpPr>
          <p:cNvPr id="554" name="Slide Number"/>
          <p:cNvSpPr txBox="1">
            <a:spLocks noGrp="1"/>
          </p:cNvSpPr>
          <p:nvPr>
            <p:ph type="sldNum" sz="quarter" idx="2"/>
          </p:nvPr>
        </p:nvSpPr>
        <p:spPr>
          <a:xfrm>
            <a:off x="9321511" y="4273496"/>
            <a:ext cx="266098" cy="297389"/>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p>
            <a:pPr algn="ctr" defTabSz="410751" eaLnBrk="1" fontAlgn="auto">
              <a:spcBef>
                <a:spcPts val="0"/>
              </a:spcBef>
              <a:spcAft>
                <a:spcPts val="0"/>
              </a:spcAft>
            </a:pPr>
            <a:fld id="{86CB4B4D-7CA3-9044-876B-883B54F8677D}" type="slidenum">
              <a:rPr kern="0"/>
              <a:pPr algn="ctr" defTabSz="410751" eaLnBrk="1" fontAlgn="auto">
                <a:spcBef>
                  <a:spcPts val="0"/>
                </a:spcBef>
                <a:spcAft>
                  <a:spcPts val="0"/>
                </a:spcAft>
              </a:pPr>
              <a:t>12</a:t>
            </a:fld>
            <a:endParaRPr kern="0"/>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iterate>
                                    <p:tmAbs val="0"/>
                                  </p:iterate>
                                  <p:childTnLst>
                                    <p:set>
                                      <p:cBhvr>
                                        <p:cTn id="6" fill="hold"/>
                                        <p:tgtEl>
                                          <p:spTgt spid="553">
                                            <p:bg/>
                                          </p:spTgt>
                                        </p:tgtEl>
                                        <p:attrNameLst>
                                          <p:attrName>style.visibility</p:attrName>
                                        </p:attrNameLst>
                                      </p:cBhvr>
                                      <p:to>
                                        <p:strVal val="visible"/>
                                      </p:to>
                                    </p:set>
                                  </p:childTnLst>
                                </p:cTn>
                              </p:par>
                              <p:par>
                                <p:cTn id="7" presetID="1" presetClass="entr" presetSubtype="0" fill="hold" grpId="0" nodeType="withEffect">
                                  <p:stCondLst>
                                    <p:cond delay="0"/>
                                  </p:stCondLst>
                                  <p:iterate>
                                    <p:tmAbs val="0"/>
                                  </p:iterate>
                                  <p:childTnLst>
                                    <p:set>
                                      <p:cBhvr>
                                        <p:cTn id="8" fill="hold"/>
                                        <p:tgtEl>
                                          <p:spTgt spid="553">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iterate>
                                    <p:tmAbs val="0"/>
                                  </p:iterate>
                                  <p:childTnLst>
                                    <p:set>
                                      <p:cBhvr>
                                        <p:cTn id="12" fill="hold"/>
                                        <p:tgtEl>
                                          <p:spTgt spid="55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3" grpId="0" build="p" animBg="1" advAuto="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8" name="Link-state routing algorithm  for source u"/>
          <p:cNvSpPr txBox="1">
            <a:spLocks noGrp="1"/>
          </p:cNvSpPr>
          <p:nvPr>
            <p:ph type="title"/>
          </p:nvPr>
        </p:nvSpPr>
        <p:spPr>
          <a:xfrm>
            <a:off x="2317545" y="0"/>
            <a:ext cx="7358063" cy="1714501"/>
          </a:xfrm>
          <a:prstGeom prst="rect">
            <a:avLst/>
          </a:prstGeom>
        </p:spPr>
        <p:txBody>
          <a:bodyPr/>
          <a:lstStyle/>
          <a:p>
            <a:r>
              <a:rPr dirty="0"/>
              <a:t>Link-state routing algorithm </a:t>
            </a:r>
            <a:br>
              <a:rPr dirty="0"/>
            </a:br>
            <a:r>
              <a:rPr dirty="0"/>
              <a:t>for source u</a:t>
            </a:r>
          </a:p>
        </p:txBody>
      </p:sp>
      <p:sp>
        <p:nvSpPr>
          <p:cNvPr id="559" name="Centralized algorithm: runs on a single entity…"/>
          <p:cNvSpPr txBox="1">
            <a:spLocks noGrp="1"/>
          </p:cNvSpPr>
          <p:nvPr>
            <p:ph type="body" idx="1"/>
          </p:nvPr>
        </p:nvSpPr>
        <p:spPr>
          <a:xfrm>
            <a:off x="1055440" y="1822672"/>
            <a:ext cx="10225136" cy="5038303"/>
          </a:xfrm>
          <a:prstGeom prst="rect">
            <a:avLst/>
          </a:prstGeom>
        </p:spPr>
        <p:txBody>
          <a:bodyPr/>
          <a:lstStyle/>
          <a:p>
            <a:r>
              <a:rPr lang="it-CH" b="1" dirty="0">
                <a:solidFill>
                  <a:srgbClr val="FF0000"/>
                </a:solidFill>
              </a:rPr>
              <a:t>(</a:t>
            </a:r>
            <a:r>
              <a:rPr lang="it-CH" b="1" dirty="0" err="1">
                <a:solidFill>
                  <a:srgbClr val="FF0000"/>
                </a:solidFill>
              </a:rPr>
              <a:t>Logically</a:t>
            </a:r>
            <a:r>
              <a:rPr lang="it-CH" b="1" dirty="0">
                <a:solidFill>
                  <a:srgbClr val="FF0000"/>
                </a:solidFill>
              </a:rPr>
              <a:t>) c</a:t>
            </a:r>
            <a:r>
              <a:rPr b="1" dirty="0" err="1">
                <a:solidFill>
                  <a:srgbClr val="FF0000"/>
                </a:solidFill>
              </a:rPr>
              <a:t>entralized</a:t>
            </a:r>
            <a:r>
              <a:rPr dirty="0"/>
              <a:t> algorithm</a:t>
            </a:r>
            <a:r>
              <a:rPr lang="it-CH" dirty="0"/>
              <a:t> == </a:t>
            </a:r>
            <a:r>
              <a:rPr lang="it-CH" b="1" dirty="0" err="1"/>
              <a:t>It</a:t>
            </a:r>
            <a:r>
              <a:rPr lang="it-CH" b="1" dirty="0"/>
              <a:t> </a:t>
            </a:r>
            <a:r>
              <a:rPr lang="it-CH" b="1" dirty="0" err="1"/>
              <a:t>does</a:t>
            </a:r>
            <a:r>
              <a:rPr lang="it-CH" b="1" dirty="0"/>
              <a:t> </a:t>
            </a:r>
            <a:r>
              <a:rPr lang="it-CH" b="1" dirty="0" err="1"/>
              <a:t>not</a:t>
            </a:r>
            <a:r>
              <a:rPr lang="it-CH" b="1" dirty="0"/>
              <a:t> </a:t>
            </a:r>
            <a:r>
              <a:rPr lang="it-CH" b="1" dirty="0" err="1"/>
              <a:t>require</a:t>
            </a:r>
            <a:r>
              <a:rPr lang="it-CH" b="1" dirty="0"/>
              <a:t> interaction </a:t>
            </a:r>
            <a:r>
              <a:rPr lang="it-CH" b="1" dirty="0" err="1"/>
              <a:t>between</a:t>
            </a:r>
            <a:r>
              <a:rPr lang="it-CH" b="1" dirty="0"/>
              <a:t> routers in the computing </a:t>
            </a:r>
            <a:r>
              <a:rPr lang="it-CH" b="1" dirty="0" err="1"/>
              <a:t>phase</a:t>
            </a:r>
            <a:r>
              <a:rPr lang="it-CH" b="1" dirty="0"/>
              <a:t>.</a:t>
            </a:r>
            <a:endParaRPr b="1" dirty="0"/>
          </a:p>
          <a:p>
            <a:pPr lvl="1"/>
            <a:r>
              <a:rPr lang="en-US" dirty="0"/>
              <a:t>It involves a set of computing tasks that may run on a single entity, or be distributed on each router</a:t>
            </a:r>
          </a:p>
          <a:p>
            <a:pPr lvl="1"/>
            <a:r>
              <a:rPr lang="en-US" dirty="0"/>
              <a:t>Routers exchange only info on which to run the algorithm (the network topology)</a:t>
            </a:r>
            <a:endParaRPr lang="it-CH" dirty="0"/>
          </a:p>
          <a:p>
            <a:r>
              <a:rPr dirty="0"/>
              <a:t>Option #1: Router u runs the algorithm</a:t>
            </a:r>
          </a:p>
          <a:p>
            <a:r>
              <a:rPr dirty="0"/>
              <a:t>Option #2: </a:t>
            </a:r>
            <a:r>
              <a:rPr lang="it-CH" dirty="0"/>
              <a:t>A s</a:t>
            </a:r>
            <a:r>
              <a:rPr dirty="0" err="1"/>
              <a:t>eparate</a:t>
            </a:r>
            <a:r>
              <a:rPr dirty="0"/>
              <a:t> computer (“network controller”) runs the algorithm</a:t>
            </a:r>
            <a:r>
              <a:rPr lang="it-CH" dirty="0"/>
              <a:t>, and </a:t>
            </a:r>
            <a:r>
              <a:rPr lang="it-CH" dirty="0" err="1"/>
              <a:t>distributes</a:t>
            </a:r>
            <a:r>
              <a:rPr lang="it-CH" dirty="0"/>
              <a:t> </a:t>
            </a:r>
            <a:r>
              <a:rPr lang="it-CH" dirty="0" err="1"/>
              <a:t>results</a:t>
            </a:r>
            <a:r>
              <a:rPr lang="it-CH" dirty="0"/>
              <a:t> to </a:t>
            </a:r>
            <a:r>
              <a:rPr lang="it-CH" dirty="0" err="1"/>
              <a:t>all</a:t>
            </a:r>
            <a:r>
              <a:rPr lang="it-CH" dirty="0"/>
              <a:t> routers</a:t>
            </a:r>
            <a:r>
              <a:rPr dirty="0"/>
              <a:t>  </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iterate>
                                    <p:tmAbs val="0"/>
                                  </p:iterate>
                                  <p:childTnLst>
                                    <p:set>
                                      <p:cBhvr>
                                        <p:cTn id="6" fill="hold"/>
                                        <p:tgtEl>
                                          <p:spTgt spid="559">
                                            <p:bg/>
                                          </p:spTgt>
                                        </p:tgtEl>
                                        <p:attrNameLst>
                                          <p:attrName>style.visibility</p:attrName>
                                        </p:attrNameLst>
                                      </p:cBhvr>
                                      <p:to>
                                        <p:strVal val="visible"/>
                                      </p:to>
                                    </p:set>
                                  </p:childTnLst>
                                </p:cTn>
                              </p:par>
                              <p:par>
                                <p:cTn id="7" presetID="1" presetClass="entr" presetSubtype="0" fill="hold" grpId="0" nodeType="withEffect">
                                  <p:stCondLst>
                                    <p:cond delay="0"/>
                                  </p:stCondLst>
                                  <p:iterate>
                                    <p:tmAbs val="0"/>
                                  </p:iterate>
                                  <p:childTnLst>
                                    <p:set>
                                      <p:cBhvr>
                                        <p:cTn id="8" fill="hold"/>
                                        <p:tgtEl>
                                          <p:spTgt spid="559">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iterate>
                                    <p:tmAbs val="0"/>
                                  </p:iterate>
                                  <p:childTnLst>
                                    <p:set>
                                      <p:cBhvr>
                                        <p:cTn id="10" fill="hold"/>
                                        <p:tgtEl>
                                          <p:spTgt spid="559">
                                            <p:txEl>
                                              <p:pRg st="1" end="1"/>
                                            </p:txEl>
                                          </p:spTgt>
                                        </p:tgtEl>
                                        <p:attrNameLst>
                                          <p:attrName>style.visibility</p:attrName>
                                        </p:attrNameLst>
                                      </p:cBhvr>
                                      <p:to>
                                        <p:strVal val="visible"/>
                                      </p:to>
                                    </p:set>
                                  </p:childTnLst>
                                </p:cTn>
                              </p:par>
                              <p:par>
                                <p:cTn id="11" presetID="1" presetClass="entr" presetSubtype="0" fill="hold" grpId="0" nodeType="withEffect">
                                  <p:stCondLst>
                                    <p:cond delay="0"/>
                                  </p:stCondLst>
                                  <p:iterate>
                                    <p:tmAbs val="0"/>
                                  </p:iterate>
                                  <p:childTnLst>
                                    <p:set>
                                      <p:cBhvr>
                                        <p:cTn id="12" fill="hold"/>
                                        <p:tgtEl>
                                          <p:spTgt spid="559">
                                            <p:txEl>
                                              <p:pRg st="2" end="2"/>
                                            </p:txEl>
                                          </p:spTgt>
                                        </p:tgtEl>
                                        <p:attrNameLst>
                                          <p:attrName>style.visibility</p:attrName>
                                        </p:attrNameLst>
                                      </p:cBhvr>
                                      <p:to>
                                        <p:strVal val="visible"/>
                                      </p:to>
                                    </p:set>
                                  </p:childTnLst>
                                </p:cTn>
                              </p:par>
                            </p:childTnLst>
                          </p:cTn>
                        </p:par>
                        <p:par>
                          <p:cTn id="13" fill="hold">
                            <p:stCondLst>
                              <p:cond delay="0"/>
                            </p:stCondLst>
                            <p:childTnLst>
                              <p:par>
                                <p:cTn id="14" presetID="1" presetClass="entr" presetSubtype="0" fill="hold" grpId="0" nodeType="afterEffect">
                                  <p:stCondLst>
                                    <p:cond delay="0"/>
                                  </p:stCondLst>
                                  <p:iterate>
                                    <p:tmAbs val="0"/>
                                  </p:iterate>
                                  <p:childTnLst>
                                    <p:set>
                                      <p:cBhvr>
                                        <p:cTn id="15" fill="hold"/>
                                        <p:tgtEl>
                                          <p:spTgt spid="559">
                                            <p:txEl>
                                              <p:pRg st="3" end="3"/>
                                            </p:txEl>
                                          </p:spTgt>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iterate>
                                    <p:tmAbs val="0"/>
                                  </p:iterate>
                                  <p:childTnLst>
                                    <p:set>
                                      <p:cBhvr>
                                        <p:cTn id="19" fill="hold"/>
                                        <p:tgtEl>
                                          <p:spTgt spid="559">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9" grpId="0" build="p" animBg="1" advAuto="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4" name="Dijkstra’s algorithm"/>
          <p:cNvSpPr txBox="1">
            <a:spLocks noGrp="1"/>
          </p:cNvSpPr>
          <p:nvPr>
            <p:ph type="title"/>
          </p:nvPr>
        </p:nvSpPr>
        <p:spPr>
          <a:xfrm>
            <a:off x="839416" y="-18946"/>
            <a:ext cx="10693188" cy="1714500"/>
          </a:xfrm>
          <a:prstGeom prst="rect">
            <a:avLst/>
          </a:prstGeom>
        </p:spPr>
        <p:txBody>
          <a:bodyPr/>
          <a:lstStyle/>
          <a:p>
            <a:r>
              <a:rPr lang="it-CH" b="1" dirty="0"/>
              <a:t>The </a:t>
            </a:r>
            <a:r>
              <a:rPr lang="it-CH" b="1" dirty="0" err="1"/>
              <a:t>routing</a:t>
            </a:r>
            <a:r>
              <a:rPr lang="it-CH" b="1" dirty="0"/>
              <a:t> </a:t>
            </a:r>
            <a:r>
              <a:rPr lang="it-CH" b="1" dirty="0" err="1"/>
              <a:t>algorithm</a:t>
            </a:r>
            <a:r>
              <a:rPr lang="it-CH" b="1" dirty="0"/>
              <a:t> </a:t>
            </a:r>
            <a:r>
              <a:rPr lang="it-CH" dirty="0" err="1"/>
              <a:t>we</a:t>
            </a:r>
            <a:r>
              <a:rPr lang="it-CH" dirty="0"/>
              <a:t> </a:t>
            </a:r>
            <a:r>
              <a:rPr lang="it-CH" dirty="0" err="1"/>
              <a:t>have</a:t>
            </a:r>
            <a:r>
              <a:rPr lang="it-CH" dirty="0"/>
              <a:t> </a:t>
            </a:r>
            <a:r>
              <a:rPr lang="it-CH" dirty="0" err="1"/>
              <a:t>seen</a:t>
            </a:r>
            <a:r>
              <a:rPr lang="it-CH" dirty="0"/>
              <a:t> </a:t>
            </a:r>
            <a:r>
              <a:rPr lang="it-CH" dirty="0" err="1"/>
              <a:t>is</a:t>
            </a:r>
            <a:r>
              <a:rPr lang="it-CH" dirty="0"/>
              <a:t> </a:t>
            </a:r>
            <a:r>
              <a:rPr b="1" dirty="0"/>
              <a:t>Dijkstra’s </a:t>
            </a:r>
            <a:r>
              <a:rPr lang="it-CH" b="1" dirty="0"/>
              <a:t>A</a:t>
            </a:r>
            <a:r>
              <a:rPr b="1" dirty="0" err="1"/>
              <a:t>lgorithm</a:t>
            </a:r>
            <a:endParaRPr b="1" dirty="0"/>
          </a:p>
        </p:txBody>
      </p:sp>
      <p:sp>
        <p:nvSpPr>
          <p:cNvPr id="565" name="At each step, consider a new router…"/>
          <p:cNvSpPr txBox="1">
            <a:spLocks noGrp="1"/>
          </p:cNvSpPr>
          <p:nvPr>
            <p:ph type="body" idx="1"/>
          </p:nvPr>
        </p:nvSpPr>
        <p:spPr>
          <a:xfrm>
            <a:off x="803412" y="2132856"/>
            <a:ext cx="10585175" cy="4018359"/>
          </a:xfrm>
          <a:prstGeom prst="rect">
            <a:avLst/>
          </a:prstGeom>
        </p:spPr>
        <p:txBody>
          <a:bodyPr/>
          <a:lstStyle/>
          <a:p>
            <a:r>
              <a:rPr dirty="0"/>
              <a:t>At each step, consider a new router</a:t>
            </a:r>
          </a:p>
          <a:p>
            <a:pPr lvl="1">
              <a:spcBef>
                <a:spcPts val="2812"/>
              </a:spcBef>
            </a:pPr>
            <a:r>
              <a:rPr dirty="0"/>
              <a:t>starting from “closest” neighbor</a:t>
            </a:r>
            <a:r>
              <a:rPr lang="it-CH" dirty="0"/>
              <a:t> </a:t>
            </a:r>
            <a:endParaRPr dirty="0"/>
          </a:p>
          <a:p>
            <a:r>
              <a:rPr dirty="0"/>
              <a:t>Check whether current paths can be improved</a:t>
            </a:r>
          </a:p>
          <a:p>
            <a:pPr lvl="1">
              <a:spcBef>
                <a:spcPts val="2812"/>
              </a:spcBef>
            </a:pPr>
            <a:r>
              <a:rPr dirty="0"/>
              <a:t>by using that router as an intermediate point</a:t>
            </a:r>
          </a:p>
          <a:p>
            <a:r>
              <a:rPr dirty="0"/>
              <a:t>End when no improvement is possible   </a:t>
            </a:r>
          </a:p>
        </p:txBody>
      </p:sp>
      <p:sp>
        <p:nvSpPr>
          <p:cNvPr id="566" name="Slide Number"/>
          <p:cNvSpPr txBox="1">
            <a:spLocks noGrp="1"/>
          </p:cNvSpPr>
          <p:nvPr>
            <p:ph type="sldNum" sz="quarter" idx="2"/>
          </p:nvPr>
        </p:nvSpPr>
        <p:spPr>
          <a:xfrm>
            <a:off x="9321511" y="4273496"/>
            <a:ext cx="266098" cy="297389"/>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p>
            <a:pPr algn="ctr" defTabSz="410751" eaLnBrk="1" fontAlgn="auto">
              <a:spcBef>
                <a:spcPts val="0"/>
              </a:spcBef>
              <a:spcAft>
                <a:spcPts val="0"/>
              </a:spcAft>
            </a:pPr>
            <a:fld id="{86CB4B4D-7CA3-9044-876B-883B54F8677D}" type="slidenum">
              <a:rPr kern="0"/>
              <a:pPr algn="ctr" defTabSz="410751" eaLnBrk="1" fontAlgn="auto">
                <a:spcBef>
                  <a:spcPts val="0"/>
                </a:spcBef>
                <a:spcAft>
                  <a:spcPts val="0"/>
                </a:spcAft>
              </a:pPr>
              <a:t>14</a:t>
            </a:fld>
            <a:endParaRPr kern="0"/>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iterate>
                                    <p:tmAbs val="0"/>
                                  </p:iterate>
                                  <p:childTnLst>
                                    <p:set>
                                      <p:cBhvr>
                                        <p:cTn id="6" fill="hold"/>
                                        <p:tgtEl>
                                          <p:spTgt spid="565">
                                            <p:bg/>
                                          </p:spTgt>
                                        </p:tgtEl>
                                        <p:attrNameLst>
                                          <p:attrName>style.visibility</p:attrName>
                                        </p:attrNameLst>
                                      </p:cBhvr>
                                      <p:to>
                                        <p:strVal val="visible"/>
                                      </p:to>
                                    </p:set>
                                  </p:childTnLst>
                                </p:cTn>
                              </p:par>
                              <p:par>
                                <p:cTn id="7" presetID="1" presetClass="entr" presetSubtype="0" fill="hold" grpId="0" nodeType="withEffect">
                                  <p:stCondLst>
                                    <p:cond delay="0"/>
                                  </p:stCondLst>
                                  <p:iterate>
                                    <p:tmAbs val="0"/>
                                  </p:iterate>
                                  <p:childTnLst>
                                    <p:set>
                                      <p:cBhvr>
                                        <p:cTn id="8" fill="hold"/>
                                        <p:tgtEl>
                                          <p:spTgt spid="565">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iterate>
                                    <p:tmAbs val="0"/>
                                  </p:iterate>
                                  <p:childTnLst>
                                    <p:set>
                                      <p:cBhvr>
                                        <p:cTn id="10" fill="hold"/>
                                        <p:tgtEl>
                                          <p:spTgt spid="565">
                                            <p:txEl>
                                              <p:pRg st="1" end="1"/>
                                            </p:txEl>
                                          </p:spTgt>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iterate>
                                    <p:tmAbs val="0"/>
                                  </p:iterate>
                                  <p:childTnLst>
                                    <p:set>
                                      <p:cBhvr>
                                        <p:cTn id="13" fill="hold"/>
                                        <p:tgtEl>
                                          <p:spTgt spid="565">
                                            <p:txEl>
                                              <p:pRg st="2" end="2"/>
                                            </p:txEl>
                                          </p:spTgt>
                                        </p:tgtEl>
                                        <p:attrNameLst>
                                          <p:attrName>style.visibility</p:attrName>
                                        </p:attrNameLst>
                                      </p:cBhvr>
                                      <p:to>
                                        <p:strVal val="visible"/>
                                      </p:to>
                                    </p:set>
                                  </p:childTnLst>
                                </p:cTn>
                              </p:par>
                              <p:par>
                                <p:cTn id="14" presetID="1" presetClass="entr" presetSubtype="0" fill="hold" grpId="0" nodeType="withEffect">
                                  <p:stCondLst>
                                    <p:cond delay="0"/>
                                  </p:stCondLst>
                                  <p:iterate>
                                    <p:tmAbs val="0"/>
                                  </p:iterate>
                                  <p:childTnLst>
                                    <p:set>
                                      <p:cBhvr>
                                        <p:cTn id="15" fill="hold"/>
                                        <p:tgtEl>
                                          <p:spTgt spid="565">
                                            <p:txEl>
                                              <p:pRg st="3" end="3"/>
                                            </p:txEl>
                                          </p:spTgt>
                                        </p:tgtEl>
                                        <p:attrNameLst>
                                          <p:attrName>style.visibility</p:attrName>
                                        </p:attrNameLst>
                                      </p:cBhvr>
                                      <p:to>
                                        <p:strVal val="visible"/>
                                      </p:to>
                                    </p:set>
                                  </p:childTnLst>
                                </p:cTn>
                              </p:par>
                            </p:childTnLst>
                          </p:cTn>
                        </p:par>
                        <p:par>
                          <p:cTn id="16" fill="hold">
                            <p:stCondLst>
                              <p:cond delay="0"/>
                            </p:stCondLst>
                            <p:childTnLst>
                              <p:par>
                                <p:cTn id="17" presetID="1" presetClass="entr" presetSubtype="0" fill="hold" grpId="0" nodeType="afterEffect">
                                  <p:stCondLst>
                                    <p:cond delay="0"/>
                                  </p:stCondLst>
                                  <p:iterate>
                                    <p:tmAbs val="0"/>
                                  </p:iterate>
                                  <p:childTnLst>
                                    <p:set>
                                      <p:cBhvr>
                                        <p:cTn id="18" fill="hold"/>
                                        <p:tgtEl>
                                          <p:spTgt spid="565">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5" grpId="0" build="p" animBg="1" advAuto="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0" name="Line"/>
          <p:cNvSpPr/>
          <p:nvPr/>
        </p:nvSpPr>
        <p:spPr>
          <a:xfrm flipH="1">
            <a:off x="3608734" y="3852091"/>
            <a:ext cx="1456957" cy="746700"/>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571" name="Line"/>
          <p:cNvSpPr/>
          <p:nvPr/>
        </p:nvSpPr>
        <p:spPr>
          <a:xfrm flipH="1">
            <a:off x="5199510" y="3948305"/>
            <a:ext cx="1" cy="1529367"/>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572" name="Line"/>
          <p:cNvSpPr/>
          <p:nvPr/>
        </p:nvSpPr>
        <p:spPr>
          <a:xfrm>
            <a:off x="7190704" y="3964781"/>
            <a:ext cx="1352911" cy="688733"/>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573" name="Slide Number"/>
          <p:cNvSpPr txBox="1">
            <a:spLocks noGrp="1"/>
          </p:cNvSpPr>
          <p:nvPr>
            <p:ph type="sldNum" sz="quarter" idx="2"/>
          </p:nvPr>
        </p:nvSpPr>
        <p:spPr>
          <a:xfrm>
            <a:off x="9168508" y="4336283"/>
            <a:ext cx="266099" cy="297389"/>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p>
            <a:pPr defTabSz="410751" eaLnBrk="1" fontAlgn="auto">
              <a:spcBef>
                <a:spcPts val="0"/>
              </a:spcBef>
              <a:spcAft>
                <a:spcPts val="0"/>
              </a:spcAft>
            </a:pPr>
            <a:fld id="{86CB4B4D-7CA3-9044-876B-883B54F8677D}" type="slidenum">
              <a:rPr kern="0"/>
              <a:pPr defTabSz="410751" eaLnBrk="1" fontAlgn="auto">
                <a:spcBef>
                  <a:spcPts val="0"/>
                </a:spcBef>
                <a:spcAft>
                  <a:spcPts val="0"/>
                </a:spcAft>
              </a:pPr>
              <a:t>15</a:t>
            </a:fld>
            <a:endParaRPr kern="0"/>
          </a:p>
        </p:txBody>
      </p:sp>
      <p:sp>
        <p:nvSpPr>
          <p:cNvPr id="574" name="2"/>
          <p:cNvSpPr/>
          <p:nvPr/>
        </p:nvSpPr>
        <p:spPr>
          <a:xfrm>
            <a:off x="4086820" y="3826519"/>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575" name="1"/>
          <p:cNvSpPr/>
          <p:nvPr/>
        </p:nvSpPr>
        <p:spPr>
          <a:xfrm>
            <a:off x="4086820" y="5063281"/>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576" name="3"/>
          <p:cNvSpPr/>
          <p:nvPr/>
        </p:nvSpPr>
        <p:spPr>
          <a:xfrm>
            <a:off x="6042422" y="3313062"/>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3</a:t>
            </a:r>
          </a:p>
        </p:txBody>
      </p:sp>
      <p:sp>
        <p:nvSpPr>
          <p:cNvPr id="577" name="Line"/>
          <p:cNvSpPr/>
          <p:nvPr/>
        </p:nvSpPr>
        <p:spPr>
          <a:xfrm flipV="1">
            <a:off x="7206803" y="4801530"/>
            <a:ext cx="1302225" cy="66042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578" name="Line"/>
          <p:cNvSpPr/>
          <p:nvPr/>
        </p:nvSpPr>
        <p:spPr>
          <a:xfrm>
            <a:off x="3685218" y="4902399"/>
            <a:ext cx="1332177" cy="57565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579" name="z"/>
          <p:cNvSpPr/>
          <p:nvPr/>
        </p:nvSpPr>
        <p:spPr>
          <a:xfrm>
            <a:off x="8337352" y="4446985"/>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z</a:t>
            </a:r>
          </a:p>
        </p:txBody>
      </p:sp>
      <p:sp>
        <p:nvSpPr>
          <p:cNvPr id="580" name="2"/>
          <p:cNvSpPr/>
          <p:nvPr/>
        </p:nvSpPr>
        <p:spPr>
          <a:xfrm>
            <a:off x="5238750" y="4411414"/>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581" name="1"/>
          <p:cNvSpPr/>
          <p:nvPr/>
        </p:nvSpPr>
        <p:spPr>
          <a:xfrm>
            <a:off x="6042422" y="5509765"/>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582" name="Line"/>
          <p:cNvSpPr/>
          <p:nvPr/>
        </p:nvSpPr>
        <p:spPr>
          <a:xfrm flipH="1" flipV="1">
            <a:off x="5399483" y="3818817"/>
            <a:ext cx="1372658" cy="1078"/>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583" name="Line"/>
          <p:cNvSpPr/>
          <p:nvPr/>
        </p:nvSpPr>
        <p:spPr>
          <a:xfrm flipH="1" flipV="1">
            <a:off x="5417344" y="5534695"/>
            <a:ext cx="1372658" cy="1078"/>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584" name="Line"/>
          <p:cNvSpPr/>
          <p:nvPr/>
        </p:nvSpPr>
        <p:spPr>
          <a:xfrm flipH="1">
            <a:off x="6992909" y="4018359"/>
            <a:ext cx="1" cy="1529368"/>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585" name="v"/>
          <p:cNvSpPr/>
          <p:nvPr/>
        </p:nvSpPr>
        <p:spPr>
          <a:xfrm>
            <a:off x="4935141" y="3500438"/>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v</a:t>
            </a:r>
          </a:p>
        </p:txBody>
      </p:sp>
      <p:sp>
        <p:nvSpPr>
          <p:cNvPr id="586" name="y"/>
          <p:cNvSpPr/>
          <p:nvPr/>
        </p:nvSpPr>
        <p:spPr>
          <a:xfrm>
            <a:off x="6730008" y="5313164"/>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y</a:t>
            </a:r>
          </a:p>
        </p:txBody>
      </p:sp>
      <p:sp>
        <p:nvSpPr>
          <p:cNvPr id="587" name="Line"/>
          <p:cNvSpPr/>
          <p:nvPr/>
        </p:nvSpPr>
        <p:spPr>
          <a:xfrm flipH="1">
            <a:off x="5323267" y="3910569"/>
            <a:ext cx="1538172" cy="156748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588" name="x"/>
          <p:cNvSpPr/>
          <p:nvPr/>
        </p:nvSpPr>
        <p:spPr>
          <a:xfrm>
            <a:off x="4935141" y="5313164"/>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x</a:t>
            </a:r>
          </a:p>
        </p:txBody>
      </p:sp>
      <p:sp>
        <p:nvSpPr>
          <p:cNvPr id="589" name="3"/>
          <p:cNvSpPr/>
          <p:nvPr/>
        </p:nvSpPr>
        <p:spPr>
          <a:xfrm>
            <a:off x="6131719" y="4518570"/>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3</a:t>
            </a:r>
          </a:p>
        </p:txBody>
      </p:sp>
      <p:sp>
        <p:nvSpPr>
          <p:cNvPr id="590" name="5"/>
          <p:cNvSpPr/>
          <p:nvPr/>
        </p:nvSpPr>
        <p:spPr>
          <a:xfrm>
            <a:off x="7917656" y="3830984"/>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5</a:t>
            </a:r>
          </a:p>
        </p:txBody>
      </p:sp>
      <p:sp>
        <p:nvSpPr>
          <p:cNvPr id="591" name="1"/>
          <p:cNvSpPr/>
          <p:nvPr/>
        </p:nvSpPr>
        <p:spPr>
          <a:xfrm>
            <a:off x="7033617" y="4429273"/>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592" name="2"/>
          <p:cNvSpPr/>
          <p:nvPr/>
        </p:nvSpPr>
        <p:spPr>
          <a:xfrm>
            <a:off x="7855148" y="5063281"/>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593" name="Line"/>
          <p:cNvSpPr/>
          <p:nvPr/>
        </p:nvSpPr>
        <p:spPr>
          <a:xfrm>
            <a:off x="3448662" y="3011493"/>
            <a:ext cx="3461198" cy="1468191"/>
          </a:xfrm>
          <a:custGeom>
            <a:avLst/>
            <a:gdLst/>
            <a:ahLst/>
            <a:cxnLst>
              <a:cxn ang="0">
                <a:pos x="wd2" y="hd2"/>
              </a:cxn>
              <a:cxn ang="5400000">
                <a:pos x="wd2" y="hd2"/>
              </a:cxn>
              <a:cxn ang="10800000">
                <a:pos x="wd2" y="hd2"/>
              </a:cxn>
              <a:cxn ang="16200000">
                <a:pos x="wd2" y="hd2"/>
              </a:cxn>
            </a:cxnLst>
            <a:rect l="0" t="0" r="r" b="b"/>
            <a:pathLst>
              <a:path w="21600" h="19943" extrusionOk="0">
                <a:moveTo>
                  <a:pt x="0" y="19943"/>
                </a:moveTo>
                <a:cubicBezTo>
                  <a:pt x="0" y="19943"/>
                  <a:pt x="7486" y="1814"/>
                  <a:pt x="9555" y="265"/>
                </a:cubicBezTo>
                <a:cubicBezTo>
                  <a:pt x="12123" y="-1657"/>
                  <a:pt x="21600" y="7478"/>
                  <a:pt x="21600" y="7478"/>
                </a:cubicBezTo>
              </a:path>
            </a:pathLst>
          </a:custGeom>
          <a:ln w="63500">
            <a:solidFill>
              <a:srgbClr val="797979"/>
            </a:solidFill>
            <a:miter lim="400000"/>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594" name="u"/>
          <p:cNvSpPr/>
          <p:nvPr/>
        </p:nvSpPr>
        <p:spPr>
          <a:xfrm>
            <a:off x="3202781" y="4446985"/>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u</a:t>
            </a:r>
          </a:p>
        </p:txBody>
      </p:sp>
      <p:sp>
        <p:nvSpPr>
          <p:cNvPr id="595" name="w"/>
          <p:cNvSpPr/>
          <p:nvPr/>
        </p:nvSpPr>
        <p:spPr>
          <a:xfrm>
            <a:off x="6730008" y="3500438"/>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w</a:t>
            </a:r>
          </a:p>
        </p:txBody>
      </p:sp>
      <p:sp>
        <p:nvSpPr>
          <p:cNvPr id="596" name="5"/>
          <p:cNvSpPr/>
          <p:nvPr/>
        </p:nvSpPr>
        <p:spPr>
          <a:xfrm>
            <a:off x="4417219" y="2839789"/>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5</a:t>
            </a:r>
          </a:p>
        </p:txBody>
      </p:sp>
      <p:grpSp>
        <p:nvGrpSpPr>
          <p:cNvPr id="609" name="Group"/>
          <p:cNvGrpSpPr/>
          <p:nvPr/>
        </p:nvGrpSpPr>
        <p:grpSpPr>
          <a:xfrm>
            <a:off x="2006203" y="473273"/>
            <a:ext cx="4688086" cy="2312789"/>
            <a:chOff x="0" y="0"/>
            <a:chExt cx="6667500" cy="3289300"/>
          </a:xfrm>
        </p:grpSpPr>
        <p:sp>
          <p:nvSpPr>
            <p:cNvPr id="597" name="Rectangle"/>
            <p:cNvSpPr/>
            <p:nvPr/>
          </p:nvSpPr>
          <p:spPr>
            <a:xfrm>
              <a:off x="0" y="0"/>
              <a:ext cx="6667500" cy="3289300"/>
            </a:xfrm>
            <a:prstGeom prst="rect">
              <a:avLst/>
            </a:prstGeom>
            <a:noFill/>
            <a:ln w="63500" cap="flat">
              <a:solidFill>
                <a:srgbClr val="424242"/>
              </a:solidFill>
              <a:prstDash val="solid"/>
              <a:miter lim="400000"/>
            </a:ln>
            <a:effectLst/>
          </p:spPr>
          <p:txBody>
            <a:bodyPr wrap="square" lIns="35719" tIns="35719" rIns="35719" bIns="35719" numCol="1" anchor="ctr">
              <a:noAutofit/>
            </a:bodyPr>
            <a:lstStyle/>
            <a:p>
              <a:pPr algn="ctr" defTabSz="410751" eaLnBrk="1" fontAlgn="auto">
                <a:spcBef>
                  <a:spcPts val="0"/>
                </a:spcBef>
                <a:spcAft>
                  <a:spcPts val="0"/>
                </a:spcAft>
                <a:defRPr sz="4000">
                  <a:solidFill>
                    <a:srgbClr val="FFFFFF"/>
                  </a:solidFill>
                  <a:effectLst>
                    <a:outerShdw blurRad="38100" dist="12700" dir="5400000" rotWithShape="0">
                      <a:srgbClr val="000000">
                        <a:alpha val="50000"/>
                      </a:srgbClr>
                    </a:outerShdw>
                  </a:effectLst>
                </a:defRPr>
              </a:pPr>
              <a:endParaRPr sz="2812" kern="0">
                <a:solidFill>
                  <a:srgbClr val="FFFFFF"/>
                </a:solidFill>
                <a:effectLst>
                  <a:outerShdw blurRad="38100" dist="12700" dir="5400000" rotWithShape="0">
                    <a:srgbClr val="000000">
                      <a:alpha val="50000"/>
                    </a:srgbClr>
                  </a:outerShdw>
                </a:effectLst>
                <a:latin typeface="Gill Sans"/>
                <a:sym typeface="Gill Sans"/>
              </a:endParaRPr>
            </a:p>
          </p:txBody>
        </p:sp>
        <p:sp>
          <p:nvSpPr>
            <p:cNvPr id="598" name="dest."/>
            <p:cNvSpPr/>
            <p:nvPr/>
          </p:nvSpPr>
          <p:spPr>
            <a:xfrm>
              <a:off x="86999" y="101600"/>
              <a:ext cx="2026236"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dest.</a:t>
              </a:r>
            </a:p>
          </p:txBody>
        </p:sp>
        <p:sp>
          <p:nvSpPr>
            <p:cNvPr id="599" name="next hop"/>
            <p:cNvSpPr/>
            <p:nvPr/>
          </p:nvSpPr>
          <p:spPr>
            <a:xfrm>
              <a:off x="1704861" y="95250"/>
              <a:ext cx="1600201"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next hop</a:t>
              </a:r>
            </a:p>
          </p:txBody>
        </p:sp>
        <p:sp>
          <p:nvSpPr>
            <p:cNvPr id="600" name="Line"/>
            <p:cNvSpPr/>
            <p:nvPr/>
          </p:nvSpPr>
          <p:spPr>
            <a:xfrm flipV="1">
              <a:off x="126380" y="654854"/>
              <a:ext cx="6464234" cy="4392"/>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01" name="Line"/>
            <p:cNvSpPr/>
            <p:nvPr/>
          </p:nvSpPr>
          <p:spPr>
            <a:xfrm flipV="1">
              <a:off x="1059444" y="139699"/>
              <a:ext cx="2879" cy="3060702"/>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02" name="z"/>
            <p:cNvSpPr/>
            <p:nvPr/>
          </p:nvSpPr>
          <p:spPr>
            <a:xfrm>
              <a:off x="384692" y="628650"/>
              <a:ext cx="635001"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z</a:t>
              </a:r>
            </a:p>
          </p:txBody>
        </p:sp>
        <p:sp>
          <p:nvSpPr>
            <p:cNvPr id="603" name="w"/>
            <p:cNvSpPr/>
            <p:nvPr/>
          </p:nvSpPr>
          <p:spPr>
            <a:xfrm>
              <a:off x="317500" y="1117600"/>
              <a:ext cx="5080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w</a:t>
              </a:r>
            </a:p>
          </p:txBody>
        </p:sp>
        <p:sp>
          <p:nvSpPr>
            <p:cNvPr id="604" name="cost"/>
            <p:cNvSpPr/>
            <p:nvPr/>
          </p:nvSpPr>
          <p:spPr>
            <a:xfrm>
              <a:off x="4991100" y="101600"/>
              <a:ext cx="939800"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cost</a:t>
              </a:r>
            </a:p>
          </p:txBody>
        </p:sp>
        <p:sp>
          <p:nvSpPr>
            <p:cNvPr id="605" name="Line"/>
            <p:cNvSpPr/>
            <p:nvPr/>
          </p:nvSpPr>
          <p:spPr>
            <a:xfrm flipV="1">
              <a:off x="4279935" y="139683"/>
              <a:ext cx="2878" cy="3060718"/>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06" name="y"/>
            <p:cNvSpPr/>
            <p:nvPr/>
          </p:nvSpPr>
          <p:spPr>
            <a:xfrm>
              <a:off x="381000" y="16002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y</a:t>
              </a:r>
            </a:p>
          </p:txBody>
        </p:sp>
        <p:sp>
          <p:nvSpPr>
            <p:cNvPr id="607" name="v"/>
            <p:cNvSpPr/>
            <p:nvPr/>
          </p:nvSpPr>
          <p:spPr>
            <a:xfrm>
              <a:off x="381000" y="20955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608" name="x"/>
            <p:cNvSpPr/>
            <p:nvPr/>
          </p:nvSpPr>
          <p:spPr>
            <a:xfrm>
              <a:off x="381000" y="25654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grpSp>
      <p:sp>
        <p:nvSpPr>
          <p:cNvPr id="610" name="*"/>
          <p:cNvSpPr/>
          <p:nvPr/>
        </p:nvSpPr>
        <p:spPr>
          <a:xfrm>
            <a:off x="2756297" y="4427720"/>
            <a:ext cx="348258" cy="85113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sz="7200">
                <a:solidFill>
                  <a:srgbClr val="942193"/>
                </a:solidFill>
                <a:latin typeface="+mn-lt"/>
                <a:ea typeface="+mn-ea"/>
                <a:cs typeface="+mn-cs"/>
                <a:sym typeface="Chalkboard SE Regular"/>
              </a:defRPr>
            </a:lvl1pPr>
          </a:lstStyle>
          <a:p>
            <a:pPr defTabSz="410751" eaLnBrk="1" fontAlgn="auto">
              <a:spcBef>
                <a:spcPts val="0"/>
              </a:spcBef>
              <a:spcAft>
                <a:spcPts val="0"/>
              </a:spcAft>
            </a:pPr>
            <a:r>
              <a:rPr sz="5062" kern="0">
                <a:latin typeface="Chalkboard SE Regular"/>
              </a:rPr>
              <a:t>*</a:t>
            </a:r>
          </a:p>
        </p:txBody>
      </p:sp>
    </p:spTree>
  </p:cSld>
  <p:clrMapOvr>
    <a:masterClrMapping/>
  </p:clrMapOvr>
  <p:transition spd="med"/>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 name="Line"/>
          <p:cNvSpPr/>
          <p:nvPr/>
        </p:nvSpPr>
        <p:spPr>
          <a:xfrm flipH="1">
            <a:off x="3608734" y="3852091"/>
            <a:ext cx="1456957" cy="746700"/>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15" name="Line"/>
          <p:cNvSpPr/>
          <p:nvPr/>
        </p:nvSpPr>
        <p:spPr>
          <a:xfrm flipH="1">
            <a:off x="5199510" y="3948305"/>
            <a:ext cx="1" cy="1529367"/>
          </a:xfrm>
          <a:prstGeom prst="line">
            <a:avLst/>
          </a:prstGeom>
          <a:ln w="63500">
            <a:solidFill>
              <a:srgbClr val="D6D6D6"/>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16" name="Line"/>
          <p:cNvSpPr/>
          <p:nvPr/>
        </p:nvSpPr>
        <p:spPr>
          <a:xfrm>
            <a:off x="7190704" y="3964781"/>
            <a:ext cx="1352911" cy="688733"/>
          </a:xfrm>
          <a:prstGeom prst="line">
            <a:avLst/>
          </a:prstGeom>
          <a:ln w="63500">
            <a:solidFill>
              <a:srgbClr val="D6D6D6"/>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17" name="Slide Number"/>
          <p:cNvSpPr txBox="1">
            <a:spLocks noGrp="1"/>
          </p:cNvSpPr>
          <p:nvPr>
            <p:ph type="sldNum" sz="quarter" idx="2"/>
          </p:nvPr>
        </p:nvSpPr>
        <p:spPr>
          <a:xfrm>
            <a:off x="9168508" y="4336283"/>
            <a:ext cx="266099" cy="297389"/>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p>
            <a:pPr defTabSz="410751" eaLnBrk="1" fontAlgn="auto">
              <a:spcBef>
                <a:spcPts val="0"/>
              </a:spcBef>
              <a:spcAft>
                <a:spcPts val="0"/>
              </a:spcAft>
            </a:pPr>
            <a:fld id="{86CB4B4D-7CA3-9044-876B-883B54F8677D}" type="slidenum">
              <a:rPr kern="0"/>
              <a:pPr defTabSz="410751" eaLnBrk="1" fontAlgn="auto">
                <a:spcBef>
                  <a:spcPts val="0"/>
                </a:spcBef>
                <a:spcAft>
                  <a:spcPts val="0"/>
                </a:spcAft>
              </a:pPr>
              <a:t>16</a:t>
            </a:fld>
            <a:endParaRPr kern="0"/>
          </a:p>
        </p:txBody>
      </p:sp>
      <p:sp>
        <p:nvSpPr>
          <p:cNvPr id="618" name="2"/>
          <p:cNvSpPr/>
          <p:nvPr/>
        </p:nvSpPr>
        <p:spPr>
          <a:xfrm>
            <a:off x="4086820" y="3826519"/>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619" name="1"/>
          <p:cNvSpPr/>
          <p:nvPr/>
        </p:nvSpPr>
        <p:spPr>
          <a:xfrm>
            <a:off x="4086820" y="5063281"/>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620" name="3"/>
          <p:cNvSpPr/>
          <p:nvPr/>
        </p:nvSpPr>
        <p:spPr>
          <a:xfrm>
            <a:off x="6042422" y="3384500"/>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D6D6D6"/>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3</a:t>
            </a:r>
          </a:p>
        </p:txBody>
      </p:sp>
      <p:sp>
        <p:nvSpPr>
          <p:cNvPr id="621" name="Line"/>
          <p:cNvSpPr/>
          <p:nvPr/>
        </p:nvSpPr>
        <p:spPr>
          <a:xfrm flipV="1">
            <a:off x="7206803" y="4801530"/>
            <a:ext cx="1302225" cy="660421"/>
          </a:xfrm>
          <a:prstGeom prst="line">
            <a:avLst/>
          </a:prstGeom>
          <a:ln w="63500">
            <a:solidFill>
              <a:srgbClr val="D6D6D6"/>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22" name="Line"/>
          <p:cNvSpPr/>
          <p:nvPr/>
        </p:nvSpPr>
        <p:spPr>
          <a:xfrm>
            <a:off x="3685218" y="4902399"/>
            <a:ext cx="1332177" cy="57565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23" name="z"/>
          <p:cNvSpPr/>
          <p:nvPr/>
        </p:nvSpPr>
        <p:spPr>
          <a:xfrm>
            <a:off x="8337352" y="4446985"/>
            <a:ext cx="535781" cy="535781"/>
          </a:xfrm>
          <a:prstGeom prst="roundRect">
            <a:avLst>
              <a:gd name="adj" fmla="val 25000"/>
            </a:avLst>
          </a:prstGeom>
          <a:solidFill>
            <a:srgbClr val="D6D6D6"/>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z</a:t>
            </a:r>
          </a:p>
        </p:txBody>
      </p:sp>
      <p:sp>
        <p:nvSpPr>
          <p:cNvPr id="624" name="2"/>
          <p:cNvSpPr/>
          <p:nvPr/>
        </p:nvSpPr>
        <p:spPr>
          <a:xfrm>
            <a:off x="5238750" y="4411414"/>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D6D6D6"/>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625" name="1"/>
          <p:cNvSpPr/>
          <p:nvPr/>
        </p:nvSpPr>
        <p:spPr>
          <a:xfrm>
            <a:off x="6042422" y="5509765"/>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D6D6D6"/>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626" name="Line"/>
          <p:cNvSpPr/>
          <p:nvPr/>
        </p:nvSpPr>
        <p:spPr>
          <a:xfrm flipH="1" flipV="1">
            <a:off x="5399483" y="3818817"/>
            <a:ext cx="1372658" cy="1078"/>
          </a:xfrm>
          <a:prstGeom prst="line">
            <a:avLst/>
          </a:prstGeom>
          <a:ln w="63500">
            <a:solidFill>
              <a:srgbClr val="D6D6D6"/>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27" name="Line"/>
          <p:cNvSpPr/>
          <p:nvPr/>
        </p:nvSpPr>
        <p:spPr>
          <a:xfrm flipH="1" flipV="1">
            <a:off x="5417344" y="5534695"/>
            <a:ext cx="1372658" cy="1078"/>
          </a:xfrm>
          <a:prstGeom prst="line">
            <a:avLst/>
          </a:prstGeom>
          <a:ln w="63500">
            <a:solidFill>
              <a:srgbClr val="D6D6D6"/>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28" name="Line"/>
          <p:cNvSpPr/>
          <p:nvPr/>
        </p:nvSpPr>
        <p:spPr>
          <a:xfrm flipH="1">
            <a:off x="6992909" y="4018359"/>
            <a:ext cx="1" cy="1529368"/>
          </a:xfrm>
          <a:prstGeom prst="line">
            <a:avLst/>
          </a:prstGeom>
          <a:ln w="63500">
            <a:solidFill>
              <a:srgbClr val="D6D6D6"/>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29" name="v"/>
          <p:cNvSpPr/>
          <p:nvPr/>
        </p:nvSpPr>
        <p:spPr>
          <a:xfrm>
            <a:off x="4935141" y="3500438"/>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v</a:t>
            </a:r>
          </a:p>
        </p:txBody>
      </p:sp>
      <p:sp>
        <p:nvSpPr>
          <p:cNvPr id="630" name="y"/>
          <p:cNvSpPr/>
          <p:nvPr/>
        </p:nvSpPr>
        <p:spPr>
          <a:xfrm>
            <a:off x="6730008" y="5313164"/>
            <a:ext cx="535781" cy="535781"/>
          </a:xfrm>
          <a:prstGeom prst="roundRect">
            <a:avLst>
              <a:gd name="adj" fmla="val 25000"/>
            </a:avLst>
          </a:prstGeom>
          <a:solidFill>
            <a:srgbClr val="D6D6D6"/>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y</a:t>
            </a:r>
          </a:p>
        </p:txBody>
      </p:sp>
      <p:sp>
        <p:nvSpPr>
          <p:cNvPr id="631" name="Line"/>
          <p:cNvSpPr/>
          <p:nvPr/>
        </p:nvSpPr>
        <p:spPr>
          <a:xfrm flipH="1">
            <a:off x="5323267" y="3910569"/>
            <a:ext cx="1538172" cy="1567481"/>
          </a:xfrm>
          <a:prstGeom prst="line">
            <a:avLst/>
          </a:prstGeom>
          <a:ln w="63500">
            <a:solidFill>
              <a:srgbClr val="D6D6D6"/>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32" name="x"/>
          <p:cNvSpPr/>
          <p:nvPr/>
        </p:nvSpPr>
        <p:spPr>
          <a:xfrm>
            <a:off x="4935141" y="5313164"/>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x</a:t>
            </a:r>
          </a:p>
        </p:txBody>
      </p:sp>
      <p:sp>
        <p:nvSpPr>
          <p:cNvPr id="633" name="3"/>
          <p:cNvSpPr/>
          <p:nvPr/>
        </p:nvSpPr>
        <p:spPr>
          <a:xfrm>
            <a:off x="6131719" y="4518570"/>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D6D6D6"/>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3</a:t>
            </a:r>
          </a:p>
        </p:txBody>
      </p:sp>
      <p:sp>
        <p:nvSpPr>
          <p:cNvPr id="634" name="5"/>
          <p:cNvSpPr/>
          <p:nvPr/>
        </p:nvSpPr>
        <p:spPr>
          <a:xfrm>
            <a:off x="7917656" y="3830984"/>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D6D6D6"/>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5</a:t>
            </a:r>
          </a:p>
        </p:txBody>
      </p:sp>
      <p:sp>
        <p:nvSpPr>
          <p:cNvPr id="635" name="1"/>
          <p:cNvSpPr/>
          <p:nvPr/>
        </p:nvSpPr>
        <p:spPr>
          <a:xfrm>
            <a:off x="7033617" y="4429273"/>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D6D6D6"/>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636" name="2"/>
          <p:cNvSpPr/>
          <p:nvPr/>
        </p:nvSpPr>
        <p:spPr>
          <a:xfrm>
            <a:off x="7855148" y="5063281"/>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D6D6D6"/>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637" name="Line"/>
          <p:cNvSpPr/>
          <p:nvPr/>
        </p:nvSpPr>
        <p:spPr>
          <a:xfrm flipH="1" flipV="1">
            <a:off x="3623860" y="4741286"/>
            <a:ext cx="1432775" cy="627846"/>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38" name="Line"/>
          <p:cNvSpPr/>
          <p:nvPr/>
        </p:nvSpPr>
        <p:spPr>
          <a:xfrm flipH="1">
            <a:off x="3488531" y="3755499"/>
            <a:ext cx="1561061" cy="798417"/>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39" name="Line"/>
          <p:cNvSpPr/>
          <p:nvPr/>
        </p:nvSpPr>
        <p:spPr>
          <a:xfrm>
            <a:off x="3448662" y="3011493"/>
            <a:ext cx="3461198" cy="1468191"/>
          </a:xfrm>
          <a:custGeom>
            <a:avLst/>
            <a:gdLst/>
            <a:ahLst/>
            <a:cxnLst>
              <a:cxn ang="0">
                <a:pos x="wd2" y="hd2"/>
              </a:cxn>
              <a:cxn ang="5400000">
                <a:pos x="wd2" y="hd2"/>
              </a:cxn>
              <a:cxn ang="10800000">
                <a:pos x="wd2" y="hd2"/>
              </a:cxn>
              <a:cxn ang="16200000">
                <a:pos x="wd2" y="hd2"/>
              </a:cxn>
            </a:cxnLst>
            <a:rect l="0" t="0" r="r" b="b"/>
            <a:pathLst>
              <a:path w="21600" h="19943" extrusionOk="0">
                <a:moveTo>
                  <a:pt x="0" y="19943"/>
                </a:moveTo>
                <a:cubicBezTo>
                  <a:pt x="0" y="19943"/>
                  <a:pt x="7486" y="1814"/>
                  <a:pt x="9555" y="265"/>
                </a:cubicBezTo>
                <a:cubicBezTo>
                  <a:pt x="12123" y="-1657"/>
                  <a:pt x="21600" y="7478"/>
                  <a:pt x="21600" y="7478"/>
                </a:cubicBezTo>
              </a:path>
            </a:pathLst>
          </a:custGeom>
          <a:ln w="63500">
            <a:solidFill>
              <a:srgbClr val="797979"/>
            </a:solidFill>
            <a:miter lim="400000"/>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640" name="w"/>
          <p:cNvSpPr/>
          <p:nvPr/>
        </p:nvSpPr>
        <p:spPr>
          <a:xfrm>
            <a:off x="6730008" y="3500438"/>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w</a:t>
            </a:r>
          </a:p>
        </p:txBody>
      </p:sp>
      <p:sp>
        <p:nvSpPr>
          <p:cNvPr id="641" name="u"/>
          <p:cNvSpPr/>
          <p:nvPr/>
        </p:nvSpPr>
        <p:spPr>
          <a:xfrm>
            <a:off x="3202781" y="4446985"/>
            <a:ext cx="535781" cy="535781"/>
          </a:xfrm>
          <a:prstGeom prst="roundRect">
            <a:avLst>
              <a:gd name="adj" fmla="val 25000"/>
            </a:avLst>
          </a:prstGeom>
          <a:solidFill>
            <a:srgbClr val="942193"/>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u</a:t>
            </a:r>
          </a:p>
        </p:txBody>
      </p:sp>
      <p:sp>
        <p:nvSpPr>
          <p:cNvPr id="642" name="Line"/>
          <p:cNvSpPr/>
          <p:nvPr/>
        </p:nvSpPr>
        <p:spPr>
          <a:xfrm>
            <a:off x="3273966" y="3047090"/>
            <a:ext cx="3433781" cy="1498122"/>
          </a:xfrm>
          <a:custGeom>
            <a:avLst/>
            <a:gdLst/>
            <a:ahLst/>
            <a:cxnLst>
              <a:cxn ang="0">
                <a:pos x="wd2" y="hd2"/>
              </a:cxn>
              <a:cxn ang="5400000">
                <a:pos x="wd2" y="hd2"/>
              </a:cxn>
              <a:cxn ang="10800000">
                <a:pos x="wd2" y="hd2"/>
              </a:cxn>
              <a:cxn ang="16200000">
                <a:pos x="wd2" y="hd2"/>
              </a:cxn>
            </a:cxnLst>
            <a:rect l="0" t="0" r="r" b="b"/>
            <a:pathLst>
              <a:path w="21600" h="21507" extrusionOk="0">
                <a:moveTo>
                  <a:pt x="0" y="21507"/>
                </a:moveTo>
                <a:cubicBezTo>
                  <a:pt x="0" y="21507"/>
                  <a:pt x="8354" y="99"/>
                  <a:pt x="11575" y="1"/>
                </a:cubicBezTo>
                <a:cubicBezTo>
                  <a:pt x="14704" y="-93"/>
                  <a:pt x="21600" y="6472"/>
                  <a:pt x="21600" y="6472"/>
                </a:cubicBezTo>
              </a:path>
            </a:pathLst>
          </a:custGeom>
          <a:ln w="50800">
            <a:solidFill>
              <a:srgbClr val="942193"/>
            </a:solidFill>
            <a:miter lim="400000"/>
            <a:tailEnd type="stealth"/>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643" name="5"/>
          <p:cNvSpPr/>
          <p:nvPr/>
        </p:nvSpPr>
        <p:spPr>
          <a:xfrm>
            <a:off x="4417219" y="2839789"/>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5</a:t>
            </a:r>
          </a:p>
        </p:txBody>
      </p:sp>
      <p:grpSp>
        <p:nvGrpSpPr>
          <p:cNvPr id="656" name="Group"/>
          <p:cNvGrpSpPr/>
          <p:nvPr/>
        </p:nvGrpSpPr>
        <p:grpSpPr>
          <a:xfrm>
            <a:off x="2006203" y="473273"/>
            <a:ext cx="4688086" cy="2312789"/>
            <a:chOff x="0" y="0"/>
            <a:chExt cx="6667500" cy="3289300"/>
          </a:xfrm>
        </p:grpSpPr>
        <p:sp>
          <p:nvSpPr>
            <p:cNvPr id="644" name="Rectangle"/>
            <p:cNvSpPr/>
            <p:nvPr/>
          </p:nvSpPr>
          <p:spPr>
            <a:xfrm>
              <a:off x="0" y="0"/>
              <a:ext cx="6667500" cy="3289300"/>
            </a:xfrm>
            <a:prstGeom prst="rect">
              <a:avLst/>
            </a:prstGeom>
            <a:noFill/>
            <a:ln w="63500" cap="flat">
              <a:solidFill>
                <a:srgbClr val="424242"/>
              </a:solidFill>
              <a:prstDash val="solid"/>
              <a:miter lim="400000"/>
            </a:ln>
            <a:effectLst/>
          </p:spPr>
          <p:txBody>
            <a:bodyPr wrap="square" lIns="35719" tIns="35719" rIns="35719" bIns="35719" numCol="1" anchor="ctr">
              <a:noAutofit/>
            </a:bodyPr>
            <a:lstStyle/>
            <a:p>
              <a:pPr algn="ctr" defTabSz="410751" eaLnBrk="1" fontAlgn="auto">
                <a:spcBef>
                  <a:spcPts val="0"/>
                </a:spcBef>
                <a:spcAft>
                  <a:spcPts val="0"/>
                </a:spcAft>
                <a:defRPr sz="4000">
                  <a:solidFill>
                    <a:srgbClr val="FFFFFF"/>
                  </a:solidFill>
                  <a:effectLst>
                    <a:outerShdw blurRad="38100" dist="12700" dir="5400000" rotWithShape="0">
                      <a:srgbClr val="000000">
                        <a:alpha val="50000"/>
                      </a:srgbClr>
                    </a:outerShdw>
                  </a:effectLst>
                </a:defRPr>
              </a:pPr>
              <a:endParaRPr sz="2812" kern="0">
                <a:solidFill>
                  <a:srgbClr val="FFFFFF"/>
                </a:solidFill>
                <a:effectLst>
                  <a:outerShdw blurRad="38100" dist="12700" dir="5400000" rotWithShape="0">
                    <a:srgbClr val="000000">
                      <a:alpha val="50000"/>
                    </a:srgbClr>
                  </a:outerShdw>
                </a:effectLst>
                <a:latin typeface="Gill Sans"/>
                <a:sym typeface="Gill Sans"/>
              </a:endParaRPr>
            </a:p>
          </p:txBody>
        </p:sp>
        <p:sp>
          <p:nvSpPr>
            <p:cNvPr id="645" name="dest."/>
            <p:cNvSpPr/>
            <p:nvPr/>
          </p:nvSpPr>
          <p:spPr>
            <a:xfrm>
              <a:off x="86999" y="101600"/>
              <a:ext cx="2026236"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dest.</a:t>
              </a:r>
            </a:p>
          </p:txBody>
        </p:sp>
        <p:sp>
          <p:nvSpPr>
            <p:cNvPr id="646" name="next hop"/>
            <p:cNvSpPr/>
            <p:nvPr/>
          </p:nvSpPr>
          <p:spPr>
            <a:xfrm>
              <a:off x="1704861" y="95250"/>
              <a:ext cx="1600201"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next hop</a:t>
              </a:r>
            </a:p>
          </p:txBody>
        </p:sp>
        <p:sp>
          <p:nvSpPr>
            <p:cNvPr id="647" name="Line"/>
            <p:cNvSpPr/>
            <p:nvPr/>
          </p:nvSpPr>
          <p:spPr>
            <a:xfrm flipV="1">
              <a:off x="126380" y="654854"/>
              <a:ext cx="6464234" cy="4392"/>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48" name="Line"/>
            <p:cNvSpPr/>
            <p:nvPr/>
          </p:nvSpPr>
          <p:spPr>
            <a:xfrm flipV="1">
              <a:off x="1059444" y="139699"/>
              <a:ext cx="2879" cy="3060702"/>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49" name="z"/>
            <p:cNvSpPr/>
            <p:nvPr/>
          </p:nvSpPr>
          <p:spPr>
            <a:xfrm>
              <a:off x="384692" y="628650"/>
              <a:ext cx="635001"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z</a:t>
              </a:r>
            </a:p>
          </p:txBody>
        </p:sp>
        <p:sp>
          <p:nvSpPr>
            <p:cNvPr id="650" name="w"/>
            <p:cNvSpPr/>
            <p:nvPr/>
          </p:nvSpPr>
          <p:spPr>
            <a:xfrm>
              <a:off x="317500" y="1117600"/>
              <a:ext cx="5080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w</a:t>
              </a:r>
            </a:p>
          </p:txBody>
        </p:sp>
        <p:sp>
          <p:nvSpPr>
            <p:cNvPr id="651" name="cost"/>
            <p:cNvSpPr/>
            <p:nvPr/>
          </p:nvSpPr>
          <p:spPr>
            <a:xfrm>
              <a:off x="4991100" y="101600"/>
              <a:ext cx="939800"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cost</a:t>
              </a:r>
            </a:p>
          </p:txBody>
        </p:sp>
        <p:sp>
          <p:nvSpPr>
            <p:cNvPr id="652" name="Line"/>
            <p:cNvSpPr/>
            <p:nvPr/>
          </p:nvSpPr>
          <p:spPr>
            <a:xfrm flipV="1">
              <a:off x="4279935" y="139683"/>
              <a:ext cx="2878" cy="3060718"/>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53" name="y"/>
            <p:cNvSpPr/>
            <p:nvPr/>
          </p:nvSpPr>
          <p:spPr>
            <a:xfrm>
              <a:off x="381000" y="16002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y</a:t>
              </a:r>
            </a:p>
          </p:txBody>
        </p:sp>
        <p:sp>
          <p:nvSpPr>
            <p:cNvPr id="654" name="v"/>
            <p:cNvSpPr/>
            <p:nvPr/>
          </p:nvSpPr>
          <p:spPr>
            <a:xfrm>
              <a:off x="381000" y="20955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655" name="x"/>
            <p:cNvSpPr/>
            <p:nvPr/>
          </p:nvSpPr>
          <p:spPr>
            <a:xfrm>
              <a:off x="381000" y="25654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grpSp>
      <p:sp>
        <p:nvSpPr>
          <p:cNvPr id="657" name="-"/>
          <p:cNvSpPr/>
          <p:nvPr/>
        </p:nvSpPr>
        <p:spPr>
          <a:xfrm>
            <a:off x="2917031" y="910828"/>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658" name="-"/>
          <p:cNvSpPr/>
          <p:nvPr/>
        </p:nvSpPr>
        <p:spPr>
          <a:xfrm>
            <a:off x="5176242" y="910828"/>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659" name="v"/>
          <p:cNvSpPr/>
          <p:nvPr/>
        </p:nvSpPr>
        <p:spPr>
          <a:xfrm>
            <a:off x="2908102" y="1937742"/>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660" name="2"/>
          <p:cNvSpPr/>
          <p:nvPr/>
        </p:nvSpPr>
        <p:spPr>
          <a:xfrm>
            <a:off x="5167313" y="1946672"/>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2</a:t>
            </a:r>
          </a:p>
        </p:txBody>
      </p:sp>
      <p:sp>
        <p:nvSpPr>
          <p:cNvPr id="661" name="x"/>
          <p:cNvSpPr/>
          <p:nvPr/>
        </p:nvSpPr>
        <p:spPr>
          <a:xfrm>
            <a:off x="2908102" y="2286000"/>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662" name="1"/>
          <p:cNvSpPr/>
          <p:nvPr/>
        </p:nvSpPr>
        <p:spPr>
          <a:xfrm>
            <a:off x="5167313" y="2286000"/>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1</a:t>
            </a:r>
          </a:p>
        </p:txBody>
      </p:sp>
      <p:sp>
        <p:nvSpPr>
          <p:cNvPr id="663" name="w"/>
          <p:cNvSpPr/>
          <p:nvPr/>
        </p:nvSpPr>
        <p:spPr>
          <a:xfrm>
            <a:off x="2917031" y="1268016"/>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w</a:t>
            </a:r>
          </a:p>
        </p:txBody>
      </p:sp>
      <p:sp>
        <p:nvSpPr>
          <p:cNvPr id="664" name="5"/>
          <p:cNvSpPr/>
          <p:nvPr/>
        </p:nvSpPr>
        <p:spPr>
          <a:xfrm>
            <a:off x="5176242" y="1268016"/>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5</a:t>
            </a:r>
          </a:p>
        </p:txBody>
      </p:sp>
      <p:sp>
        <p:nvSpPr>
          <p:cNvPr id="665" name="-"/>
          <p:cNvSpPr/>
          <p:nvPr/>
        </p:nvSpPr>
        <p:spPr>
          <a:xfrm>
            <a:off x="2925961" y="1598414"/>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666" name="-"/>
          <p:cNvSpPr/>
          <p:nvPr/>
        </p:nvSpPr>
        <p:spPr>
          <a:xfrm>
            <a:off x="5185172" y="1598414"/>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667" name="*"/>
          <p:cNvSpPr/>
          <p:nvPr/>
        </p:nvSpPr>
        <p:spPr>
          <a:xfrm>
            <a:off x="2756297" y="4427720"/>
            <a:ext cx="348258" cy="85113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sz="7200">
                <a:solidFill>
                  <a:srgbClr val="942193"/>
                </a:solidFill>
                <a:latin typeface="+mn-lt"/>
                <a:ea typeface="+mn-ea"/>
                <a:cs typeface="+mn-cs"/>
                <a:sym typeface="Chalkboard SE Regular"/>
              </a:defRPr>
            </a:lvl1pPr>
          </a:lstStyle>
          <a:p>
            <a:pPr defTabSz="410751" eaLnBrk="1" fontAlgn="auto">
              <a:spcBef>
                <a:spcPts val="0"/>
              </a:spcBef>
              <a:spcAft>
                <a:spcPts val="0"/>
              </a:spcAft>
            </a:pPr>
            <a:r>
              <a:rPr sz="5062" kern="0">
                <a:latin typeface="Chalkboard SE Regular"/>
              </a:rPr>
              <a:t>*</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iterate>
                                    <p:tmAbs val="0"/>
                                  </p:iterate>
                                  <p:childTnLst>
                                    <p:set>
                                      <p:cBhvr>
                                        <p:cTn id="6" fill="hold"/>
                                        <p:tgtEl>
                                          <p:spTgt spid="657"/>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iterate>
                                    <p:tmAbs val="0"/>
                                  </p:iterate>
                                  <p:childTnLst>
                                    <p:set>
                                      <p:cBhvr>
                                        <p:cTn id="9" fill="hold"/>
                                        <p:tgtEl>
                                          <p:spTgt spid="658"/>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22" presetClass="entr" presetSubtype="8" fill="hold" grpId="0" nodeType="clickEffect">
                                  <p:stCondLst>
                                    <p:cond delay="0"/>
                                  </p:stCondLst>
                                  <p:iterate>
                                    <p:tmAbs val="0"/>
                                  </p:iterate>
                                  <p:childTnLst>
                                    <p:set>
                                      <p:cBhvr>
                                        <p:cTn id="13" fill="hold"/>
                                        <p:tgtEl>
                                          <p:spTgt spid="642"/>
                                        </p:tgtEl>
                                        <p:attrNameLst>
                                          <p:attrName>style.visibility</p:attrName>
                                        </p:attrNameLst>
                                      </p:cBhvr>
                                      <p:to>
                                        <p:strVal val="visible"/>
                                      </p:to>
                                    </p:set>
                                    <p:animEffect transition="in" filter="wipe(left)">
                                      <p:cBhvr>
                                        <p:cTn id="14" dur="1000"/>
                                        <p:tgtEl>
                                          <p:spTgt spid="642"/>
                                        </p:tgtEl>
                                      </p:cBhvr>
                                    </p:animEffec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iterate>
                                    <p:tmAbs val="0"/>
                                  </p:iterate>
                                  <p:childTnLst>
                                    <p:set>
                                      <p:cBhvr>
                                        <p:cTn id="18" fill="hold"/>
                                        <p:tgtEl>
                                          <p:spTgt spid="66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iterate>
                                    <p:tmAbs val="0"/>
                                  </p:iterate>
                                  <p:childTnLst>
                                    <p:set>
                                      <p:cBhvr>
                                        <p:cTn id="22" fill="hold"/>
                                        <p:tgtEl>
                                          <p:spTgt spid="664"/>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iterate>
                                    <p:tmAbs val="0"/>
                                  </p:iterate>
                                  <p:childTnLst>
                                    <p:set>
                                      <p:cBhvr>
                                        <p:cTn id="26" fill="hold"/>
                                        <p:tgtEl>
                                          <p:spTgt spid="665"/>
                                        </p:tgtEl>
                                        <p:attrNameLst>
                                          <p:attrName>style.visibility</p:attrName>
                                        </p:attrNameLst>
                                      </p:cBhvr>
                                      <p:to>
                                        <p:strVal val="visible"/>
                                      </p:to>
                                    </p:set>
                                  </p:childTnLst>
                                </p:cTn>
                              </p:par>
                            </p:childTnLst>
                          </p:cTn>
                        </p:par>
                        <p:par>
                          <p:cTn id="27" fill="hold">
                            <p:stCondLst>
                              <p:cond delay="0"/>
                            </p:stCondLst>
                            <p:childTnLst>
                              <p:par>
                                <p:cTn id="28" presetID="1" presetClass="entr" presetSubtype="0" fill="hold" grpId="0" nodeType="afterEffect">
                                  <p:stCondLst>
                                    <p:cond delay="0"/>
                                  </p:stCondLst>
                                  <p:iterate>
                                    <p:tmAbs val="0"/>
                                  </p:iterate>
                                  <p:childTnLst>
                                    <p:set>
                                      <p:cBhvr>
                                        <p:cTn id="29" fill="hold"/>
                                        <p:tgtEl>
                                          <p:spTgt spid="66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iterate>
                                    <p:tmAbs val="0"/>
                                  </p:iterate>
                                  <p:childTnLst>
                                    <p:set>
                                      <p:cBhvr>
                                        <p:cTn id="33" fill="hold"/>
                                        <p:tgtEl>
                                          <p:spTgt spid="638"/>
                                        </p:tgtEl>
                                        <p:attrNameLst>
                                          <p:attrName>style.visibility</p:attrName>
                                        </p:attrNameLst>
                                      </p:cBhvr>
                                      <p:to>
                                        <p:strVal val="visible"/>
                                      </p:to>
                                    </p:set>
                                    <p:animEffect transition="in" filter="wipe(left)">
                                      <p:cBhvr>
                                        <p:cTn id="34" dur="1000"/>
                                        <p:tgtEl>
                                          <p:spTgt spid="638"/>
                                        </p:tgtEl>
                                      </p:cBhvr>
                                    </p:animEffec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iterate>
                                    <p:tmAbs val="0"/>
                                  </p:iterate>
                                  <p:childTnLst>
                                    <p:set>
                                      <p:cBhvr>
                                        <p:cTn id="38" fill="hold"/>
                                        <p:tgtEl>
                                          <p:spTgt spid="659"/>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iterate>
                                    <p:tmAbs val="0"/>
                                  </p:iterate>
                                  <p:childTnLst>
                                    <p:set>
                                      <p:cBhvr>
                                        <p:cTn id="42" fill="hold"/>
                                        <p:tgtEl>
                                          <p:spTgt spid="660"/>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iterate>
                                    <p:tmAbs val="0"/>
                                  </p:iterate>
                                  <p:childTnLst>
                                    <p:set>
                                      <p:cBhvr>
                                        <p:cTn id="46" fill="hold"/>
                                        <p:tgtEl>
                                          <p:spTgt spid="637"/>
                                        </p:tgtEl>
                                        <p:attrNameLst>
                                          <p:attrName>style.visibility</p:attrName>
                                        </p:attrNameLst>
                                      </p:cBhvr>
                                      <p:to>
                                        <p:strVal val="visible"/>
                                      </p:to>
                                    </p:set>
                                    <p:animEffect transition="in" filter="wipe(left)">
                                      <p:cBhvr>
                                        <p:cTn id="47" dur="1000"/>
                                        <p:tgtEl>
                                          <p:spTgt spid="637"/>
                                        </p:tgtEl>
                                      </p:cBhvr>
                                    </p:animEffec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iterate>
                                    <p:tmAbs val="0"/>
                                  </p:iterate>
                                  <p:childTnLst>
                                    <p:set>
                                      <p:cBhvr>
                                        <p:cTn id="51" fill="hold"/>
                                        <p:tgtEl>
                                          <p:spTgt spid="661"/>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iterate>
                                    <p:tmAbs val="0"/>
                                  </p:iterate>
                                  <p:childTnLst>
                                    <p:set>
                                      <p:cBhvr>
                                        <p:cTn id="55" fill="hold"/>
                                        <p:tgtEl>
                                          <p:spTgt spid="66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7" grpId="0" animBg="1" advAuto="0"/>
      <p:bldP spid="638" grpId="0" animBg="1" advAuto="0"/>
      <p:bldP spid="642" grpId="0" animBg="1" advAuto="0"/>
      <p:bldP spid="657" grpId="0" animBg="1" advAuto="0"/>
      <p:bldP spid="658" grpId="0" animBg="1" advAuto="0"/>
      <p:bldP spid="659" grpId="0" animBg="1" advAuto="0"/>
      <p:bldP spid="660" grpId="0" animBg="1" advAuto="0"/>
      <p:bldP spid="661" grpId="0" animBg="1" advAuto="0"/>
      <p:bldP spid="662" grpId="0" animBg="1" advAuto="0"/>
      <p:bldP spid="663" grpId="0" animBg="1" advAuto="0"/>
      <p:bldP spid="664" grpId="0" animBg="1" advAuto="0"/>
      <p:bldP spid="665" grpId="0" animBg="1" advAuto="0"/>
      <p:bldP spid="666" grpId="0" animBg="1" advAuto="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9" name="Line"/>
          <p:cNvSpPr/>
          <p:nvPr/>
        </p:nvSpPr>
        <p:spPr>
          <a:xfrm flipH="1">
            <a:off x="3608734" y="3852091"/>
            <a:ext cx="1456957" cy="746700"/>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70" name="Line"/>
          <p:cNvSpPr/>
          <p:nvPr/>
        </p:nvSpPr>
        <p:spPr>
          <a:xfrm flipH="1">
            <a:off x="5199510" y="3948305"/>
            <a:ext cx="1" cy="1529367"/>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71" name="Line"/>
          <p:cNvSpPr/>
          <p:nvPr/>
        </p:nvSpPr>
        <p:spPr>
          <a:xfrm>
            <a:off x="7190704" y="3964781"/>
            <a:ext cx="1352911" cy="688733"/>
          </a:xfrm>
          <a:prstGeom prst="line">
            <a:avLst/>
          </a:prstGeom>
          <a:ln w="63500">
            <a:solidFill>
              <a:srgbClr val="D6D6D6"/>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72" name="Slide Number"/>
          <p:cNvSpPr txBox="1">
            <a:spLocks noGrp="1"/>
          </p:cNvSpPr>
          <p:nvPr>
            <p:ph type="sldNum" sz="quarter" idx="2"/>
          </p:nvPr>
        </p:nvSpPr>
        <p:spPr>
          <a:xfrm>
            <a:off x="9168508" y="4336283"/>
            <a:ext cx="266099" cy="297389"/>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p>
            <a:pPr defTabSz="410751" eaLnBrk="1" fontAlgn="auto">
              <a:spcBef>
                <a:spcPts val="0"/>
              </a:spcBef>
              <a:spcAft>
                <a:spcPts val="0"/>
              </a:spcAft>
            </a:pPr>
            <a:fld id="{86CB4B4D-7CA3-9044-876B-883B54F8677D}" type="slidenum">
              <a:rPr kern="0"/>
              <a:pPr defTabSz="410751" eaLnBrk="1" fontAlgn="auto">
                <a:spcBef>
                  <a:spcPts val="0"/>
                </a:spcBef>
                <a:spcAft>
                  <a:spcPts val="0"/>
                </a:spcAft>
              </a:pPr>
              <a:t>17</a:t>
            </a:fld>
            <a:endParaRPr kern="0"/>
          </a:p>
        </p:txBody>
      </p:sp>
      <p:sp>
        <p:nvSpPr>
          <p:cNvPr id="673" name="2"/>
          <p:cNvSpPr/>
          <p:nvPr/>
        </p:nvSpPr>
        <p:spPr>
          <a:xfrm>
            <a:off x="4086820" y="3826519"/>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674" name="1"/>
          <p:cNvSpPr/>
          <p:nvPr/>
        </p:nvSpPr>
        <p:spPr>
          <a:xfrm>
            <a:off x="4086820" y="5063281"/>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675" name="Line"/>
          <p:cNvSpPr/>
          <p:nvPr/>
        </p:nvSpPr>
        <p:spPr>
          <a:xfrm flipV="1">
            <a:off x="7206803" y="4801530"/>
            <a:ext cx="1302225" cy="660421"/>
          </a:xfrm>
          <a:prstGeom prst="line">
            <a:avLst/>
          </a:prstGeom>
          <a:ln w="63500">
            <a:solidFill>
              <a:srgbClr val="D6D6D6"/>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76" name="Line"/>
          <p:cNvSpPr/>
          <p:nvPr/>
        </p:nvSpPr>
        <p:spPr>
          <a:xfrm>
            <a:off x="3685218" y="4902399"/>
            <a:ext cx="1332177" cy="57565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77" name="z"/>
          <p:cNvSpPr/>
          <p:nvPr/>
        </p:nvSpPr>
        <p:spPr>
          <a:xfrm>
            <a:off x="8337352" y="4446985"/>
            <a:ext cx="535781" cy="535781"/>
          </a:xfrm>
          <a:prstGeom prst="roundRect">
            <a:avLst>
              <a:gd name="adj" fmla="val 25000"/>
            </a:avLst>
          </a:prstGeom>
          <a:solidFill>
            <a:srgbClr val="D6D6D6"/>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z</a:t>
            </a:r>
          </a:p>
        </p:txBody>
      </p:sp>
      <p:sp>
        <p:nvSpPr>
          <p:cNvPr id="678" name="2"/>
          <p:cNvSpPr/>
          <p:nvPr/>
        </p:nvSpPr>
        <p:spPr>
          <a:xfrm>
            <a:off x="5238750" y="4411414"/>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679" name="1"/>
          <p:cNvSpPr/>
          <p:nvPr/>
        </p:nvSpPr>
        <p:spPr>
          <a:xfrm>
            <a:off x="6042422" y="5509765"/>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680" name="Line"/>
          <p:cNvSpPr/>
          <p:nvPr/>
        </p:nvSpPr>
        <p:spPr>
          <a:xfrm flipH="1" flipV="1">
            <a:off x="5399483" y="3818817"/>
            <a:ext cx="1372658" cy="1078"/>
          </a:xfrm>
          <a:prstGeom prst="line">
            <a:avLst/>
          </a:prstGeom>
          <a:ln w="63500">
            <a:solidFill>
              <a:srgbClr val="D6D6D6"/>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81" name="Line"/>
          <p:cNvSpPr/>
          <p:nvPr/>
        </p:nvSpPr>
        <p:spPr>
          <a:xfrm flipH="1" flipV="1">
            <a:off x="5417344" y="5534695"/>
            <a:ext cx="1372658" cy="1078"/>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82" name="Line"/>
          <p:cNvSpPr/>
          <p:nvPr/>
        </p:nvSpPr>
        <p:spPr>
          <a:xfrm flipH="1">
            <a:off x="6992909" y="4018359"/>
            <a:ext cx="1" cy="1529368"/>
          </a:xfrm>
          <a:prstGeom prst="line">
            <a:avLst/>
          </a:prstGeom>
          <a:ln w="63500">
            <a:solidFill>
              <a:srgbClr val="D6D6D6"/>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83" name="v"/>
          <p:cNvSpPr/>
          <p:nvPr/>
        </p:nvSpPr>
        <p:spPr>
          <a:xfrm>
            <a:off x="4935141" y="3500438"/>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v</a:t>
            </a:r>
          </a:p>
        </p:txBody>
      </p:sp>
      <p:sp>
        <p:nvSpPr>
          <p:cNvPr id="684" name="y"/>
          <p:cNvSpPr/>
          <p:nvPr/>
        </p:nvSpPr>
        <p:spPr>
          <a:xfrm>
            <a:off x="6730008" y="5313164"/>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y</a:t>
            </a:r>
          </a:p>
        </p:txBody>
      </p:sp>
      <p:sp>
        <p:nvSpPr>
          <p:cNvPr id="685" name="Line"/>
          <p:cNvSpPr/>
          <p:nvPr/>
        </p:nvSpPr>
        <p:spPr>
          <a:xfrm flipH="1">
            <a:off x="5323267" y="3910569"/>
            <a:ext cx="1538172" cy="156748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86" name="x"/>
          <p:cNvSpPr/>
          <p:nvPr/>
        </p:nvSpPr>
        <p:spPr>
          <a:xfrm>
            <a:off x="4935141" y="5313164"/>
            <a:ext cx="535781" cy="535781"/>
          </a:xfrm>
          <a:prstGeom prst="roundRect">
            <a:avLst>
              <a:gd name="adj" fmla="val 25000"/>
            </a:avLst>
          </a:prstGeom>
          <a:solidFill>
            <a:srgbClr val="942193"/>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x</a:t>
            </a:r>
          </a:p>
        </p:txBody>
      </p:sp>
      <p:sp>
        <p:nvSpPr>
          <p:cNvPr id="687" name="3"/>
          <p:cNvSpPr/>
          <p:nvPr/>
        </p:nvSpPr>
        <p:spPr>
          <a:xfrm>
            <a:off x="6131719" y="4518570"/>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3</a:t>
            </a:r>
          </a:p>
        </p:txBody>
      </p:sp>
      <p:sp>
        <p:nvSpPr>
          <p:cNvPr id="688" name="5"/>
          <p:cNvSpPr/>
          <p:nvPr/>
        </p:nvSpPr>
        <p:spPr>
          <a:xfrm>
            <a:off x="7917656" y="3830984"/>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D6D6D6"/>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5</a:t>
            </a:r>
          </a:p>
        </p:txBody>
      </p:sp>
      <p:sp>
        <p:nvSpPr>
          <p:cNvPr id="689" name="1"/>
          <p:cNvSpPr/>
          <p:nvPr/>
        </p:nvSpPr>
        <p:spPr>
          <a:xfrm>
            <a:off x="7033617" y="4429273"/>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D6D6D6"/>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690" name="2"/>
          <p:cNvSpPr/>
          <p:nvPr/>
        </p:nvSpPr>
        <p:spPr>
          <a:xfrm>
            <a:off x="7855148" y="5063281"/>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D6D6D6"/>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691" name="Line"/>
          <p:cNvSpPr/>
          <p:nvPr/>
        </p:nvSpPr>
        <p:spPr>
          <a:xfrm>
            <a:off x="3448662" y="3011493"/>
            <a:ext cx="3461198" cy="1468191"/>
          </a:xfrm>
          <a:custGeom>
            <a:avLst/>
            <a:gdLst/>
            <a:ahLst/>
            <a:cxnLst>
              <a:cxn ang="0">
                <a:pos x="wd2" y="hd2"/>
              </a:cxn>
              <a:cxn ang="5400000">
                <a:pos x="wd2" y="hd2"/>
              </a:cxn>
              <a:cxn ang="10800000">
                <a:pos x="wd2" y="hd2"/>
              </a:cxn>
              <a:cxn ang="16200000">
                <a:pos x="wd2" y="hd2"/>
              </a:cxn>
            </a:cxnLst>
            <a:rect l="0" t="0" r="r" b="b"/>
            <a:pathLst>
              <a:path w="21600" h="19943" extrusionOk="0">
                <a:moveTo>
                  <a:pt x="0" y="19943"/>
                </a:moveTo>
                <a:cubicBezTo>
                  <a:pt x="0" y="19943"/>
                  <a:pt x="7486" y="1814"/>
                  <a:pt x="9555" y="265"/>
                </a:cubicBezTo>
                <a:cubicBezTo>
                  <a:pt x="12123" y="-1657"/>
                  <a:pt x="21600" y="7478"/>
                  <a:pt x="21600" y="7478"/>
                </a:cubicBezTo>
              </a:path>
            </a:pathLst>
          </a:custGeom>
          <a:ln w="63500">
            <a:solidFill>
              <a:srgbClr val="797979"/>
            </a:solidFill>
            <a:miter lim="400000"/>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692" name="u"/>
          <p:cNvSpPr/>
          <p:nvPr/>
        </p:nvSpPr>
        <p:spPr>
          <a:xfrm>
            <a:off x="3202781" y="4446985"/>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u</a:t>
            </a:r>
          </a:p>
        </p:txBody>
      </p:sp>
      <p:sp>
        <p:nvSpPr>
          <p:cNvPr id="693" name="w"/>
          <p:cNvSpPr/>
          <p:nvPr/>
        </p:nvSpPr>
        <p:spPr>
          <a:xfrm>
            <a:off x="6730008" y="3500438"/>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w</a:t>
            </a:r>
          </a:p>
        </p:txBody>
      </p:sp>
      <p:sp>
        <p:nvSpPr>
          <p:cNvPr id="694" name="Line"/>
          <p:cNvSpPr/>
          <p:nvPr/>
        </p:nvSpPr>
        <p:spPr>
          <a:xfrm flipH="1">
            <a:off x="3488531" y="3755499"/>
            <a:ext cx="1561061" cy="798417"/>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695" name="Line"/>
          <p:cNvSpPr/>
          <p:nvPr/>
        </p:nvSpPr>
        <p:spPr>
          <a:xfrm>
            <a:off x="3273966" y="3047090"/>
            <a:ext cx="3433781" cy="1498122"/>
          </a:xfrm>
          <a:custGeom>
            <a:avLst/>
            <a:gdLst/>
            <a:ahLst/>
            <a:cxnLst>
              <a:cxn ang="0">
                <a:pos x="wd2" y="hd2"/>
              </a:cxn>
              <a:cxn ang="5400000">
                <a:pos x="wd2" y="hd2"/>
              </a:cxn>
              <a:cxn ang="10800000">
                <a:pos x="wd2" y="hd2"/>
              </a:cxn>
              <a:cxn ang="16200000">
                <a:pos x="wd2" y="hd2"/>
              </a:cxn>
            </a:cxnLst>
            <a:rect l="0" t="0" r="r" b="b"/>
            <a:pathLst>
              <a:path w="21600" h="21507" extrusionOk="0">
                <a:moveTo>
                  <a:pt x="0" y="21507"/>
                </a:moveTo>
                <a:cubicBezTo>
                  <a:pt x="0" y="21507"/>
                  <a:pt x="8354" y="99"/>
                  <a:pt x="11575" y="1"/>
                </a:cubicBezTo>
                <a:cubicBezTo>
                  <a:pt x="14704" y="-93"/>
                  <a:pt x="21600" y="6472"/>
                  <a:pt x="21600" y="6472"/>
                </a:cubicBezTo>
              </a:path>
            </a:pathLst>
          </a:custGeom>
          <a:ln w="50800">
            <a:solidFill>
              <a:srgbClr val="942193"/>
            </a:solidFill>
            <a:miter lim="400000"/>
            <a:tailEnd type="stealth"/>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696" name="Line"/>
          <p:cNvSpPr/>
          <p:nvPr/>
        </p:nvSpPr>
        <p:spPr>
          <a:xfrm>
            <a:off x="3451052" y="4969433"/>
            <a:ext cx="3353286" cy="629483"/>
          </a:xfrm>
          <a:custGeom>
            <a:avLst/>
            <a:gdLst/>
            <a:ahLst/>
            <a:cxnLst>
              <a:cxn ang="0">
                <a:pos x="wd2" y="hd2"/>
              </a:cxn>
              <a:cxn ang="5400000">
                <a:pos x="wd2" y="hd2"/>
              </a:cxn>
              <a:cxn ang="10800000">
                <a:pos x="wd2" y="hd2"/>
              </a:cxn>
              <a:cxn ang="16200000">
                <a:pos x="wd2" y="hd2"/>
              </a:cxn>
            </a:cxnLst>
            <a:rect l="0" t="0" r="r" b="b"/>
            <a:pathLst>
              <a:path w="21600" h="21562" extrusionOk="0">
                <a:moveTo>
                  <a:pt x="0" y="0"/>
                </a:moveTo>
                <a:cubicBezTo>
                  <a:pt x="0" y="0"/>
                  <a:pt x="7519" y="21600"/>
                  <a:pt x="10712" y="21562"/>
                </a:cubicBezTo>
                <a:cubicBezTo>
                  <a:pt x="13839" y="21525"/>
                  <a:pt x="21600" y="21562"/>
                  <a:pt x="21600" y="21562"/>
                </a:cubicBezTo>
              </a:path>
            </a:pathLst>
          </a:custGeom>
          <a:ln w="50800">
            <a:solidFill>
              <a:srgbClr val="942193"/>
            </a:solidFill>
            <a:miter lim="400000"/>
            <a:tailEnd type="stealth"/>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697" name="Line"/>
          <p:cNvSpPr/>
          <p:nvPr/>
        </p:nvSpPr>
        <p:spPr>
          <a:xfrm>
            <a:off x="3649266" y="4116586"/>
            <a:ext cx="3233679" cy="1370646"/>
          </a:xfrm>
          <a:custGeom>
            <a:avLst/>
            <a:gdLst/>
            <a:ahLst/>
            <a:cxnLst>
              <a:cxn ang="0">
                <a:pos x="wd2" y="hd2"/>
              </a:cxn>
              <a:cxn ang="5400000">
                <a:pos x="wd2" y="hd2"/>
              </a:cxn>
              <a:cxn ang="10800000">
                <a:pos x="wd2" y="hd2"/>
              </a:cxn>
              <a:cxn ang="16200000">
                <a:pos x="wd2" y="hd2"/>
              </a:cxn>
            </a:cxnLst>
            <a:rect l="0" t="0" r="r" b="b"/>
            <a:pathLst>
              <a:path w="21600" h="21583" extrusionOk="0">
                <a:moveTo>
                  <a:pt x="0" y="11671"/>
                </a:moveTo>
                <a:cubicBezTo>
                  <a:pt x="0" y="11671"/>
                  <a:pt x="7797" y="21600"/>
                  <a:pt x="11108" y="21583"/>
                </a:cubicBezTo>
                <a:cubicBezTo>
                  <a:pt x="14351" y="21565"/>
                  <a:pt x="21600" y="0"/>
                  <a:pt x="21600" y="0"/>
                </a:cubicBezTo>
              </a:path>
            </a:pathLst>
          </a:custGeom>
          <a:ln w="50800">
            <a:solidFill>
              <a:srgbClr val="942193"/>
            </a:solidFill>
            <a:miter lim="400000"/>
            <a:tailEnd type="stealth"/>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698" name="3"/>
          <p:cNvSpPr/>
          <p:nvPr/>
        </p:nvSpPr>
        <p:spPr>
          <a:xfrm>
            <a:off x="6042422" y="3384500"/>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D6D6D6"/>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3</a:t>
            </a:r>
          </a:p>
        </p:txBody>
      </p:sp>
      <p:pic>
        <p:nvPicPr>
          <p:cNvPr id="699" name="Line Line" descr="Line Line"/>
          <p:cNvPicPr>
            <a:picLocks/>
          </p:cNvPicPr>
          <p:nvPr/>
        </p:nvPicPr>
        <p:blipFill>
          <a:blip r:embed="rId2"/>
          <a:stretch>
            <a:fillRect/>
          </a:stretch>
        </p:blipFill>
        <p:spPr>
          <a:xfrm>
            <a:off x="3588141" y="4705568"/>
            <a:ext cx="1504213" cy="713800"/>
          </a:xfrm>
          <a:prstGeom prst="rect">
            <a:avLst/>
          </a:prstGeom>
        </p:spPr>
      </p:pic>
      <p:sp>
        <p:nvSpPr>
          <p:cNvPr id="701" name="5"/>
          <p:cNvSpPr/>
          <p:nvPr/>
        </p:nvSpPr>
        <p:spPr>
          <a:xfrm>
            <a:off x="4417219" y="2839789"/>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5</a:t>
            </a:r>
          </a:p>
        </p:txBody>
      </p:sp>
      <p:grpSp>
        <p:nvGrpSpPr>
          <p:cNvPr id="714" name="Group"/>
          <p:cNvGrpSpPr/>
          <p:nvPr/>
        </p:nvGrpSpPr>
        <p:grpSpPr>
          <a:xfrm>
            <a:off x="2006203" y="473273"/>
            <a:ext cx="4688086" cy="2312789"/>
            <a:chOff x="0" y="0"/>
            <a:chExt cx="6667500" cy="3289300"/>
          </a:xfrm>
        </p:grpSpPr>
        <p:sp>
          <p:nvSpPr>
            <p:cNvPr id="702" name="Rectangle"/>
            <p:cNvSpPr/>
            <p:nvPr/>
          </p:nvSpPr>
          <p:spPr>
            <a:xfrm>
              <a:off x="0" y="0"/>
              <a:ext cx="6667500" cy="3289300"/>
            </a:xfrm>
            <a:prstGeom prst="rect">
              <a:avLst/>
            </a:prstGeom>
            <a:noFill/>
            <a:ln w="63500" cap="flat">
              <a:solidFill>
                <a:srgbClr val="424242"/>
              </a:solidFill>
              <a:prstDash val="solid"/>
              <a:miter lim="400000"/>
            </a:ln>
            <a:effectLst/>
          </p:spPr>
          <p:txBody>
            <a:bodyPr wrap="square" lIns="35719" tIns="35719" rIns="35719" bIns="35719" numCol="1" anchor="ctr">
              <a:noAutofit/>
            </a:bodyPr>
            <a:lstStyle/>
            <a:p>
              <a:pPr algn="ctr" defTabSz="410751" eaLnBrk="1" fontAlgn="auto">
                <a:spcBef>
                  <a:spcPts val="0"/>
                </a:spcBef>
                <a:spcAft>
                  <a:spcPts val="0"/>
                </a:spcAft>
                <a:defRPr sz="4000">
                  <a:solidFill>
                    <a:srgbClr val="FFFFFF"/>
                  </a:solidFill>
                  <a:effectLst>
                    <a:outerShdw blurRad="38100" dist="12700" dir="5400000" rotWithShape="0">
                      <a:srgbClr val="000000">
                        <a:alpha val="50000"/>
                      </a:srgbClr>
                    </a:outerShdw>
                  </a:effectLst>
                </a:defRPr>
              </a:pPr>
              <a:endParaRPr sz="2812" kern="0">
                <a:solidFill>
                  <a:srgbClr val="FFFFFF"/>
                </a:solidFill>
                <a:effectLst>
                  <a:outerShdw blurRad="38100" dist="12700" dir="5400000" rotWithShape="0">
                    <a:srgbClr val="000000">
                      <a:alpha val="50000"/>
                    </a:srgbClr>
                  </a:outerShdw>
                </a:effectLst>
                <a:latin typeface="Gill Sans"/>
                <a:sym typeface="Gill Sans"/>
              </a:endParaRPr>
            </a:p>
          </p:txBody>
        </p:sp>
        <p:sp>
          <p:nvSpPr>
            <p:cNvPr id="703" name="dest."/>
            <p:cNvSpPr/>
            <p:nvPr/>
          </p:nvSpPr>
          <p:spPr>
            <a:xfrm>
              <a:off x="86999" y="101600"/>
              <a:ext cx="2026236"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dest.</a:t>
              </a:r>
            </a:p>
          </p:txBody>
        </p:sp>
        <p:sp>
          <p:nvSpPr>
            <p:cNvPr id="704" name="next hop"/>
            <p:cNvSpPr/>
            <p:nvPr/>
          </p:nvSpPr>
          <p:spPr>
            <a:xfrm>
              <a:off x="1704861" y="95250"/>
              <a:ext cx="1600201"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next hop</a:t>
              </a:r>
            </a:p>
          </p:txBody>
        </p:sp>
        <p:sp>
          <p:nvSpPr>
            <p:cNvPr id="705" name="Line"/>
            <p:cNvSpPr/>
            <p:nvPr/>
          </p:nvSpPr>
          <p:spPr>
            <a:xfrm flipV="1">
              <a:off x="126380" y="654854"/>
              <a:ext cx="6464234" cy="4392"/>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706" name="Line"/>
            <p:cNvSpPr/>
            <p:nvPr/>
          </p:nvSpPr>
          <p:spPr>
            <a:xfrm flipV="1">
              <a:off x="1059444" y="139699"/>
              <a:ext cx="2879" cy="3060702"/>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707" name="z"/>
            <p:cNvSpPr/>
            <p:nvPr/>
          </p:nvSpPr>
          <p:spPr>
            <a:xfrm>
              <a:off x="384692" y="628650"/>
              <a:ext cx="635001"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z</a:t>
              </a:r>
            </a:p>
          </p:txBody>
        </p:sp>
        <p:sp>
          <p:nvSpPr>
            <p:cNvPr id="708" name="w"/>
            <p:cNvSpPr/>
            <p:nvPr/>
          </p:nvSpPr>
          <p:spPr>
            <a:xfrm>
              <a:off x="317500" y="1117600"/>
              <a:ext cx="5080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w</a:t>
              </a:r>
            </a:p>
          </p:txBody>
        </p:sp>
        <p:sp>
          <p:nvSpPr>
            <p:cNvPr id="709" name="cost"/>
            <p:cNvSpPr/>
            <p:nvPr/>
          </p:nvSpPr>
          <p:spPr>
            <a:xfrm>
              <a:off x="4991100" y="101600"/>
              <a:ext cx="939800"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cost</a:t>
              </a:r>
            </a:p>
          </p:txBody>
        </p:sp>
        <p:sp>
          <p:nvSpPr>
            <p:cNvPr id="710" name="Line"/>
            <p:cNvSpPr/>
            <p:nvPr/>
          </p:nvSpPr>
          <p:spPr>
            <a:xfrm flipV="1">
              <a:off x="4279935" y="139683"/>
              <a:ext cx="2878" cy="3060718"/>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711" name="y"/>
            <p:cNvSpPr/>
            <p:nvPr/>
          </p:nvSpPr>
          <p:spPr>
            <a:xfrm>
              <a:off x="381000" y="16002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y</a:t>
              </a:r>
            </a:p>
          </p:txBody>
        </p:sp>
        <p:sp>
          <p:nvSpPr>
            <p:cNvPr id="712" name="v"/>
            <p:cNvSpPr/>
            <p:nvPr/>
          </p:nvSpPr>
          <p:spPr>
            <a:xfrm>
              <a:off x="381000" y="20955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713" name="x"/>
            <p:cNvSpPr/>
            <p:nvPr/>
          </p:nvSpPr>
          <p:spPr>
            <a:xfrm>
              <a:off x="381000" y="25654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grpSp>
      <p:sp>
        <p:nvSpPr>
          <p:cNvPr id="715" name="-"/>
          <p:cNvSpPr/>
          <p:nvPr/>
        </p:nvSpPr>
        <p:spPr>
          <a:xfrm>
            <a:off x="2917031" y="910828"/>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716" name="-"/>
          <p:cNvSpPr/>
          <p:nvPr/>
        </p:nvSpPr>
        <p:spPr>
          <a:xfrm>
            <a:off x="5176242" y="910828"/>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717" name="v"/>
          <p:cNvSpPr/>
          <p:nvPr/>
        </p:nvSpPr>
        <p:spPr>
          <a:xfrm>
            <a:off x="2908102" y="1937742"/>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718" name="2"/>
          <p:cNvSpPr/>
          <p:nvPr/>
        </p:nvSpPr>
        <p:spPr>
          <a:xfrm>
            <a:off x="5167313" y="1946672"/>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2</a:t>
            </a:r>
          </a:p>
        </p:txBody>
      </p:sp>
      <p:sp>
        <p:nvSpPr>
          <p:cNvPr id="719" name="x"/>
          <p:cNvSpPr/>
          <p:nvPr/>
        </p:nvSpPr>
        <p:spPr>
          <a:xfrm>
            <a:off x="2908102" y="2286000"/>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720" name="1"/>
          <p:cNvSpPr/>
          <p:nvPr/>
        </p:nvSpPr>
        <p:spPr>
          <a:xfrm>
            <a:off x="5167313" y="2286000"/>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1</a:t>
            </a:r>
          </a:p>
        </p:txBody>
      </p:sp>
      <p:sp>
        <p:nvSpPr>
          <p:cNvPr id="721" name="w"/>
          <p:cNvSpPr/>
          <p:nvPr/>
        </p:nvSpPr>
        <p:spPr>
          <a:xfrm>
            <a:off x="2917031" y="1268016"/>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w</a:t>
            </a:r>
          </a:p>
        </p:txBody>
      </p:sp>
      <p:sp>
        <p:nvSpPr>
          <p:cNvPr id="722" name="5"/>
          <p:cNvSpPr/>
          <p:nvPr/>
        </p:nvSpPr>
        <p:spPr>
          <a:xfrm>
            <a:off x="5176242" y="1268016"/>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5</a:t>
            </a:r>
          </a:p>
        </p:txBody>
      </p:sp>
      <p:sp>
        <p:nvSpPr>
          <p:cNvPr id="723" name="-"/>
          <p:cNvSpPr/>
          <p:nvPr/>
        </p:nvSpPr>
        <p:spPr>
          <a:xfrm>
            <a:off x="2925961" y="1598414"/>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724" name="-"/>
          <p:cNvSpPr/>
          <p:nvPr/>
        </p:nvSpPr>
        <p:spPr>
          <a:xfrm>
            <a:off x="5185172" y="1598414"/>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725" name="x"/>
          <p:cNvSpPr/>
          <p:nvPr/>
        </p:nvSpPr>
        <p:spPr>
          <a:xfrm>
            <a:off x="3354586" y="1276945"/>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pic>
        <p:nvPicPr>
          <p:cNvPr id="726" name="Line Line" descr="Line Line"/>
          <p:cNvPicPr>
            <a:picLocks/>
          </p:cNvPicPr>
          <p:nvPr/>
        </p:nvPicPr>
        <p:blipFill>
          <a:blip r:embed="rId3"/>
          <a:stretch>
            <a:fillRect/>
          </a:stretch>
        </p:blipFill>
        <p:spPr>
          <a:xfrm>
            <a:off x="2845594" y="1358318"/>
            <a:ext cx="438436" cy="365112"/>
          </a:xfrm>
          <a:prstGeom prst="rect">
            <a:avLst/>
          </a:prstGeom>
        </p:spPr>
      </p:pic>
      <p:sp>
        <p:nvSpPr>
          <p:cNvPr id="728" name="4"/>
          <p:cNvSpPr/>
          <p:nvPr/>
        </p:nvSpPr>
        <p:spPr>
          <a:xfrm>
            <a:off x="5578078" y="1268016"/>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4</a:t>
            </a:r>
          </a:p>
        </p:txBody>
      </p:sp>
      <p:pic>
        <p:nvPicPr>
          <p:cNvPr id="729" name="Line Line" descr="Line Line"/>
          <p:cNvPicPr>
            <a:picLocks/>
          </p:cNvPicPr>
          <p:nvPr/>
        </p:nvPicPr>
        <p:blipFill>
          <a:blip r:embed="rId3"/>
          <a:stretch>
            <a:fillRect/>
          </a:stretch>
        </p:blipFill>
        <p:spPr>
          <a:xfrm>
            <a:off x="5104805" y="1330523"/>
            <a:ext cx="438436" cy="365112"/>
          </a:xfrm>
          <a:prstGeom prst="rect">
            <a:avLst/>
          </a:prstGeom>
        </p:spPr>
      </p:pic>
      <p:sp>
        <p:nvSpPr>
          <p:cNvPr id="731" name="x"/>
          <p:cNvSpPr/>
          <p:nvPr/>
        </p:nvSpPr>
        <p:spPr>
          <a:xfrm>
            <a:off x="3345656" y="1616273"/>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732" name="2"/>
          <p:cNvSpPr/>
          <p:nvPr/>
        </p:nvSpPr>
        <p:spPr>
          <a:xfrm>
            <a:off x="5587008" y="1634133"/>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2</a:t>
            </a:r>
          </a:p>
        </p:txBody>
      </p:sp>
      <p:pic>
        <p:nvPicPr>
          <p:cNvPr id="733" name="Line Line" descr="Line Line"/>
          <p:cNvPicPr>
            <a:picLocks/>
          </p:cNvPicPr>
          <p:nvPr/>
        </p:nvPicPr>
        <p:blipFill>
          <a:blip r:embed="rId3"/>
          <a:stretch>
            <a:fillRect/>
          </a:stretch>
        </p:blipFill>
        <p:spPr>
          <a:xfrm>
            <a:off x="2863453" y="1678781"/>
            <a:ext cx="438436" cy="365112"/>
          </a:xfrm>
          <a:prstGeom prst="rect">
            <a:avLst/>
          </a:prstGeom>
        </p:spPr>
      </p:pic>
      <p:pic>
        <p:nvPicPr>
          <p:cNvPr id="735" name="Line Line" descr="Line Line"/>
          <p:cNvPicPr>
            <a:picLocks/>
          </p:cNvPicPr>
          <p:nvPr/>
        </p:nvPicPr>
        <p:blipFill>
          <a:blip r:embed="rId3"/>
          <a:stretch>
            <a:fillRect/>
          </a:stretch>
        </p:blipFill>
        <p:spPr>
          <a:xfrm>
            <a:off x="5078016" y="1651992"/>
            <a:ext cx="438436" cy="365112"/>
          </a:xfrm>
          <a:prstGeom prst="rect">
            <a:avLst/>
          </a:prstGeom>
        </p:spPr>
      </p:pic>
      <p:sp>
        <p:nvSpPr>
          <p:cNvPr id="737" name="*"/>
          <p:cNvSpPr/>
          <p:nvPr/>
        </p:nvSpPr>
        <p:spPr>
          <a:xfrm>
            <a:off x="2756297" y="4427720"/>
            <a:ext cx="348258" cy="85113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sz="7200">
                <a:solidFill>
                  <a:srgbClr val="942193"/>
                </a:solidFill>
                <a:latin typeface="+mn-lt"/>
                <a:ea typeface="+mn-ea"/>
                <a:cs typeface="+mn-cs"/>
                <a:sym typeface="Chalkboard SE Regular"/>
              </a:defRPr>
            </a:lvl1pPr>
          </a:lstStyle>
          <a:p>
            <a:pPr defTabSz="410751" eaLnBrk="1" fontAlgn="auto">
              <a:spcBef>
                <a:spcPts val="0"/>
              </a:spcBef>
              <a:spcAft>
                <a:spcPts val="0"/>
              </a:spcAft>
            </a:pPr>
            <a:r>
              <a:rPr sz="5062" kern="0">
                <a:latin typeface="Chalkboard SE Regular"/>
              </a:rPr>
              <a:t>*</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iterate>
                                    <p:tmAbs val="0"/>
                                  </p:iterate>
                                  <p:childTnLst>
                                    <p:set>
                                      <p:cBhvr>
                                        <p:cTn id="6" fill="hold"/>
                                        <p:tgtEl>
                                          <p:spTgt spid="696"/>
                                        </p:tgtEl>
                                        <p:attrNameLst>
                                          <p:attrName>style.visibility</p:attrName>
                                        </p:attrNameLst>
                                      </p:cBhvr>
                                      <p:to>
                                        <p:strVal val="visible"/>
                                      </p:to>
                                    </p:set>
                                    <p:animEffect transition="in" filter="wipe(left)">
                                      <p:cBhvr>
                                        <p:cTn id="7" dur="1000"/>
                                        <p:tgtEl>
                                          <p:spTgt spid="69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iterate>
                                    <p:tmAbs val="0"/>
                                  </p:iterate>
                                  <p:childTnLst>
                                    <p:set>
                                      <p:cBhvr>
                                        <p:cTn id="11" fill="hold"/>
                                        <p:tgtEl>
                                          <p:spTgt spid="733"/>
                                        </p:tgtEl>
                                        <p:attrNameLst>
                                          <p:attrName>style.visibility</p:attrName>
                                        </p:attrNameLst>
                                      </p:cBhvr>
                                      <p:to>
                                        <p:strVal val="visible"/>
                                      </p:to>
                                    </p:set>
                                    <p:animEffect transition="in" filter="wipe(left)">
                                      <p:cBhvr>
                                        <p:cTn id="12" dur="1000"/>
                                        <p:tgtEl>
                                          <p:spTgt spid="733"/>
                                        </p:tgtEl>
                                      </p:cBhvr>
                                    </p:animEffect>
                                  </p:childTnLst>
                                </p:cTn>
                              </p:par>
                            </p:childTnLst>
                          </p:cTn>
                        </p:par>
                        <p:par>
                          <p:cTn id="13" fill="hold">
                            <p:stCondLst>
                              <p:cond delay="1000"/>
                            </p:stCondLst>
                            <p:childTnLst>
                              <p:par>
                                <p:cTn id="14" presetID="1" presetClass="entr" presetSubtype="0" fill="hold" grpId="0" nodeType="afterEffect">
                                  <p:stCondLst>
                                    <p:cond delay="0"/>
                                  </p:stCondLst>
                                  <p:iterate>
                                    <p:tmAbs val="0"/>
                                  </p:iterate>
                                  <p:childTnLst>
                                    <p:set>
                                      <p:cBhvr>
                                        <p:cTn id="15" fill="hold"/>
                                        <p:tgtEl>
                                          <p:spTgt spid="73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iterate>
                                    <p:tmAbs val="0"/>
                                  </p:iterate>
                                  <p:childTnLst>
                                    <p:set>
                                      <p:cBhvr>
                                        <p:cTn id="19" fill="hold"/>
                                        <p:tgtEl>
                                          <p:spTgt spid="735"/>
                                        </p:tgtEl>
                                        <p:attrNameLst>
                                          <p:attrName>style.visibility</p:attrName>
                                        </p:attrNameLst>
                                      </p:cBhvr>
                                      <p:to>
                                        <p:strVal val="visible"/>
                                      </p:to>
                                    </p:set>
                                    <p:animEffect transition="in" filter="wipe(left)">
                                      <p:cBhvr>
                                        <p:cTn id="20" dur="1000"/>
                                        <p:tgtEl>
                                          <p:spTgt spid="735"/>
                                        </p:tgtEl>
                                      </p:cBhvr>
                                    </p:animEffect>
                                  </p:childTnLst>
                                </p:cTn>
                              </p:par>
                            </p:childTnLst>
                          </p:cTn>
                        </p:par>
                        <p:par>
                          <p:cTn id="21" fill="hold">
                            <p:stCondLst>
                              <p:cond delay="1000"/>
                            </p:stCondLst>
                            <p:childTnLst>
                              <p:par>
                                <p:cTn id="22" presetID="1" presetClass="entr" presetSubtype="0" fill="hold" grpId="0" nodeType="afterEffect">
                                  <p:stCondLst>
                                    <p:cond delay="0"/>
                                  </p:stCondLst>
                                  <p:iterate>
                                    <p:tmAbs val="0"/>
                                  </p:iterate>
                                  <p:childTnLst>
                                    <p:set>
                                      <p:cBhvr>
                                        <p:cTn id="23" fill="hold"/>
                                        <p:tgtEl>
                                          <p:spTgt spid="732"/>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0" presetClass="exit" fill="hold" grpId="0" nodeType="clickEffect">
                                  <p:stCondLst>
                                    <p:cond delay="0"/>
                                  </p:stCondLst>
                                  <p:iterate>
                                    <p:tmAbs val="0"/>
                                  </p:iterate>
                                  <p:childTnLst>
                                    <p:animEffect transition="out" filter="fade">
                                      <p:cBhvr>
                                        <p:cTn id="27" dur="2000" fill="hold"/>
                                        <p:tgtEl>
                                          <p:spTgt spid="695"/>
                                        </p:tgtEl>
                                      </p:cBhvr>
                                    </p:animEffect>
                                    <p:set>
                                      <p:cBhvr>
                                        <p:cTn id="28" fill="hold">
                                          <p:stCondLst>
                                            <p:cond delay="1999"/>
                                          </p:stCondLst>
                                        </p:cTn>
                                        <p:tgtEl>
                                          <p:spTgt spid="695"/>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iterate>
                                    <p:tmAbs val="0"/>
                                  </p:iterate>
                                  <p:childTnLst>
                                    <p:set>
                                      <p:cBhvr>
                                        <p:cTn id="32" fill="hold"/>
                                        <p:tgtEl>
                                          <p:spTgt spid="697"/>
                                        </p:tgtEl>
                                        <p:attrNameLst>
                                          <p:attrName>style.visibility</p:attrName>
                                        </p:attrNameLst>
                                      </p:cBhvr>
                                      <p:to>
                                        <p:strVal val="visible"/>
                                      </p:to>
                                    </p:set>
                                    <p:animEffect transition="in" filter="wipe(left)">
                                      <p:cBhvr>
                                        <p:cTn id="33" dur="1000"/>
                                        <p:tgtEl>
                                          <p:spTgt spid="697"/>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iterate>
                                    <p:tmAbs val="0"/>
                                  </p:iterate>
                                  <p:childTnLst>
                                    <p:set>
                                      <p:cBhvr>
                                        <p:cTn id="37" fill="hold"/>
                                        <p:tgtEl>
                                          <p:spTgt spid="726"/>
                                        </p:tgtEl>
                                        <p:attrNameLst>
                                          <p:attrName>style.visibility</p:attrName>
                                        </p:attrNameLst>
                                      </p:cBhvr>
                                      <p:to>
                                        <p:strVal val="visible"/>
                                      </p:to>
                                    </p:set>
                                    <p:animEffect transition="in" filter="wipe(left)">
                                      <p:cBhvr>
                                        <p:cTn id="38" dur="1000"/>
                                        <p:tgtEl>
                                          <p:spTgt spid="726"/>
                                        </p:tgtEl>
                                      </p:cBhvr>
                                    </p:animEffect>
                                  </p:childTnLst>
                                </p:cTn>
                              </p:par>
                            </p:childTnLst>
                          </p:cTn>
                        </p:par>
                        <p:par>
                          <p:cTn id="39" fill="hold">
                            <p:stCondLst>
                              <p:cond delay="1000"/>
                            </p:stCondLst>
                            <p:childTnLst>
                              <p:par>
                                <p:cTn id="40" presetID="1" presetClass="entr" presetSubtype="0" fill="hold" grpId="0" nodeType="afterEffect">
                                  <p:stCondLst>
                                    <p:cond delay="0"/>
                                  </p:stCondLst>
                                  <p:iterate>
                                    <p:tmAbs val="0"/>
                                  </p:iterate>
                                  <p:childTnLst>
                                    <p:set>
                                      <p:cBhvr>
                                        <p:cTn id="41" fill="hold"/>
                                        <p:tgtEl>
                                          <p:spTgt spid="725"/>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grpId="0" nodeType="clickEffect">
                                  <p:stCondLst>
                                    <p:cond delay="0"/>
                                  </p:stCondLst>
                                  <p:iterate>
                                    <p:tmAbs val="0"/>
                                  </p:iterate>
                                  <p:childTnLst>
                                    <p:set>
                                      <p:cBhvr>
                                        <p:cTn id="45" fill="hold"/>
                                        <p:tgtEl>
                                          <p:spTgt spid="729"/>
                                        </p:tgtEl>
                                        <p:attrNameLst>
                                          <p:attrName>style.visibility</p:attrName>
                                        </p:attrNameLst>
                                      </p:cBhvr>
                                      <p:to>
                                        <p:strVal val="visible"/>
                                      </p:to>
                                    </p:set>
                                    <p:animEffect transition="in" filter="wipe(left)">
                                      <p:cBhvr>
                                        <p:cTn id="46" dur="1000"/>
                                        <p:tgtEl>
                                          <p:spTgt spid="729"/>
                                        </p:tgtEl>
                                      </p:cBhvr>
                                    </p:animEffect>
                                  </p:childTnLst>
                                </p:cTn>
                              </p:par>
                            </p:childTnLst>
                          </p:cTn>
                        </p:par>
                        <p:par>
                          <p:cTn id="47" fill="hold">
                            <p:stCondLst>
                              <p:cond delay="1000"/>
                            </p:stCondLst>
                            <p:childTnLst>
                              <p:par>
                                <p:cTn id="48" presetID="1" presetClass="entr" presetSubtype="0" fill="hold" grpId="0" nodeType="afterEffect">
                                  <p:stCondLst>
                                    <p:cond delay="0"/>
                                  </p:stCondLst>
                                  <p:iterate>
                                    <p:tmAbs val="0"/>
                                  </p:iterate>
                                  <p:childTnLst>
                                    <p:set>
                                      <p:cBhvr>
                                        <p:cTn id="49" fill="hold"/>
                                        <p:tgtEl>
                                          <p:spTgt spid="7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5" grpId="0" animBg="1" advAuto="0"/>
      <p:bldP spid="696" grpId="0" animBg="1" advAuto="0"/>
      <p:bldP spid="697" grpId="0" animBg="1" advAuto="0"/>
      <p:bldP spid="725" grpId="0" animBg="1" advAuto="0"/>
      <p:bldP spid="726" grpId="0" animBg="1" advAuto="0"/>
      <p:bldP spid="728" grpId="0" animBg="1" advAuto="0"/>
      <p:bldP spid="729" grpId="0" animBg="1" advAuto="0"/>
      <p:bldP spid="731" grpId="0" animBg="1" advAuto="0"/>
      <p:bldP spid="732" grpId="0" animBg="1" advAuto="0"/>
      <p:bldP spid="733" grpId="0" animBg="1" advAuto="0"/>
      <p:bldP spid="735" grpId="0" animBg="1" advAuto="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9" name="Line"/>
          <p:cNvSpPr/>
          <p:nvPr/>
        </p:nvSpPr>
        <p:spPr>
          <a:xfrm flipH="1">
            <a:off x="3608734" y="3852091"/>
            <a:ext cx="1456957" cy="746700"/>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740" name="Line"/>
          <p:cNvSpPr/>
          <p:nvPr/>
        </p:nvSpPr>
        <p:spPr>
          <a:xfrm flipH="1">
            <a:off x="5199510" y="3948305"/>
            <a:ext cx="1" cy="1529367"/>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741" name="Line"/>
          <p:cNvSpPr/>
          <p:nvPr/>
        </p:nvSpPr>
        <p:spPr>
          <a:xfrm>
            <a:off x="7190704" y="3964781"/>
            <a:ext cx="1352911" cy="688733"/>
          </a:xfrm>
          <a:prstGeom prst="line">
            <a:avLst/>
          </a:prstGeom>
          <a:ln w="63500">
            <a:solidFill>
              <a:srgbClr val="D6D6D6"/>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742" name="Slide Number"/>
          <p:cNvSpPr txBox="1">
            <a:spLocks noGrp="1"/>
          </p:cNvSpPr>
          <p:nvPr>
            <p:ph type="sldNum" sz="quarter" idx="2"/>
          </p:nvPr>
        </p:nvSpPr>
        <p:spPr>
          <a:xfrm>
            <a:off x="9168508" y="4336283"/>
            <a:ext cx="266099" cy="297389"/>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p>
            <a:pPr defTabSz="410751" eaLnBrk="1" fontAlgn="auto">
              <a:spcBef>
                <a:spcPts val="0"/>
              </a:spcBef>
              <a:spcAft>
                <a:spcPts val="0"/>
              </a:spcAft>
            </a:pPr>
            <a:fld id="{86CB4B4D-7CA3-9044-876B-883B54F8677D}" type="slidenum">
              <a:rPr kern="0"/>
              <a:pPr defTabSz="410751" eaLnBrk="1" fontAlgn="auto">
                <a:spcBef>
                  <a:spcPts val="0"/>
                </a:spcBef>
                <a:spcAft>
                  <a:spcPts val="0"/>
                </a:spcAft>
              </a:pPr>
              <a:t>18</a:t>
            </a:fld>
            <a:endParaRPr kern="0"/>
          </a:p>
        </p:txBody>
      </p:sp>
      <p:sp>
        <p:nvSpPr>
          <p:cNvPr id="743" name="2"/>
          <p:cNvSpPr/>
          <p:nvPr/>
        </p:nvSpPr>
        <p:spPr>
          <a:xfrm>
            <a:off x="4086820" y="3826519"/>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744" name="1"/>
          <p:cNvSpPr/>
          <p:nvPr/>
        </p:nvSpPr>
        <p:spPr>
          <a:xfrm>
            <a:off x="4086820" y="5063281"/>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745" name="Line"/>
          <p:cNvSpPr/>
          <p:nvPr/>
        </p:nvSpPr>
        <p:spPr>
          <a:xfrm flipV="1">
            <a:off x="7206803" y="4801530"/>
            <a:ext cx="1302225" cy="660421"/>
          </a:xfrm>
          <a:prstGeom prst="line">
            <a:avLst/>
          </a:prstGeom>
          <a:ln w="63500">
            <a:solidFill>
              <a:srgbClr val="D6D6D6"/>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746" name="Line"/>
          <p:cNvSpPr/>
          <p:nvPr/>
        </p:nvSpPr>
        <p:spPr>
          <a:xfrm>
            <a:off x="3685218" y="4902399"/>
            <a:ext cx="1332177" cy="57565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747" name="z"/>
          <p:cNvSpPr/>
          <p:nvPr/>
        </p:nvSpPr>
        <p:spPr>
          <a:xfrm>
            <a:off x="8337352" y="4446985"/>
            <a:ext cx="535781" cy="535781"/>
          </a:xfrm>
          <a:prstGeom prst="roundRect">
            <a:avLst>
              <a:gd name="adj" fmla="val 25000"/>
            </a:avLst>
          </a:prstGeom>
          <a:solidFill>
            <a:srgbClr val="D6D6D6"/>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z</a:t>
            </a:r>
          </a:p>
        </p:txBody>
      </p:sp>
      <p:sp>
        <p:nvSpPr>
          <p:cNvPr id="748" name="2"/>
          <p:cNvSpPr/>
          <p:nvPr/>
        </p:nvSpPr>
        <p:spPr>
          <a:xfrm>
            <a:off x="5238750" y="4411414"/>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749" name="1"/>
          <p:cNvSpPr/>
          <p:nvPr/>
        </p:nvSpPr>
        <p:spPr>
          <a:xfrm>
            <a:off x="6042422" y="5509765"/>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750" name="Line"/>
          <p:cNvSpPr/>
          <p:nvPr/>
        </p:nvSpPr>
        <p:spPr>
          <a:xfrm flipH="1" flipV="1">
            <a:off x="5399483" y="3818817"/>
            <a:ext cx="1372658" cy="1078"/>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751" name="Line"/>
          <p:cNvSpPr/>
          <p:nvPr/>
        </p:nvSpPr>
        <p:spPr>
          <a:xfrm flipH="1" flipV="1">
            <a:off x="5417344" y="5534695"/>
            <a:ext cx="1372658" cy="1078"/>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752" name="Line"/>
          <p:cNvSpPr/>
          <p:nvPr/>
        </p:nvSpPr>
        <p:spPr>
          <a:xfrm flipH="1">
            <a:off x="6992909" y="4018359"/>
            <a:ext cx="1" cy="1529368"/>
          </a:xfrm>
          <a:prstGeom prst="line">
            <a:avLst/>
          </a:prstGeom>
          <a:ln w="63500">
            <a:solidFill>
              <a:srgbClr val="D6D6D6"/>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753" name="v"/>
          <p:cNvSpPr/>
          <p:nvPr/>
        </p:nvSpPr>
        <p:spPr>
          <a:xfrm>
            <a:off x="4935141" y="3500438"/>
            <a:ext cx="535781" cy="535781"/>
          </a:xfrm>
          <a:prstGeom prst="roundRect">
            <a:avLst>
              <a:gd name="adj" fmla="val 25000"/>
            </a:avLst>
          </a:prstGeom>
          <a:solidFill>
            <a:srgbClr val="942193"/>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v</a:t>
            </a:r>
          </a:p>
        </p:txBody>
      </p:sp>
      <p:sp>
        <p:nvSpPr>
          <p:cNvPr id="754" name="y"/>
          <p:cNvSpPr/>
          <p:nvPr/>
        </p:nvSpPr>
        <p:spPr>
          <a:xfrm>
            <a:off x="6730008" y="5313164"/>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y</a:t>
            </a:r>
          </a:p>
        </p:txBody>
      </p:sp>
      <p:sp>
        <p:nvSpPr>
          <p:cNvPr id="755" name="Line"/>
          <p:cNvSpPr/>
          <p:nvPr/>
        </p:nvSpPr>
        <p:spPr>
          <a:xfrm flipH="1">
            <a:off x="5323267" y="3910569"/>
            <a:ext cx="1538172" cy="156748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756" name="x"/>
          <p:cNvSpPr/>
          <p:nvPr/>
        </p:nvSpPr>
        <p:spPr>
          <a:xfrm>
            <a:off x="4935141" y="5313164"/>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x</a:t>
            </a:r>
          </a:p>
        </p:txBody>
      </p:sp>
      <p:sp>
        <p:nvSpPr>
          <p:cNvPr id="757" name="3"/>
          <p:cNvSpPr/>
          <p:nvPr/>
        </p:nvSpPr>
        <p:spPr>
          <a:xfrm>
            <a:off x="6131719" y="4518570"/>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3</a:t>
            </a:r>
          </a:p>
        </p:txBody>
      </p:sp>
      <p:sp>
        <p:nvSpPr>
          <p:cNvPr id="758" name="5"/>
          <p:cNvSpPr/>
          <p:nvPr/>
        </p:nvSpPr>
        <p:spPr>
          <a:xfrm>
            <a:off x="7917656" y="3830984"/>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D6D6D6"/>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5</a:t>
            </a:r>
          </a:p>
        </p:txBody>
      </p:sp>
      <p:sp>
        <p:nvSpPr>
          <p:cNvPr id="759" name="1"/>
          <p:cNvSpPr/>
          <p:nvPr/>
        </p:nvSpPr>
        <p:spPr>
          <a:xfrm>
            <a:off x="7033617" y="4429273"/>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D6D6D6"/>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760" name="2"/>
          <p:cNvSpPr/>
          <p:nvPr/>
        </p:nvSpPr>
        <p:spPr>
          <a:xfrm>
            <a:off x="7855148" y="5063281"/>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D6D6D6"/>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761" name="Line"/>
          <p:cNvSpPr/>
          <p:nvPr/>
        </p:nvSpPr>
        <p:spPr>
          <a:xfrm>
            <a:off x="3448662" y="3011493"/>
            <a:ext cx="3461198" cy="1468191"/>
          </a:xfrm>
          <a:custGeom>
            <a:avLst/>
            <a:gdLst/>
            <a:ahLst/>
            <a:cxnLst>
              <a:cxn ang="0">
                <a:pos x="wd2" y="hd2"/>
              </a:cxn>
              <a:cxn ang="5400000">
                <a:pos x="wd2" y="hd2"/>
              </a:cxn>
              <a:cxn ang="10800000">
                <a:pos x="wd2" y="hd2"/>
              </a:cxn>
              <a:cxn ang="16200000">
                <a:pos x="wd2" y="hd2"/>
              </a:cxn>
            </a:cxnLst>
            <a:rect l="0" t="0" r="r" b="b"/>
            <a:pathLst>
              <a:path w="21600" h="19943" extrusionOk="0">
                <a:moveTo>
                  <a:pt x="0" y="19943"/>
                </a:moveTo>
                <a:cubicBezTo>
                  <a:pt x="0" y="19943"/>
                  <a:pt x="7486" y="1814"/>
                  <a:pt x="9555" y="265"/>
                </a:cubicBezTo>
                <a:cubicBezTo>
                  <a:pt x="12123" y="-1657"/>
                  <a:pt x="21600" y="7478"/>
                  <a:pt x="21600" y="7478"/>
                </a:cubicBezTo>
              </a:path>
            </a:pathLst>
          </a:custGeom>
          <a:ln w="63500">
            <a:solidFill>
              <a:srgbClr val="797979"/>
            </a:solidFill>
            <a:miter lim="400000"/>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762" name="u"/>
          <p:cNvSpPr/>
          <p:nvPr/>
        </p:nvSpPr>
        <p:spPr>
          <a:xfrm>
            <a:off x="3202781" y="4446985"/>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u</a:t>
            </a:r>
          </a:p>
        </p:txBody>
      </p:sp>
      <p:sp>
        <p:nvSpPr>
          <p:cNvPr id="763" name="w"/>
          <p:cNvSpPr/>
          <p:nvPr/>
        </p:nvSpPr>
        <p:spPr>
          <a:xfrm>
            <a:off x="6730008" y="3500438"/>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w</a:t>
            </a:r>
          </a:p>
        </p:txBody>
      </p:sp>
      <p:sp>
        <p:nvSpPr>
          <p:cNvPr id="764" name="Line"/>
          <p:cNvSpPr/>
          <p:nvPr/>
        </p:nvSpPr>
        <p:spPr>
          <a:xfrm flipH="1">
            <a:off x="3488531" y="3755499"/>
            <a:ext cx="1561061" cy="798417"/>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765" name="Line"/>
          <p:cNvSpPr/>
          <p:nvPr/>
        </p:nvSpPr>
        <p:spPr>
          <a:xfrm>
            <a:off x="3451052" y="4969433"/>
            <a:ext cx="3353286" cy="629483"/>
          </a:xfrm>
          <a:custGeom>
            <a:avLst/>
            <a:gdLst/>
            <a:ahLst/>
            <a:cxnLst>
              <a:cxn ang="0">
                <a:pos x="wd2" y="hd2"/>
              </a:cxn>
              <a:cxn ang="5400000">
                <a:pos x="wd2" y="hd2"/>
              </a:cxn>
              <a:cxn ang="10800000">
                <a:pos x="wd2" y="hd2"/>
              </a:cxn>
              <a:cxn ang="16200000">
                <a:pos x="wd2" y="hd2"/>
              </a:cxn>
            </a:cxnLst>
            <a:rect l="0" t="0" r="r" b="b"/>
            <a:pathLst>
              <a:path w="21600" h="21562" extrusionOk="0">
                <a:moveTo>
                  <a:pt x="0" y="0"/>
                </a:moveTo>
                <a:cubicBezTo>
                  <a:pt x="0" y="0"/>
                  <a:pt x="7519" y="21600"/>
                  <a:pt x="10712" y="21562"/>
                </a:cubicBezTo>
                <a:cubicBezTo>
                  <a:pt x="13839" y="21525"/>
                  <a:pt x="21600" y="21562"/>
                  <a:pt x="21600" y="21562"/>
                </a:cubicBezTo>
              </a:path>
            </a:pathLst>
          </a:custGeom>
          <a:ln w="50800">
            <a:solidFill>
              <a:srgbClr val="942193"/>
            </a:solidFill>
            <a:miter lim="400000"/>
            <a:tailEnd type="stealth"/>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766" name="3"/>
          <p:cNvSpPr/>
          <p:nvPr/>
        </p:nvSpPr>
        <p:spPr>
          <a:xfrm>
            <a:off x="6042422" y="3384500"/>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3</a:t>
            </a:r>
          </a:p>
        </p:txBody>
      </p:sp>
      <p:sp>
        <p:nvSpPr>
          <p:cNvPr id="767" name="Line"/>
          <p:cNvSpPr/>
          <p:nvPr/>
        </p:nvSpPr>
        <p:spPr>
          <a:xfrm>
            <a:off x="3649266" y="4116586"/>
            <a:ext cx="3233679" cy="1370646"/>
          </a:xfrm>
          <a:custGeom>
            <a:avLst/>
            <a:gdLst/>
            <a:ahLst/>
            <a:cxnLst>
              <a:cxn ang="0">
                <a:pos x="wd2" y="hd2"/>
              </a:cxn>
              <a:cxn ang="5400000">
                <a:pos x="wd2" y="hd2"/>
              </a:cxn>
              <a:cxn ang="10800000">
                <a:pos x="wd2" y="hd2"/>
              </a:cxn>
              <a:cxn ang="16200000">
                <a:pos x="wd2" y="hd2"/>
              </a:cxn>
            </a:cxnLst>
            <a:rect l="0" t="0" r="r" b="b"/>
            <a:pathLst>
              <a:path w="21600" h="21583" extrusionOk="0">
                <a:moveTo>
                  <a:pt x="0" y="11671"/>
                </a:moveTo>
                <a:cubicBezTo>
                  <a:pt x="0" y="11671"/>
                  <a:pt x="7797" y="21600"/>
                  <a:pt x="11108" y="21583"/>
                </a:cubicBezTo>
                <a:cubicBezTo>
                  <a:pt x="14351" y="21565"/>
                  <a:pt x="21600" y="0"/>
                  <a:pt x="21600" y="0"/>
                </a:cubicBezTo>
              </a:path>
            </a:pathLst>
          </a:custGeom>
          <a:ln w="50800">
            <a:solidFill>
              <a:srgbClr val="942193"/>
            </a:solidFill>
            <a:miter lim="400000"/>
            <a:tailEnd type="stealth"/>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768" name="Line"/>
          <p:cNvSpPr/>
          <p:nvPr/>
        </p:nvSpPr>
        <p:spPr>
          <a:xfrm flipH="1" flipV="1">
            <a:off x="3623860" y="4741286"/>
            <a:ext cx="1432775" cy="627846"/>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769" name="5"/>
          <p:cNvSpPr/>
          <p:nvPr/>
        </p:nvSpPr>
        <p:spPr>
          <a:xfrm>
            <a:off x="4417219" y="2839789"/>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5</a:t>
            </a:r>
          </a:p>
        </p:txBody>
      </p:sp>
      <p:grpSp>
        <p:nvGrpSpPr>
          <p:cNvPr id="782" name="Group"/>
          <p:cNvGrpSpPr/>
          <p:nvPr/>
        </p:nvGrpSpPr>
        <p:grpSpPr>
          <a:xfrm>
            <a:off x="2006203" y="473273"/>
            <a:ext cx="4688086" cy="2312789"/>
            <a:chOff x="0" y="0"/>
            <a:chExt cx="6667500" cy="3289300"/>
          </a:xfrm>
        </p:grpSpPr>
        <p:sp>
          <p:nvSpPr>
            <p:cNvPr id="770" name="Rectangle"/>
            <p:cNvSpPr/>
            <p:nvPr/>
          </p:nvSpPr>
          <p:spPr>
            <a:xfrm>
              <a:off x="0" y="0"/>
              <a:ext cx="6667500" cy="3289300"/>
            </a:xfrm>
            <a:prstGeom prst="rect">
              <a:avLst/>
            </a:prstGeom>
            <a:noFill/>
            <a:ln w="63500" cap="flat">
              <a:solidFill>
                <a:srgbClr val="424242"/>
              </a:solidFill>
              <a:prstDash val="solid"/>
              <a:miter lim="400000"/>
            </a:ln>
            <a:effectLst/>
          </p:spPr>
          <p:txBody>
            <a:bodyPr wrap="square" lIns="35719" tIns="35719" rIns="35719" bIns="35719" numCol="1" anchor="ctr">
              <a:noAutofit/>
            </a:bodyPr>
            <a:lstStyle/>
            <a:p>
              <a:pPr algn="ctr" defTabSz="410751" eaLnBrk="1" fontAlgn="auto">
                <a:spcBef>
                  <a:spcPts val="0"/>
                </a:spcBef>
                <a:spcAft>
                  <a:spcPts val="0"/>
                </a:spcAft>
                <a:defRPr sz="4000">
                  <a:solidFill>
                    <a:srgbClr val="FFFFFF"/>
                  </a:solidFill>
                  <a:effectLst>
                    <a:outerShdw blurRad="38100" dist="12700" dir="5400000" rotWithShape="0">
                      <a:srgbClr val="000000">
                        <a:alpha val="50000"/>
                      </a:srgbClr>
                    </a:outerShdw>
                  </a:effectLst>
                </a:defRPr>
              </a:pPr>
              <a:endParaRPr sz="2812" kern="0">
                <a:solidFill>
                  <a:srgbClr val="FFFFFF"/>
                </a:solidFill>
                <a:effectLst>
                  <a:outerShdw blurRad="38100" dist="12700" dir="5400000" rotWithShape="0">
                    <a:srgbClr val="000000">
                      <a:alpha val="50000"/>
                    </a:srgbClr>
                  </a:outerShdw>
                </a:effectLst>
                <a:latin typeface="Gill Sans"/>
                <a:sym typeface="Gill Sans"/>
              </a:endParaRPr>
            </a:p>
          </p:txBody>
        </p:sp>
        <p:sp>
          <p:nvSpPr>
            <p:cNvPr id="771" name="dest."/>
            <p:cNvSpPr/>
            <p:nvPr/>
          </p:nvSpPr>
          <p:spPr>
            <a:xfrm>
              <a:off x="86999" y="101600"/>
              <a:ext cx="2026236"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dest.</a:t>
              </a:r>
            </a:p>
          </p:txBody>
        </p:sp>
        <p:sp>
          <p:nvSpPr>
            <p:cNvPr id="772" name="next hop"/>
            <p:cNvSpPr/>
            <p:nvPr/>
          </p:nvSpPr>
          <p:spPr>
            <a:xfrm>
              <a:off x="1704861" y="95250"/>
              <a:ext cx="1600201"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next hop</a:t>
              </a:r>
            </a:p>
          </p:txBody>
        </p:sp>
        <p:sp>
          <p:nvSpPr>
            <p:cNvPr id="773" name="Line"/>
            <p:cNvSpPr/>
            <p:nvPr/>
          </p:nvSpPr>
          <p:spPr>
            <a:xfrm flipV="1">
              <a:off x="126380" y="654854"/>
              <a:ext cx="6464234" cy="4392"/>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774" name="Line"/>
            <p:cNvSpPr/>
            <p:nvPr/>
          </p:nvSpPr>
          <p:spPr>
            <a:xfrm flipV="1">
              <a:off x="1059444" y="139699"/>
              <a:ext cx="2879" cy="3060702"/>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775" name="z"/>
            <p:cNvSpPr/>
            <p:nvPr/>
          </p:nvSpPr>
          <p:spPr>
            <a:xfrm>
              <a:off x="384692" y="628650"/>
              <a:ext cx="635001"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z</a:t>
              </a:r>
            </a:p>
          </p:txBody>
        </p:sp>
        <p:sp>
          <p:nvSpPr>
            <p:cNvPr id="776" name="w"/>
            <p:cNvSpPr/>
            <p:nvPr/>
          </p:nvSpPr>
          <p:spPr>
            <a:xfrm>
              <a:off x="317500" y="1117600"/>
              <a:ext cx="5080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w</a:t>
              </a:r>
            </a:p>
          </p:txBody>
        </p:sp>
        <p:sp>
          <p:nvSpPr>
            <p:cNvPr id="777" name="cost"/>
            <p:cNvSpPr/>
            <p:nvPr/>
          </p:nvSpPr>
          <p:spPr>
            <a:xfrm>
              <a:off x="4991100" y="101600"/>
              <a:ext cx="939800"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cost</a:t>
              </a:r>
            </a:p>
          </p:txBody>
        </p:sp>
        <p:sp>
          <p:nvSpPr>
            <p:cNvPr id="778" name="Line"/>
            <p:cNvSpPr/>
            <p:nvPr/>
          </p:nvSpPr>
          <p:spPr>
            <a:xfrm flipV="1">
              <a:off x="4279935" y="139683"/>
              <a:ext cx="2878" cy="3060718"/>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779" name="y"/>
            <p:cNvSpPr/>
            <p:nvPr/>
          </p:nvSpPr>
          <p:spPr>
            <a:xfrm>
              <a:off x="381000" y="16002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y</a:t>
              </a:r>
            </a:p>
          </p:txBody>
        </p:sp>
        <p:sp>
          <p:nvSpPr>
            <p:cNvPr id="780" name="v"/>
            <p:cNvSpPr/>
            <p:nvPr/>
          </p:nvSpPr>
          <p:spPr>
            <a:xfrm>
              <a:off x="381000" y="20955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781" name="x"/>
            <p:cNvSpPr/>
            <p:nvPr/>
          </p:nvSpPr>
          <p:spPr>
            <a:xfrm>
              <a:off x="381000" y="25654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grpSp>
      <p:sp>
        <p:nvSpPr>
          <p:cNvPr id="783" name="-"/>
          <p:cNvSpPr/>
          <p:nvPr/>
        </p:nvSpPr>
        <p:spPr>
          <a:xfrm>
            <a:off x="2917031" y="910828"/>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784" name="-"/>
          <p:cNvSpPr/>
          <p:nvPr/>
        </p:nvSpPr>
        <p:spPr>
          <a:xfrm>
            <a:off x="5176242" y="910828"/>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785" name="v"/>
          <p:cNvSpPr/>
          <p:nvPr/>
        </p:nvSpPr>
        <p:spPr>
          <a:xfrm>
            <a:off x="2908102" y="1937742"/>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786" name="2"/>
          <p:cNvSpPr/>
          <p:nvPr/>
        </p:nvSpPr>
        <p:spPr>
          <a:xfrm>
            <a:off x="5167313" y="1946672"/>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2</a:t>
            </a:r>
          </a:p>
        </p:txBody>
      </p:sp>
      <p:sp>
        <p:nvSpPr>
          <p:cNvPr id="787" name="x"/>
          <p:cNvSpPr/>
          <p:nvPr/>
        </p:nvSpPr>
        <p:spPr>
          <a:xfrm>
            <a:off x="2908102" y="2286000"/>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788" name="1"/>
          <p:cNvSpPr/>
          <p:nvPr/>
        </p:nvSpPr>
        <p:spPr>
          <a:xfrm>
            <a:off x="5167313" y="2286000"/>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1</a:t>
            </a:r>
          </a:p>
        </p:txBody>
      </p:sp>
      <p:sp>
        <p:nvSpPr>
          <p:cNvPr id="789" name="w"/>
          <p:cNvSpPr/>
          <p:nvPr/>
        </p:nvSpPr>
        <p:spPr>
          <a:xfrm>
            <a:off x="2917031" y="1268016"/>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w</a:t>
            </a:r>
          </a:p>
        </p:txBody>
      </p:sp>
      <p:sp>
        <p:nvSpPr>
          <p:cNvPr id="790" name="5"/>
          <p:cNvSpPr/>
          <p:nvPr/>
        </p:nvSpPr>
        <p:spPr>
          <a:xfrm>
            <a:off x="5176242" y="1268016"/>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5</a:t>
            </a:r>
          </a:p>
        </p:txBody>
      </p:sp>
      <p:sp>
        <p:nvSpPr>
          <p:cNvPr id="791" name="-"/>
          <p:cNvSpPr/>
          <p:nvPr/>
        </p:nvSpPr>
        <p:spPr>
          <a:xfrm>
            <a:off x="2925961" y="1598414"/>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792" name="-"/>
          <p:cNvSpPr/>
          <p:nvPr/>
        </p:nvSpPr>
        <p:spPr>
          <a:xfrm>
            <a:off x="5185172" y="1598414"/>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793" name="x"/>
          <p:cNvSpPr/>
          <p:nvPr/>
        </p:nvSpPr>
        <p:spPr>
          <a:xfrm>
            <a:off x="3354586" y="1276945"/>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pic>
        <p:nvPicPr>
          <p:cNvPr id="794" name="Line Line" descr="Line Line"/>
          <p:cNvPicPr>
            <a:picLocks/>
          </p:cNvPicPr>
          <p:nvPr/>
        </p:nvPicPr>
        <p:blipFill>
          <a:blip r:embed="rId2"/>
          <a:stretch>
            <a:fillRect/>
          </a:stretch>
        </p:blipFill>
        <p:spPr>
          <a:xfrm>
            <a:off x="2845594" y="1358318"/>
            <a:ext cx="438436" cy="365112"/>
          </a:xfrm>
          <a:prstGeom prst="rect">
            <a:avLst/>
          </a:prstGeom>
        </p:spPr>
      </p:pic>
      <p:sp>
        <p:nvSpPr>
          <p:cNvPr id="796" name="4"/>
          <p:cNvSpPr/>
          <p:nvPr/>
        </p:nvSpPr>
        <p:spPr>
          <a:xfrm>
            <a:off x="5578078" y="1268016"/>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4</a:t>
            </a:r>
          </a:p>
        </p:txBody>
      </p:sp>
      <p:pic>
        <p:nvPicPr>
          <p:cNvPr id="797" name="Line Line" descr="Line Line"/>
          <p:cNvPicPr>
            <a:picLocks/>
          </p:cNvPicPr>
          <p:nvPr/>
        </p:nvPicPr>
        <p:blipFill>
          <a:blip r:embed="rId2"/>
          <a:stretch>
            <a:fillRect/>
          </a:stretch>
        </p:blipFill>
        <p:spPr>
          <a:xfrm>
            <a:off x="5104805" y="1330523"/>
            <a:ext cx="438436" cy="365112"/>
          </a:xfrm>
          <a:prstGeom prst="rect">
            <a:avLst/>
          </a:prstGeom>
        </p:spPr>
      </p:pic>
      <p:sp>
        <p:nvSpPr>
          <p:cNvPr id="799" name="x"/>
          <p:cNvSpPr/>
          <p:nvPr/>
        </p:nvSpPr>
        <p:spPr>
          <a:xfrm>
            <a:off x="3345656" y="1616273"/>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800" name="2"/>
          <p:cNvSpPr/>
          <p:nvPr/>
        </p:nvSpPr>
        <p:spPr>
          <a:xfrm>
            <a:off x="5587008" y="1634133"/>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2</a:t>
            </a:r>
          </a:p>
        </p:txBody>
      </p:sp>
      <p:pic>
        <p:nvPicPr>
          <p:cNvPr id="801" name="Line Line" descr="Line Line"/>
          <p:cNvPicPr>
            <a:picLocks/>
          </p:cNvPicPr>
          <p:nvPr/>
        </p:nvPicPr>
        <p:blipFill>
          <a:blip r:embed="rId2"/>
          <a:stretch>
            <a:fillRect/>
          </a:stretch>
        </p:blipFill>
        <p:spPr>
          <a:xfrm>
            <a:off x="2863453" y="1678781"/>
            <a:ext cx="438436" cy="365112"/>
          </a:xfrm>
          <a:prstGeom prst="rect">
            <a:avLst/>
          </a:prstGeom>
        </p:spPr>
      </p:pic>
      <p:pic>
        <p:nvPicPr>
          <p:cNvPr id="803" name="Line Line" descr="Line Line"/>
          <p:cNvPicPr>
            <a:picLocks/>
          </p:cNvPicPr>
          <p:nvPr/>
        </p:nvPicPr>
        <p:blipFill>
          <a:blip r:embed="rId2"/>
          <a:stretch>
            <a:fillRect/>
          </a:stretch>
        </p:blipFill>
        <p:spPr>
          <a:xfrm>
            <a:off x="5078016" y="1651992"/>
            <a:ext cx="438436" cy="365112"/>
          </a:xfrm>
          <a:prstGeom prst="rect">
            <a:avLst/>
          </a:prstGeom>
        </p:spPr>
      </p:pic>
      <p:sp>
        <p:nvSpPr>
          <p:cNvPr id="805" name="*"/>
          <p:cNvSpPr/>
          <p:nvPr/>
        </p:nvSpPr>
        <p:spPr>
          <a:xfrm>
            <a:off x="2756297" y="4427720"/>
            <a:ext cx="348258" cy="85113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sz="7200">
                <a:solidFill>
                  <a:srgbClr val="942193"/>
                </a:solidFill>
                <a:latin typeface="+mn-lt"/>
                <a:ea typeface="+mn-ea"/>
                <a:cs typeface="+mn-cs"/>
                <a:sym typeface="Chalkboard SE Regular"/>
              </a:defRPr>
            </a:lvl1pPr>
          </a:lstStyle>
          <a:p>
            <a:pPr defTabSz="410751" eaLnBrk="1" fontAlgn="auto">
              <a:spcBef>
                <a:spcPts val="0"/>
              </a:spcBef>
              <a:spcAft>
                <a:spcPts val="0"/>
              </a:spcAft>
            </a:pPr>
            <a:r>
              <a:rPr sz="5062" kern="0">
                <a:latin typeface="Chalkboard SE Regular"/>
              </a:rPr>
              <a:t>*</a:t>
            </a:r>
          </a:p>
        </p:txBody>
      </p:sp>
    </p:spTree>
  </p:cSld>
  <p:clrMapOvr>
    <a:masterClrMapping/>
  </p:clrMapOvr>
  <p:transition spd="med"/>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7" name="Line"/>
          <p:cNvSpPr/>
          <p:nvPr/>
        </p:nvSpPr>
        <p:spPr>
          <a:xfrm flipH="1">
            <a:off x="3608734" y="3852091"/>
            <a:ext cx="1456957" cy="746700"/>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808" name="Line"/>
          <p:cNvSpPr/>
          <p:nvPr/>
        </p:nvSpPr>
        <p:spPr>
          <a:xfrm flipH="1">
            <a:off x="5199510" y="3948305"/>
            <a:ext cx="1" cy="1529367"/>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809" name="Line"/>
          <p:cNvSpPr/>
          <p:nvPr/>
        </p:nvSpPr>
        <p:spPr>
          <a:xfrm>
            <a:off x="7190704" y="3964781"/>
            <a:ext cx="1352911" cy="688733"/>
          </a:xfrm>
          <a:prstGeom prst="line">
            <a:avLst/>
          </a:prstGeom>
          <a:ln w="63500">
            <a:solidFill>
              <a:srgbClr val="D6D6D6"/>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810" name="Slide Number"/>
          <p:cNvSpPr txBox="1">
            <a:spLocks noGrp="1"/>
          </p:cNvSpPr>
          <p:nvPr>
            <p:ph type="sldNum" sz="quarter" idx="2"/>
          </p:nvPr>
        </p:nvSpPr>
        <p:spPr>
          <a:xfrm>
            <a:off x="9168508" y="4336283"/>
            <a:ext cx="266099" cy="297389"/>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p>
            <a:pPr defTabSz="410751" eaLnBrk="1" fontAlgn="auto">
              <a:spcBef>
                <a:spcPts val="0"/>
              </a:spcBef>
              <a:spcAft>
                <a:spcPts val="0"/>
              </a:spcAft>
            </a:pPr>
            <a:fld id="{86CB4B4D-7CA3-9044-876B-883B54F8677D}" type="slidenum">
              <a:rPr kern="0"/>
              <a:pPr defTabSz="410751" eaLnBrk="1" fontAlgn="auto">
                <a:spcBef>
                  <a:spcPts val="0"/>
                </a:spcBef>
                <a:spcAft>
                  <a:spcPts val="0"/>
                </a:spcAft>
              </a:pPr>
              <a:t>19</a:t>
            </a:fld>
            <a:endParaRPr kern="0"/>
          </a:p>
        </p:txBody>
      </p:sp>
      <p:sp>
        <p:nvSpPr>
          <p:cNvPr id="811" name="2"/>
          <p:cNvSpPr/>
          <p:nvPr/>
        </p:nvSpPr>
        <p:spPr>
          <a:xfrm>
            <a:off x="4086820" y="3826519"/>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812" name="1"/>
          <p:cNvSpPr/>
          <p:nvPr/>
        </p:nvSpPr>
        <p:spPr>
          <a:xfrm>
            <a:off x="4086820" y="5063281"/>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813" name="3"/>
          <p:cNvSpPr/>
          <p:nvPr/>
        </p:nvSpPr>
        <p:spPr>
          <a:xfrm>
            <a:off x="6042422" y="3313062"/>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3</a:t>
            </a:r>
          </a:p>
        </p:txBody>
      </p:sp>
      <p:sp>
        <p:nvSpPr>
          <p:cNvPr id="814" name="Line"/>
          <p:cNvSpPr/>
          <p:nvPr/>
        </p:nvSpPr>
        <p:spPr>
          <a:xfrm flipV="1">
            <a:off x="7206803" y="4801530"/>
            <a:ext cx="1302225" cy="66042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815" name="Line"/>
          <p:cNvSpPr/>
          <p:nvPr/>
        </p:nvSpPr>
        <p:spPr>
          <a:xfrm>
            <a:off x="3685218" y="4902399"/>
            <a:ext cx="1332177" cy="57565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816" name="z"/>
          <p:cNvSpPr/>
          <p:nvPr/>
        </p:nvSpPr>
        <p:spPr>
          <a:xfrm>
            <a:off x="8337352" y="4446985"/>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z</a:t>
            </a:r>
          </a:p>
        </p:txBody>
      </p:sp>
      <p:sp>
        <p:nvSpPr>
          <p:cNvPr id="817" name="2"/>
          <p:cNvSpPr/>
          <p:nvPr/>
        </p:nvSpPr>
        <p:spPr>
          <a:xfrm>
            <a:off x="5238750" y="4411414"/>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818" name="1"/>
          <p:cNvSpPr/>
          <p:nvPr/>
        </p:nvSpPr>
        <p:spPr>
          <a:xfrm>
            <a:off x="6042422" y="5509765"/>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819" name="Line"/>
          <p:cNvSpPr/>
          <p:nvPr/>
        </p:nvSpPr>
        <p:spPr>
          <a:xfrm flipH="1" flipV="1">
            <a:off x="5399483" y="3818817"/>
            <a:ext cx="1372658" cy="1078"/>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820" name="Line"/>
          <p:cNvSpPr/>
          <p:nvPr/>
        </p:nvSpPr>
        <p:spPr>
          <a:xfrm flipH="1" flipV="1">
            <a:off x="5417344" y="5534695"/>
            <a:ext cx="1372658" cy="1078"/>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821" name="Line"/>
          <p:cNvSpPr/>
          <p:nvPr/>
        </p:nvSpPr>
        <p:spPr>
          <a:xfrm flipH="1">
            <a:off x="6992909" y="4018359"/>
            <a:ext cx="1" cy="1529368"/>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822" name="v"/>
          <p:cNvSpPr/>
          <p:nvPr/>
        </p:nvSpPr>
        <p:spPr>
          <a:xfrm>
            <a:off x="4935141" y="3500438"/>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v</a:t>
            </a:r>
          </a:p>
        </p:txBody>
      </p:sp>
      <p:sp>
        <p:nvSpPr>
          <p:cNvPr id="823" name="y"/>
          <p:cNvSpPr/>
          <p:nvPr/>
        </p:nvSpPr>
        <p:spPr>
          <a:xfrm>
            <a:off x="6730008" y="5313164"/>
            <a:ext cx="535781" cy="535781"/>
          </a:xfrm>
          <a:prstGeom prst="roundRect">
            <a:avLst>
              <a:gd name="adj" fmla="val 25000"/>
            </a:avLst>
          </a:prstGeom>
          <a:solidFill>
            <a:srgbClr val="942193"/>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y</a:t>
            </a:r>
          </a:p>
        </p:txBody>
      </p:sp>
      <p:sp>
        <p:nvSpPr>
          <p:cNvPr id="824" name="Line"/>
          <p:cNvSpPr/>
          <p:nvPr/>
        </p:nvSpPr>
        <p:spPr>
          <a:xfrm flipH="1">
            <a:off x="5323267" y="3910569"/>
            <a:ext cx="1538172" cy="156748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825" name="x"/>
          <p:cNvSpPr/>
          <p:nvPr/>
        </p:nvSpPr>
        <p:spPr>
          <a:xfrm>
            <a:off x="4935141" y="5313164"/>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x</a:t>
            </a:r>
          </a:p>
        </p:txBody>
      </p:sp>
      <p:sp>
        <p:nvSpPr>
          <p:cNvPr id="826" name="3"/>
          <p:cNvSpPr/>
          <p:nvPr/>
        </p:nvSpPr>
        <p:spPr>
          <a:xfrm>
            <a:off x="6131719" y="4518570"/>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3</a:t>
            </a:r>
          </a:p>
        </p:txBody>
      </p:sp>
      <p:sp>
        <p:nvSpPr>
          <p:cNvPr id="827" name="5"/>
          <p:cNvSpPr/>
          <p:nvPr/>
        </p:nvSpPr>
        <p:spPr>
          <a:xfrm>
            <a:off x="7917656" y="3830984"/>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D6D6D6"/>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5</a:t>
            </a:r>
          </a:p>
        </p:txBody>
      </p:sp>
      <p:sp>
        <p:nvSpPr>
          <p:cNvPr id="828" name="1"/>
          <p:cNvSpPr/>
          <p:nvPr/>
        </p:nvSpPr>
        <p:spPr>
          <a:xfrm>
            <a:off x="7033617" y="4429273"/>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829" name="2"/>
          <p:cNvSpPr/>
          <p:nvPr/>
        </p:nvSpPr>
        <p:spPr>
          <a:xfrm>
            <a:off x="7855148" y="5063281"/>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830" name="Line"/>
          <p:cNvSpPr/>
          <p:nvPr/>
        </p:nvSpPr>
        <p:spPr>
          <a:xfrm>
            <a:off x="3448662" y="3011493"/>
            <a:ext cx="3461198" cy="1468191"/>
          </a:xfrm>
          <a:custGeom>
            <a:avLst/>
            <a:gdLst/>
            <a:ahLst/>
            <a:cxnLst>
              <a:cxn ang="0">
                <a:pos x="wd2" y="hd2"/>
              </a:cxn>
              <a:cxn ang="5400000">
                <a:pos x="wd2" y="hd2"/>
              </a:cxn>
              <a:cxn ang="10800000">
                <a:pos x="wd2" y="hd2"/>
              </a:cxn>
              <a:cxn ang="16200000">
                <a:pos x="wd2" y="hd2"/>
              </a:cxn>
            </a:cxnLst>
            <a:rect l="0" t="0" r="r" b="b"/>
            <a:pathLst>
              <a:path w="21600" h="19943" extrusionOk="0">
                <a:moveTo>
                  <a:pt x="0" y="19943"/>
                </a:moveTo>
                <a:cubicBezTo>
                  <a:pt x="0" y="19943"/>
                  <a:pt x="7486" y="1814"/>
                  <a:pt x="9555" y="265"/>
                </a:cubicBezTo>
                <a:cubicBezTo>
                  <a:pt x="12123" y="-1657"/>
                  <a:pt x="21600" y="7478"/>
                  <a:pt x="21600" y="7478"/>
                </a:cubicBezTo>
              </a:path>
            </a:pathLst>
          </a:custGeom>
          <a:ln w="63500">
            <a:solidFill>
              <a:srgbClr val="797979"/>
            </a:solidFill>
            <a:miter lim="400000"/>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831" name="u"/>
          <p:cNvSpPr/>
          <p:nvPr/>
        </p:nvSpPr>
        <p:spPr>
          <a:xfrm>
            <a:off x="3202781" y="4446985"/>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u</a:t>
            </a:r>
          </a:p>
        </p:txBody>
      </p:sp>
      <p:sp>
        <p:nvSpPr>
          <p:cNvPr id="832" name="w"/>
          <p:cNvSpPr/>
          <p:nvPr/>
        </p:nvSpPr>
        <p:spPr>
          <a:xfrm>
            <a:off x="6730008" y="3500438"/>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w</a:t>
            </a:r>
          </a:p>
        </p:txBody>
      </p:sp>
      <p:sp>
        <p:nvSpPr>
          <p:cNvPr id="833" name="Line"/>
          <p:cNvSpPr/>
          <p:nvPr/>
        </p:nvSpPr>
        <p:spPr>
          <a:xfrm flipH="1">
            <a:off x="3488531" y="3755499"/>
            <a:ext cx="1561061" cy="798417"/>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pic>
        <p:nvPicPr>
          <p:cNvPr id="834" name="Line Shape" descr="Line Shape"/>
          <p:cNvPicPr>
            <a:picLocks/>
          </p:cNvPicPr>
          <p:nvPr/>
        </p:nvPicPr>
        <p:blipFill>
          <a:blip r:embed="rId2"/>
          <a:stretch>
            <a:fillRect/>
          </a:stretch>
        </p:blipFill>
        <p:spPr>
          <a:xfrm>
            <a:off x="3415333" y="4933715"/>
            <a:ext cx="3424724" cy="840935"/>
          </a:xfrm>
          <a:prstGeom prst="rect">
            <a:avLst/>
          </a:prstGeom>
        </p:spPr>
      </p:pic>
      <p:sp>
        <p:nvSpPr>
          <p:cNvPr id="836" name="Line"/>
          <p:cNvSpPr/>
          <p:nvPr/>
        </p:nvSpPr>
        <p:spPr>
          <a:xfrm>
            <a:off x="3649266" y="4125516"/>
            <a:ext cx="3233679" cy="1370646"/>
          </a:xfrm>
          <a:custGeom>
            <a:avLst/>
            <a:gdLst/>
            <a:ahLst/>
            <a:cxnLst>
              <a:cxn ang="0">
                <a:pos x="wd2" y="hd2"/>
              </a:cxn>
              <a:cxn ang="5400000">
                <a:pos x="wd2" y="hd2"/>
              </a:cxn>
              <a:cxn ang="10800000">
                <a:pos x="wd2" y="hd2"/>
              </a:cxn>
              <a:cxn ang="16200000">
                <a:pos x="wd2" y="hd2"/>
              </a:cxn>
            </a:cxnLst>
            <a:rect l="0" t="0" r="r" b="b"/>
            <a:pathLst>
              <a:path w="21600" h="21583" extrusionOk="0">
                <a:moveTo>
                  <a:pt x="0" y="11671"/>
                </a:moveTo>
                <a:cubicBezTo>
                  <a:pt x="0" y="11671"/>
                  <a:pt x="7797" y="21600"/>
                  <a:pt x="11108" y="21583"/>
                </a:cubicBezTo>
                <a:cubicBezTo>
                  <a:pt x="14351" y="21565"/>
                  <a:pt x="21600" y="0"/>
                  <a:pt x="21600" y="0"/>
                </a:cubicBezTo>
              </a:path>
            </a:pathLst>
          </a:custGeom>
          <a:ln w="50800">
            <a:solidFill>
              <a:srgbClr val="942193"/>
            </a:solidFill>
            <a:miter lim="400000"/>
            <a:tailEnd type="stealth"/>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837" name="Line"/>
          <p:cNvSpPr/>
          <p:nvPr/>
        </p:nvSpPr>
        <p:spPr>
          <a:xfrm>
            <a:off x="3278747" y="4786313"/>
            <a:ext cx="5326496" cy="956569"/>
          </a:xfrm>
          <a:custGeom>
            <a:avLst/>
            <a:gdLst/>
            <a:ahLst/>
            <a:cxnLst>
              <a:cxn ang="0">
                <a:pos x="wd2" y="hd2"/>
              </a:cxn>
              <a:cxn ang="5400000">
                <a:pos x="wd2" y="hd2"/>
              </a:cxn>
              <a:cxn ang="10800000">
                <a:pos x="wd2" y="hd2"/>
              </a:cxn>
              <a:cxn ang="16200000">
                <a:pos x="wd2" y="hd2"/>
              </a:cxn>
            </a:cxnLst>
            <a:rect l="0" t="0" r="r" b="b"/>
            <a:pathLst>
              <a:path w="21600" h="21322" extrusionOk="0">
                <a:moveTo>
                  <a:pt x="0" y="4654"/>
                </a:moveTo>
                <a:cubicBezTo>
                  <a:pt x="0" y="4654"/>
                  <a:pt x="4612" y="17717"/>
                  <a:pt x="6898" y="21099"/>
                </a:cubicBezTo>
                <a:cubicBezTo>
                  <a:pt x="7237" y="21600"/>
                  <a:pt x="14495" y="21102"/>
                  <a:pt x="14754" y="21099"/>
                </a:cubicBezTo>
                <a:cubicBezTo>
                  <a:pt x="16723" y="21075"/>
                  <a:pt x="21600" y="0"/>
                  <a:pt x="21600" y="0"/>
                </a:cubicBezTo>
              </a:path>
            </a:pathLst>
          </a:custGeom>
          <a:ln w="50800">
            <a:solidFill>
              <a:srgbClr val="942193"/>
            </a:solidFill>
            <a:miter lim="400000"/>
            <a:tailEnd type="stealth"/>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838" name="Line"/>
          <p:cNvSpPr/>
          <p:nvPr/>
        </p:nvSpPr>
        <p:spPr>
          <a:xfrm>
            <a:off x="3568899" y="4071938"/>
            <a:ext cx="3518045" cy="1424224"/>
          </a:xfrm>
          <a:custGeom>
            <a:avLst/>
            <a:gdLst/>
            <a:ahLst/>
            <a:cxnLst>
              <a:cxn ang="0">
                <a:pos x="wd2" y="hd2"/>
              </a:cxn>
              <a:cxn ang="5400000">
                <a:pos x="wd2" y="hd2"/>
              </a:cxn>
              <a:cxn ang="10800000">
                <a:pos x="wd2" y="hd2"/>
              </a:cxn>
              <a:cxn ang="16200000">
                <a:pos x="wd2" y="hd2"/>
              </a:cxn>
            </a:cxnLst>
            <a:rect l="0" t="0" r="r" b="b"/>
            <a:pathLst>
              <a:path w="21600" h="21583" extrusionOk="0">
                <a:moveTo>
                  <a:pt x="0" y="12044"/>
                </a:moveTo>
                <a:cubicBezTo>
                  <a:pt x="0" y="12044"/>
                  <a:pt x="7167" y="21600"/>
                  <a:pt x="10210" y="21583"/>
                </a:cubicBezTo>
                <a:cubicBezTo>
                  <a:pt x="12010" y="21573"/>
                  <a:pt x="17137" y="21533"/>
                  <a:pt x="19821" y="21516"/>
                </a:cubicBezTo>
                <a:cubicBezTo>
                  <a:pt x="21580" y="21506"/>
                  <a:pt x="21600" y="0"/>
                  <a:pt x="21600" y="0"/>
                </a:cubicBezTo>
              </a:path>
            </a:pathLst>
          </a:custGeom>
          <a:ln w="50800">
            <a:solidFill>
              <a:srgbClr val="942193"/>
            </a:solidFill>
            <a:miter lim="400000"/>
            <a:tailEnd type="stealth"/>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839" name="Line"/>
          <p:cNvSpPr/>
          <p:nvPr/>
        </p:nvSpPr>
        <p:spPr>
          <a:xfrm flipH="1" flipV="1">
            <a:off x="3623860" y="4741286"/>
            <a:ext cx="1432775" cy="627846"/>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840" name="5"/>
          <p:cNvSpPr/>
          <p:nvPr/>
        </p:nvSpPr>
        <p:spPr>
          <a:xfrm>
            <a:off x="4417219" y="2839789"/>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5</a:t>
            </a:r>
          </a:p>
        </p:txBody>
      </p:sp>
      <p:grpSp>
        <p:nvGrpSpPr>
          <p:cNvPr id="853" name="Group"/>
          <p:cNvGrpSpPr/>
          <p:nvPr/>
        </p:nvGrpSpPr>
        <p:grpSpPr>
          <a:xfrm>
            <a:off x="2006203" y="473273"/>
            <a:ext cx="4688086" cy="2312789"/>
            <a:chOff x="0" y="0"/>
            <a:chExt cx="6667500" cy="3289300"/>
          </a:xfrm>
        </p:grpSpPr>
        <p:sp>
          <p:nvSpPr>
            <p:cNvPr id="841" name="Rectangle"/>
            <p:cNvSpPr/>
            <p:nvPr/>
          </p:nvSpPr>
          <p:spPr>
            <a:xfrm>
              <a:off x="0" y="0"/>
              <a:ext cx="6667500" cy="3289300"/>
            </a:xfrm>
            <a:prstGeom prst="rect">
              <a:avLst/>
            </a:prstGeom>
            <a:noFill/>
            <a:ln w="63500" cap="flat">
              <a:solidFill>
                <a:srgbClr val="424242"/>
              </a:solidFill>
              <a:prstDash val="solid"/>
              <a:miter lim="400000"/>
            </a:ln>
            <a:effectLst/>
          </p:spPr>
          <p:txBody>
            <a:bodyPr wrap="square" lIns="35719" tIns="35719" rIns="35719" bIns="35719" numCol="1" anchor="ctr">
              <a:noAutofit/>
            </a:bodyPr>
            <a:lstStyle/>
            <a:p>
              <a:pPr algn="ctr" defTabSz="410751" eaLnBrk="1" fontAlgn="auto">
                <a:spcBef>
                  <a:spcPts val="0"/>
                </a:spcBef>
                <a:spcAft>
                  <a:spcPts val="0"/>
                </a:spcAft>
                <a:defRPr sz="4000">
                  <a:solidFill>
                    <a:srgbClr val="FFFFFF"/>
                  </a:solidFill>
                  <a:effectLst>
                    <a:outerShdw blurRad="38100" dist="12700" dir="5400000" rotWithShape="0">
                      <a:srgbClr val="000000">
                        <a:alpha val="50000"/>
                      </a:srgbClr>
                    </a:outerShdw>
                  </a:effectLst>
                </a:defRPr>
              </a:pPr>
              <a:endParaRPr sz="2812" kern="0">
                <a:solidFill>
                  <a:srgbClr val="FFFFFF"/>
                </a:solidFill>
                <a:effectLst>
                  <a:outerShdw blurRad="38100" dist="12700" dir="5400000" rotWithShape="0">
                    <a:srgbClr val="000000">
                      <a:alpha val="50000"/>
                    </a:srgbClr>
                  </a:outerShdw>
                </a:effectLst>
                <a:latin typeface="Gill Sans"/>
                <a:sym typeface="Gill Sans"/>
              </a:endParaRPr>
            </a:p>
          </p:txBody>
        </p:sp>
        <p:sp>
          <p:nvSpPr>
            <p:cNvPr id="842" name="dest."/>
            <p:cNvSpPr/>
            <p:nvPr/>
          </p:nvSpPr>
          <p:spPr>
            <a:xfrm>
              <a:off x="86999" y="101600"/>
              <a:ext cx="2026236"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dest.</a:t>
              </a:r>
            </a:p>
          </p:txBody>
        </p:sp>
        <p:sp>
          <p:nvSpPr>
            <p:cNvPr id="843" name="next hop"/>
            <p:cNvSpPr/>
            <p:nvPr/>
          </p:nvSpPr>
          <p:spPr>
            <a:xfrm>
              <a:off x="1704861" y="95250"/>
              <a:ext cx="1600201"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next hop</a:t>
              </a:r>
            </a:p>
          </p:txBody>
        </p:sp>
        <p:sp>
          <p:nvSpPr>
            <p:cNvPr id="844" name="Line"/>
            <p:cNvSpPr/>
            <p:nvPr/>
          </p:nvSpPr>
          <p:spPr>
            <a:xfrm flipV="1">
              <a:off x="126380" y="654854"/>
              <a:ext cx="6464234" cy="4392"/>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845" name="Line"/>
            <p:cNvSpPr/>
            <p:nvPr/>
          </p:nvSpPr>
          <p:spPr>
            <a:xfrm flipV="1">
              <a:off x="1059444" y="139699"/>
              <a:ext cx="2879" cy="3060702"/>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846" name="z"/>
            <p:cNvSpPr/>
            <p:nvPr/>
          </p:nvSpPr>
          <p:spPr>
            <a:xfrm>
              <a:off x="384692" y="628650"/>
              <a:ext cx="635001"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z</a:t>
              </a:r>
            </a:p>
          </p:txBody>
        </p:sp>
        <p:sp>
          <p:nvSpPr>
            <p:cNvPr id="847" name="w"/>
            <p:cNvSpPr/>
            <p:nvPr/>
          </p:nvSpPr>
          <p:spPr>
            <a:xfrm>
              <a:off x="317500" y="1117600"/>
              <a:ext cx="5080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w</a:t>
              </a:r>
            </a:p>
          </p:txBody>
        </p:sp>
        <p:sp>
          <p:nvSpPr>
            <p:cNvPr id="848" name="cost"/>
            <p:cNvSpPr/>
            <p:nvPr/>
          </p:nvSpPr>
          <p:spPr>
            <a:xfrm>
              <a:off x="4991100" y="101600"/>
              <a:ext cx="939800"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cost</a:t>
              </a:r>
            </a:p>
          </p:txBody>
        </p:sp>
        <p:sp>
          <p:nvSpPr>
            <p:cNvPr id="849" name="Line"/>
            <p:cNvSpPr/>
            <p:nvPr/>
          </p:nvSpPr>
          <p:spPr>
            <a:xfrm flipV="1">
              <a:off x="4279935" y="139683"/>
              <a:ext cx="2878" cy="3060718"/>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850" name="y"/>
            <p:cNvSpPr/>
            <p:nvPr/>
          </p:nvSpPr>
          <p:spPr>
            <a:xfrm>
              <a:off x="381000" y="16002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y</a:t>
              </a:r>
            </a:p>
          </p:txBody>
        </p:sp>
        <p:sp>
          <p:nvSpPr>
            <p:cNvPr id="851" name="v"/>
            <p:cNvSpPr/>
            <p:nvPr/>
          </p:nvSpPr>
          <p:spPr>
            <a:xfrm>
              <a:off x="381000" y="20955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852" name="x"/>
            <p:cNvSpPr/>
            <p:nvPr/>
          </p:nvSpPr>
          <p:spPr>
            <a:xfrm>
              <a:off x="381000" y="25654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grpSp>
      <p:sp>
        <p:nvSpPr>
          <p:cNvPr id="854" name="-"/>
          <p:cNvSpPr/>
          <p:nvPr/>
        </p:nvSpPr>
        <p:spPr>
          <a:xfrm>
            <a:off x="2917031" y="910828"/>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855" name="-"/>
          <p:cNvSpPr/>
          <p:nvPr/>
        </p:nvSpPr>
        <p:spPr>
          <a:xfrm>
            <a:off x="5176242" y="910828"/>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856" name="v"/>
          <p:cNvSpPr/>
          <p:nvPr/>
        </p:nvSpPr>
        <p:spPr>
          <a:xfrm>
            <a:off x="2908102" y="1937742"/>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857" name="2"/>
          <p:cNvSpPr/>
          <p:nvPr/>
        </p:nvSpPr>
        <p:spPr>
          <a:xfrm>
            <a:off x="5167313" y="1946672"/>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2</a:t>
            </a:r>
          </a:p>
        </p:txBody>
      </p:sp>
      <p:sp>
        <p:nvSpPr>
          <p:cNvPr id="858" name="x"/>
          <p:cNvSpPr/>
          <p:nvPr/>
        </p:nvSpPr>
        <p:spPr>
          <a:xfrm>
            <a:off x="2908102" y="2286000"/>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859" name="1"/>
          <p:cNvSpPr/>
          <p:nvPr/>
        </p:nvSpPr>
        <p:spPr>
          <a:xfrm>
            <a:off x="5167313" y="2286000"/>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1</a:t>
            </a:r>
          </a:p>
        </p:txBody>
      </p:sp>
      <p:sp>
        <p:nvSpPr>
          <p:cNvPr id="860" name="w"/>
          <p:cNvSpPr/>
          <p:nvPr/>
        </p:nvSpPr>
        <p:spPr>
          <a:xfrm>
            <a:off x="2917031" y="1268016"/>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w</a:t>
            </a:r>
          </a:p>
        </p:txBody>
      </p:sp>
      <p:sp>
        <p:nvSpPr>
          <p:cNvPr id="861" name="5"/>
          <p:cNvSpPr/>
          <p:nvPr/>
        </p:nvSpPr>
        <p:spPr>
          <a:xfrm>
            <a:off x="5176242" y="1268016"/>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5</a:t>
            </a:r>
          </a:p>
        </p:txBody>
      </p:sp>
      <p:sp>
        <p:nvSpPr>
          <p:cNvPr id="862" name="-"/>
          <p:cNvSpPr/>
          <p:nvPr/>
        </p:nvSpPr>
        <p:spPr>
          <a:xfrm>
            <a:off x="2925961" y="1598414"/>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863" name="-"/>
          <p:cNvSpPr/>
          <p:nvPr/>
        </p:nvSpPr>
        <p:spPr>
          <a:xfrm>
            <a:off x="5185172" y="1598414"/>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864" name="x"/>
          <p:cNvSpPr/>
          <p:nvPr/>
        </p:nvSpPr>
        <p:spPr>
          <a:xfrm>
            <a:off x="3354586" y="1276945"/>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pic>
        <p:nvPicPr>
          <p:cNvPr id="865" name="Line Line" descr="Line Line"/>
          <p:cNvPicPr>
            <a:picLocks/>
          </p:cNvPicPr>
          <p:nvPr/>
        </p:nvPicPr>
        <p:blipFill>
          <a:blip r:embed="rId3"/>
          <a:stretch>
            <a:fillRect/>
          </a:stretch>
        </p:blipFill>
        <p:spPr>
          <a:xfrm>
            <a:off x="2845594" y="1358318"/>
            <a:ext cx="438436" cy="365112"/>
          </a:xfrm>
          <a:prstGeom prst="rect">
            <a:avLst/>
          </a:prstGeom>
        </p:spPr>
      </p:pic>
      <p:sp>
        <p:nvSpPr>
          <p:cNvPr id="867" name="4"/>
          <p:cNvSpPr/>
          <p:nvPr/>
        </p:nvSpPr>
        <p:spPr>
          <a:xfrm>
            <a:off x="5578078" y="1268016"/>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4</a:t>
            </a:r>
          </a:p>
        </p:txBody>
      </p:sp>
      <p:pic>
        <p:nvPicPr>
          <p:cNvPr id="868" name="Line Line" descr="Line Line"/>
          <p:cNvPicPr>
            <a:picLocks/>
          </p:cNvPicPr>
          <p:nvPr/>
        </p:nvPicPr>
        <p:blipFill>
          <a:blip r:embed="rId3"/>
          <a:stretch>
            <a:fillRect/>
          </a:stretch>
        </p:blipFill>
        <p:spPr>
          <a:xfrm>
            <a:off x="5104805" y="1330523"/>
            <a:ext cx="438436" cy="365112"/>
          </a:xfrm>
          <a:prstGeom prst="rect">
            <a:avLst/>
          </a:prstGeom>
        </p:spPr>
      </p:pic>
      <p:sp>
        <p:nvSpPr>
          <p:cNvPr id="870" name="x"/>
          <p:cNvSpPr/>
          <p:nvPr/>
        </p:nvSpPr>
        <p:spPr>
          <a:xfrm>
            <a:off x="3345656" y="1616273"/>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871" name="2"/>
          <p:cNvSpPr/>
          <p:nvPr/>
        </p:nvSpPr>
        <p:spPr>
          <a:xfrm>
            <a:off x="5587008" y="1634133"/>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2</a:t>
            </a:r>
          </a:p>
        </p:txBody>
      </p:sp>
      <p:sp>
        <p:nvSpPr>
          <p:cNvPr id="872" name="x"/>
          <p:cNvSpPr/>
          <p:nvPr/>
        </p:nvSpPr>
        <p:spPr>
          <a:xfrm>
            <a:off x="3345656" y="937617"/>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873" name="4"/>
          <p:cNvSpPr/>
          <p:nvPr/>
        </p:nvSpPr>
        <p:spPr>
          <a:xfrm>
            <a:off x="5587008" y="928687"/>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4</a:t>
            </a:r>
          </a:p>
        </p:txBody>
      </p:sp>
      <p:sp>
        <p:nvSpPr>
          <p:cNvPr id="874" name="3"/>
          <p:cNvSpPr/>
          <p:nvPr/>
        </p:nvSpPr>
        <p:spPr>
          <a:xfrm>
            <a:off x="5997773" y="1241226"/>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3</a:t>
            </a:r>
          </a:p>
        </p:txBody>
      </p:sp>
      <p:pic>
        <p:nvPicPr>
          <p:cNvPr id="875" name="Line Line" descr="Line Line"/>
          <p:cNvPicPr>
            <a:picLocks/>
          </p:cNvPicPr>
          <p:nvPr/>
        </p:nvPicPr>
        <p:blipFill>
          <a:blip r:embed="rId3"/>
          <a:stretch>
            <a:fillRect/>
          </a:stretch>
        </p:blipFill>
        <p:spPr>
          <a:xfrm>
            <a:off x="5524500" y="1349388"/>
            <a:ext cx="438436" cy="365112"/>
          </a:xfrm>
          <a:prstGeom prst="rect">
            <a:avLst/>
          </a:prstGeom>
        </p:spPr>
      </p:pic>
      <p:pic>
        <p:nvPicPr>
          <p:cNvPr id="877" name="Line Line" descr="Line Line"/>
          <p:cNvPicPr>
            <a:picLocks/>
          </p:cNvPicPr>
          <p:nvPr/>
        </p:nvPicPr>
        <p:blipFill>
          <a:blip r:embed="rId3"/>
          <a:stretch>
            <a:fillRect/>
          </a:stretch>
        </p:blipFill>
        <p:spPr>
          <a:xfrm>
            <a:off x="2863453" y="1678781"/>
            <a:ext cx="438436" cy="365112"/>
          </a:xfrm>
          <a:prstGeom prst="rect">
            <a:avLst/>
          </a:prstGeom>
        </p:spPr>
      </p:pic>
      <p:pic>
        <p:nvPicPr>
          <p:cNvPr id="879" name="Line Line" descr="Line Line"/>
          <p:cNvPicPr>
            <a:picLocks/>
          </p:cNvPicPr>
          <p:nvPr/>
        </p:nvPicPr>
        <p:blipFill>
          <a:blip r:embed="rId3"/>
          <a:stretch>
            <a:fillRect/>
          </a:stretch>
        </p:blipFill>
        <p:spPr>
          <a:xfrm>
            <a:off x="5078016" y="1651992"/>
            <a:ext cx="438436" cy="365112"/>
          </a:xfrm>
          <a:prstGeom prst="rect">
            <a:avLst/>
          </a:prstGeom>
        </p:spPr>
      </p:pic>
      <p:pic>
        <p:nvPicPr>
          <p:cNvPr id="881" name="Line Line" descr="Line Line"/>
          <p:cNvPicPr>
            <a:picLocks/>
          </p:cNvPicPr>
          <p:nvPr/>
        </p:nvPicPr>
        <p:blipFill>
          <a:blip r:embed="rId3"/>
          <a:stretch>
            <a:fillRect/>
          </a:stretch>
        </p:blipFill>
        <p:spPr>
          <a:xfrm>
            <a:off x="5051227" y="1026914"/>
            <a:ext cx="438436" cy="365112"/>
          </a:xfrm>
          <a:prstGeom prst="rect">
            <a:avLst/>
          </a:prstGeom>
        </p:spPr>
      </p:pic>
      <p:pic>
        <p:nvPicPr>
          <p:cNvPr id="883" name="Line Line" descr="Line Line"/>
          <p:cNvPicPr>
            <a:picLocks/>
          </p:cNvPicPr>
          <p:nvPr/>
        </p:nvPicPr>
        <p:blipFill>
          <a:blip r:embed="rId3"/>
          <a:stretch>
            <a:fillRect/>
          </a:stretch>
        </p:blipFill>
        <p:spPr>
          <a:xfrm>
            <a:off x="2809875" y="1018990"/>
            <a:ext cx="438436" cy="365112"/>
          </a:xfrm>
          <a:prstGeom prst="rect">
            <a:avLst/>
          </a:prstGeom>
        </p:spPr>
      </p:pic>
      <p:sp>
        <p:nvSpPr>
          <p:cNvPr id="885" name="*"/>
          <p:cNvSpPr/>
          <p:nvPr/>
        </p:nvSpPr>
        <p:spPr>
          <a:xfrm>
            <a:off x="2756297" y="4427720"/>
            <a:ext cx="348258" cy="85113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sz="7200">
                <a:solidFill>
                  <a:srgbClr val="942193"/>
                </a:solidFill>
                <a:latin typeface="+mn-lt"/>
                <a:ea typeface="+mn-ea"/>
                <a:cs typeface="+mn-cs"/>
                <a:sym typeface="Chalkboard SE Regular"/>
              </a:defRPr>
            </a:lvl1pPr>
          </a:lstStyle>
          <a:p>
            <a:pPr defTabSz="410751" eaLnBrk="1" fontAlgn="auto">
              <a:spcBef>
                <a:spcPts val="0"/>
              </a:spcBef>
              <a:spcAft>
                <a:spcPts val="0"/>
              </a:spcAft>
            </a:pPr>
            <a:r>
              <a:rPr sz="5062" kern="0">
                <a:latin typeface="Chalkboard SE Regular"/>
              </a:rPr>
              <a:t>*</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iterate>
                                    <p:tmAbs val="0"/>
                                  </p:iterate>
                                  <p:childTnLst>
                                    <p:set>
                                      <p:cBhvr>
                                        <p:cTn id="6" fill="hold"/>
                                        <p:tgtEl>
                                          <p:spTgt spid="837"/>
                                        </p:tgtEl>
                                        <p:attrNameLst>
                                          <p:attrName>style.visibility</p:attrName>
                                        </p:attrNameLst>
                                      </p:cBhvr>
                                      <p:to>
                                        <p:strVal val="visible"/>
                                      </p:to>
                                    </p:set>
                                    <p:animEffect transition="in" filter="wipe(left)">
                                      <p:cBhvr>
                                        <p:cTn id="7" dur="1000"/>
                                        <p:tgtEl>
                                          <p:spTgt spid="83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iterate>
                                    <p:tmAbs val="0"/>
                                  </p:iterate>
                                  <p:childTnLst>
                                    <p:set>
                                      <p:cBhvr>
                                        <p:cTn id="11" fill="hold"/>
                                        <p:tgtEl>
                                          <p:spTgt spid="883"/>
                                        </p:tgtEl>
                                        <p:attrNameLst>
                                          <p:attrName>style.visibility</p:attrName>
                                        </p:attrNameLst>
                                      </p:cBhvr>
                                      <p:to>
                                        <p:strVal val="visible"/>
                                      </p:to>
                                    </p:set>
                                    <p:animEffect transition="in" filter="wipe(left)">
                                      <p:cBhvr>
                                        <p:cTn id="12" dur="1000"/>
                                        <p:tgtEl>
                                          <p:spTgt spid="883"/>
                                        </p:tgtEl>
                                      </p:cBhvr>
                                    </p:animEffect>
                                  </p:childTnLst>
                                </p:cTn>
                              </p:par>
                            </p:childTnLst>
                          </p:cTn>
                        </p:par>
                        <p:par>
                          <p:cTn id="13" fill="hold">
                            <p:stCondLst>
                              <p:cond delay="1000"/>
                            </p:stCondLst>
                            <p:childTnLst>
                              <p:par>
                                <p:cTn id="14" presetID="1" presetClass="entr" presetSubtype="0" fill="hold" grpId="0" nodeType="afterEffect">
                                  <p:stCondLst>
                                    <p:cond delay="0"/>
                                  </p:stCondLst>
                                  <p:iterate>
                                    <p:tmAbs val="0"/>
                                  </p:iterate>
                                  <p:childTnLst>
                                    <p:set>
                                      <p:cBhvr>
                                        <p:cTn id="15" fill="hold"/>
                                        <p:tgtEl>
                                          <p:spTgt spid="872"/>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iterate>
                                    <p:tmAbs val="0"/>
                                  </p:iterate>
                                  <p:childTnLst>
                                    <p:set>
                                      <p:cBhvr>
                                        <p:cTn id="19" fill="hold"/>
                                        <p:tgtEl>
                                          <p:spTgt spid="881"/>
                                        </p:tgtEl>
                                        <p:attrNameLst>
                                          <p:attrName>style.visibility</p:attrName>
                                        </p:attrNameLst>
                                      </p:cBhvr>
                                      <p:to>
                                        <p:strVal val="visible"/>
                                      </p:to>
                                    </p:set>
                                    <p:animEffect transition="in" filter="wipe(left)">
                                      <p:cBhvr>
                                        <p:cTn id="20" dur="1000"/>
                                        <p:tgtEl>
                                          <p:spTgt spid="881"/>
                                        </p:tgtEl>
                                      </p:cBhvr>
                                    </p:animEffect>
                                  </p:childTnLst>
                                </p:cTn>
                              </p:par>
                            </p:childTnLst>
                          </p:cTn>
                        </p:par>
                        <p:par>
                          <p:cTn id="21" fill="hold">
                            <p:stCondLst>
                              <p:cond delay="1000"/>
                            </p:stCondLst>
                            <p:childTnLst>
                              <p:par>
                                <p:cTn id="22" presetID="1" presetClass="entr" presetSubtype="0" fill="hold" grpId="0" nodeType="afterEffect">
                                  <p:stCondLst>
                                    <p:cond delay="0"/>
                                  </p:stCondLst>
                                  <p:iterate>
                                    <p:tmAbs val="0"/>
                                  </p:iterate>
                                  <p:childTnLst>
                                    <p:set>
                                      <p:cBhvr>
                                        <p:cTn id="23" fill="hold"/>
                                        <p:tgtEl>
                                          <p:spTgt spid="873"/>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0" presetClass="exit" fill="hold" grpId="0" nodeType="clickEffect">
                                  <p:stCondLst>
                                    <p:cond delay="0"/>
                                  </p:stCondLst>
                                  <p:iterate>
                                    <p:tmAbs val="0"/>
                                  </p:iterate>
                                  <p:childTnLst>
                                    <p:animEffect transition="out" filter="fade">
                                      <p:cBhvr>
                                        <p:cTn id="27" dur="2000" fill="hold"/>
                                        <p:tgtEl>
                                          <p:spTgt spid="836"/>
                                        </p:tgtEl>
                                      </p:cBhvr>
                                    </p:animEffect>
                                    <p:set>
                                      <p:cBhvr>
                                        <p:cTn id="28" fill="hold">
                                          <p:stCondLst>
                                            <p:cond delay="1999"/>
                                          </p:stCondLst>
                                        </p:cTn>
                                        <p:tgtEl>
                                          <p:spTgt spid="836"/>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iterate>
                                    <p:tmAbs val="0"/>
                                  </p:iterate>
                                  <p:childTnLst>
                                    <p:set>
                                      <p:cBhvr>
                                        <p:cTn id="32" fill="hold"/>
                                        <p:tgtEl>
                                          <p:spTgt spid="838"/>
                                        </p:tgtEl>
                                        <p:attrNameLst>
                                          <p:attrName>style.visibility</p:attrName>
                                        </p:attrNameLst>
                                      </p:cBhvr>
                                      <p:to>
                                        <p:strVal val="visible"/>
                                      </p:to>
                                    </p:set>
                                    <p:animEffect transition="in" filter="wipe(left)">
                                      <p:cBhvr>
                                        <p:cTn id="33" dur="1000"/>
                                        <p:tgtEl>
                                          <p:spTgt spid="83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iterate>
                                    <p:tmAbs val="0"/>
                                  </p:iterate>
                                  <p:childTnLst>
                                    <p:set>
                                      <p:cBhvr>
                                        <p:cTn id="37" fill="hold"/>
                                        <p:tgtEl>
                                          <p:spTgt spid="875"/>
                                        </p:tgtEl>
                                        <p:attrNameLst>
                                          <p:attrName>style.visibility</p:attrName>
                                        </p:attrNameLst>
                                      </p:cBhvr>
                                      <p:to>
                                        <p:strVal val="visible"/>
                                      </p:to>
                                    </p:set>
                                    <p:animEffect transition="in" filter="wipe(left)">
                                      <p:cBhvr>
                                        <p:cTn id="38" dur="1000"/>
                                        <p:tgtEl>
                                          <p:spTgt spid="875"/>
                                        </p:tgtEl>
                                      </p:cBhvr>
                                    </p:animEffect>
                                  </p:childTnLst>
                                </p:cTn>
                              </p:par>
                            </p:childTnLst>
                          </p:cTn>
                        </p:par>
                        <p:par>
                          <p:cTn id="39" fill="hold">
                            <p:stCondLst>
                              <p:cond delay="1000"/>
                            </p:stCondLst>
                            <p:childTnLst>
                              <p:par>
                                <p:cTn id="40" presetID="1" presetClass="entr" presetSubtype="0" fill="hold" grpId="0" nodeType="afterEffect">
                                  <p:stCondLst>
                                    <p:cond delay="0"/>
                                  </p:stCondLst>
                                  <p:iterate>
                                    <p:tmAbs val="0"/>
                                  </p:iterate>
                                  <p:childTnLst>
                                    <p:set>
                                      <p:cBhvr>
                                        <p:cTn id="41" fill="hold"/>
                                        <p:tgtEl>
                                          <p:spTgt spid="87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6" grpId="0" animBg="1" advAuto="0"/>
      <p:bldP spid="837" grpId="0" animBg="1" advAuto="0"/>
      <p:bldP spid="838" grpId="0" animBg="1" advAuto="0"/>
      <p:bldP spid="872" grpId="0" animBg="1" advAuto="0"/>
      <p:bldP spid="873" grpId="0" animBg="1" advAuto="0"/>
      <p:bldP spid="874" grpId="0" animBg="1" advAuto="0"/>
      <p:bldP spid="875" grpId="0" animBg="1" advAuto="0"/>
      <p:bldP spid="881" grpId="0" animBg="1" advAuto="0"/>
      <p:bldP spid="883" grpId="0" animBg="1" advAuto="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7" name="Line"/>
          <p:cNvSpPr/>
          <p:nvPr/>
        </p:nvSpPr>
        <p:spPr>
          <a:xfrm>
            <a:off x="3685218" y="4902399"/>
            <a:ext cx="1332177" cy="57565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888" name="Line"/>
          <p:cNvSpPr/>
          <p:nvPr/>
        </p:nvSpPr>
        <p:spPr>
          <a:xfrm flipH="1">
            <a:off x="3608734" y="3852091"/>
            <a:ext cx="1456957" cy="746700"/>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889" name="Line"/>
          <p:cNvSpPr/>
          <p:nvPr/>
        </p:nvSpPr>
        <p:spPr>
          <a:xfrm flipH="1">
            <a:off x="5199510" y="3948305"/>
            <a:ext cx="1" cy="1529367"/>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890" name="Line"/>
          <p:cNvSpPr/>
          <p:nvPr/>
        </p:nvSpPr>
        <p:spPr>
          <a:xfrm>
            <a:off x="7190704" y="3964781"/>
            <a:ext cx="1352911" cy="688733"/>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891" name="Slide Number"/>
          <p:cNvSpPr txBox="1">
            <a:spLocks noGrp="1"/>
          </p:cNvSpPr>
          <p:nvPr>
            <p:ph type="sldNum" sz="quarter" idx="2"/>
          </p:nvPr>
        </p:nvSpPr>
        <p:spPr>
          <a:xfrm>
            <a:off x="9168508" y="4336283"/>
            <a:ext cx="266099" cy="297389"/>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p>
            <a:pPr defTabSz="410751" eaLnBrk="1" fontAlgn="auto">
              <a:spcBef>
                <a:spcPts val="0"/>
              </a:spcBef>
              <a:spcAft>
                <a:spcPts val="0"/>
              </a:spcAft>
            </a:pPr>
            <a:fld id="{86CB4B4D-7CA3-9044-876B-883B54F8677D}" type="slidenum">
              <a:rPr kern="0"/>
              <a:pPr defTabSz="410751" eaLnBrk="1" fontAlgn="auto">
                <a:spcBef>
                  <a:spcPts val="0"/>
                </a:spcBef>
                <a:spcAft>
                  <a:spcPts val="0"/>
                </a:spcAft>
              </a:pPr>
              <a:t>20</a:t>
            </a:fld>
            <a:endParaRPr kern="0"/>
          </a:p>
        </p:txBody>
      </p:sp>
      <p:sp>
        <p:nvSpPr>
          <p:cNvPr id="892" name="2"/>
          <p:cNvSpPr/>
          <p:nvPr/>
        </p:nvSpPr>
        <p:spPr>
          <a:xfrm>
            <a:off x="4086820" y="3826519"/>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893" name="1"/>
          <p:cNvSpPr/>
          <p:nvPr/>
        </p:nvSpPr>
        <p:spPr>
          <a:xfrm>
            <a:off x="4086820" y="5063281"/>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894" name="3"/>
          <p:cNvSpPr/>
          <p:nvPr/>
        </p:nvSpPr>
        <p:spPr>
          <a:xfrm>
            <a:off x="6042422" y="3313062"/>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3</a:t>
            </a:r>
          </a:p>
        </p:txBody>
      </p:sp>
      <p:sp>
        <p:nvSpPr>
          <p:cNvPr id="895" name="Line"/>
          <p:cNvSpPr/>
          <p:nvPr/>
        </p:nvSpPr>
        <p:spPr>
          <a:xfrm flipV="1">
            <a:off x="7206803" y="4801530"/>
            <a:ext cx="1302225" cy="66042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896" name="z"/>
          <p:cNvSpPr/>
          <p:nvPr/>
        </p:nvSpPr>
        <p:spPr>
          <a:xfrm>
            <a:off x="8337352" y="4446985"/>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z</a:t>
            </a:r>
          </a:p>
        </p:txBody>
      </p:sp>
      <p:sp>
        <p:nvSpPr>
          <p:cNvPr id="897" name="2"/>
          <p:cNvSpPr/>
          <p:nvPr/>
        </p:nvSpPr>
        <p:spPr>
          <a:xfrm>
            <a:off x="5238750" y="4411414"/>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898" name="1"/>
          <p:cNvSpPr/>
          <p:nvPr/>
        </p:nvSpPr>
        <p:spPr>
          <a:xfrm>
            <a:off x="6042422" y="5509765"/>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899" name="Line"/>
          <p:cNvSpPr/>
          <p:nvPr/>
        </p:nvSpPr>
        <p:spPr>
          <a:xfrm flipH="1" flipV="1">
            <a:off x="5399483" y="3818817"/>
            <a:ext cx="1372658" cy="1078"/>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900" name="Line"/>
          <p:cNvSpPr/>
          <p:nvPr/>
        </p:nvSpPr>
        <p:spPr>
          <a:xfrm flipH="1" flipV="1">
            <a:off x="5417344" y="5534695"/>
            <a:ext cx="1372658" cy="1078"/>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901" name="Line"/>
          <p:cNvSpPr/>
          <p:nvPr/>
        </p:nvSpPr>
        <p:spPr>
          <a:xfrm flipH="1">
            <a:off x="6992909" y="4018359"/>
            <a:ext cx="1" cy="1529368"/>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902" name="v"/>
          <p:cNvSpPr/>
          <p:nvPr/>
        </p:nvSpPr>
        <p:spPr>
          <a:xfrm>
            <a:off x="4935141" y="3500438"/>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v</a:t>
            </a:r>
          </a:p>
        </p:txBody>
      </p:sp>
      <p:sp>
        <p:nvSpPr>
          <p:cNvPr id="903" name="y"/>
          <p:cNvSpPr/>
          <p:nvPr/>
        </p:nvSpPr>
        <p:spPr>
          <a:xfrm>
            <a:off x="6730008" y="5313164"/>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y</a:t>
            </a:r>
          </a:p>
        </p:txBody>
      </p:sp>
      <p:sp>
        <p:nvSpPr>
          <p:cNvPr id="904" name="Line"/>
          <p:cNvSpPr/>
          <p:nvPr/>
        </p:nvSpPr>
        <p:spPr>
          <a:xfrm flipH="1">
            <a:off x="5323267" y="3910569"/>
            <a:ext cx="1538172" cy="156748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905" name="x"/>
          <p:cNvSpPr/>
          <p:nvPr/>
        </p:nvSpPr>
        <p:spPr>
          <a:xfrm>
            <a:off x="4935141" y="5313164"/>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x</a:t>
            </a:r>
          </a:p>
        </p:txBody>
      </p:sp>
      <p:sp>
        <p:nvSpPr>
          <p:cNvPr id="906" name="3"/>
          <p:cNvSpPr/>
          <p:nvPr/>
        </p:nvSpPr>
        <p:spPr>
          <a:xfrm>
            <a:off x="6131719" y="4518570"/>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3</a:t>
            </a:r>
          </a:p>
        </p:txBody>
      </p:sp>
      <p:sp>
        <p:nvSpPr>
          <p:cNvPr id="907" name="5"/>
          <p:cNvSpPr/>
          <p:nvPr/>
        </p:nvSpPr>
        <p:spPr>
          <a:xfrm>
            <a:off x="7917656" y="3830984"/>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5</a:t>
            </a:r>
          </a:p>
        </p:txBody>
      </p:sp>
      <p:sp>
        <p:nvSpPr>
          <p:cNvPr id="908" name="1"/>
          <p:cNvSpPr/>
          <p:nvPr/>
        </p:nvSpPr>
        <p:spPr>
          <a:xfrm>
            <a:off x="7033617" y="4429273"/>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909" name="2"/>
          <p:cNvSpPr/>
          <p:nvPr/>
        </p:nvSpPr>
        <p:spPr>
          <a:xfrm>
            <a:off x="7855148" y="5063281"/>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910" name="Line"/>
          <p:cNvSpPr/>
          <p:nvPr/>
        </p:nvSpPr>
        <p:spPr>
          <a:xfrm>
            <a:off x="3448662" y="3011493"/>
            <a:ext cx="3461198" cy="1468191"/>
          </a:xfrm>
          <a:custGeom>
            <a:avLst/>
            <a:gdLst/>
            <a:ahLst/>
            <a:cxnLst>
              <a:cxn ang="0">
                <a:pos x="wd2" y="hd2"/>
              </a:cxn>
              <a:cxn ang="5400000">
                <a:pos x="wd2" y="hd2"/>
              </a:cxn>
              <a:cxn ang="10800000">
                <a:pos x="wd2" y="hd2"/>
              </a:cxn>
              <a:cxn ang="16200000">
                <a:pos x="wd2" y="hd2"/>
              </a:cxn>
            </a:cxnLst>
            <a:rect l="0" t="0" r="r" b="b"/>
            <a:pathLst>
              <a:path w="21600" h="19943" extrusionOk="0">
                <a:moveTo>
                  <a:pt x="0" y="19943"/>
                </a:moveTo>
                <a:cubicBezTo>
                  <a:pt x="0" y="19943"/>
                  <a:pt x="7486" y="1814"/>
                  <a:pt x="9555" y="265"/>
                </a:cubicBezTo>
                <a:cubicBezTo>
                  <a:pt x="12123" y="-1657"/>
                  <a:pt x="21600" y="7478"/>
                  <a:pt x="21600" y="7478"/>
                </a:cubicBezTo>
              </a:path>
            </a:pathLst>
          </a:custGeom>
          <a:ln w="63500">
            <a:solidFill>
              <a:srgbClr val="797979"/>
            </a:solidFill>
            <a:miter lim="400000"/>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911" name="u"/>
          <p:cNvSpPr/>
          <p:nvPr/>
        </p:nvSpPr>
        <p:spPr>
          <a:xfrm>
            <a:off x="3202781" y="4446985"/>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u</a:t>
            </a:r>
          </a:p>
        </p:txBody>
      </p:sp>
      <p:sp>
        <p:nvSpPr>
          <p:cNvPr id="912" name="w"/>
          <p:cNvSpPr/>
          <p:nvPr/>
        </p:nvSpPr>
        <p:spPr>
          <a:xfrm>
            <a:off x="6730008" y="3500438"/>
            <a:ext cx="535781" cy="535781"/>
          </a:xfrm>
          <a:prstGeom prst="roundRect">
            <a:avLst>
              <a:gd name="adj" fmla="val 25000"/>
            </a:avLst>
          </a:prstGeom>
          <a:solidFill>
            <a:srgbClr val="942193"/>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w</a:t>
            </a:r>
          </a:p>
        </p:txBody>
      </p:sp>
      <p:sp>
        <p:nvSpPr>
          <p:cNvPr id="913" name="Line"/>
          <p:cNvSpPr/>
          <p:nvPr/>
        </p:nvSpPr>
        <p:spPr>
          <a:xfrm flipH="1">
            <a:off x="3488531" y="3755499"/>
            <a:ext cx="1561061" cy="798417"/>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914" name="Line"/>
          <p:cNvSpPr/>
          <p:nvPr/>
        </p:nvSpPr>
        <p:spPr>
          <a:xfrm>
            <a:off x="3451052" y="4969433"/>
            <a:ext cx="3353286" cy="629483"/>
          </a:xfrm>
          <a:custGeom>
            <a:avLst/>
            <a:gdLst/>
            <a:ahLst/>
            <a:cxnLst>
              <a:cxn ang="0">
                <a:pos x="wd2" y="hd2"/>
              </a:cxn>
              <a:cxn ang="5400000">
                <a:pos x="wd2" y="hd2"/>
              </a:cxn>
              <a:cxn ang="10800000">
                <a:pos x="wd2" y="hd2"/>
              </a:cxn>
              <a:cxn ang="16200000">
                <a:pos x="wd2" y="hd2"/>
              </a:cxn>
            </a:cxnLst>
            <a:rect l="0" t="0" r="r" b="b"/>
            <a:pathLst>
              <a:path w="21600" h="21562" extrusionOk="0">
                <a:moveTo>
                  <a:pt x="0" y="0"/>
                </a:moveTo>
                <a:cubicBezTo>
                  <a:pt x="0" y="0"/>
                  <a:pt x="7519" y="21600"/>
                  <a:pt x="10712" y="21562"/>
                </a:cubicBezTo>
                <a:cubicBezTo>
                  <a:pt x="13839" y="21525"/>
                  <a:pt x="21600" y="21562"/>
                  <a:pt x="21600" y="21562"/>
                </a:cubicBezTo>
              </a:path>
            </a:pathLst>
          </a:custGeom>
          <a:ln w="50800">
            <a:solidFill>
              <a:srgbClr val="942193"/>
            </a:solidFill>
            <a:miter lim="400000"/>
            <a:tailEnd type="stealth"/>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915" name="Line"/>
          <p:cNvSpPr/>
          <p:nvPr/>
        </p:nvSpPr>
        <p:spPr>
          <a:xfrm>
            <a:off x="3568899" y="4080868"/>
            <a:ext cx="3518045" cy="1424224"/>
          </a:xfrm>
          <a:custGeom>
            <a:avLst/>
            <a:gdLst/>
            <a:ahLst/>
            <a:cxnLst>
              <a:cxn ang="0">
                <a:pos x="wd2" y="hd2"/>
              </a:cxn>
              <a:cxn ang="5400000">
                <a:pos x="wd2" y="hd2"/>
              </a:cxn>
              <a:cxn ang="10800000">
                <a:pos x="wd2" y="hd2"/>
              </a:cxn>
              <a:cxn ang="16200000">
                <a:pos x="wd2" y="hd2"/>
              </a:cxn>
            </a:cxnLst>
            <a:rect l="0" t="0" r="r" b="b"/>
            <a:pathLst>
              <a:path w="21600" h="21583" extrusionOk="0">
                <a:moveTo>
                  <a:pt x="0" y="12044"/>
                </a:moveTo>
                <a:cubicBezTo>
                  <a:pt x="0" y="12044"/>
                  <a:pt x="7167" y="21600"/>
                  <a:pt x="10210" y="21583"/>
                </a:cubicBezTo>
                <a:cubicBezTo>
                  <a:pt x="12010" y="21573"/>
                  <a:pt x="17137" y="21533"/>
                  <a:pt x="19821" y="21516"/>
                </a:cubicBezTo>
                <a:cubicBezTo>
                  <a:pt x="21580" y="21506"/>
                  <a:pt x="21600" y="0"/>
                  <a:pt x="21600" y="0"/>
                </a:cubicBezTo>
              </a:path>
            </a:pathLst>
          </a:custGeom>
          <a:ln w="50800">
            <a:solidFill>
              <a:srgbClr val="942193"/>
            </a:solidFill>
            <a:miter lim="400000"/>
            <a:tailEnd type="stealth"/>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916" name="Line"/>
          <p:cNvSpPr/>
          <p:nvPr/>
        </p:nvSpPr>
        <p:spPr>
          <a:xfrm flipH="1" flipV="1">
            <a:off x="3623860" y="4741286"/>
            <a:ext cx="1432775" cy="627846"/>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917" name="Line"/>
          <p:cNvSpPr/>
          <p:nvPr/>
        </p:nvSpPr>
        <p:spPr>
          <a:xfrm>
            <a:off x="3278747" y="4786313"/>
            <a:ext cx="5326496" cy="956569"/>
          </a:xfrm>
          <a:custGeom>
            <a:avLst/>
            <a:gdLst/>
            <a:ahLst/>
            <a:cxnLst>
              <a:cxn ang="0">
                <a:pos x="wd2" y="hd2"/>
              </a:cxn>
              <a:cxn ang="5400000">
                <a:pos x="wd2" y="hd2"/>
              </a:cxn>
              <a:cxn ang="10800000">
                <a:pos x="wd2" y="hd2"/>
              </a:cxn>
              <a:cxn ang="16200000">
                <a:pos x="wd2" y="hd2"/>
              </a:cxn>
            </a:cxnLst>
            <a:rect l="0" t="0" r="r" b="b"/>
            <a:pathLst>
              <a:path w="21600" h="21322" extrusionOk="0">
                <a:moveTo>
                  <a:pt x="0" y="4654"/>
                </a:moveTo>
                <a:cubicBezTo>
                  <a:pt x="0" y="4654"/>
                  <a:pt x="4612" y="17717"/>
                  <a:pt x="6898" y="21099"/>
                </a:cubicBezTo>
                <a:cubicBezTo>
                  <a:pt x="7237" y="21600"/>
                  <a:pt x="14495" y="21102"/>
                  <a:pt x="14754" y="21099"/>
                </a:cubicBezTo>
                <a:cubicBezTo>
                  <a:pt x="16723" y="21075"/>
                  <a:pt x="21600" y="0"/>
                  <a:pt x="21600" y="0"/>
                </a:cubicBezTo>
              </a:path>
            </a:pathLst>
          </a:custGeom>
          <a:ln w="50800">
            <a:solidFill>
              <a:srgbClr val="942193"/>
            </a:solidFill>
            <a:miter lim="400000"/>
            <a:tailEnd type="stealth"/>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918" name="5"/>
          <p:cNvSpPr/>
          <p:nvPr/>
        </p:nvSpPr>
        <p:spPr>
          <a:xfrm>
            <a:off x="4417219" y="2839789"/>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5</a:t>
            </a:r>
          </a:p>
        </p:txBody>
      </p:sp>
      <p:grpSp>
        <p:nvGrpSpPr>
          <p:cNvPr id="931" name="Group"/>
          <p:cNvGrpSpPr/>
          <p:nvPr/>
        </p:nvGrpSpPr>
        <p:grpSpPr>
          <a:xfrm>
            <a:off x="2006203" y="473273"/>
            <a:ext cx="4688086" cy="2312789"/>
            <a:chOff x="0" y="0"/>
            <a:chExt cx="6667500" cy="3289300"/>
          </a:xfrm>
        </p:grpSpPr>
        <p:sp>
          <p:nvSpPr>
            <p:cNvPr id="919" name="Rectangle"/>
            <p:cNvSpPr/>
            <p:nvPr/>
          </p:nvSpPr>
          <p:spPr>
            <a:xfrm>
              <a:off x="0" y="0"/>
              <a:ext cx="6667500" cy="3289300"/>
            </a:xfrm>
            <a:prstGeom prst="rect">
              <a:avLst/>
            </a:prstGeom>
            <a:noFill/>
            <a:ln w="63500" cap="flat">
              <a:solidFill>
                <a:srgbClr val="424242"/>
              </a:solidFill>
              <a:prstDash val="solid"/>
              <a:miter lim="400000"/>
            </a:ln>
            <a:effectLst/>
          </p:spPr>
          <p:txBody>
            <a:bodyPr wrap="square" lIns="35719" tIns="35719" rIns="35719" bIns="35719" numCol="1" anchor="ctr">
              <a:noAutofit/>
            </a:bodyPr>
            <a:lstStyle/>
            <a:p>
              <a:pPr algn="ctr" defTabSz="410751" eaLnBrk="1" fontAlgn="auto">
                <a:spcBef>
                  <a:spcPts val="0"/>
                </a:spcBef>
                <a:spcAft>
                  <a:spcPts val="0"/>
                </a:spcAft>
                <a:defRPr sz="4000">
                  <a:solidFill>
                    <a:srgbClr val="FFFFFF"/>
                  </a:solidFill>
                  <a:effectLst>
                    <a:outerShdw blurRad="38100" dist="12700" dir="5400000" rotWithShape="0">
                      <a:srgbClr val="000000">
                        <a:alpha val="50000"/>
                      </a:srgbClr>
                    </a:outerShdw>
                  </a:effectLst>
                </a:defRPr>
              </a:pPr>
              <a:endParaRPr sz="2812" kern="0">
                <a:solidFill>
                  <a:srgbClr val="FFFFFF"/>
                </a:solidFill>
                <a:effectLst>
                  <a:outerShdw blurRad="38100" dist="12700" dir="5400000" rotWithShape="0">
                    <a:srgbClr val="000000">
                      <a:alpha val="50000"/>
                    </a:srgbClr>
                  </a:outerShdw>
                </a:effectLst>
                <a:latin typeface="Gill Sans"/>
                <a:sym typeface="Gill Sans"/>
              </a:endParaRPr>
            </a:p>
          </p:txBody>
        </p:sp>
        <p:sp>
          <p:nvSpPr>
            <p:cNvPr id="920" name="dest."/>
            <p:cNvSpPr/>
            <p:nvPr/>
          </p:nvSpPr>
          <p:spPr>
            <a:xfrm>
              <a:off x="86999" y="101600"/>
              <a:ext cx="2026236"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dest.</a:t>
              </a:r>
            </a:p>
          </p:txBody>
        </p:sp>
        <p:sp>
          <p:nvSpPr>
            <p:cNvPr id="921" name="next hop"/>
            <p:cNvSpPr/>
            <p:nvPr/>
          </p:nvSpPr>
          <p:spPr>
            <a:xfrm>
              <a:off x="1704861" y="95250"/>
              <a:ext cx="1600201"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next hop</a:t>
              </a:r>
            </a:p>
          </p:txBody>
        </p:sp>
        <p:sp>
          <p:nvSpPr>
            <p:cNvPr id="922" name="Line"/>
            <p:cNvSpPr/>
            <p:nvPr/>
          </p:nvSpPr>
          <p:spPr>
            <a:xfrm flipV="1">
              <a:off x="126380" y="654854"/>
              <a:ext cx="6464234" cy="4392"/>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923" name="Line"/>
            <p:cNvSpPr/>
            <p:nvPr/>
          </p:nvSpPr>
          <p:spPr>
            <a:xfrm flipV="1">
              <a:off x="1059444" y="139699"/>
              <a:ext cx="2879" cy="3060702"/>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924" name="z"/>
            <p:cNvSpPr/>
            <p:nvPr/>
          </p:nvSpPr>
          <p:spPr>
            <a:xfrm>
              <a:off x="384692" y="628650"/>
              <a:ext cx="635001"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z</a:t>
              </a:r>
            </a:p>
          </p:txBody>
        </p:sp>
        <p:sp>
          <p:nvSpPr>
            <p:cNvPr id="925" name="w"/>
            <p:cNvSpPr/>
            <p:nvPr/>
          </p:nvSpPr>
          <p:spPr>
            <a:xfrm>
              <a:off x="317500" y="1117600"/>
              <a:ext cx="5080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w</a:t>
              </a:r>
            </a:p>
          </p:txBody>
        </p:sp>
        <p:sp>
          <p:nvSpPr>
            <p:cNvPr id="926" name="cost"/>
            <p:cNvSpPr/>
            <p:nvPr/>
          </p:nvSpPr>
          <p:spPr>
            <a:xfrm>
              <a:off x="4991100" y="101600"/>
              <a:ext cx="939800"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cost</a:t>
              </a:r>
            </a:p>
          </p:txBody>
        </p:sp>
        <p:sp>
          <p:nvSpPr>
            <p:cNvPr id="927" name="Line"/>
            <p:cNvSpPr/>
            <p:nvPr/>
          </p:nvSpPr>
          <p:spPr>
            <a:xfrm flipV="1">
              <a:off x="4279935" y="139683"/>
              <a:ext cx="2878" cy="3060718"/>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928" name="y"/>
            <p:cNvSpPr/>
            <p:nvPr/>
          </p:nvSpPr>
          <p:spPr>
            <a:xfrm>
              <a:off x="381000" y="16002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y</a:t>
              </a:r>
            </a:p>
          </p:txBody>
        </p:sp>
        <p:sp>
          <p:nvSpPr>
            <p:cNvPr id="929" name="v"/>
            <p:cNvSpPr/>
            <p:nvPr/>
          </p:nvSpPr>
          <p:spPr>
            <a:xfrm>
              <a:off x="381000" y="20955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930" name="x"/>
            <p:cNvSpPr/>
            <p:nvPr/>
          </p:nvSpPr>
          <p:spPr>
            <a:xfrm>
              <a:off x="381000" y="25654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grpSp>
      <p:sp>
        <p:nvSpPr>
          <p:cNvPr id="932" name="-"/>
          <p:cNvSpPr/>
          <p:nvPr/>
        </p:nvSpPr>
        <p:spPr>
          <a:xfrm>
            <a:off x="2917031" y="910828"/>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933" name="-"/>
          <p:cNvSpPr/>
          <p:nvPr/>
        </p:nvSpPr>
        <p:spPr>
          <a:xfrm>
            <a:off x="5176242" y="910828"/>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934" name="v"/>
          <p:cNvSpPr/>
          <p:nvPr/>
        </p:nvSpPr>
        <p:spPr>
          <a:xfrm>
            <a:off x="2908102" y="1937742"/>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935" name="2"/>
          <p:cNvSpPr/>
          <p:nvPr/>
        </p:nvSpPr>
        <p:spPr>
          <a:xfrm>
            <a:off x="5167313" y="1946672"/>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2</a:t>
            </a:r>
          </a:p>
        </p:txBody>
      </p:sp>
      <p:sp>
        <p:nvSpPr>
          <p:cNvPr id="936" name="x"/>
          <p:cNvSpPr/>
          <p:nvPr/>
        </p:nvSpPr>
        <p:spPr>
          <a:xfrm>
            <a:off x="2908102" y="2286000"/>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937" name="1"/>
          <p:cNvSpPr/>
          <p:nvPr/>
        </p:nvSpPr>
        <p:spPr>
          <a:xfrm>
            <a:off x="5167313" y="2286000"/>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1</a:t>
            </a:r>
          </a:p>
        </p:txBody>
      </p:sp>
      <p:sp>
        <p:nvSpPr>
          <p:cNvPr id="938" name="w"/>
          <p:cNvSpPr/>
          <p:nvPr/>
        </p:nvSpPr>
        <p:spPr>
          <a:xfrm>
            <a:off x="2917031" y="1268016"/>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w</a:t>
            </a:r>
          </a:p>
        </p:txBody>
      </p:sp>
      <p:sp>
        <p:nvSpPr>
          <p:cNvPr id="939" name="5"/>
          <p:cNvSpPr/>
          <p:nvPr/>
        </p:nvSpPr>
        <p:spPr>
          <a:xfrm>
            <a:off x="5176242" y="1268016"/>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5</a:t>
            </a:r>
          </a:p>
        </p:txBody>
      </p:sp>
      <p:sp>
        <p:nvSpPr>
          <p:cNvPr id="940" name="-"/>
          <p:cNvSpPr/>
          <p:nvPr/>
        </p:nvSpPr>
        <p:spPr>
          <a:xfrm>
            <a:off x="2925961" y="1598414"/>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941" name="-"/>
          <p:cNvSpPr/>
          <p:nvPr/>
        </p:nvSpPr>
        <p:spPr>
          <a:xfrm>
            <a:off x="5185172" y="1598414"/>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942" name="x"/>
          <p:cNvSpPr/>
          <p:nvPr/>
        </p:nvSpPr>
        <p:spPr>
          <a:xfrm>
            <a:off x="3354586" y="1276945"/>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pic>
        <p:nvPicPr>
          <p:cNvPr id="943" name="Line Line" descr="Line Line"/>
          <p:cNvPicPr>
            <a:picLocks/>
          </p:cNvPicPr>
          <p:nvPr/>
        </p:nvPicPr>
        <p:blipFill>
          <a:blip r:embed="rId2"/>
          <a:stretch>
            <a:fillRect/>
          </a:stretch>
        </p:blipFill>
        <p:spPr>
          <a:xfrm>
            <a:off x="2854524" y="1358318"/>
            <a:ext cx="438436" cy="365112"/>
          </a:xfrm>
          <a:prstGeom prst="rect">
            <a:avLst/>
          </a:prstGeom>
        </p:spPr>
      </p:pic>
      <p:sp>
        <p:nvSpPr>
          <p:cNvPr id="945" name="4"/>
          <p:cNvSpPr/>
          <p:nvPr/>
        </p:nvSpPr>
        <p:spPr>
          <a:xfrm>
            <a:off x="5578078" y="1268016"/>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4</a:t>
            </a:r>
          </a:p>
        </p:txBody>
      </p:sp>
      <p:pic>
        <p:nvPicPr>
          <p:cNvPr id="946" name="Line Line" descr="Line Line"/>
          <p:cNvPicPr>
            <a:picLocks/>
          </p:cNvPicPr>
          <p:nvPr/>
        </p:nvPicPr>
        <p:blipFill>
          <a:blip r:embed="rId2"/>
          <a:stretch>
            <a:fillRect/>
          </a:stretch>
        </p:blipFill>
        <p:spPr>
          <a:xfrm>
            <a:off x="5104805" y="1330523"/>
            <a:ext cx="438436" cy="365112"/>
          </a:xfrm>
          <a:prstGeom prst="rect">
            <a:avLst/>
          </a:prstGeom>
        </p:spPr>
      </p:pic>
      <p:sp>
        <p:nvSpPr>
          <p:cNvPr id="948" name="x"/>
          <p:cNvSpPr/>
          <p:nvPr/>
        </p:nvSpPr>
        <p:spPr>
          <a:xfrm>
            <a:off x="3345656" y="1616273"/>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949" name="2"/>
          <p:cNvSpPr/>
          <p:nvPr/>
        </p:nvSpPr>
        <p:spPr>
          <a:xfrm>
            <a:off x="5587008" y="1634133"/>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2</a:t>
            </a:r>
          </a:p>
        </p:txBody>
      </p:sp>
      <p:sp>
        <p:nvSpPr>
          <p:cNvPr id="950" name="x"/>
          <p:cNvSpPr/>
          <p:nvPr/>
        </p:nvSpPr>
        <p:spPr>
          <a:xfrm>
            <a:off x="3345656" y="937617"/>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951" name="3"/>
          <p:cNvSpPr/>
          <p:nvPr/>
        </p:nvSpPr>
        <p:spPr>
          <a:xfrm>
            <a:off x="5997773" y="1241226"/>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3</a:t>
            </a:r>
          </a:p>
        </p:txBody>
      </p:sp>
      <p:pic>
        <p:nvPicPr>
          <p:cNvPr id="952" name="Line Line" descr="Line Line"/>
          <p:cNvPicPr>
            <a:picLocks/>
          </p:cNvPicPr>
          <p:nvPr/>
        </p:nvPicPr>
        <p:blipFill>
          <a:blip r:embed="rId2"/>
          <a:stretch>
            <a:fillRect/>
          </a:stretch>
        </p:blipFill>
        <p:spPr>
          <a:xfrm>
            <a:off x="5524500" y="1349388"/>
            <a:ext cx="438436" cy="365112"/>
          </a:xfrm>
          <a:prstGeom prst="rect">
            <a:avLst/>
          </a:prstGeom>
        </p:spPr>
      </p:pic>
      <p:sp>
        <p:nvSpPr>
          <p:cNvPr id="954" name="4"/>
          <p:cNvSpPr/>
          <p:nvPr/>
        </p:nvSpPr>
        <p:spPr>
          <a:xfrm>
            <a:off x="5587008" y="928687"/>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4</a:t>
            </a:r>
          </a:p>
        </p:txBody>
      </p:sp>
      <p:pic>
        <p:nvPicPr>
          <p:cNvPr id="955" name="Line Line" descr="Line Line"/>
          <p:cNvPicPr>
            <a:picLocks/>
          </p:cNvPicPr>
          <p:nvPr/>
        </p:nvPicPr>
        <p:blipFill>
          <a:blip r:embed="rId2"/>
          <a:stretch>
            <a:fillRect/>
          </a:stretch>
        </p:blipFill>
        <p:spPr>
          <a:xfrm>
            <a:off x="2863453" y="1678781"/>
            <a:ext cx="438436" cy="365112"/>
          </a:xfrm>
          <a:prstGeom prst="rect">
            <a:avLst/>
          </a:prstGeom>
        </p:spPr>
      </p:pic>
      <p:pic>
        <p:nvPicPr>
          <p:cNvPr id="957" name="Line Line" descr="Line Line"/>
          <p:cNvPicPr>
            <a:picLocks/>
          </p:cNvPicPr>
          <p:nvPr/>
        </p:nvPicPr>
        <p:blipFill>
          <a:blip r:embed="rId2"/>
          <a:stretch>
            <a:fillRect/>
          </a:stretch>
        </p:blipFill>
        <p:spPr>
          <a:xfrm>
            <a:off x="5078016" y="1651992"/>
            <a:ext cx="438436" cy="365112"/>
          </a:xfrm>
          <a:prstGeom prst="rect">
            <a:avLst/>
          </a:prstGeom>
        </p:spPr>
      </p:pic>
      <p:pic>
        <p:nvPicPr>
          <p:cNvPr id="959" name="Line Line" descr="Line Line"/>
          <p:cNvPicPr>
            <a:picLocks/>
          </p:cNvPicPr>
          <p:nvPr/>
        </p:nvPicPr>
        <p:blipFill>
          <a:blip r:embed="rId2"/>
          <a:stretch>
            <a:fillRect/>
          </a:stretch>
        </p:blipFill>
        <p:spPr>
          <a:xfrm>
            <a:off x="5051227" y="1026914"/>
            <a:ext cx="438436" cy="365112"/>
          </a:xfrm>
          <a:prstGeom prst="rect">
            <a:avLst/>
          </a:prstGeom>
        </p:spPr>
      </p:pic>
      <p:pic>
        <p:nvPicPr>
          <p:cNvPr id="961" name="Line Line" descr="Line Line"/>
          <p:cNvPicPr>
            <a:picLocks/>
          </p:cNvPicPr>
          <p:nvPr/>
        </p:nvPicPr>
        <p:blipFill>
          <a:blip r:embed="rId2"/>
          <a:stretch>
            <a:fillRect/>
          </a:stretch>
        </p:blipFill>
        <p:spPr>
          <a:xfrm>
            <a:off x="2809875" y="1018990"/>
            <a:ext cx="438436" cy="365112"/>
          </a:xfrm>
          <a:prstGeom prst="rect">
            <a:avLst/>
          </a:prstGeom>
        </p:spPr>
      </p:pic>
      <p:sp>
        <p:nvSpPr>
          <p:cNvPr id="963" name="*"/>
          <p:cNvSpPr/>
          <p:nvPr/>
        </p:nvSpPr>
        <p:spPr>
          <a:xfrm>
            <a:off x="2756297" y="4427720"/>
            <a:ext cx="348258" cy="85113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sz="7200">
                <a:solidFill>
                  <a:srgbClr val="942193"/>
                </a:solidFill>
                <a:latin typeface="+mn-lt"/>
                <a:ea typeface="+mn-ea"/>
                <a:cs typeface="+mn-cs"/>
                <a:sym typeface="Chalkboard SE Regular"/>
              </a:defRPr>
            </a:lvl1pPr>
          </a:lstStyle>
          <a:p>
            <a:pPr defTabSz="410751" eaLnBrk="1" fontAlgn="auto">
              <a:spcBef>
                <a:spcPts val="0"/>
              </a:spcBef>
              <a:spcAft>
                <a:spcPts val="0"/>
              </a:spcAft>
            </a:pPr>
            <a:r>
              <a:rPr sz="5062" kern="0">
                <a:latin typeface="Chalkboard SE Regular"/>
              </a:rPr>
              <a:t>*</a:t>
            </a:r>
          </a:p>
        </p:txBody>
      </p:sp>
    </p:spTree>
  </p:cSld>
  <p:clrMapOvr>
    <a:masterClrMapping/>
  </p:clrMapOvr>
  <p:transition spd="med"/>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5" name="Line"/>
          <p:cNvSpPr/>
          <p:nvPr/>
        </p:nvSpPr>
        <p:spPr>
          <a:xfrm flipH="1">
            <a:off x="3608734" y="3852091"/>
            <a:ext cx="1456957" cy="746700"/>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966" name="Line"/>
          <p:cNvSpPr/>
          <p:nvPr/>
        </p:nvSpPr>
        <p:spPr>
          <a:xfrm flipH="1">
            <a:off x="5199510" y="3948305"/>
            <a:ext cx="1" cy="1529367"/>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967" name="Line"/>
          <p:cNvSpPr/>
          <p:nvPr/>
        </p:nvSpPr>
        <p:spPr>
          <a:xfrm>
            <a:off x="7190704" y="3964781"/>
            <a:ext cx="1352911" cy="688733"/>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968" name="Slide Number"/>
          <p:cNvSpPr txBox="1">
            <a:spLocks noGrp="1"/>
          </p:cNvSpPr>
          <p:nvPr>
            <p:ph type="sldNum" sz="quarter" idx="2"/>
          </p:nvPr>
        </p:nvSpPr>
        <p:spPr>
          <a:xfrm>
            <a:off x="9168508" y="4336283"/>
            <a:ext cx="266099" cy="297389"/>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p>
            <a:pPr defTabSz="410751" eaLnBrk="1" fontAlgn="auto">
              <a:spcBef>
                <a:spcPts val="0"/>
              </a:spcBef>
              <a:spcAft>
                <a:spcPts val="0"/>
              </a:spcAft>
            </a:pPr>
            <a:fld id="{86CB4B4D-7CA3-9044-876B-883B54F8677D}" type="slidenum">
              <a:rPr kern="0"/>
              <a:pPr defTabSz="410751" eaLnBrk="1" fontAlgn="auto">
                <a:spcBef>
                  <a:spcPts val="0"/>
                </a:spcBef>
                <a:spcAft>
                  <a:spcPts val="0"/>
                </a:spcAft>
              </a:pPr>
              <a:t>21</a:t>
            </a:fld>
            <a:endParaRPr kern="0"/>
          </a:p>
        </p:txBody>
      </p:sp>
      <p:sp>
        <p:nvSpPr>
          <p:cNvPr id="969" name="2"/>
          <p:cNvSpPr/>
          <p:nvPr/>
        </p:nvSpPr>
        <p:spPr>
          <a:xfrm>
            <a:off x="4086820" y="3826519"/>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970" name="1"/>
          <p:cNvSpPr/>
          <p:nvPr/>
        </p:nvSpPr>
        <p:spPr>
          <a:xfrm>
            <a:off x="4086820" y="5063281"/>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971" name="3"/>
          <p:cNvSpPr/>
          <p:nvPr/>
        </p:nvSpPr>
        <p:spPr>
          <a:xfrm>
            <a:off x="6042422" y="3313062"/>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3</a:t>
            </a:r>
          </a:p>
        </p:txBody>
      </p:sp>
      <p:sp>
        <p:nvSpPr>
          <p:cNvPr id="972" name="Line"/>
          <p:cNvSpPr/>
          <p:nvPr/>
        </p:nvSpPr>
        <p:spPr>
          <a:xfrm flipV="1">
            <a:off x="7206803" y="4801530"/>
            <a:ext cx="1302225" cy="66042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973" name="Line"/>
          <p:cNvSpPr/>
          <p:nvPr/>
        </p:nvSpPr>
        <p:spPr>
          <a:xfrm>
            <a:off x="3685218" y="4902399"/>
            <a:ext cx="1332177" cy="57565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974" name="z"/>
          <p:cNvSpPr/>
          <p:nvPr/>
        </p:nvSpPr>
        <p:spPr>
          <a:xfrm>
            <a:off x="8337352" y="4446985"/>
            <a:ext cx="535781" cy="535781"/>
          </a:xfrm>
          <a:prstGeom prst="roundRect">
            <a:avLst>
              <a:gd name="adj" fmla="val 25000"/>
            </a:avLst>
          </a:prstGeom>
          <a:solidFill>
            <a:srgbClr val="942193"/>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z</a:t>
            </a:r>
          </a:p>
        </p:txBody>
      </p:sp>
      <p:sp>
        <p:nvSpPr>
          <p:cNvPr id="975" name="2"/>
          <p:cNvSpPr/>
          <p:nvPr/>
        </p:nvSpPr>
        <p:spPr>
          <a:xfrm>
            <a:off x="5238750" y="4411414"/>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976" name="1"/>
          <p:cNvSpPr/>
          <p:nvPr/>
        </p:nvSpPr>
        <p:spPr>
          <a:xfrm>
            <a:off x="6042422" y="5509765"/>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977" name="Line"/>
          <p:cNvSpPr/>
          <p:nvPr/>
        </p:nvSpPr>
        <p:spPr>
          <a:xfrm flipH="1" flipV="1">
            <a:off x="5399483" y="3818817"/>
            <a:ext cx="1372658" cy="1078"/>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978" name="Line"/>
          <p:cNvSpPr/>
          <p:nvPr/>
        </p:nvSpPr>
        <p:spPr>
          <a:xfrm flipH="1" flipV="1">
            <a:off x="5417344" y="5534695"/>
            <a:ext cx="1372658" cy="1078"/>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979" name="Line"/>
          <p:cNvSpPr/>
          <p:nvPr/>
        </p:nvSpPr>
        <p:spPr>
          <a:xfrm flipH="1">
            <a:off x="6992909" y="4018359"/>
            <a:ext cx="1" cy="1529368"/>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980" name="v"/>
          <p:cNvSpPr/>
          <p:nvPr/>
        </p:nvSpPr>
        <p:spPr>
          <a:xfrm>
            <a:off x="4935141" y="3500438"/>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v</a:t>
            </a:r>
          </a:p>
        </p:txBody>
      </p:sp>
      <p:sp>
        <p:nvSpPr>
          <p:cNvPr id="981" name="y"/>
          <p:cNvSpPr/>
          <p:nvPr/>
        </p:nvSpPr>
        <p:spPr>
          <a:xfrm>
            <a:off x="6730008" y="5313164"/>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y</a:t>
            </a:r>
          </a:p>
        </p:txBody>
      </p:sp>
      <p:sp>
        <p:nvSpPr>
          <p:cNvPr id="982" name="Line"/>
          <p:cNvSpPr/>
          <p:nvPr/>
        </p:nvSpPr>
        <p:spPr>
          <a:xfrm flipH="1">
            <a:off x="5323267" y="3910569"/>
            <a:ext cx="1538172" cy="1567481"/>
          </a:xfrm>
          <a:prstGeom prst="line">
            <a:avLst/>
          </a:prstGeom>
          <a:ln w="63500">
            <a:solidFill>
              <a:srgbClr val="797979"/>
            </a:solidFill>
            <a:miter lim="400000"/>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983" name="x"/>
          <p:cNvSpPr/>
          <p:nvPr/>
        </p:nvSpPr>
        <p:spPr>
          <a:xfrm>
            <a:off x="4935141" y="5313164"/>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x</a:t>
            </a:r>
          </a:p>
        </p:txBody>
      </p:sp>
      <p:sp>
        <p:nvSpPr>
          <p:cNvPr id="984" name="3"/>
          <p:cNvSpPr/>
          <p:nvPr/>
        </p:nvSpPr>
        <p:spPr>
          <a:xfrm>
            <a:off x="6131719" y="4518570"/>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3</a:t>
            </a:r>
          </a:p>
        </p:txBody>
      </p:sp>
      <p:sp>
        <p:nvSpPr>
          <p:cNvPr id="985" name="5"/>
          <p:cNvSpPr/>
          <p:nvPr/>
        </p:nvSpPr>
        <p:spPr>
          <a:xfrm>
            <a:off x="7917656" y="3830984"/>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5</a:t>
            </a:r>
          </a:p>
        </p:txBody>
      </p:sp>
      <p:sp>
        <p:nvSpPr>
          <p:cNvPr id="986" name="1"/>
          <p:cNvSpPr/>
          <p:nvPr/>
        </p:nvSpPr>
        <p:spPr>
          <a:xfrm>
            <a:off x="7033617" y="4429273"/>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1</a:t>
            </a:r>
          </a:p>
        </p:txBody>
      </p:sp>
      <p:sp>
        <p:nvSpPr>
          <p:cNvPr id="987" name="2"/>
          <p:cNvSpPr/>
          <p:nvPr/>
        </p:nvSpPr>
        <p:spPr>
          <a:xfrm>
            <a:off x="7855148" y="5063281"/>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2</a:t>
            </a:r>
          </a:p>
        </p:txBody>
      </p:sp>
      <p:sp>
        <p:nvSpPr>
          <p:cNvPr id="988" name="Line"/>
          <p:cNvSpPr/>
          <p:nvPr/>
        </p:nvSpPr>
        <p:spPr>
          <a:xfrm>
            <a:off x="3448662" y="3011493"/>
            <a:ext cx="3461198" cy="1468191"/>
          </a:xfrm>
          <a:custGeom>
            <a:avLst/>
            <a:gdLst/>
            <a:ahLst/>
            <a:cxnLst>
              <a:cxn ang="0">
                <a:pos x="wd2" y="hd2"/>
              </a:cxn>
              <a:cxn ang="5400000">
                <a:pos x="wd2" y="hd2"/>
              </a:cxn>
              <a:cxn ang="10800000">
                <a:pos x="wd2" y="hd2"/>
              </a:cxn>
              <a:cxn ang="16200000">
                <a:pos x="wd2" y="hd2"/>
              </a:cxn>
            </a:cxnLst>
            <a:rect l="0" t="0" r="r" b="b"/>
            <a:pathLst>
              <a:path w="21600" h="19943" extrusionOk="0">
                <a:moveTo>
                  <a:pt x="0" y="19943"/>
                </a:moveTo>
                <a:cubicBezTo>
                  <a:pt x="0" y="19943"/>
                  <a:pt x="7486" y="1814"/>
                  <a:pt x="9555" y="265"/>
                </a:cubicBezTo>
                <a:cubicBezTo>
                  <a:pt x="12123" y="-1657"/>
                  <a:pt x="21600" y="7478"/>
                  <a:pt x="21600" y="7478"/>
                </a:cubicBezTo>
              </a:path>
            </a:pathLst>
          </a:custGeom>
          <a:ln w="63500">
            <a:solidFill>
              <a:srgbClr val="797979"/>
            </a:solidFill>
            <a:miter lim="400000"/>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989" name="u"/>
          <p:cNvSpPr/>
          <p:nvPr/>
        </p:nvSpPr>
        <p:spPr>
          <a:xfrm>
            <a:off x="3202781" y="4446985"/>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u</a:t>
            </a:r>
          </a:p>
        </p:txBody>
      </p:sp>
      <p:sp>
        <p:nvSpPr>
          <p:cNvPr id="990" name="w"/>
          <p:cNvSpPr/>
          <p:nvPr/>
        </p:nvSpPr>
        <p:spPr>
          <a:xfrm>
            <a:off x="6730008" y="3500438"/>
            <a:ext cx="535781" cy="535781"/>
          </a:xfrm>
          <a:prstGeom prst="roundRect">
            <a:avLst>
              <a:gd name="adj" fmla="val 25000"/>
            </a:avLst>
          </a:prstGeom>
          <a:solidFill>
            <a:srgbClr val="424242"/>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defRPr b="1">
                <a:solidFill>
                  <a:srgbClr val="FFFFFF"/>
                </a:solidFill>
              </a:defRPr>
            </a:lvl1pPr>
          </a:lstStyle>
          <a:p>
            <a:pPr algn="ctr" defTabSz="410751" eaLnBrk="1" fontAlgn="auto">
              <a:spcBef>
                <a:spcPts val="0"/>
              </a:spcBef>
              <a:spcAft>
                <a:spcPts val="0"/>
              </a:spcAft>
            </a:pPr>
            <a:r>
              <a:rPr sz="2953" kern="0">
                <a:latin typeface="Gill Sans"/>
                <a:sym typeface="Gill Sans"/>
              </a:rPr>
              <a:t>w</a:t>
            </a:r>
          </a:p>
        </p:txBody>
      </p:sp>
      <p:sp>
        <p:nvSpPr>
          <p:cNvPr id="991" name="Line"/>
          <p:cNvSpPr/>
          <p:nvPr/>
        </p:nvSpPr>
        <p:spPr>
          <a:xfrm flipH="1">
            <a:off x="3488531" y="3755499"/>
            <a:ext cx="1561061" cy="798417"/>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992" name="Line"/>
          <p:cNvSpPr/>
          <p:nvPr/>
        </p:nvSpPr>
        <p:spPr>
          <a:xfrm>
            <a:off x="3451052" y="4969433"/>
            <a:ext cx="3353286" cy="629483"/>
          </a:xfrm>
          <a:custGeom>
            <a:avLst/>
            <a:gdLst/>
            <a:ahLst/>
            <a:cxnLst>
              <a:cxn ang="0">
                <a:pos x="wd2" y="hd2"/>
              </a:cxn>
              <a:cxn ang="5400000">
                <a:pos x="wd2" y="hd2"/>
              </a:cxn>
              <a:cxn ang="10800000">
                <a:pos x="wd2" y="hd2"/>
              </a:cxn>
              <a:cxn ang="16200000">
                <a:pos x="wd2" y="hd2"/>
              </a:cxn>
            </a:cxnLst>
            <a:rect l="0" t="0" r="r" b="b"/>
            <a:pathLst>
              <a:path w="21600" h="21562" extrusionOk="0">
                <a:moveTo>
                  <a:pt x="0" y="0"/>
                </a:moveTo>
                <a:cubicBezTo>
                  <a:pt x="0" y="0"/>
                  <a:pt x="7519" y="21600"/>
                  <a:pt x="10712" y="21562"/>
                </a:cubicBezTo>
                <a:cubicBezTo>
                  <a:pt x="13839" y="21525"/>
                  <a:pt x="21600" y="21562"/>
                  <a:pt x="21600" y="21562"/>
                </a:cubicBezTo>
              </a:path>
            </a:pathLst>
          </a:custGeom>
          <a:ln w="50800">
            <a:solidFill>
              <a:srgbClr val="942193"/>
            </a:solidFill>
            <a:miter lim="400000"/>
            <a:tailEnd type="stealth"/>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993" name="Line"/>
          <p:cNvSpPr/>
          <p:nvPr/>
        </p:nvSpPr>
        <p:spPr>
          <a:xfrm>
            <a:off x="3568899" y="4080868"/>
            <a:ext cx="3518045" cy="1424224"/>
          </a:xfrm>
          <a:custGeom>
            <a:avLst/>
            <a:gdLst/>
            <a:ahLst/>
            <a:cxnLst>
              <a:cxn ang="0">
                <a:pos x="wd2" y="hd2"/>
              </a:cxn>
              <a:cxn ang="5400000">
                <a:pos x="wd2" y="hd2"/>
              </a:cxn>
              <a:cxn ang="10800000">
                <a:pos x="wd2" y="hd2"/>
              </a:cxn>
              <a:cxn ang="16200000">
                <a:pos x="wd2" y="hd2"/>
              </a:cxn>
            </a:cxnLst>
            <a:rect l="0" t="0" r="r" b="b"/>
            <a:pathLst>
              <a:path w="21600" h="21583" extrusionOk="0">
                <a:moveTo>
                  <a:pt x="0" y="12044"/>
                </a:moveTo>
                <a:cubicBezTo>
                  <a:pt x="0" y="12044"/>
                  <a:pt x="7167" y="21600"/>
                  <a:pt x="10210" y="21583"/>
                </a:cubicBezTo>
                <a:cubicBezTo>
                  <a:pt x="12010" y="21573"/>
                  <a:pt x="17137" y="21533"/>
                  <a:pt x="19821" y="21516"/>
                </a:cubicBezTo>
                <a:cubicBezTo>
                  <a:pt x="21580" y="21506"/>
                  <a:pt x="21600" y="0"/>
                  <a:pt x="21600" y="0"/>
                </a:cubicBezTo>
              </a:path>
            </a:pathLst>
          </a:custGeom>
          <a:ln w="50800">
            <a:solidFill>
              <a:srgbClr val="942193"/>
            </a:solidFill>
            <a:miter lim="400000"/>
            <a:tailEnd type="stealth"/>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994" name="Line"/>
          <p:cNvSpPr/>
          <p:nvPr/>
        </p:nvSpPr>
        <p:spPr>
          <a:xfrm flipH="1" flipV="1">
            <a:off x="3623860" y="4741286"/>
            <a:ext cx="1432775" cy="627846"/>
          </a:xfrm>
          <a:prstGeom prst="line">
            <a:avLst/>
          </a:prstGeom>
          <a:ln w="50800">
            <a:solidFill>
              <a:srgbClr val="942193"/>
            </a:solidFill>
            <a:miter lim="400000"/>
            <a:headEnd type="stealth"/>
          </a:ln>
        </p:spPr>
        <p:txBody>
          <a:bodyPr lIns="35719" tIns="35719" rIns="35719" bIns="35719" anchor="ct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995" name="Line"/>
          <p:cNvSpPr/>
          <p:nvPr/>
        </p:nvSpPr>
        <p:spPr>
          <a:xfrm>
            <a:off x="3278747" y="4786313"/>
            <a:ext cx="5326496" cy="956569"/>
          </a:xfrm>
          <a:custGeom>
            <a:avLst/>
            <a:gdLst/>
            <a:ahLst/>
            <a:cxnLst>
              <a:cxn ang="0">
                <a:pos x="wd2" y="hd2"/>
              </a:cxn>
              <a:cxn ang="5400000">
                <a:pos x="wd2" y="hd2"/>
              </a:cxn>
              <a:cxn ang="10800000">
                <a:pos x="wd2" y="hd2"/>
              </a:cxn>
              <a:cxn ang="16200000">
                <a:pos x="wd2" y="hd2"/>
              </a:cxn>
            </a:cxnLst>
            <a:rect l="0" t="0" r="r" b="b"/>
            <a:pathLst>
              <a:path w="21600" h="21322" extrusionOk="0">
                <a:moveTo>
                  <a:pt x="0" y="4654"/>
                </a:moveTo>
                <a:cubicBezTo>
                  <a:pt x="0" y="4654"/>
                  <a:pt x="4612" y="17717"/>
                  <a:pt x="6898" y="21099"/>
                </a:cubicBezTo>
                <a:cubicBezTo>
                  <a:pt x="7237" y="21600"/>
                  <a:pt x="14495" y="21102"/>
                  <a:pt x="14754" y="21099"/>
                </a:cubicBezTo>
                <a:cubicBezTo>
                  <a:pt x="16723" y="21075"/>
                  <a:pt x="21600" y="0"/>
                  <a:pt x="21600" y="0"/>
                </a:cubicBezTo>
              </a:path>
            </a:pathLst>
          </a:custGeom>
          <a:ln w="50800">
            <a:solidFill>
              <a:srgbClr val="942193"/>
            </a:solidFill>
            <a:miter lim="400000"/>
            <a:tailEnd type="stealth"/>
          </a:ln>
        </p:spPr>
        <p:txBody>
          <a:bodyPr lIns="35719" tIns="35719" rIns="35719" bIns="35719" anchor="ctr"/>
          <a:lstStyle/>
          <a:p>
            <a:pPr algn="ctr" defTabSz="410751" eaLnBrk="1" fontAlgn="auto">
              <a:spcBef>
                <a:spcPts val="0"/>
              </a:spcBef>
              <a:spcAft>
                <a:spcPts val="0"/>
              </a:spcAft>
            </a:pPr>
            <a:endParaRPr sz="2953" kern="0">
              <a:solidFill>
                <a:srgbClr val="000000"/>
              </a:solidFill>
              <a:latin typeface="Gill Sans"/>
              <a:sym typeface="Gill Sans"/>
            </a:endParaRPr>
          </a:p>
        </p:txBody>
      </p:sp>
      <p:sp>
        <p:nvSpPr>
          <p:cNvPr id="996" name="5"/>
          <p:cNvSpPr/>
          <p:nvPr/>
        </p:nvSpPr>
        <p:spPr>
          <a:xfrm>
            <a:off x="4417219" y="2839789"/>
            <a:ext cx="267891" cy="52655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a:solidFill>
                  <a:srgbClr val="942193"/>
                </a:solidFill>
                <a:latin typeface="+mn-lt"/>
                <a:ea typeface="+mn-ea"/>
                <a:cs typeface="+mn-cs"/>
                <a:sym typeface="Chalkboard SE Regular"/>
              </a:defRPr>
            </a:lvl1pPr>
          </a:lstStyle>
          <a:p>
            <a:pPr defTabSz="410751" eaLnBrk="1" fontAlgn="auto">
              <a:spcBef>
                <a:spcPts val="0"/>
              </a:spcBef>
              <a:spcAft>
                <a:spcPts val="0"/>
              </a:spcAft>
            </a:pPr>
            <a:r>
              <a:rPr sz="2953" kern="0">
                <a:latin typeface="Chalkboard SE Regular"/>
              </a:rPr>
              <a:t>5</a:t>
            </a:r>
          </a:p>
        </p:txBody>
      </p:sp>
      <p:grpSp>
        <p:nvGrpSpPr>
          <p:cNvPr id="1009" name="Group"/>
          <p:cNvGrpSpPr/>
          <p:nvPr/>
        </p:nvGrpSpPr>
        <p:grpSpPr>
          <a:xfrm>
            <a:off x="2006203" y="473273"/>
            <a:ext cx="4688086" cy="2312789"/>
            <a:chOff x="0" y="0"/>
            <a:chExt cx="6667500" cy="3289300"/>
          </a:xfrm>
        </p:grpSpPr>
        <p:sp>
          <p:nvSpPr>
            <p:cNvPr id="997" name="Rectangle"/>
            <p:cNvSpPr/>
            <p:nvPr/>
          </p:nvSpPr>
          <p:spPr>
            <a:xfrm>
              <a:off x="0" y="0"/>
              <a:ext cx="6667500" cy="3289300"/>
            </a:xfrm>
            <a:prstGeom prst="rect">
              <a:avLst/>
            </a:prstGeom>
            <a:noFill/>
            <a:ln w="63500" cap="flat">
              <a:solidFill>
                <a:srgbClr val="424242"/>
              </a:solidFill>
              <a:prstDash val="solid"/>
              <a:miter lim="400000"/>
            </a:ln>
            <a:effectLst/>
          </p:spPr>
          <p:txBody>
            <a:bodyPr wrap="square" lIns="35719" tIns="35719" rIns="35719" bIns="35719" numCol="1" anchor="ctr">
              <a:noAutofit/>
            </a:bodyPr>
            <a:lstStyle/>
            <a:p>
              <a:pPr algn="ctr" defTabSz="410751" eaLnBrk="1" fontAlgn="auto">
                <a:spcBef>
                  <a:spcPts val="0"/>
                </a:spcBef>
                <a:spcAft>
                  <a:spcPts val="0"/>
                </a:spcAft>
                <a:defRPr sz="4000">
                  <a:solidFill>
                    <a:srgbClr val="FFFFFF"/>
                  </a:solidFill>
                  <a:effectLst>
                    <a:outerShdw blurRad="38100" dist="12700" dir="5400000" rotWithShape="0">
                      <a:srgbClr val="000000">
                        <a:alpha val="50000"/>
                      </a:srgbClr>
                    </a:outerShdw>
                  </a:effectLst>
                </a:defRPr>
              </a:pPr>
              <a:endParaRPr sz="2812" kern="0">
                <a:solidFill>
                  <a:srgbClr val="FFFFFF"/>
                </a:solidFill>
                <a:effectLst>
                  <a:outerShdw blurRad="38100" dist="12700" dir="5400000" rotWithShape="0">
                    <a:srgbClr val="000000">
                      <a:alpha val="50000"/>
                    </a:srgbClr>
                  </a:outerShdw>
                </a:effectLst>
                <a:latin typeface="Gill Sans"/>
                <a:sym typeface="Gill Sans"/>
              </a:endParaRPr>
            </a:p>
          </p:txBody>
        </p:sp>
        <p:sp>
          <p:nvSpPr>
            <p:cNvPr id="998" name="dest."/>
            <p:cNvSpPr/>
            <p:nvPr/>
          </p:nvSpPr>
          <p:spPr>
            <a:xfrm>
              <a:off x="86999" y="101600"/>
              <a:ext cx="2026236"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dest.</a:t>
              </a:r>
            </a:p>
          </p:txBody>
        </p:sp>
        <p:sp>
          <p:nvSpPr>
            <p:cNvPr id="999" name="next hop"/>
            <p:cNvSpPr/>
            <p:nvPr/>
          </p:nvSpPr>
          <p:spPr>
            <a:xfrm>
              <a:off x="1704861" y="95250"/>
              <a:ext cx="1600201"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next hop</a:t>
              </a:r>
            </a:p>
          </p:txBody>
        </p:sp>
        <p:sp>
          <p:nvSpPr>
            <p:cNvPr id="1000" name="Line"/>
            <p:cNvSpPr/>
            <p:nvPr/>
          </p:nvSpPr>
          <p:spPr>
            <a:xfrm flipV="1">
              <a:off x="126380" y="654854"/>
              <a:ext cx="6464234" cy="4392"/>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1001" name="Line"/>
            <p:cNvSpPr/>
            <p:nvPr/>
          </p:nvSpPr>
          <p:spPr>
            <a:xfrm flipV="1">
              <a:off x="1059444" y="139699"/>
              <a:ext cx="2879" cy="3060702"/>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1002" name="z"/>
            <p:cNvSpPr/>
            <p:nvPr/>
          </p:nvSpPr>
          <p:spPr>
            <a:xfrm>
              <a:off x="384692" y="628650"/>
              <a:ext cx="635001"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z</a:t>
              </a:r>
            </a:p>
          </p:txBody>
        </p:sp>
        <p:sp>
          <p:nvSpPr>
            <p:cNvPr id="1003" name="w"/>
            <p:cNvSpPr/>
            <p:nvPr/>
          </p:nvSpPr>
          <p:spPr>
            <a:xfrm>
              <a:off x="317500" y="1117600"/>
              <a:ext cx="5080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w</a:t>
              </a:r>
            </a:p>
          </p:txBody>
        </p:sp>
        <p:sp>
          <p:nvSpPr>
            <p:cNvPr id="1004" name="cost"/>
            <p:cNvSpPr/>
            <p:nvPr/>
          </p:nvSpPr>
          <p:spPr>
            <a:xfrm>
              <a:off x="4991100" y="101600"/>
              <a:ext cx="939800" cy="5969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2800">
                  <a:solidFill>
                    <a:srgbClr val="424242"/>
                  </a:solidFill>
                  <a:latin typeface="+mn-lt"/>
                  <a:ea typeface="+mn-ea"/>
                  <a:cs typeface="+mn-cs"/>
                  <a:sym typeface="Chalkboard SE Regular"/>
                </a:defRPr>
              </a:lvl1pPr>
            </a:lstStyle>
            <a:p>
              <a:pPr defTabSz="410751" eaLnBrk="1" fontAlgn="auto">
                <a:spcBef>
                  <a:spcPts val="0"/>
                </a:spcBef>
                <a:spcAft>
                  <a:spcPts val="0"/>
                </a:spcAft>
              </a:pPr>
              <a:r>
                <a:rPr sz="1969" kern="0">
                  <a:latin typeface="Chalkboard SE Regular"/>
                </a:rPr>
                <a:t>cost</a:t>
              </a:r>
            </a:p>
          </p:txBody>
        </p:sp>
        <p:sp>
          <p:nvSpPr>
            <p:cNvPr id="1005" name="Line"/>
            <p:cNvSpPr/>
            <p:nvPr/>
          </p:nvSpPr>
          <p:spPr>
            <a:xfrm flipV="1">
              <a:off x="4279935" y="139683"/>
              <a:ext cx="2878" cy="3060718"/>
            </a:xfrm>
            <a:prstGeom prst="line">
              <a:avLst/>
            </a:prstGeom>
            <a:noFill/>
            <a:ln w="38100" cap="flat">
              <a:solidFill>
                <a:srgbClr val="424242"/>
              </a:solidFill>
              <a:prstDash val="solid"/>
              <a:miter lim="400000"/>
            </a:ln>
            <a:effectLst/>
          </p:spPr>
          <p:txBody>
            <a:bodyPr wrap="square" lIns="35719" tIns="35719" rIns="35719" bIns="35719" numCol="1" anchor="ctr">
              <a:noAutofit/>
            </a:bodyPr>
            <a:lstStyle/>
            <a:p>
              <a:pPr defTabSz="321457" eaLnBrk="1" fontAlgn="auto">
                <a:spcBef>
                  <a:spcPts val="0"/>
                </a:spcBef>
                <a:spcAft>
                  <a:spcPts val="0"/>
                </a:spcAft>
                <a:defRPr sz="1200">
                  <a:latin typeface="Helvetica"/>
                  <a:ea typeface="Helvetica"/>
                  <a:cs typeface="Helvetica"/>
                  <a:sym typeface="Helvetica"/>
                </a:defRPr>
              </a:pPr>
              <a:endParaRPr sz="844" kern="0">
                <a:solidFill>
                  <a:srgbClr val="000000"/>
                </a:solidFill>
                <a:latin typeface="Helvetica"/>
                <a:cs typeface="Helvetica"/>
                <a:sym typeface="Helvetica"/>
              </a:endParaRPr>
            </a:p>
          </p:txBody>
        </p:sp>
        <p:sp>
          <p:nvSpPr>
            <p:cNvPr id="1006" name="y"/>
            <p:cNvSpPr/>
            <p:nvPr/>
          </p:nvSpPr>
          <p:spPr>
            <a:xfrm>
              <a:off x="381000" y="16002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y</a:t>
              </a:r>
            </a:p>
          </p:txBody>
        </p:sp>
        <p:sp>
          <p:nvSpPr>
            <p:cNvPr id="1007" name="v"/>
            <p:cNvSpPr/>
            <p:nvPr/>
          </p:nvSpPr>
          <p:spPr>
            <a:xfrm>
              <a:off x="381000" y="20955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1008" name="x"/>
            <p:cNvSpPr/>
            <p:nvPr/>
          </p:nvSpPr>
          <p:spPr>
            <a:xfrm>
              <a:off x="381000" y="2565400"/>
              <a:ext cx="342900" cy="66040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35719" tIns="35719" rIns="35719" bIns="35719" numCol="1" anchor="ctr">
              <a:noAutofit/>
            </a:bodyP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grpSp>
      <p:sp>
        <p:nvSpPr>
          <p:cNvPr id="1010" name="-"/>
          <p:cNvSpPr/>
          <p:nvPr/>
        </p:nvSpPr>
        <p:spPr>
          <a:xfrm>
            <a:off x="2917031" y="910828"/>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1011" name="-"/>
          <p:cNvSpPr/>
          <p:nvPr/>
        </p:nvSpPr>
        <p:spPr>
          <a:xfrm>
            <a:off x="5176242" y="910828"/>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1012" name="v"/>
          <p:cNvSpPr/>
          <p:nvPr/>
        </p:nvSpPr>
        <p:spPr>
          <a:xfrm>
            <a:off x="2908102" y="1937742"/>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v</a:t>
            </a:r>
          </a:p>
        </p:txBody>
      </p:sp>
      <p:sp>
        <p:nvSpPr>
          <p:cNvPr id="1013" name="2"/>
          <p:cNvSpPr/>
          <p:nvPr/>
        </p:nvSpPr>
        <p:spPr>
          <a:xfrm>
            <a:off x="5167313" y="1946672"/>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2</a:t>
            </a:r>
          </a:p>
        </p:txBody>
      </p:sp>
      <p:sp>
        <p:nvSpPr>
          <p:cNvPr id="1014" name="x"/>
          <p:cNvSpPr/>
          <p:nvPr/>
        </p:nvSpPr>
        <p:spPr>
          <a:xfrm>
            <a:off x="2908102" y="2286000"/>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1015" name="1"/>
          <p:cNvSpPr/>
          <p:nvPr/>
        </p:nvSpPr>
        <p:spPr>
          <a:xfrm>
            <a:off x="5167313" y="2286000"/>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1</a:t>
            </a:r>
          </a:p>
        </p:txBody>
      </p:sp>
      <p:sp>
        <p:nvSpPr>
          <p:cNvPr id="1016" name="w"/>
          <p:cNvSpPr/>
          <p:nvPr/>
        </p:nvSpPr>
        <p:spPr>
          <a:xfrm>
            <a:off x="2917031" y="1268016"/>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w</a:t>
            </a:r>
          </a:p>
        </p:txBody>
      </p:sp>
      <p:sp>
        <p:nvSpPr>
          <p:cNvPr id="1017" name="5"/>
          <p:cNvSpPr/>
          <p:nvPr/>
        </p:nvSpPr>
        <p:spPr>
          <a:xfrm>
            <a:off x="5176242" y="1268016"/>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5</a:t>
            </a:r>
          </a:p>
        </p:txBody>
      </p:sp>
      <p:sp>
        <p:nvSpPr>
          <p:cNvPr id="1018" name="-"/>
          <p:cNvSpPr/>
          <p:nvPr/>
        </p:nvSpPr>
        <p:spPr>
          <a:xfrm>
            <a:off x="2925961" y="1598414"/>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1019" name="-"/>
          <p:cNvSpPr/>
          <p:nvPr/>
        </p:nvSpPr>
        <p:spPr>
          <a:xfrm>
            <a:off x="5185172" y="1598414"/>
            <a:ext cx="446484"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a:t>
            </a:r>
          </a:p>
        </p:txBody>
      </p:sp>
      <p:sp>
        <p:nvSpPr>
          <p:cNvPr id="1020" name="x"/>
          <p:cNvSpPr/>
          <p:nvPr/>
        </p:nvSpPr>
        <p:spPr>
          <a:xfrm>
            <a:off x="3354586" y="1276945"/>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pic>
        <p:nvPicPr>
          <p:cNvPr id="1021" name="Line Line" descr="Line Line"/>
          <p:cNvPicPr>
            <a:picLocks/>
          </p:cNvPicPr>
          <p:nvPr/>
        </p:nvPicPr>
        <p:blipFill>
          <a:blip r:embed="rId2"/>
          <a:stretch>
            <a:fillRect/>
          </a:stretch>
        </p:blipFill>
        <p:spPr>
          <a:xfrm>
            <a:off x="2854524" y="1358318"/>
            <a:ext cx="438436" cy="365112"/>
          </a:xfrm>
          <a:prstGeom prst="rect">
            <a:avLst/>
          </a:prstGeom>
        </p:spPr>
      </p:pic>
      <p:sp>
        <p:nvSpPr>
          <p:cNvPr id="1023" name="4"/>
          <p:cNvSpPr/>
          <p:nvPr/>
        </p:nvSpPr>
        <p:spPr>
          <a:xfrm>
            <a:off x="5578078" y="1268016"/>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600">
                <a:solidFill>
                  <a:srgbClr val="424242"/>
                </a:solidFill>
                <a:latin typeface="+mn-lt"/>
                <a:ea typeface="+mn-ea"/>
                <a:cs typeface="+mn-cs"/>
                <a:sym typeface="Chalkboard SE Regular"/>
              </a:defRPr>
            </a:lvl1pPr>
          </a:lstStyle>
          <a:p>
            <a:pPr defTabSz="410751" eaLnBrk="1" fontAlgn="auto">
              <a:spcBef>
                <a:spcPts val="0"/>
              </a:spcBef>
              <a:spcAft>
                <a:spcPts val="0"/>
              </a:spcAft>
            </a:pPr>
            <a:r>
              <a:rPr sz="2531" kern="0">
                <a:latin typeface="Chalkboard SE Regular"/>
              </a:rPr>
              <a:t>4</a:t>
            </a:r>
          </a:p>
        </p:txBody>
      </p:sp>
      <p:pic>
        <p:nvPicPr>
          <p:cNvPr id="1024" name="Line Line" descr="Line Line"/>
          <p:cNvPicPr>
            <a:picLocks/>
          </p:cNvPicPr>
          <p:nvPr/>
        </p:nvPicPr>
        <p:blipFill>
          <a:blip r:embed="rId2"/>
          <a:stretch>
            <a:fillRect/>
          </a:stretch>
        </p:blipFill>
        <p:spPr>
          <a:xfrm>
            <a:off x="5104805" y="1330523"/>
            <a:ext cx="438436" cy="365112"/>
          </a:xfrm>
          <a:prstGeom prst="rect">
            <a:avLst/>
          </a:prstGeom>
        </p:spPr>
      </p:pic>
      <p:sp>
        <p:nvSpPr>
          <p:cNvPr id="1026" name="x"/>
          <p:cNvSpPr/>
          <p:nvPr/>
        </p:nvSpPr>
        <p:spPr>
          <a:xfrm>
            <a:off x="3345656" y="1616273"/>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1027" name="2"/>
          <p:cNvSpPr/>
          <p:nvPr/>
        </p:nvSpPr>
        <p:spPr>
          <a:xfrm>
            <a:off x="5587008" y="1634133"/>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2</a:t>
            </a:r>
          </a:p>
        </p:txBody>
      </p:sp>
      <p:sp>
        <p:nvSpPr>
          <p:cNvPr id="1028" name="x"/>
          <p:cNvSpPr/>
          <p:nvPr/>
        </p:nvSpPr>
        <p:spPr>
          <a:xfrm>
            <a:off x="3345656" y="937617"/>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x</a:t>
            </a:r>
          </a:p>
        </p:txBody>
      </p:sp>
      <p:sp>
        <p:nvSpPr>
          <p:cNvPr id="1029" name="3"/>
          <p:cNvSpPr/>
          <p:nvPr/>
        </p:nvSpPr>
        <p:spPr>
          <a:xfrm>
            <a:off x="5997773" y="1241226"/>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3</a:t>
            </a:r>
          </a:p>
        </p:txBody>
      </p:sp>
      <p:pic>
        <p:nvPicPr>
          <p:cNvPr id="1030" name="Line Line" descr="Line Line"/>
          <p:cNvPicPr>
            <a:picLocks/>
          </p:cNvPicPr>
          <p:nvPr/>
        </p:nvPicPr>
        <p:blipFill>
          <a:blip r:embed="rId2"/>
          <a:stretch>
            <a:fillRect/>
          </a:stretch>
        </p:blipFill>
        <p:spPr>
          <a:xfrm>
            <a:off x="5524500" y="1349388"/>
            <a:ext cx="438436" cy="365112"/>
          </a:xfrm>
          <a:prstGeom prst="rect">
            <a:avLst/>
          </a:prstGeom>
        </p:spPr>
      </p:pic>
      <p:sp>
        <p:nvSpPr>
          <p:cNvPr id="1032" name="4"/>
          <p:cNvSpPr/>
          <p:nvPr/>
        </p:nvSpPr>
        <p:spPr>
          <a:xfrm>
            <a:off x="5587008" y="928687"/>
            <a:ext cx="241102" cy="46434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lstStyle>
            <a:lvl1pPr algn="l">
              <a:defRPr sz="3200">
                <a:solidFill>
                  <a:srgbClr val="424242"/>
                </a:solidFill>
                <a:latin typeface="+mn-lt"/>
                <a:ea typeface="+mn-ea"/>
                <a:cs typeface="+mn-cs"/>
                <a:sym typeface="Chalkboard SE Regular"/>
              </a:defRPr>
            </a:lvl1pPr>
          </a:lstStyle>
          <a:p>
            <a:pPr defTabSz="410751" eaLnBrk="1" fontAlgn="auto">
              <a:spcBef>
                <a:spcPts val="0"/>
              </a:spcBef>
              <a:spcAft>
                <a:spcPts val="0"/>
              </a:spcAft>
            </a:pPr>
            <a:r>
              <a:rPr sz="2250" kern="0">
                <a:latin typeface="Chalkboard SE Regular"/>
              </a:rPr>
              <a:t>4</a:t>
            </a:r>
          </a:p>
        </p:txBody>
      </p:sp>
      <p:pic>
        <p:nvPicPr>
          <p:cNvPr id="1033" name="Line Line" descr="Line Line"/>
          <p:cNvPicPr>
            <a:picLocks/>
          </p:cNvPicPr>
          <p:nvPr/>
        </p:nvPicPr>
        <p:blipFill>
          <a:blip r:embed="rId2"/>
          <a:stretch>
            <a:fillRect/>
          </a:stretch>
        </p:blipFill>
        <p:spPr>
          <a:xfrm>
            <a:off x="2863453" y="1678781"/>
            <a:ext cx="438436" cy="365112"/>
          </a:xfrm>
          <a:prstGeom prst="rect">
            <a:avLst/>
          </a:prstGeom>
        </p:spPr>
      </p:pic>
      <p:pic>
        <p:nvPicPr>
          <p:cNvPr id="1035" name="Line Line" descr="Line Line"/>
          <p:cNvPicPr>
            <a:picLocks/>
          </p:cNvPicPr>
          <p:nvPr/>
        </p:nvPicPr>
        <p:blipFill>
          <a:blip r:embed="rId2"/>
          <a:stretch>
            <a:fillRect/>
          </a:stretch>
        </p:blipFill>
        <p:spPr>
          <a:xfrm>
            <a:off x="5078016" y="1651992"/>
            <a:ext cx="438436" cy="365112"/>
          </a:xfrm>
          <a:prstGeom prst="rect">
            <a:avLst/>
          </a:prstGeom>
        </p:spPr>
      </p:pic>
      <p:pic>
        <p:nvPicPr>
          <p:cNvPr id="1037" name="Line Line" descr="Line Line"/>
          <p:cNvPicPr>
            <a:picLocks/>
          </p:cNvPicPr>
          <p:nvPr/>
        </p:nvPicPr>
        <p:blipFill>
          <a:blip r:embed="rId2"/>
          <a:stretch>
            <a:fillRect/>
          </a:stretch>
        </p:blipFill>
        <p:spPr>
          <a:xfrm>
            <a:off x="2800946" y="1027919"/>
            <a:ext cx="438436" cy="365112"/>
          </a:xfrm>
          <a:prstGeom prst="rect">
            <a:avLst/>
          </a:prstGeom>
        </p:spPr>
      </p:pic>
      <p:pic>
        <p:nvPicPr>
          <p:cNvPr id="1039" name="Line Line" descr="Line Line"/>
          <p:cNvPicPr>
            <a:picLocks/>
          </p:cNvPicPr>
          <p:nvPr/>
        </p:nvPicPr>
        <p:blipFill>
          <a:blip r:embed="rId2"/>
          <a:stretch>
            <a:fillRect/>
          </a:stretch>
        </p:blipFill>
        <p:spPr>
          <a:xfrm>
            <a:off x="5051227" y="1026914"/>
            <a:ext cx="438436" cy="365112"/>
          </a:xfrm>
          <a:prstGeom prst="rect">
            <a:avLst/>
          </a:prstGeom>
        </p:spPr>
      </p:pic>
      <p:sp>
        <p:nvSpPr>
          <p:cNvPr id="1041" name="*"/>
          <p:cNvSpPr/>
          <p:nvPr/>
        </p:nvSpPr>
        <p:spPr>
          <a:xfrm>
            <a:off x="2756297" y="4427720"/>
            <a:ext cx="348258" cy="85113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35719" tIns="35719" rIns="35719" bIns="35719" anchor="ctr">
            <a:spAutoFit/>
          </a:bodyPr>
          <a:lstStyle>
            <a:lvl1pPr algn="l">
              <a:defRPr sz="7200">
                <a:solidFill>
                  <a:srgbClr val="942193"/>
                </a:solidFill>
                <a:latin typeface="+mn-lt"/>
                <a:ea typeface="+mn-ea"/>
                <a:cs typeface="+mn-cs"/>
                <a:sym typeface="Chalkboard SE Regular"/>
              </a:defRPr>
            </a:lvl1pPr>
          </a:lstStyle>
          <a:p>
            <a:pPr defTabSz="410751" eaLnBrk="1" fontAlgn="auto">
              <a:spcBef>
                <a:spcPts val="0"/>
              </a:spcBef>
              <a:spcAft>
                <a:spcPts val="0"/>
              </a:spcAft>
            </a:pPr>
            <a:r>
              <a:rPr sz="5062" kern="0">
                <a:latin typeface="Chalkboard SE Regular"/>
              </a:rPr>
              <a:t>*</a:t>
            </a:r>
          </a:p>
        </p:txBody>
      </p:sp>
    </p:spTree>
  </p:cSld>
  <p:clrMapOvr>
    <a:masterClrMapping/>
  </p:clrMapOvr>
  <p:transition spd="med"/>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3" name="Link-state + distance-vector"/>
          <p:cNvSpPr txBox="1">
            <a:spLocks noGrp="1"/>
          </p:cNvSpPr>
          <p:nvPr>
            <p:ph type="title"/>
          </p:nvPr>
        </p:nvSpPr>
        <p:spPr>
          <a:prstGeom prst="rect">
            <a:avLst/>
          </a:prstGeom>
        </p:spPr>
        <p:txBody>
          <a:bodyPr/>
          <a:lstStyle/>
          <a:p>
            <a:r>
              <a:rPr dirty="0"/>
              <a:t>Link-state + distance-vector</a:t>
            </a:r>
          </a:p>
        </p:txBody>
      </p:sp>
      <p:sp>
        <p:nvSpPr>
          <p:cNvPr id="3004" name="They solve the same problem: compute the least-cost path  from each source router  to each destination router"/>
          <p:cNvSpPr txBox="1">
            <a:spLocks noGrp="1"/>
          </p:cNvSpPr>
          <p:nvPr>
            <p:ph type="body" idx="1"/>
          </p:nvPr>
        </p:nvSpPr>
        <p:spPr>
          <a:prstGeom prst="rect">
            <a:avLst/>
          </a:prstGeom>
        </p:spPr>
        <p:txBody>
          <a:bodyPr/>
          <a:lstStyle/>
          <a:p>
            <a:r>
              <a:rPr b="1" dirty="0"/>
              <a:t>They solve the </a:t>
            </a:r>
            <a:r>
              <a:rPr b="1" dirty="0">
                <a:solidFill>
                  <a:srgbClr val="942193"/>
                </a:solidFill>
              </a:rPr>
              <a:t>same problem</a:t>
            </a:r>
            <a:r>
              <a:rPr dirty="0"/>
              <a:t>:</a:t>
            </a:r>
            <a:br>
              <a:rPr dirty="0"/>
            </a:br>
            <a:r>
              <a:rPr dirty="0"/>
              <a:t>compute the least-cost path </a:t>
            </a:r>
            <a:br>
              <a:rPr dirty="0"/>
            </a:br>
            <a:r>
              <a:rPr dirty="0"/>
              <a:t>from each source router </a:t>
            </a:r>
            <a:br>
              <a:rPr dirty="0"/>
            </a:br>
            <a:r>
              <a:rPr dirty="0"/>
              <a:t>to each destination router </a:t>
            </a:r>
          </a:p>
        </p:txBody>
      </p:sp>
      <p:sp>
        <p:nvSpPr>
          <p:cNvPr id="3005" name="Slide Number"/>
          <p:cNvSpPr txBox="1">
            <a:spLocks noGrp="1"/>
          </p:cNvSpPr>
          <p:nvPr>
            <p:ph type="sldNum" sz="quarter" idx="2"/>
          </p:nvPr>
        </p:nvSpPr>
        <p:spPr>
          <a:xfrm>
            <a:off x="9321511" y="4273496"/>
            <a:ext cx="266098" cy="297389"/>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p>
            <a:pPr algn="ctr" defTabSz="410751" eaLnBrk="1" fontAlgn="auto">
              <a:spcBef>
                <a:spcPts val="0"/>
              </a:spcBef>
              <a:spcAft>
                <a:spcPts val="0"/>
              </a:spcAft>
            </a:pPr>
            <a:fld id="{86CB4B4D-7CA3-9044-876B-883B54F8677D}" type="slidenum">
              <a:rPr kern="0"/>
              <a:pPr algn="ctr" defTabSz="410751" eaLnBrk="1" fontAlgn="auto">
                <a:spcBef>
                  <a:spcPts val="0"/>
                </a:spcBef>
                <a:spcAft>
                  <a:spcPts val="0"/>
                </a:spcAft>
              </a:pPr>
              <a:t>22</a:t>
            </a:fld>
            <a:endParaRPr kern="0"/>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iterate>
                                    <p:tmAbs val="0"/>
                                  </p:iterate>
                                  <p:childTnLst>
                                    <p:set>
                                      <p:cBhvr>
                                        <p:cTn id="6" fill="hold"/>
                                        <p:tgtEl>
                                          <p:spTgt spid="3004">
                                            <p:bg/>
                                          </p:spTgt>
                                        </p:tgtEl>
                                        <p:attrNameLst>
                                          <p:attrName>style.visibility</p:attrName>
                                        </p:attrNameLst>
                                      </p:cBhvr>
                                      <p:to>
                                        <p:strVal val="visible"/>
                                      </p:to>
                                    </p:set>
                                  </p:childTnLst>
                                </p:cTn>
                              </p:par>
                              <p:par>
                                <p:cTn id="7" presetID="1" presetClass="entr" presetSubtype="0" fill="hold" grpId="0" nodeType="withEffect">
                                  <p:stCondLst>
                                    <p:cond delay="0"/>
                                  </p:stCondLst>
                                  <p:iterate>
                                    <p:tmAbs val="0"/>
                                  </p:iterate>
                                  <p:childTnLst>
                                    <p:set>
                                      <p:cBhvr>
                                        <p:cTn id="8" fill="hold"/>
                                        <p:tgtEl>
                                          <p:spTgt spid="3004">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04" grpId="0" build="p" animBg="1" advAuto="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9" name="Link-state vs. distance-vector"/>
          <p:cNvSpPr txBox="1">
            <a:spLocks noGrp="1"/>
          </p:cNvSpPr>
          <p:nvPr>
            <p:ph type="title"/>
          </p:nvPr>
        </p:nvSpPr>
        <p:spPr>
          <a:prstGeom prst="rect">
            <a:avLst/>
          </a:prstGeom>
        </p:spPr>
        <p:txBody>
          <a:bodyPr/>
          <a:lstStyle/>
          <a:p>
            <a:r>
              <a:rPr dirty="0"/>
              <a:t>Link-state vs. distance-vector</a:t>
            </a:r>
          </a:p>
        </p:txBody>
      </p:sp>
      <p:sp>
        <p:nvSpPr>
          <p:cNvPr id="3010" name="Link state: each entity first obtains  complete view of the network,  then computes the least-cost paths…"/>
          <p:cNvSpPr txBox="1">
            <a:spLocks noGrp="1"/>
          </p:cNvSpPr>
          <p:nvPr>
            <p:ph type="body" idx="1"/>
          </p:nvPr>
        </p:nvSpPr>
        <p:spPr>
          <a:prstGeom prst="rect">
            <a:avLst/>
          </a:prstGeom>
        </p:spPr>
        <p:txBody>
          <a:bodyPr/>
          <a:lstStyle/>
          <a:p>
            <a:pPr>
              <a:spcBef>
                <a:spcPts val="2812"/>
              </a:spcBef>
            </a:pPr>
            <a:r>
              <a:rPr dirty="0"/>
              <a:t>Link state: each entity first obtains </a:t>
            </a:r>
            <a:br>
              <a:rPr dirty="0"/>
            </a:br>
            <a:r>
              <a:rPr dirty="0">
                <a:solidFill>
                  <a:srgbClr val="942193"/>
                </a:solidFill>
              </a:rPr>
              <a:t>complete view</a:t>
            </a:r>
            <a:r>
              <a:rPr dirty="0"/>
              <a:t> of the network, </a:t>
            </a:r>
            <a:br>
              <a:rPr dirty="0"/>
            </a:br>
            <a:r>
              <a:rPr dirty="0"/>
              <a:t>then computes the least-cost paths</a:t>
            </a:r>
          </a:p>
          <a:p>
            <a:pPr>
              <a:spcBef>
                <a:spcPts val="2812"/>
              </a:spcBef>
            </a:pPr>
            <a:r>
              <a:rPr dirty="0"/>
              <a:t>Distance vector: each entity obtains </a:t>
            </a:r>
            <a:br>
              <a:rPr dirty="0"/>
            </a:br>
            <a:r>
              <a:rPr dirty="0">
                <a:solidFill>
                  <a:srgbClr val="942193"/>
                </a:solidFill>
              </a:rPr>
              <a:t>incrementally</a:t>
            </a:r>
            <a:r>
              <a:rPr dirty="0"/>
              <a:t> new information about the network at every round</a:t>
            </a:r>
          </a:p>
        </p:txBody>
      </p:sp>
      <p:sp>
        <p:nvSpPr>
          <p:cNvPr id="3011" name="Slide Number"/>
          <p:cNvSpPr txBox="1">
            <a:spLocks noGrp="1"/>
          </p:cNvSpPr>
          <p:nvPr>
            <p:ph type="sldNum" sz="quarter" idx="2"/>
          </p:nvPr>
        </p:nvSpPr>
        <p:spPr>
          <a:xfrm>
            <a:off x="9321511" y="4273496"/>
            <a:ext cx="266098" cy="297389"/>
          </a:xfrm>
          <a:prstGeom prst="rect">
            <a:avLst/>
          </a:prstGeom>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a:lstStyle/>
          <a:p>
            <a:pPr algn="ctr" defTabSz="410751" eaLnBrk="1" fontAlgn="auto">
              <a:spcBef>
                <a:spcPts val="0"/>
              </a:spcBef>
              <a:spcAft>
                <a:spcPts val="0"/>
              </a:spcAft>
            </a:pPr>
            <a:fld id="{86CB4B4D-7CA3-9044-876B-883B54F8677D}" type="slidenum">
              <a:rPr kern="0"/>
              <a:pPr algn="ctr" defTabSz="410751" eaLnBrk="1" fontAlgn="auto">
                <a:spcBef>
                  <a:spcPts val="0"/>
                </a:spcBef>
                <a:spcAft>
                  <a:spcPts val="0"/>
                </a:spcAft>
              </a:pPr>
              <a:t>23</a:t>
            </a:fld>
            <a:endParaRPr kern="0"/>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iterate>
                                    <p:tmAbs val="0"/>
                                  </p:iterate>
                                  <p:childTnLst>
                                    <p:set>
                                      <p:cBhvr>
                                        <p:cTn id="6" fill="hold"/>
                                        <p:tgtEl>
                                          <p:spTgt spid="3010">
                                            <p:bg/>
                                          </p:spTgt>
                                        </p:tgtEl>
                                        <p:attrNameLst>
                                          <p:attrName>style.visibility</p:attrName>
                                        </p:attrNameLst>
                                      </p:cBhvr>
                                      <p:to>
                                        <p:strVal val="visible"/>
                                      </p:to>
                                    </p:set>
                                  </p:childTnLst>
                                </p:cTn>
                              </p:par>
                              <p:par>
                                <p:cTn id="7" presetID="1" presetClass="entr" presetSubtype="0" fill="hold" grpId="0" nodeType="withEffect">
                                  <p:stCondLst>
                                    <p:cond delay="0"/>
                                  </p:stCondLst>
                                  <p:iterate>
                                    <p:tmAbs val="0"/>
                                  </p:iterate>
                                  <p:childTnLst>
                                    <p:set>
                                      <p:cBhvr>
                                        <p:cTn id="8" fill="hold"/>
                                        <p:tgtEl>
                                          <p:spTgt spid="3010">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iterate>
                                    <p:tmAbs val="0"/>
                                  </p:iterate>
                                  <p:childTnLst>
                                    <p:set>
                                      <p:cBhvr>
                                        <p:cTn id="12" fill="hold"/>
                                        <p:tgtEl>
                                          <p:spTgt spid="3010">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10" grpId="0" build="p" animBg="1" advAuto="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AF8C2445-479C-3C3F-DA13-DBBBD216143B}"/>
              </a:ext>
            </a:extLst>
          </p:cNvPr>
          <p:cNvSpPr>
            <a:spLocks noGrp="1"/>
          </p:cNvSpPr>
          <p:nvPr>
            <p:ph type="title"/>
          </p:nvPr>
        </p:nvSpPr>
        <p:spPr/>
        <p:txBody>
          <a:bodyPr/>
          <a:lstStyle/>
          <a:p>
            <a:r>
              <a:rPr lang="en-CH" dirty="0"/>
              <a:t>OSPF</a:t>
            </a:r>
          </a:p>
        </p:txBody>
      </p:sp>
      <p:sp>
        <p:nvSpPr>
          <p:cNvPr id="3" name="Date Placeholder 2">
            <a:extLst>
              <a:ext uri="{FF2B5EF4-FFF2-40B4-BE49-F238E27FC236}">
                <a16:creationId xmlns:a16="http://schemas.microsoft.com/office/drawing/2014/main" id="{64033B71-D761-CDAD-DE73-57C45A5AE203}"/>
              </a:ext>
            </a:extLst>
          </p:cNvPr>
          <p:cNvSpPr>
            <a:spLocks noGrp="1"/>
          </p:cNvSpPr>
          <p:nvPr>
            <p:ph type="dt" sz="half" idx="10"/>
          </p:nvPr>
        </p:nvSpPr>
        <p:spPr/>
        <p:txBody>
          <a:bodyPr/>
          <a:lstStyle/>
          <a:p>
            <a:r>
              <a:rPr lang="it-IT" altLang="en-IT"/>
              <a:t>last update: Oct 2023</a:t>
            </a:r>
          </a:p>
        </p:txBody>
      </p:sp>
      <p:sp>
        <p:nvSpPr>
          <p:cNvPr id="4" name="Footer Placeholder 3">
            <a:extLst>
              <a:ext uri="{FF2B5EF4-FFF2-40B4-BE49-F238E27FC236}">
                <a16:creationId xmlns:a16="http://schemas.microsoft.com/office/drawing/2014/main" id="{821F920E-1170-A797-6647-77EC41EC3BCB}"/>
              </a:ext>
            </a:extLst>
          </p:cNvPr>
          <p:cNvSpPr>
            <a:spLocks noGrp="1"/>
          </p:cNvSpPr>
          <p:nvPr>
            <p:ph type="ftr" sz="quarter" idx="11"/>
          </p:nvPr>
        </p:nvSpPr>
        <p:spPr/>
        <p:txBody>
          <a:bodyPr/>
          <a:lstStyle/>
          <a:p>
            <a:r>
              <a:rPr lang="it-IT" altLang="en-IT"/>
              <a:t>kathara – [ labs: ospf_frr ]</a:t>
            </a:r>
          </a:p>
        </p:txBody>
      </p:sp>
    </p:spTree>
    <p:extLst>
      <p:ext uri="{BB962C8B-B14F-4D97-AF65-F5344CB8AC3E}">
        <p14:creationId xmlns:p14="http://schemas.microsoft.com/office/powerpoint/2010/main" val="820356253"/>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0" name="Rectangle 2">
            <a:extLst>
              <a:ext uri="{FF2B5EF4-FFF2-40B4-BE49-F238E27FC236}">
                <a16:creationId xmlns:a16="http://schemas.microsoft.com/office/drawing/2014/main" id="{F2D2C843-CD66-55F4-856F-C4277B636523}"/>
              </a:ext>
            </a:extLst>
          </p:cNvPr>
          <p:cNvSpPr>
            <a:spLocks noGrp="1" noChangeArrowheads="1"/>
          </p:cNvSpPr>
          <p:nvPr>
            <p:ph type="title"/>
          </p:nvPr>
        </p:nvSpPr>
        <p:spPr/>
        <p:txBody>
          <a:bodyPr/>
          <a:lstStyle/>
          <a:p>
            <a:pPr eaLnBrk="1" hangingPunct="1"/>
            <a:r>
              <a:rPr lang="it-IT" altLang="it-IT" dirty="0" err="1"/>
              <a:t>about</a:t>
            </a:r>
            <a:r>
              <a:rPr lang="it-IT" altLang="it-IT" dirty="0"/>
              <a:t> </a:t>
            </a:r>
            <a:r>
              <a:rPr lang="it-IT" altLang="it-IT" dirty="0" err="1"/>
              <a:t>ospf</a:t>
            </a:r>
            <a:endParaRPr lang="it-IT" altLang="it-IT" dirty="0"/>
          </a:p>
        </p:txBody>
      </p:sp>
      <p:sp>
        <p:nvSpPr>
          <p:cNvPr id="9221" name="Rectangle 3">
            <a:extLst>
              <a:ext uri="{FF2B5EF4-FFF2-40B4-BE49-F238E27FC236}">
                <a16:creationId xmlns:a16="http://schemas.microsoft.com/office/drawing/2014/main" id="{617981BA-5C67-FFB3-35CC-3D27DDC0E266}"/>
              </a:ext>
            </a:extLst>
          </p:cNvPr>
          <p:cNvSpPr>
            <a:spLocks noGrp="1" noChangeArrowheads="1"/>
          </p:cNvSpPr>
          <p:nvPr>
            <p:ph idx="1"/>
          </p:nvPr>
        </p:nvSpPr>
        <p:spPr/>
        <p:txBody>
          <a:bodyPr/>
          <a:lstStyle/>
          <a:p>
            <a:pPr eaLnBrk="1" hangingPunct="1"/>
            <a:r>
              <a:rPr lang="it-IT" altLang="it-IT" dirty="0"/>
              <a:t>open </a:t>
            </a:r>
            <a:r>
              <a:rPr lang="it-IT" altLang="it-IT" dirty="0" err="1"/>
              <a:t>shortest</a:t>
            </a:r>
            <a:r>
              <a:rPr lang="it-IT" altLang="it-IT" dirty="0"/>
              <a:t> </a:t>
            </a:r>
            <a:r>
              <a:rPr lang="it-IT" altLang="it-IT" dirty="0" err="1"/>
              <a:t>path</a:t>
            </a:r>
            <a:r>
              <a:rPr lang="it-IT" altLang="it-IT" dirty="0"/>
              <a:t> first</a:t>
            </a:r>
          </a:p>
          <a:p>
            <a:pPr eaLnBrk="1" hangingPunct="1"/>
            <a:r>
              <a:rPr lang="it-IT" altLang="it-IT" dirty="0"/>
              <a:t>an </a:t>
            </a:r>
            <a:r>
              <a:rPr lang="it-IT" altLang="it-IT" dirty="0" err="1"/>
              <a:t>interior</a:t>
            </a:r>
            <a:r>
              <a:rPr lang="it-IT" altLang="it-IT" dirty="0"/>
              <a:t> gateway </a:t>
            </a:r>
            <a:r>
              <a:rPr lang="it-IT" altLang="it-IT" dirty="0" err="1"/>
              <a:t>protocol</a:t>
            </a:r>
            <a:endParaRPr lang="it-IT" altLang="it-IT" dirty="0"/>
          </a:p>
          <a:p>
            <a:pPr eaLnBrk="1" hangingPunct="1"/>
            <a:endParaRPr lang="it-IT" altLang="it-IT" dirty="0"/>
          </a:p>
        </p:txBody>
      </p:sp>
      <p:sp>
        <p:nvSpPr>
          <p:cNvPr id="2" name="Rectangle 4">
            <a:extLst>
              <a:ext uri="{FF2B5EF4-FFF2-40B4-BE49-F238E27FC236}">
                <a16:creationId xmlns:a16="http://schemas.microsoft.com/office/drawing/2014/main" id="{6E2C03BA-E0F0-C1C4-F176-57EA92DFB32A}"/>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94344BE8-E144-2C99-380B-F72631B0CAD6}"/>
              </a:ext>
            </a:extLst>
          </p:cNvPr>
          <p:cNvSpPr>
            <a:spLocks noGrp="1" noChangeArrowheads="1"/>
          </p:cNvSpPr>
          <p:nvPr>
            <p:ph type="ftr" sz="quarter" idx="11"/>
          </p:nvPr>
        </p:nvSpPr>
        <p:spPr>
          <a:ln/>
        </p:spPr>
        <p:txBody>
          <a:bodyPr/>
          <a:lstStyle/>
          <a:p>
            <a:r>
              <a:rPr lang="it-IT" altLang="en-IT"/>
              <a:t>kathara – [ labs: ospf_frr ]</a:t>
            </a:r>
          </a:p>
        </p:txBody>
      </p:sp>
      <p:graphicFrame>
        <p:nvGraphicFramePr>
          <p:cNvPr id="4" name="Group 52">
            <a:extLst>
              <a:ext uri="{FF2B5EF4-FFF2-40B4-BE49-F238E27FC236}">
                <a16:creationId xmlns:a16="http://schemas.microsoft.com/office/drawing/2014/main" id="{68CCBB1A-092A-6F7E-5E2B-BDA8D8E21EB9}"/>
              </a:ext>
            </a:extLst>
          </p:cNvPr>
          <p:cNvGraphicFramePr>
            <a:graphicFrameLocks/>
          </p:cNvGraphicFramePr>
          <p:nvPr>
            <p:extLst>
              <p:ext uri="{D42A27DB-BD31-4B8C-83A1-F6EECF244321}">
                <p14:modId xmlns:p14="http://schemas.microsoft.com/office/powerpoint/2010/main" val="2912073"/>
              </p:ext>
            </p:extLst>
          </p:nvPr>
        </p:nvGraphicFramePr>
        <p:xfrm>
          <a:off x="609600" y="3741192"/>
          <a:ext cx="10972798" cy="2424112"/>
        </p:xfrm>
        <a:graphic>
          <a:graphicData uri="http://schemas.openxmlformats.org/drawingml/2006/table">
            <a:tbl>
              <a:tblPr/>
              <a:tblGrid>
                <a:gridCol w="3658381">
                  <a:extLst>
                    <a:ext uri="{9D8B030D-6E8A-4147-A177-3AD203B41FA5}">
                      <a16:colId xmlns:a16="http://schemas.microsoft.com/office/drawing/2014/main" val="20000"/>
                    </a:ext>
                  </a:extLst>
                </a:gridCol>
                <a:gridCol w="3656036">
                  <a:extLst>
                    <a:ext uri="{9D8B030D-6E8A-4147-A177-3AD203B41FA5}">
                      <a16:colId xmlns:a16="http://schemas.microsoft.com/office/drawing/2014/main" val="20001"/>
                    </a:ext>
                  </a:extLst>
                </a:gridCol>
                <a:gridCol w="3658381">
                  <a:extLst>
                    <a:ext uri="{9D8B030D-6E8A-4147-A177-3AD203B41FA5}">
                      <a16:colId xmlns:a16="http://schemas.microsoft.com/office/drawing/2014/main" val="20002"/>
                    </a:ext>
                  </a:extLst>
                </a:gridCol>
              </a:tblGrid>
              <a:tr h="898506">
                <a:tc>
                  <a:txBody>
                    <a:bodyPr/>
                    <a:lstStyle/>
                    <a:p>
                      <a:pPr marL="0" marR="0" lvl="0" indent="0" algn="l" defTabSz="914400" rtl="0" eaLnBrk="1" fontAlgn="base" latinLnBrk="0" hangingPunct="1">
                        <a:lnSpc>
                          <a:spcPct val="100000"/>
                        </a:lnSpc>
                        <a:spcBef>
                          <a:spcPct val="20000"/>
                        </a:spcBef>
                        <a:spcAft>
                          <a:spcPct val="0"/>
                        </a:spcAft>
                        <a:buClr>
                          <a:schemeClr val="tx2"/>
                        </a:buClr>
                        <a:buSzPct val="70000"/>
                        <a:buFont typeface="Wingdings" pitchFamily="2" charset="2"/>
                        <a:buNone/>
                        <a:tabLst/>
                      </a:pPr>
                      <a:endParaRPr kumimoji="0" lang="it-IT" sz="2400" b="0" i="0" u="none" strike="noStrike" cap="none" normalizeH="0" baseline="0">
                        <a:ln>
                          <a:noFill/>
                        </a:ln>
                        <a:solidFill>
                          <a:schemeClr val="tx1"/>
                        </a:solidFill>
                        <a:effectLst/>
                        <a:latin typeface="Tahoma" pitchFamily="34" charset="0"/>
                      </a:endParaRPr>
                    </a:p>
                  </a:txBody>
                  <a:tcPr marL="90000" marR="90000" marT="46812" marB="46812" anchor="ctr" horzOverflow="overflow">
                    <a:lnL cap="flat">
                      <a:noFill/>
                    </a:lnL>
                    <a:lnR w="28575" cap="flat" cmpd="sng" algn="ctr">
                      <a:solidFill>
                        <a:schemeClr val="tx1"/>
                      </a:solidFill>
                      <a:prstDash val="solid"/>
                      <a:round/>
                      <a:headEnd type="none" w="med" len="med"/>
                      <a:tailEnd type="none" w="med" len="med"/>
                    </a:lnR>
                    <a:lnT cap="flat">
                      <a:noFill/>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2"/>
                        </a:buClr>
                        <a:buSzPct val="70000"/>
                        <a:buFont typeface="Wingdings" pitchFamily="2" charset="2"/>
                        <a:buNone/>
                        <a:tabLst/>
                      </a:pPr>
                      <a:r>
                        <a:rPr kumimoji="0" lang="it-IT" sz="2400" b="0" i="0" u="none" strike="noStrike" cap="none" normalizeH="0" baseline="0" dirty="0" err="1">
                          <a:ln>
                            <a:noFill/>
                          </a:ln>
                          <a:solidFill>
                            <a:schemeClr val="accent1"/>
                          </a:solidFill>
                          <a:effectLst/>
                          <a:latin typeface="Tahoma" pitchFamily="34" charset="0"/>
                        </a:rPr>
                        <a:t>Specification</a:t>
                      </a:r>
                      <a:endParaRPr kumimoji="0" lang="it-IT" sz="2400" b="0" i="0" u="none" strike="noStrike" cap="none" normalizeH="0" baseline="0" dirty="0">
                        <a:ln>
                          <a:noFill/>
                        </a:ln>
                        <a:solidFill>
                          <a:schemeClr val="accent1"/>
                        </a:solidFill>
                        <a:effectLst/>
                        <a:latin typeface="Tahoma" pitchFamily="34" charset="0"/>
                      </a:endParaRPr>
                    </a:p>
                  </a:txBody>
                  <a:tcPr marL="90000" marR="90000" marT="46812" marB="46812"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2"/>
                        </a:buClr>
                        <a:buSzPct val="70000"/>
                        <a:buFont typeface="Wingdings" pitchFamily="2" charset="2"/>
                        <a:buNone/>
                        <a:tabLst/>
                      </a:pPr>
                      <a:r>
                        <a:rPr kumimoji="0" lang="en-CH" sz="2400" b="0" i="0" u="none" strike="noStrike" cap="none" normalizeH="0" baseline="0" dirty="0">
                          <a:ln>
                            <a:noFill/>
                          </a:ln>
                          <a:solidFill>
                            <a:schemeClr val="accent1"/>
                          </a:solidFill>
                          <a:effectLst/>
                          <a:latin typeface="Tahoma" pitchFamily="34" charset="0"/>
                        </a:rPr>
                        <a:t>A</a:t>
                      </a:r>
                      <a:r>
                        <a:rPr kumimoji="0" lang="it-IT" sz="2400" b="0" i="0" u="none" strike="noStrike" cap="none" normalizeH="0" baseline="0" dirty="0">
                          <a:ln>
                            <a:noFill/>
                          </a:ln>
                          <a:solidFill>
                            <a:schemeClr val="accent1"/>
                          </a:solidFill>
                          <a:effectLst/>
                          <a:latin typeface="Tahoma" pitchFamily="34" charset="0"/>
                        </a:rPr>
                        <a:t>uthentication</a:t>
                      </a:r>
                    </a:p>
                    <a:p>
                      <a:pPr marL="0" marR="0" lvl="0" indent="0" algn="ctr" defTabSz="914400" rtl="0" eaLnBrk="1" fontAlgn="base" latinLnBrk="0" hangingPunct="1">
                        <a:lnSpc>
                          <a:spcPct val="100000"/>
                        </a:lnSpc>
                        <a:spcBef>
                          <a:spcPct val="20000"/>
                        </a:spcBef>
                        <a:spcAft>
                          <a:spcPct val="0"/>
                        </a:spcAft>
                        <a:buClr>
                          <a:schemeClr val="tx2"/>
                        </a:buClr>
                        <a:buSzPct val="70000"/>
                        <a:buFont typeface="Wingdings" pitchFamily="2" charset="2"/>
                        <a:buNone/>
                        <a:tabLst/>
                      </a:pPr>
                      <a:r>
                        <a:rPr kumimoji="0" lang="it-IT" sz="2400" b="0" i="0" u="none" strike="noStrike" cap="none" normalizeH="0" baseline="0" dirty="0" err="1">
                          <a:ln>
                            <a:noFill/>
                          </a:ln>
                          <a:solidFill>
                            <a:schemeClr val="accent1"/>
                          </a:solidFill>
                          <a:effectLst/>
                          <a:latin typeface="Tahoma" pitchFamily="34" charset="0"/>
                        </a:rPr>
                        <a:t>Confidentiality</a:t>
                      </a:r>
                      <a:endParaRPr kumimoji="0" lang="it-IT" sz="2400" b="0" i="0" u="none" strike="noStrike" cap="none" normalizeH="0" baseline="0" dirty="0">
                        <a:ln>
                          <a:noFill/>
                        </a:ln>
                        <a:solidFill>
                          <a:schemeClr val="accent1"/>
                        </a:solidFill>
                        <a:effectLst/>
                        <a:latin typeface="Tahoma" pitchFamily="34" charset="0"/>
                      </a:endParaRPr>
                    </a:p>
                  </a:txBody>
                  <a:tcPr marL="90000" marR="90000" marT="46812" marB="46812"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700271">
                <a:tc>
                  <a:txBody>
                    <a:bodyPr/>
                    <a:lstStyle/>
                    <a:p>
                      <a:pPr marL="0" marR="0" lvl="0" indent="0" algn="l" defTabSz="914400" rtl="0" eaLnBrk="1" fontAlgn="base" latinLnBrk="0" hangingPunct="1">
                        <a:lnSpc>
                          <a:spcPct val="100000"/>
                        </a:lnSpc>
                        <a:spcBef>
                          <a:spcPct val="20000"/>
                        </a:spcBef>
                        <a:spcAft>
                          <a:spcPct val="0"/>
                        </a:spcAft>
                        <a:buClr>
                          <a:schemeClr val="tx2"/>
                        </a:buClr>
                        <a:buSzPct val="70000"/>
                        <a:buFont typeface="Wingdings" pitchFamily="2" charset="2"/>
                        <a:buNone/>
                        <a:tabLst/>
                      </a:pPr>
                      <a:r>
                        <a:rPr kumimoji="0" lang="it-IT" sz="2400" b="0" i="0" u="none" strike="noStrike" cap="none" normalizeH="0" baseline="0">
                          <a:ln>
                            <a:noFill/>
                          </a:ln>
                          <a:solidFill>
                            <a:schemeClr val="accent1"/>
                          </a:solidFill>
                          <a:effectLst/>
                          <a:latin typeface="Tahoma" pitchFamily="34" charset="0"/>
                        </a:rPr>
                        <a:t>version 2</a:t>
                      </a:r>
                    </a:p>
                  </a:txBody>
                  <a:tcPr marL="90000" marR="90000" marT="46812" marB="46812"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2"/>
                        </a:buClr>
                        <a:buSzPct val="70000"/>
                        <a:buFont typeface="Wingdings" pitchFamily="2" charset="2"/>
                        <a:buNone/>
                        <a:tabLst/>
                      </a:pPr>
                      <a:r>
                        <a:rPr kumimoji="0" lang="it-IT" sz="2400" b="0" i="0" u="none" strike="noStrike" cap="none" normalizeH="0" baseline="0" dirty="0" err="1">
                          <a:ln>
                            <a:noFill/>
                          </a:ln>
                          <a:solidFill>
                            <a:schemeClr val="tx1"/>
                          </a:solidFill>
                          <a:effectLst/>
                          <a:latin typeface="Tahoma" pitchFamily="34" charset="0"/>
                        </a:rPr>
                        <a:t>rfc</a:t>
                      </a:r>
                      <a:r>
                        <a:rPr kumimoji="0" lang="it-IT" sz="2400" b="0" i="0" u="none" strike="noStrike" cap="none" normalizeH="0" baseline="0" dirty="0">
                          <a:ln>
                            <a:noFill/>
                          </a:ln>
                          <a:solidFill>
                            <a:schemeClr val="tx1"/>
                          </a:solidFill>
                          <a:effectLst/>
                          <a:latin typeface="Tahoma" pitchFamily="34" charset="0"/>
                        </a:rPr>
                        <a:t> 2328</a:t>
                      </a:r>
                    </a:p>
                  </a:txBody>
                  <a:tcPr marL="90000" marR="90000" marT="46812" marB="46812"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2"/>
                        </a:buClr>
                        <a:buSzPct val="70000"/>
                        <a:buFont typeface="Wingdings" pitchFamily="2" charset="2"/>
                        <a:buNone/>
                        <a:tabLst/>
                      </a:pPr>
                      <a:r>
                        <a:rPr kumimoji="0" lang="it-IT" sz="2400" b="0" i="0" u="none" strike="noStrike" cap="none" normalizeH="0" baseline="0" dirty="0" err="1">
                          <a:ln>
                            <a:noFill/>
                          </a:ln>
                          <a:solidFill>
                            <a:schemeClr val="tx1"/>
                          </a:solidFill>
                          <a:effectLst/>
                          <a:latin typeface="Tahoma" pitchFamily="34" charset="0"/>
                        </a:rPr>
                        <a:t>rfc</a:t>
                      </a:r>
                      <a:r>
                        <a:rPr kumimoji="0" lang="it-IT" sz="2400" b="0" i="0" u="none" strike="noStrike" cap="none" normalizeH="0" baseline="0" dirty="0">
                          <a:ln>
                            <a:noFill/>
                          </a:ln>
                          <a:solidFill>
                            <a:schemeClr val="tx1"/>
                          </a:solidFill>
                          <a:effectLst/>
                          <a:latin typeface="Tahoma" pitchFamily="34" charset="0"/>
                        </a:rPr>
                        <a:t> 5709</a:t>
                      </a:r>
                    </a:p>
                  </a:txBody>
                  <a:tcPr marL="90000" marR="90000" marT="46812" marB="46812"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825335">
                <a:tc>
                  <a:txBody>
                    <a:bodyPr/>
                    <a:lstStyle/>
                    <a:p>
                      <a:pPr marL="0" marR="0" lvl="0" indent="0" algn="l" defTabSz="914400" rtl="0" eaLnBrk="1" fontAlgn="base" latinLnBrk="0" hangingPunct="1">
                        <a:lnSpc>
                          <a:spcPct val="100000"/>
                        </a:lnSpc>
                        <a:spcBef>
                          <a:spcPct val="20000"/>
                        </a:spcBef>
                        <a:spcAft>
                          <a:spcPct val="0"/>
                        </a:spcAft>
                        <a:buClr>
                          <a:schemeClr val="tx2"/>
                        </a:buClr>
                        <a:buSzPct val="70000"/>
                        <a:buFont typeface="Wingdings" pitchFamily="2" charset="2"/>
                        <a:buNone/>
                        <a:tabLst/>
                      </a:pPr>
                      <a:r>
                        <a:rPr kumimoji="0" lang="it-IT" sz="2400" b="0" i="0" u="none" strike="noStrike" cap="none" normalizeH="0" baseline="0">
                          <a:ln>
                            <a:noFill/>
                          </a:ln>
                          <a:solidFill>
                            <a:schemeClr val="accent1"/>
                          </a:solidFill>
                          <a:effectLst/>
                          <a:latin typeface="Tahoma" pitchFamily="34" charset="0"/>
                        </a:rPr>
                        <a:t>version 3</a:t>
                      </a:r>
                    </a:p>
                    <a:p>
                      <a:pPr marL="0" marR="0" lvl="0" indent="0" algn="l" defTabSz="914400" rtl="0" eaLnBrk="1" fontAlgn="base" latinLnBrk="0" hangingPunct="1">
                        <a:lnSpc>
                          <a:spcPct val="100000"/>
                        </a:lnSpc>
                        <a:spcBef>
                          <a:spcPct val="20000"/>
                        </a:spcBef>
                        <a:spcAft>
                          <a:spcPct val="0"/>
                        </a:spcAft>
                        <a:buClr>
                          <a:schemeClr val="tx2"/>
                        </a:buClr>
                        <a:buSzPct val="70000"/>
                        <a:buFont typeface="Wingdings" pitchFamily="2" charset="2"/>
                        <a:buNone/>
                        <a:tabLst/>
                      </a:pPr>
                      <a:r>
                        <a:rPr kumimoji="0" lang="it-IT" sz="2000" b="0" i="0" u="none" strike="noStrike" cap="none" normalizeH="0" baseline="0">
                          <a:ln>
                            <a:noFill/>
                          </a:ln>
                          <a:solidFill>
                            <a:schemeClr val="accent1"/>
                          </a:solidFill>
                          <a:effectLst/>
                          <a:latin typeface="Tahoma" pitchFamily="34" charset="0"/>
                        </a:rPr>
                        <a:t>(with ipv6 support)</a:t>
                      </a:r>
                    </a:p>
                  </a:txBody>
                  <a:tcPr marL="90000" marR="90000" marT="46812" marB="46812"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2"/>
                        </a:buClr>
                        <a:buSzPct val="70000"/>
                        <a:buFont typeface="Wingdings" pitchFamily="2" charset="2"/>
                        <a:buNone/>
                        <a:tabLst/>
                      </a:pPr>
                      <a:r>
                        <a:rPr kumimoji="0" lang="it-IT" sz="2400" b="0" i="0" u="none" strike="noStrike" cap="none" normalizeH="0" baseline="0" dirty="0" err="1">
                          <a:ln>
                            <a:noFill/>
                          </a:ln>
                          <a:solidFill>
                            <a:schemeClr val="tx1"/>
                          </a:solidFill>
                          <a:effectLst/>
                          <a:latin typeface="Tahoma" pitchFamily="34" charset="0"/>
                        </a:rPr>
                        <a:t>rfc</a:t>
                      </a:r>
                      <a:r>
                        <a:rPr kumimoji="0" lang="it-IT" sz="2400" b="0" i="0" u="none" strike="noStrike" cap="none" normalizeH="0" baseline="0" dirty="0">
                          <a:ln>
                            <a:noFill/>
                          </a:ln>
                          <a:solidFill>
                            <a:schemeClr val="tx1"/>
                          </a:solidFill>
                          <a:effectLst/>
                          <a:latin typeface="Tahoma" pitchFamily="34" charset="0"/>
                        </a:rPr>
                        <a:t> 5340</a:t>
                      </a:r>
                    </a:p>
                  </a:txBody>
                  <a:tcPr marL="90000" marR="90000" marT="46812" marB="46812"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2"/>
                        </a:buClr>
                        <a:buSzPct val="70000"/>
                        <a:buFont typeface="Wingdings" pitchFamily="2" charset="2"/>
                        <a:buNone/>
                        <a:tabLst/>
                      </a:pPr>
                      <a:r>
                        <a:rPr kumimoji="0" lang="it-IT" sz="2400" b="0" i="0" u="none" strike="noStrike" cap="none" normalizeH="0" baseline="0" dirty="0" err="1">
                          <a:ln>
                            <a:noFill/>
                          </a:ln>
                          <a:solidFill>
                            <a:schemeClr val="tx1"/>
                          </a:solidFill>
                          <a:effectLst/>
                          <a:latin typeface="Tahoma" pitchFamily="34" charset="0"/>
                        </a:rPr>
                        <a:t>rfc</a:t>
                      </a:r>
                      <a:r>
                        <a:rPr kumimoji="0" lang="it-IT" sz="2400" b="0" i="0" u="none" strike="noStrike" cap="none" normalizeH="0" baseline="0" dirty="0">
                          <a:ln>
                            <a:noFill/>
                          </a:ln>
                          <a:solidFill>
                            <a:schemeClr val="tx1"/>
                          </a:solidFill>
                          <a:effectLst/>
                          <a:latin typeface="Tahoma" pitchFamily="34" charset="0"/>
                        </a:rPr>
                        <a:t> 4552</a:t>
                      </a:r>
                    </a:p>
                  </a:txBody>
                  <a:tcPr marL="90000" marR="90000" marT="46812" marB="46812"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0" name="Rectangle 2">
            <a:extLst>
              <a:ext uri="{FF2B5EF4-FFF2-40B4-BE49-F238E27FC236}">
                <a16:creationId xmlns:a16="http://schemas.microsoft.com/office/drawing/2014/main" id="{F2D2C843-CD66-55F4-856F-C4277B636523}"/>
              </a:ext>
            </a:extLst>
          </p:cNvPr>
          <p:cNvSpPr>
            <a:spLocks noGrp="1" noChangeArrowheads="1"/>
          </p:cNvSpPr>
          <p:nvPr>
            <p:ph type="title"/>
          </p:nvPr>
        </p:nvSpPr>
        <p:spPr/>
        <p:txBody>
          <a:bodyPr/>
          <a:lstStyle/>
          <a:p>
            <a:pPr eaLnBrk="1" hangingPunct="1"/>
            <a:r>
              <a:rPr lang="it-IT" altLang="it-IT" dirty="0" err="1"/>
              <a:t>ospf</a:t>
            </a:r>
            <a:r>
              <a:rPr lang="it-IT" altLang="it-IT" dirty="0"/>
              <a:t>: </a:t>
            </a:r>
            <a:r>
              <a:rPr lang="it-IT" altLang="it-IT" dirty="0" err="1"/>
              <a:t>overview</a:t>
            </a:r>
            <a:endParaRPr lang="it-IT" altLang="it-IT" dirty="0"/>
          </a:p>
        </p:txBody>
      </p:sp>
      <p:sp>
        <p:nvSpPr>
          <p:cNvPr id="9221" name="Rectangle 3">
            <a:extLst>
              <a:ext uri="{FF2B5EF4-FFF2-40B4-BE49-F238E27FC236}">
                <a16:creationId xmlns:a16="http://schemas.microsoft.com/office/drawing/2014/main" id="{617981BA-5C67-FFB3-35CC-3D27DDC0E266}"/>
              </a:ext>
            </a:extLst>
          </p:cNvPr>
          <p:cNvSpPr>
            <a:spLocks noGrp="1" noChangeArrowheads="1"/>
          </p:cNvSpPr>
          <p:nvPr>
            <p:ph idx="1"/>
          </p:nvPr>
        </p:nvSpPr>
        <p:spPr>
          <a:xfrm>
            <a:off x="551384" y="1408583"/>
            <a:ext cx="10972800" cy="4713390"/>
          </a:xfrm>
        </p:spPr>
        <p:txBody>
          <a:bodyPr/>
          <a:lstStyle/>
          <a:p>
            <a:pPr eaLnBrk="1" hangingPunct="1">
              <a:lnSpc>
                <a:spcPct val="80000"/>
              </a:lnSpc>
            </a:pPr>
            <a:r>
              <a:rPr lang="it-IT" altLang="it-IT" dirty="0" err="1"/>
              <a:t>each</a:t>
            </a:r>
            <a:r>
              <a:rPr lang="it-IT" altLang="it-IT" dirty="0"/>
              <a:t> router floods </a:t>
            </a:r>
            <a:r>
              <a:rPr lang="it-IT" altLang="it-IT" dirty="0" err="1"/>
              <a:t>its</a:t>
            </a:r>
            <a:r>
              <a:rPr lang="it-IT" altLang="it-IT" dirty="0"/>
              <a:t> </a:t>
            </a:r>
            <a:r>
              <a:rPr lang="it-IT" altLang="it-IT" dirty="0" err="1"/>
              <a:t>local</a:t>
            </a:r>
            <a:r>
              <a:rPr lang="it-IT" altLang="it-IT" dirty="0"/>
              <a:t> state (</a:t>
            </a:r>
            <a:r>
              <a:rPr lang="it-IT" altLang="it-IT" dirty="0" err="1"/>
              <a:t>usable</a:t>
            </a:r>
            <a:r>
              <a:rPr lang="it-IT" altLang="it-IT" dirty="0"/>
              <a:t> </a:t>
            </a:r>
            <a:r>
              <a:rPr lang="it-IT" altLang="it-IT" dirty="0" err="1"/>
              <a:t>interfaces</a:t>
            </a:r>
            <a:r>
              <a:rPr lang="it-IT" altLang="it-IT" dirty="0"/>
              <a:t>, </a:t>
            </a:r>
            <a:r>
              <a:rPr lang="it-IT" altLang="it-IT" dirty="0" err="1"/>
              <a:t>reachable</a:t>
            </a:r>
            <a:r>
              <a:rPr lang="it-IT" altLang="it-IT" dirty="0"/>
              <a:t> </a:t>
            </a:r>
            <a:r>
              <a:rPr lang="it-IT" altLang="it-IT" dirty="0" err="1"/>
              <a:t>neighbors</a:t>
            </a:r>
            <a:r>
              <a:rPr lang="it-IT" altLang="it-IT" dirty="0"/>
              <a:t>) </a:t>
            </a:r>
            <a:r>
              <a:rPr lang="it-IT" altLang="it-IT" dirty="0" err="1"/>
              <a:t>through</a:t>
            </a:r>
            <a:r>
              <a:rPr lang="it-IT" altLang="it-IT" dirty="0"/>
              <a:t> the network, </a:t>
            </a:r>
            <a:r>
              <a:rPr lang="it-IT" altLang="it-IT" dirty="0" err="1"/>
              <a:t>using</a:t>
            </a:r>
            <a:r>
              <a:rPr lang="it-IT" altLang="it-IT" dirty="0"/>
              <a:t> </a:t>
            </a:r>
            <a:r>
              <a:rPr lang="it-IT" altLang="it-IT" dirty="0">
                <a:solidFill>
                  <a:schemeClr val="accent1"/>
                </a:solidFill>
              </a:rPr>
              <a:t>link state advertisements </a:t>
            </a:r>
            <a:r>
              <a:rPr lang="it-IT" altLang="it-IT" dirty="0"/>
              <a:t>(</a:t>
            </a:r>
            <a:r>
              <a:rPr lang="it-IT" altLang="it-IT" dirty="0" err="1">
                <a:solidFill>
                  <a:schemeClr val="accent1"/>
                </a:solidFill>
              </a:rPr>
              <a:t>lsa</a:t>
            </a:r>
            <a:r>
              <a:rPr lang="it-IT" altLang="it-IT" dirty="0"/>
              <a:t>)</a:t>
            </a:r>
          </a:p>
          <a:p>
            <a:pPr eaLnBrk="1" hangingPunct="1">
              <a:lnSpc>
                <a:spcPct val="80000"/>
              </a:lnSpc>
            </a:pPr>
            <a:r>
              <a:rPr lang="it-IT" altLang="it-IT" dirty="0" err="1"/>
              <a:t>based</a:t>
            </a:r>
            <a:r>
              <a:rPr lang="it-IT" altLang="it-IT" dirty="0"/>
              <a:t> on </a:t>
            </a:r>
            <a:r>
              <a:rPr lang="it-IT" altLang="it-IT" dirty="0" err="1"/>
              <a:t>this</a:t>
            </a:r>
            <a:r>
              <a:rPr lang="it-IT" altLang="it-IT" dirty="0"/>
              <a:t> information, </a:t>
            </a:r>
            <a:r>
              <a:rPr lang="it-IT" altLang="it-IT" dirty="0" err="1"/>
              <a:t>each</a:t>
            </a:r>
            <a:r>
              <a:rPr lang="it-IT" altLang="it-IT" dirty="0"/>
              <a:t> router builds and </a:t>
            </a:r>
            <a:r>
              <a:rPr lang="it-IT" altLang="it-IT" dirty="0" err="1"/>
              <a:t>maintains</a:t>
            </a:r>
            <a:r>
              <a:rPr lang="it-IT" altLang="it-IT" dirty="0"/>
              <a:t> a </a:t>
            </a:r>
            <a:r>
              <a:rPr lang="it-IT" altLang="it-IT" dirty="0">
                <a:solidFill>
                  <a:schemeClr val="accent1"/>
                </a:solidFill>
              </a:rPr>
              <a:t>link state database</a:t>
            </a:r>
            <a:r>
              <a:rPr lang="it-IT" altLang="it-IT" dirty="0"/>
              <a:t> (</a:t>
            </a:r>
            <a:r>
              <a:rPr lang="it-IT" altLang="it-IT" dirty="0" err="1">
                <a:solidFill>
                  <a:schemeClr val="accent1"/>
                </a:solidFill>
              </a:rPr>
              <a:t>lsdb</a:t>
            </a:r>
            <a:r>
              <a:rPr lang="it-IT" altLang="it-IT" dirty="0"/>
              <a:t>) </a:t>
            </a:r>
            <a:r>
              <a:rPr lang="it-IT" altLang="it-IT" dirty="0" err="1"/>
              <a:t>describing</a:t>
            </a:r>
            <a:r>
              <a:rPr lang="it-IT" altLang="it-IT" dirty="0"/>
              <a:t> the </a:t>
            </a:r>
            <a:r>
              <a:rPr lang="it-IT" altLang="it-IT" dirty="0" err="1"/>
              <a:t>whole</a:t>
            </a:r>
            <a:r>
              <a:rPr lang="it-IT" altLang="it-IT" dirty="0"/>
              <a:t> network </a:t>
            </a:r>
            <a:r>
              <a:rPr lang="it-IT" altLang="it-IT" dirty="0" err="1"/>
              <a:t>topology</a:t>
            </a:r>
            <a:endParaRPr lang="it-IT" altLang="it-IT" dirty="0"/>
          </a:p>
          <a:p>
            <a:pPr lvl="1" eaLnBrk="1" hangingPunct="1">
              <a:lnSpc>
                <a:spcPct val="80000"/>
              </a:lnSpc>
            </a:pPr>
            <a:r>
              <a:rPr lang="it-IT" altLang="it-IT" dirty="0" err="1"/>
              <a:t>identical</a:t>
            </a:r>
            <a:r>
              <a:rPr lang="it-IT" altLang="it-IT" dirty="0"/>
              <a:t> for (</a:t>
            </a:r>
            <a:r>
              <a:rPr lang="it-IT" altLang="it-IT" dirty="0" err="1"/>
              <a:t>almost</a:t>
            </a:r>
            <a:r>
              <a:rPr lang="it-IT" altLang="it-IT" dirty="0"/>
              <a:t>) </a:t>
            </a:r>
            <a:r>
              <a:rPr lang="it-IT" altLang="it-IT" dirty="0" err="1"/>
              <a:t>all</a:t>
            </a:r>
            <a:r>
              <a:rPr lang="it-IT" altLang="it-IT" dirty="0"/>
              <a:t> routers</a:t>
            </a:r>
          </a:p>
          <a:p>
            <a:pPr lvl="1" eaLnBrk="1" hangingPunct="1">
              <a:lnSpc>
                <a:spcPct val="80000"/>
              </a:lnSpc>
            </a:pPr>
            <a:r>
              <a:rPr lang="it-IT" altLang="it-IT" dirty="0" err="1"/>
              <a:t>each</a:t>
            </a:r>
            <a:r>
              <a:rPr lang="it-IT" altLang="it-IT" dirty="0"/>
              <a:t> entry </a:t>
            </a:r>
            <a:r>
              <a:rPr lang="it-IT" altLang="it-IT" dirty="0" err="1"/>
              <a:t>is</a:t>
            </a:r>
            <a:r>
              <a:rPr lang="it-IT" altLang="it-IT" dirty="0"/>
              <a:t> a </a:t>
            </a:r>
            <a:r>
              <a:rPr lang="it-IT" altLang="it-IT" dirty="0" err="1"/>
              <a:t>router’s</a:t>
            </a:r>
            <a:r>
              <a:rPr lang="it-IT" altLang="it-IT" dirty="0"/>
              <a:t> </a:t>
            </a:r>
            <a:r>
              <a:rPr lang="it-IT" altLang="it-IT" dirty="0" err="1"/>
              <a:t>local</a:t>
            </a:r>
            <a:r>
              <a:rPr lang="it-IT" altLang="it-IT" dirty="0"/>
              <a:t> state</a:t>
            </a:r>
          </a:p>
          <a:p>
            <a:pPr eaLnBrk="1" hangingPunct="1">
              <a:lnSpc>
                <a:spcPct val="80000"/>
              </a:lnSpc>
            </a:pPr>
            <a:r>
              <a:rPr lang="it-IT" altLang="it-IT" dirty="0" err="1"/>
              <a:t>each</a:t>
            </a:r>
            <a:r>
              <a:rPr lang="it-IT" altLang="it-IT" dirty="0"/>
              <a:t> router </a:t>
            </a:r>
            <a:r>
              <a:rPr lang="it-IT" altLang="it-IT" dirty="0" err="1"/>
              <a:t>uses</a:t>
            </a:r>
            <a:r>
              <a:rPr lang="it-IT" altLang="it-IT" dirty="0"/>
              <a:t> the </a:t>
            </a:r>
            <a:r>
              <a:rPr lang="it-IT" altLang="it-IT" dirty="0" err="1"/>
              <a:t>lsdb</a:t>
            </a:r>
            <a:r>
              <a:rPr lang="it-IT" altLang="it-IT" dirty="0"/>
              <a:t> to compute </a:t>
            </a:r>
            <a:r>
              <a:rPr lang="it-IT" altLang="it-IT" b="1" dirty="0"/>
              <a:t>a </a:t>
            </a:r>
            <a:r>
              <a:rPr lang="it-IT" altLang="it-IT" b="1" dirty="0" err="1"/>
              <a:t>shortest</a:t>
            </a:r>
            <a:r>
              <a:rPr lang="it-IT" altLang="it-IT" b="1" dirty="0"/>
              <a:t> </a:t>
            </a:r>
            <a:r>
              <a:rPr lang="it-IT" altLang="it-IT" b="1" dirty="0" err="1"/>
              <a:t>path</a:t>
            </a:r>
            <a:r>
              <a:rPr lang="it-IT" altLang="it-IT" b="1" dirty="0"/>
              <a:t> </a:t>
            </a:r>
            <a:r>
              <a:rPr lang="it-IT" altLang="it-IT" b="1" dirty="0" err="1"/>
              <a:t>tree</a:t>
            </a:r>
            <a:r>
              <a:rPr lang="it-IT" altLang="it-IT" b="1" dirty="0"/>
              <a:t> </a:t>
            </a:r>
            <a:r>
              <a:rPr lang="it-IT" altLang="it-IT" dirty="0" err="1"/>
              <a:t>rooted</a:t>
            </a:r>
            <a:r>
              <a:rPr lang="it-IT" altLang="it-IT" dirty="0"/>
              <a:t> </a:t>
            </a:r>
            <a:r>
              <a:rPr lang="it-IT" altLang="it-IT" dirty="0" err="1"/>
              <a:t>at</a:t>
            </a:r>
            <a:r>
              <a:rPr lang="it-IT" altLang="it-IT" dirty="0"/>
              <a:t> </a:t>
            </a:r>
            <a:r>
              <a:rPr lang="it-IT" altLang="it-IT" dirty="0" err="1"/>
              <a:t>itself</a:t>
            </a:r>
            <a:endParaRPr lang="it-IT" altLang="it-IT" dirty="0"/>
          </a:p>
          <a:p>
            <a:pPr lvl="1" eaLnBrk="1" hangingPunct="1">
              <a:lnSpc>
                <a:spcPct val="80000"/>
              </a:lnSpc>
            </a:pPr>
            <a:r>
              <a:rPr lang="it-IT" altLang="it-IT" dirty="0" err="1"/>
              <a:t>interfaces</a:t>
            </a:r>
            <a:r>
              <a:rPr lang="it-IT" altLang="it-IT" dirty="0"/>
              <a:t> </a:t>
            </a:r>
            <a:r>
              <a:rPr lang="it-IT" altLang="it-IT" dirty="0" err="1"/>
              <a:t>may</a:t>
            </a:r>
            <a:r>
              <a:rPr lang="it-IT" altLang="it-IT" dirty="0"/>
              <a:t> be </a:t>
            </a:r>
            <a:r>
              <a:rPr lang="it-IT" altLang="it-IT" dirty="0" err="1"/>
              <a:t>assigned</a:t>
            </a:r>
            <a:r>
              <a:rPr lang="it-IT" altLang="it-IT" dirty="0"/>
              <a:t> costs</a:t>
            </a:r>
          </a:p>
          <a:p>
            <a:pPr marL="457212" lvl="1" indent="0" eaLnBrk="1" hangingPunct="1">
              <a:lnSpc>
                <a:spcPct val="80000"/>
              </a:lnSpc>
              <a:buNone/>
            </a:pPr>
            <a:endParaRPr lang="it-IT" altLang="it-IT" sz="2400" dirty="0"/>
          </a:p>
        </p:txBody>
      </p:sp>
      <p:sp>
        <p:nvSpPr>
          <p:cNvPr id="2" name="Rectangle 4">
            <a:extLst>
              <a:ext uri="{FF2B5EF4-FFF2-40B4-BE49-F238E27FC236}">
                <a16:creationId xmlns:a16="http://schemas.microsoft.com/office/drawing/2014/main" id="{6E2C03BA-E0F0-C1C4-F176-57EA92DFB32A}"/>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94344BE8-E144-2C99-380B-F72631B0CAD6}"/>
              </a:ext>
            </a:extLst>
          </p:cNvPr>
          <p:cNvSpPr>
            <a:spLocks noGrp="1" noChangeArrowheads="1"/>
          </p:cNvSpPr>
          <p:nvPr>
            <p:ph type="ftr" sz="quarter" idx="11"/>
          </p:nvPr>
        </p:nvSpPr>
        <p:spPr>
          <a:ln/>
        </p:spPr>
        <p:txBody>
          <a:bodyPr/>
          <a:lstStyle/>
          <a:p>
            <a:r>
              <a:rPr lang="it-IT" altLang="en-IT"/>
              <a:t>kathara – [ labs: ospf_frr ]</a:t>
            </a:r>
          </a:p>
        </p:txBody>
      </p:sp>
    </p:spTree>
    <p:extLst>
      <p:ext uri="{BB962C8B-B14F-4D97-AF65-F5344CB8AC3E}">
        <p14:creationId xmlns:p14="http://schemas.microsoft.com/office/powerpoint/2010/main" val="368127508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DA80E237-5AB0-8D8D-B9A5-7E299978FFC7}"/>
              </a:ext>
            </a:extLst>
          </p:cNvPr>
          <p:cNvSpPr>
            <a:spLocks noGrp="1"/>
          </p:cNvSpPr>
          <p:nvPr>
            <p:ph type="ftr" sz="quarter" idx="10"/>
          </p:nvPr>
        </p:nvSpPr>
        <p:spPr/>
        <p:txBody>
          <a:bodyPr/>
          <a:lstStyle/>
          <a:p>
            <a:pPr eaLnBrk="1" hangingPunct="1"/>
            <a:fld id="{6FFE6EB1-21B2-4055-9DB0-4121B5B50887}" type="slidenum">
              <a:rPr lang="en-US" altLang="en-CH">
                <a:solidFill>
                  <a:srgbClr val="000000"/>
                </a:solidFill>
              </a:rPr>
              <a:pPr eaLnBrk="1" hangingPunct="1"/>
              <a:t>27</a:t>
            </a:fld>
            <a:endParaRPr lang="en-US" altLang="en-CH">
              <a:solidFill>
                <a:srgbClr val="000000"/>
              </a:solidFill>
            </a:endParaRPr>
          </a:p>
        </p:txBody>
      </p:sp>
      <p:sp>
        <p:nvSpPr>
          <p:cNvPr id="325634" name="Rectangle 2">
            <a:extLst>
              <a:ext uri="{FF2B5EF4-FFF2-40B4-BE49-F238E27FC236}">
                <a16:creationId xmlns:a16="http://schemas.microsoft.com/office/drawing/2014/main" id="{5E79874F-5E0A-6E9E-2EB8-3E2283E42B59}"/>
              </a:ext>
            </a:extLst>
          </p:cNvPr>
          <p:cNvSpPr>
            <a:spLocks noGrp="1" noChangeArrowheads="1"/>
          </p:cNvSpPr>
          <p:nvPr>
            <p:ph type="title"/>
          </p:nvPr>
        </p:nvSpPr>
        <p:spPr/>
        <p:txBody>
          <a:bodyPr/>
          <a:lstStyle/>
          <a:p>
            <a:r>
              <a:rPr lang="fr-FR" altLang="en-CH"/>
              <a:t>Contents</a:t>
            </a:r>
          </a:p>
        </p:txBody>
      </p:sp>
      <p:sp>
        <p:nvSpPr>
          <p:cNvPr id="325635" name="Rectangle 3">
            <a:extLst>
              <a:ext uri="{FF2B5EF4-FFF2-40B4-BE49-F238E27FC236}">
                <a16:creationId xmlns:a16="http://schemas.microsoft.com/office/drawing/2014/main" id="{2D7029C7-609E-4D39-ED8A-5AB13BE629B7}"/>
              </a:ext>
            </a:extLst>
          </p:cNvPr>
          <p:cNvSpPr>
            <a:spLocks noGrp="1" noChangeArrowheads="1"/>
          </p:cNvSpPr>
          <p:nvPr>
            <p:ph type="body" idx="1"/>
          </p:nvPr>
        </p:nvSpPr>
        <p:spPr/>
        <p:txBody>
          <a:bodyPr/>
          <a:lstStyle/>
          <a:p>
            <a:r>
              <a:rPr lang="en-US" altLang="en-CH"/>
              <a:t>1. Link state </a:t>
            </a:r>
          </a:p>
          <a:p>
            <a:pPr lvl="1"/>
            <a:r>
              <a:rPr lang="en-US" altLang="en-CH"/>
              <a:t>flooding topology information</a:t>
            </a:r>
          </a:p>
          <a:p>
            <a:pPr lvl="1"/>
            <a:r>
              <a:rPr lang="en-US" altLang="en-CH"/>
              <a:t>finding the shortest paths (Dijkstra)</a:t>
            </a:r>
          </a:p>
          <a:p>
            <a:r>
              <a:rPr lang="en-US" altLang="en-CH"/>
              <a:t>2. Hierarchical routing with areas</a:t>
            </a:r>
          </a:p>
          <a:p>
            <a:r>
              <a:rPr lang="en-US" altLang="en-CH"/>
              <a:t>3. OSPF</a:t>
            </a:r>
          </a:p>
          <a:p>
            <a:pPr lvl="1"/>
            <a:r>
              <a:rPr lang="en-US" altLang="en-CH"/>
              <a:t>database modelling</a:t>
            </a:r>
          </a:p>
          <a:p>
            <a:pPr lvl="1"/>
            <a:r>
              <a:rPr lang="en-US" altLang="en-CH"/>
              <a:t>neighbor discovery - Hello protocol</a:t>
            </a:r>
          </a:p>
          <a:p>
            <a:pPr lvl="1"/>
            <a:r>
              <a:rPr lang="en-US" altLang="en-CH"/>
              <a:t>database synchronization</a:t>
            </a:r>
          </a:p>
          <a:p>
            <a:pPr lvl="1"/>
            <a:r>
              <a:rPr lang="en-US" altLang="en-CH"/>
              <a:t>link state updates</a:t>
            </a:r>
          </a:p>
          <a:p>
            <a:pPr lvl="1"/>
            <a:r>
              <a:rPr lang="en-US" altLang="en-CH"/>
              <a:t>examples</a:t>
            </a:r>
          </a:p>
          <a:p>
            <a:pPr lvl="1"/>
            <a:endParaRPr lang="en-US" altLang="en-CH"/>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DFC8B802-9234-4091-0133-87CFCC553906}"/>
              </a:ext>
            </a:extLst>
          </p:cNvPr>
          <p:cNvSpPr>
            <a:spLocks noGrp="1"/>
          </p:cNvSpPr>
          <p:nvPr>
            <p:ph type="ftr" sz="quarter" idx="10"/>
          </p:nvPr>
        </p:nvSpPr>
        <p:spPr/>
        <p:txBody>
          <a:bodyPr/>
          <a:lstStyle/>
          <a:p>
            <a:pPr eaLnBrk="1" hangingPunct="1"/>
            <a:fld id="{8F72D6A9-5EA6-4776-AF94-9BBDD4A0D2A2}" type="slidenum">
              <a:rPr lang="en-US" altLang="en-CH">
                <a:solidFill>
                  <a:srgbClr val="000000"/>
                </a:solidFill>
              </a:rPr>
              <a:pPr eaLnBrk="1" hangingPunct="1"/>
              <a:t>28</a:t>
            </a:fld>
            <a:endParaRPr lang="en-US" altLang="en-CH">
              <a:solidFill>
                <a:srgbClr val="000000"/>
              </a:solidFill>
            </a:endParaRPr>
          </a:p>
        </p:txBody>
      </p:sp>
      <p:sp>
        <p:nvSpPr>
          <p:cNvPr id="326658" name="Rectangle 2">
            <a:extLst>
              <a:ext uri="{FF2B5EF4-FFF2-40B4-BE49-F238E27FC236}">
                <a16:creationId xmlns:a16="http://schemas.microsoft.com/office/drawing/2014/main" id="{F81B6FE3-ECAF-F541-8F74-4379E5764EED}"/>
              </a:ext>
            </a:extLst>
          </p:cNvPr>
          <p:cNvSpPr>
            <a:spLocks noGrp="1" noChangeArrowheads="1"/>
          </p:cNvSpPr>
          <p:nvPr>
            <p:ph type="title"/>
          </p:nvPr>
        </p:nvSpPr>
        <p:spPr/>
        <p:txBody>
          <a:bodyPr/>
          <a:lstStyle/>
          <a:p>
            <a:r>
              <a:rPr lang="fr-FR" altLang="en-CH"/>
              <a:t>1. Link State Routing</a:t>
            </a:r>
          </a:p>
        </p:txBody>
      </p:sp>
      <p:sp>
        <p:nvSpPr>
          <p:cNvPr id="326659" name="Rectangle 3">
            <a:extLst>
              <a:ext uri="{FF2B5EF4-FFF2-40B4-BE49-F238E27FC236}">
                <a16:creationId xmlns:a16="http://schemas.microsoft.com/office/drawing/2014/main" id="{440586F7-F71F-16F1-EC35-1D9871DBA0C0}"/>
              </a:ext>
            </a:extLst>
          </p:cNvPr>
          <p:cNvSpPr>
            <a:spLocks noGrp="1" noChangeArrowheads="1"/>
          </p:cNvSpPr>
          <p:nvPr>
            <p:ph type="body" idx="1"/>
          </p:nvPr>
        </p:nvSpPr>
        <p:spPr/>
        <p:txBody>
          <a:bodyPr/>
          <a:lstStyle/>
          <a:p>
            <a:r>
              <a:rPr lang="en-CA" altLang="en-CH" b="1"/>
              <a:t>Principle</a:t>
            </a:r>
            <a:r>
              <a:rPr lang="en-CA" altLang="en-CH"/>
              <a:t> of link state routing</a:t>
            </a:r>
          </a:p>
          <a:p>
            <a:pPr lvl="1"/>
            <a:r>
              <a:rPr lang="en-CA" altLang="en-CH"/>
              <a:t>each router keeps a topology database of whole network</a:t>
            </a:r>
          </a:p>
          <a:p>
            <a:pPr lvl="1"/>
            <a:r>
              <a:rPr lang="en-CA" altLang="en-CH"/>
              <a:t>link state updates flooded, or multicast to all network</a:t>
            </a:r>
          </a:p>
          <a:p>
            <a:pPr lvl="1"/>
            <a:r>
              <a:rPr lang="en-CA" altLang="en-CH"/>
              <a:t>routers compute their routing tables based on topology</a:t>
            </a:r>
            <a:br>
              <a:rPr lang="en-CA" altLang="en-CH"/>
            </a:br>
            <a:r>
              <a:rPr lang="en-CA" altLang="en-CH"/>
              <a:t>often uses Dijkstra’s shortest path algorithm </a:t>
            </a:r>
          </a:p>
          <a:p>
            <a:r>
              <a:rPr lang="en-US" altLang="en-CH"/>
              <a:t>Used in OSPF (Open Shortest Path First), IS-IS (similar to OSPF)and PNNI (ATM routing protocol)</a:t>
            </a: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EE72FBE8-52E4-504B-C6C9-CCBBBD7FC04D}"/>
              </a:ext>
            </a:extLst>
          </p:cNvPr>
          <p:cNvSpPr>
            <a:spLocks noGrp="1"/>
          </p:cNvSpPr>
          <p:nvPr>
            <p:ph type="ftr" sz="quarter" idx="10"/>
          </p:nvPr>
        </p:nvSpPr>
        <p:spPr/>
        <p:txBody>
          <a:bodyPr/>
          <a:lstStyle/>
          <a:p>
            <a:pPr eaLnBrk="1" hangingPunct="1"/>
            <a:fld id="{2566B7BA-D9E1-43A9-BF79-E0917031DC80}" type="slidenum">
              <a:rPr lang="en-US" altLang="en-CH">
                <a:solidFill>
                  <a:srgbClr val="000000"/>
                </a:solidFill>
              </a:rPr>
              <a:pPr eaLnBrk="1" hangingPunct="1"/>
              <a:t>29</a:t>
            </a:fld>
            <a:endParaRPr lang="en-US" altLang="en-CH">
              <a:solidFill>
                <a:srgbClr val="000000"/>
              </a:solidFill>
            </a:endParaRPr>
          </a:p>
        </p:txBody>
      </p:sp>
      <p:sp>
        <p:nvSpPr>
          <p:cNvPr id="327682" name="Rectangle 2">
            <a:extLst>
              <a:ext uri="{FF2B5EF4-FFF2-40B4-BE49-F238E27FC236}">
                <a16:creationId xmlns:a16="http://schemas.microsoft.com/office/drawing/2014/main" id="{43827998-8F04-22CC-BA34-E272F23DE743}"/>
              </a:ext>
            </a:extLst>
          </p:cNvPr>
          <p:cNvSpPr>
            <a:spLocks noGrp="1" noChangeArrowheads="1"/>
          </p:cNvSpPr>
          <p:nvPr>
            <p:ph type="title"/>
          </p:nvPr>
        </p:nvSpPr>
        <p:spPr>
          <a:xfrm>
            <a:off x="2806700" y="247650"/>
            <a:ext cx="7640638" cy="998538"/>
          </a:xfrm>
        </p:spPr>
        <p:txBody>
          <a:bodyPr/>
          <a:lstStyle/>
          <a:p>
            <a:r>
              <a:rPr lang="en-CA" altLang="en-CH"/>
              <a:t>(a) Topology Database Synchronization</a:t>
            </a:r>
          </a:p>
        </p:txBody>
      </p:sp>
      <p:sp>
        <p:nvSpPr>
          <p:cNvPr id="327683" name="Rectangle 3">
            <a:extLst>
              <a:ext uri="{FF2B5EF4-FFF2-40B4-BE49-F238E27FC236}">
                <a16:creationId xmlns:a16="http://schemas.microsoft.com/office/drawing/2014/main" id="{4B69FF9C-D9E5-038B-949D-5BACF8CFD2E8}"/>
              </a:ext>
            </a:extLst>
          </p:cNvPr>
          <p:cNvSpPr>
            <a:spLocks noGrp="1" noChangeArrowheads="1"/>
          </p:cNvSpPr>
          <p:nvPr>
            <p:ph type="body" idx="1"/>
          </p:nvPr>
        </p:nvSpPr>
        <p:spPr>
          <a:xfrm>
            <a:off x="1703388" y="1760539"/>
            <a:ext cx="8856662" cy="4981575"/>
          </a:xfrm>
        </p:spPr>
        <p:txBody>
          <a:bodyPr/>
          <a:lstStyle/>
          <a:p>
            <a:r>
              <a:rPr lang="en-CA" altLang="en-CH" dirty="0"/>
              <a:t>Neighbouring nodes synchronize before starting any relationship</a:t>
            </a:r>
          </a:p>
          <a:p>
            <a:pPr lvl="1"/>
            <a:r>
              <a:rPr lang="en-CA" altLang="en-CH" dirty="0"/>
              <a:t>Hello protocol; keep alive</a:t>
            </a:r>
          </a:p>
          <a:p>
            <a:pPr lvl="1"/>
            <a:r>
              <a:rPr lang="en-CA" altLang="en-CH" dirty="0"/>
              <a:t>initial synchronization of database </a:t>
            </a:r>
          </a:p>
          <a:p>
            <a:pPr lvl="1"/>
            <a:r>
              <a:rPr lang="en-CA" altLang="en-CH" dirty="0"/>
              <a:t>description of all links (no information yet)</a:t>
            </a:r>
          </a:p>
          <a:p>
            <a:r>
              <a:rPr lang="en-CA" altLang="en-CH" dirty="0"/>
              <a:t>Once synchronized, a node accepts link state advertisements</a:t>
            </a:r>
            <a:r>
              <a:rPr lang="en-CH" altLang="en-CH" dirty="0"/>
              <a:t> (LSA)</a:t>
            </a:r>
            <a:endParaRPr lang="en-CA" altLang="en-CH" dirty="0"/>
          </a:p>
          <a:p>
            <a:pPr lvl="1"/>
            <a:r>
              <a:rPr lang="en-CA" altLang="en-CH" dirty="0"/>
              <a:t>contain a sequence number, stored with record in the database</a:t>
            </a:r>
          </a:p>
          <a:p>
            <a:pPr lvl="1"/>
            <a:r>
              <a:rPr lang="en-CA" altLang="en-CH" b="1" dirty="0"/>
              <a:t>only messages with new sequence number are accepted</a:t>
            </a:r>
          </a:p>
          <a:p>
            <a:pPr lvl="1"/>
            <a:r>
              <a:rPr lang="en-CA" altLang="en-CH" dirty="0"/>
              <a:t>accepted messages are flooded to all neighbours</a:t>
            </a:r>
          </a:p>
          <a:p>
            <a:pPr lvl="1"/>
            <a:r>
              <a:rPr lang="en-CA" altLang="en-CH" dirty="0"/>
              <a:t>sequence number prevents anomalies (loops or blackholes)</a:t>
            </a:r>
          </a:p>
        </p:txBody>
      </p:sp>
    </p:spTree>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2">
            <a:extLst>
              <a:ext uri="{FF2B5EF4-FFF2-40B4-BE49-F238E27FC236}">
                <a16:creationId xmlns:a16="http://schemas.microsoft.com/office/drawing/2014/main" id="{68759546-00D9-2C49-CB61-0392025C883C}"/>
              </a:ext>
            </a:extLst>
          </p:cNvPr>
          <p:cNvSpPr>
            <a:spLocks noGrp="1"/>
          </p:cNvSpPr>
          <p:nvPr>
            <p:ph type="ftr" sz="quarter" idx="10"/>
          </p:nvPr>
        </p:nvSpPr>
        <p:spPr/>
        <p:txBody>
          <a:bodyPr/>
          <a:lstStyle/>
          <a:p>
            <a:pPr eaLnBrk="1" hangingPunct="1"/>
            <a:fld id="{17563500-1A0F-468F-9F11-96328FC9A817}" type="slidenum">
              <a:rPr lang="en-US" altLang="en-CH">
                <a:solidFill>
                  <a:srgbClr val="000000"/>
                </a:solidFill>
              </a:rPr>
              <a:pPr eaLnBrk="1" hangingPunct="1"/>
              <a:t>30</a:t>
            </a:fld>
            <a:endParaRPr lang="en-US" altLang="en-CH">
              <a:solidFill>
                <a:srgbClr val="000000"/>
              </a:solidFill>
            </a:endParaRPr>
          </a:p>
        </p:txBody>
      </p:sp>
      <p:sp>
        <p:nvSpPr>
          <p:cNvPr id="329730" name="Rectangle 2">
            <a:extLst>
              <a:ext uri="{FF2B5EF4-FFF2-40B4-BE49-F238E27FC236}">
                <a16:creationId xmlns:a16="http://schemas.microsoft.com/office/drawing/2014/main" id="{CBA9E365-9A07-6AA8-6E51-CF8ABF0EA00E}"/>
              </a:ext>
            </a:extLst>
          </p:cNvPr>
          <p:cNvSpPr>
            <a:spLocks noGrp="1" noChangeArrowheads="1"/>
          </p:cNvSpPr>
          <p:nvPr>
            <p:ph type="title"/>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b" anchorCtr="0" compatLnSpc="1">
            <a:prstTxWarp prst="textNoShape">
              <a:avLst/>
            </a:prstTxWarp>
          </a:bodyPr>
          <a:lstStyle/>
          <a:p>
            <a:r>
              <a:rPr lang="en-CA" altLang="en-CH"/>
              <a:t>Example network</a:t>
            </a:r>
          </a:p>
        </p:txBody>
      </p:sp>
      <p:sp>
        <p:nvSpPr>
          <p:cNvPr id="329731" name="Rectangle 3">
            <a:extLst>
              <a:ext uri="{FF2B5EF4-FFF2-40B4-BE49-F238E27FC236}">
                <a16:creationId xmlns:a16="http://schemas.microsoft.com/office/drawing/2014/main" id="{5008C9DF-B9F8-484B-B43A-C7EC08C0494C}"/>
              </a:ext>
            </a:extLst>
          </p:cNvPr>
          <p:cNvSpPr>
            <a:spLocks noChangeArrowheads="1"/>
          </p:cNvSpPr>
          <p:nvPr/>
        </p:nvSpPr>
        <p:spPr bwMode="auto">
          <a:xfrm>
            <a:off x="4343401" y="5629275"/>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n1</a:t>
            </a:r>
          </a:p>
        </p:txBody>
      </p:sp>
      <p:sp>
        <p:nvSpPr>
          <p:cNvPr id="329732" name="Rectangle 4">
            <a:extLst>
              <a:ext uri="{FF2B5EF4-FFF2-40B4-BE49-F238E27FC236}">
                <a16:creationId xmlns:a16="http://schemas.microsoft.com/office/drawing/2014/main" id="{8DFCBBBD-984A-9BF9-DAD2-6E6875EE70E7}"/>
              </a:ext>
            </a:extLst>
          </p:cNvPr>
          <p:cNvSpPr>
            <a:spLocks noChangeArrowheads="1"/>
          </p:cNvSpPr>
          <p:nvPr/>
        </p:nvSpPr>
        <p:spPr bwMode="auto">
          <a:xfrm>
            <a:off x="3109913" y="4906964"/>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A </a:t>
            </a:r>
          </a:p>
        </p:txBody>
      </p:sp>
      <p:sp>
        <p:nvSpPr>
          <p:cNvPr id="329733" name="Rectangle 5">
            <a:extLst>
              <a:ext uri="{FF2B5EF4-FFF2-40B4-BE49-F238E27FC236}">
                <a16:creationId xmlns:a16="http://schemas.microsoft.com/office/drawing/2014/main" id="{7E1385A9-918C-C762-86DF-1392C9BA51CF}"/>
              </a:ext>
            </a:extLst>
          </p:cNvPr>
          <p:cNvSpPr>
            <a:spLocks noChangeArrowheads="1"/>
          </p:cNvSpPr>
          <p:nvPr/>
        </p:nvSpPr>
        <p:spPr bwMode="auto">
          <a:xfrm>
            <a:off x="3630613" y="3208339"/>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B </a:t>
            </a:r>
          </a:p>
        </p:txBody>
      </p:sp>
      <p:sp>
        <p:nvSpPr>
          <p:cNvPr id="329734" name="Rectangle 6">
            <a:extLst>
              <a:ext uri="{FF2B5EF4-FFF2-40B4-BE49-F238E27FC236}">
                <a16:creationId xmlns:a16="http://schemas.microsoft.com/office/drawing/2014/main" id="{84B6B2B8-D406-617A-8271-8D9FBA836070}"/>
              </a:ext>
            </a:extLst>
          </p:cNvPr>
          <p:cNvSpPr>
            <a:spLocks noChangeArrowheads="1"/>
          </p:cNvSpPr>
          <p:nvPr/>
        </p:nvSpPr>
        <p:spPr bwMode="auto">
          <a:xfrm>
            <a:off x="7134226" y="2471738"/>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n6</a:t>
            </a:r>
          </a:p>
        </p:txBody>
      </p:sp>
      <p:sp>
        <p:nvSpPr>
          <p:cNvPr id="329735" name="Rectangle 7">
            <a:extLst>
              <a:ext uri="{FF2B5EF4-FFF2-40B4-BE49-F238E27FC236}">
                <a16:creationId xmlns:a16="http://schemas.microsoft.com/office/drawing/2014/main" id="{BA700874-1779-E1D6-0446-4B0614B453B5}"/>
              </a:ext>
            </a:extLst>
          </p:cNvPr>
          <p:cNvSpPr>
            <a:spLocks noChangeArrowheads="1"/>
          </p:cNvSpPr>
          <p:nvPr/>
        </p:nvSpPr>
        <p:spPr bwMode="auto">
          <a:xfrm>
            <a:off x="6007100" y="3221039"/>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D </a:t>
            </a:r>
          </a:p>
        </p:txBody>
      </p:sp>
      <p:sp>
        <p:nvSpPr>
          <p:cNvPr id="329736" name="Rectangle 8">
            <a:extLst>
              <a:ext uri="{FF2B5EF4-FFF2-40B4-BE49-F238E27FC236}">
                <a16:creationId xmlns:a16="http://schemas.microsoft.com/office/drawing/2014/main" id="{FC4D469A-17E9-F470-32B9-D1C198AE7923}"/>
              </a:ext>
            </a:extLst>
          </p:cNvPr>
          <p:cNvSpPr>
            <a:spLocks noChangeArrowheads="1"/>
          </p:cNvSpPr>
          <p:nvPr/>
        </p:nvSpPr>
        <p:spPr bwMode="auto">
          <a:xfrm>
            <a:off x="8099425" y="3449639"/>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E </a:t>
            </a:r>
          </a:p>
        </p:txBody>
      </p:sp>
      <p:sp>
        <p:nvSpPr>
          <p:cNvPr id="329737" name="Line 9">
            <a:extLst>
              <a:ext uri="{FF2B5EF4-FFF2-40B4-BE49-F238E27FC236}">
                <a16:creationId xmlns:a16="http://schemas.microsoft.com/office/drawing/2014/main" id="{AA8460CC-A857-2C8E-BB32-FBCA2E8D70AB}"/>
              </a:ext>
            </a:extLst>
          </p:cNvPr>
          <p:cNvSpPr>
            <a:spLocks noChangeShapeType="1"/>
          </p:cNvSpPr>
          <p:nvPr/>
        </p:nvSpPr>
        <p:spPr bwMode="auto">
          <a:xfrm>
            <a:off x="3330575" y="5208588"/>
            <a:ext cx="0" cy="4365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29738" name="Rectangle 10">
            <a:extLst>
              <a:ext uri="{FF2B5EF4-FFF2-40B4-BE49-F238E27FC236}">
                <a16:creationId xmlns:a16="http://schemas.microsoft.com/office/drawing/2014/main" id="{EC7E13D5-894F-6FD6-6F42-3F983585E657}"/>
              </a:ext>
            </a:extLst>
          </p:cNvPr>
          <p:cNvSpPr>
            <a:spLocks noChangeArrowheads="1"/>
          </p:cNvSpPr>
          <p:nvPr/>
        </p:nvSpPr>
        <p:spPr bwMode="auto">
          <a:xfrm>
            <a:off x="4911726" y="4025900"/>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n4</a:t>
            </a:r>
          </a:p>
        </p:txBody>
      </p:sp>
      <p:sp>
        <p:nvSpPr>
          <p:cNvPr id="329739" name="Rectangle 11">
            <a:extLst>
              <a:ext uri="{FF2B5EF4-FFF2-40B4-BE49-F238E27FC236}">
                <a16:creationId xmlns:a16="http://schemas.microsoft.com/office/drawing/2014/main" id="{7C6D0494-F0C5-C383-D517-E3CDC752029A}"/>
              </a:ext>
            </a:extLst>
          </p:cNvPr>
          <p:cNvSpPr>
            <a:spLocks noChangeArrowheads="1"/>
          </p:cNvSpPr>
          <p:nvPr/>
        </p:nvSpPr>
        <p:spPr bwMode="auto">
          <a:xfrm>
            <a:off x="3295651" y="2528888"/>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n3</a:t>
            </a:r>
          </a:p>
        </p:txBody>
      </p:sp>
      <p:sp>
        <p:nvSpPr>
          <p:cNvPr id="329740" name="Rectangle 12">
            <a:extLst>
              <a:ext uri="{FF2B5EF4-FFF2-40B4-BE49-F238E27FC236}">
                <a16:creationId xmlns:a16="http://schemas.microsoft.com/office/drawing/2014/main" id="{57568B42-7099-257E-CD85-E741C92D434E}"/>
              </a:ext>
            </a:extLst>
          </p:cNvPr>
          <p:cNvSpPr>
            <a:spLocks noChangeArrowheads="1"/>
          </p:cNvSpPr>
          <p:nvPr/>
        </p:nvSpPr>
        <p:spPr bwMode="auto">
          <a:xfrm>
            <a:off x="5441950" y="4906964"/>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C </a:t>
            </a:r>
          </a:p>
        </p:txBody>
      </p:sp>
      <p:sp>
        <p:nvSpPr>
          <p:cNvPr id="329741" name="Rectangle 13">
            <a:extLst>
              <a:ext uri="{FF2B5EF4-FFF2-40B4-BE49-F238E27FC236}">
                <a16:creationId xmlns:a16="http://schemas.microsoft.com/office/drawing/2014/main" id="{76D0B6FE-3B13-E144-B34D-F488255B68C8}"/>
              </a:ext>
            </a:extLst>
          </p:cNvPr>
          <p:cNvSpPr>
            <a:spLocks noChangeArrowheads="1"/>
          </p:cNvSpPr>
          <p:nvPr/>
        </p:nvSpPr>
        <p:spPr bwMode="auto">
          <a:xfrm>
            <a:off x="6053139" y="4191000"/>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n5</a:t>
            </a:r>
          </a:p>
        </p:txBody>
      </p:sp>
      <p:sp>
        <p:nvSpPr>
          <p:cNvPr id="329742" name="Rectangle 14">
            <a:extLst>
              <a:ext uri="{FF2B5EF4-FFF2-40B4-BE49-F238E27FC236}">
                <a16:creationId xmlns:a16="http://schemas.microsoft.com/office/drawing/2014/main" id="{7CF917A7-48BF-C9E7-AD10-F4FAB2B82C80}"/>
              </a:ext>
            </a:extLst>
          </p:cNvPr>
          <p:cNvSpPr>
            <a:spLocks noChangeArrowheads="1"/>
          </p:cNvSpPr>
          <p:nvPr/>
        </p:nvSpPr>
        <p:spPr bwMode="auto">
          <a:xfrm>
            <a:off x="3213101" y="4033838"/>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n2</a:t>
            </a:r>
          </a:p>
        </p:txBody>
      </p:sp>
      <p:sp>
        <p:nvSpPr>
          <p:cNvPr id="329743" name="Rectangle 15">
            <a:extLst>
              <a:ext uri="{FF2B5EF4-FFF2-40B4-BE49-F238E27FC236}">
                <a16:creationId xmlns:a16="http://schemas.microsoft.com/office/drawing/2014/main" id="{0CCEDC1F-F315-19B9-E501-98BF669DD7E8}"/>
              </a:ext>
            </a:extLst>
          </p:cNvPr>
          <p:cNvSpPr>
            <a:spLocks noChangeArrowheads="1"/>
          </p:cNvSpPr>
          <p:nvPr/>
        </p:nvSpPr>
        <p:spPr bwMode="auto">
          <a:xfrm>
            <a:off x="7773988" y="4906964"/>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F </a:t>
            </a:r>
          </a:p>
        </p:txBody>
      </p:sp>
      <p:sp>
        <p:nvSpPr>
          <p:cNvPr id="329744" name="Line 16">
            <a:extLst>
              <a:ext uri="{FF2B5EF4-FFF2-40B4-BE49-F238E27FC236}">
                <a16:creationId xmlns:a16="http://schemas.microsoft.com/office/drawing/2014/main" id="{B12B9BB3-3E7F-87F5-E967-CB2463EA9E58}"/>
              </a:ext>
            </a:extLst>
          </p:cNvPr>
          <p:cNvSpPr>
            <a:spLocks noChangeShapeType="1"/>
          </p:cNvSpPr>
          <p:nvPr/>
        </p:nvSpPr>
        <p:spPr bwMode="auto">
          <a:xfrm>
            <a:off x="2865438" y="5643563"/>
            <a:ext cx="5702300"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29745" name="Line 17">
            <a:extLst>
              <a:ext uri="{FF2B5EF4-FFF2-40B4-BE49-F238E27FC236}">
                <a16:creationId xmlns:a16="http://schemas.microsoft.com/office/drawing/2014/main" id="{A5BCCEA5-D229-3F87-54A8-70D941EE262C}"/>
              </a:ext>
            </a:extLst>
          </p:cNvPr>
          <p:cNvSpPr>
            <a:spLocks noChangeShapeType="1"/>
          </p:cNvSpPr>
          <p:nvPr/>
        </p:nvSpPr>
        <p:spPr bwMode="auto">
          <a:xfrm>
            <a:off x="5651500" y="5205413"/>
            <a:ext cx="0" cy="4365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29746" name="Line 18">
            <a:extLst>
              <a:ext uri="{FF2B5EF4-FFF2-40B4-BE49-F238E27FC236}">
                <a16:creationId xmlns:a16="http://schemas.microsoft.com/office/drawing/2014/main" id="{E10B2FD0-E5C7-AA68-39D8-8C02FE475684}"/>
              </a:ext>
            </a:extLst>
          </p:cNvPr>
          <p:cNvSpPr>
            <a:spLocks noChangeShapeType="1"/>
          </p:cNvSpPr>
          <p:nvPr/>
        </p:nvSpPr>
        <p:spPr bwMode="auto">
          <a:xfrm>
            <a:off x="7972425" y="5202238"/>
            <a:ext cx="0" cy="4365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29747" name="Freeform 19">
            <a:extLst>
              <a:ext uri="{FF2B5EF4-FFF2-40B4-BE49-F238E27FC236}">
                <a16:creationId xmlns:a16="http://schemas.microsoft.com/office/drawing/2014/main" id="{16B6D192-5110-13B4-9E6B-153023830C39}"/>
              </a:ext>
            </a:extLst>
          </p:cNvPr>
          <p:cNvSpPr>
            <a:spLocks/>
          </p:cNvSpPr>
          <p:nvPr/>
        </p:nvSpPr>
        <p:spPr bwMode="auto">
          <a:xfrm>
            <a:off x="3357563" y="3509963"/>
            <a:ext cx="442912" cy="1401762"/>
          </a:xfrm>
          <a:custGeom>
            <a:avLst/>
            <a:gdLst>
              <a:gd name="T0" fmla="*/ 0 w 279"/>
              <a:gd name="T1" fmla="*/ 883 h 883"/>
              <a:gd name="T2" fmla="*/ 121 w 279"/>
              <a:gd name="T3" fmla="*/ 325 h 883"/>
              <a:gd name="T4" fmla="*/ 158 w 279"/>
              <a:gd name="T5" fmla="*/ 551 h 883"/>
              <a:gd name="T6" fmla="*/ 279 w 279"/>
              <a:gd name="T7" fmla="*/ 0 h 883"/>
            </a:gdLst>
            <a:ahLst/>
            <a:cxnLst>
              <a:cxn ang="0">
                <a:pos x="T0" y="T1"/>
              </a:cxn>
              <a:cxn ang="0">
                <a:pos x="T2" y="T3"/>
              </a:cxn>
              <a:cxn ang="0">
                <a:pos x="T4" y="T5"/>
              </a:cxn>
              <a:cxn ang="0">
                <a:pos x="T6" y="T7"/>
              </a:cxn>
            </a:cxnLst>
            <a:rect l="0" t="0" r="r" b="b"/>
            <a:pathLst>
              <a:path w="279" h="883">
                <a:moveTo>
                  <a:pt x="0" y="883"/>
                </a:moveTo>
                <a:lnTo>
                  <a:pt x="121" y="325"/>
                </a:lnTo>
                <a:lnTo>
                  <a:pt x="158" y="551"/>
                </a:lnTo>
                <a:lnTo>
                  <a:pt x="279" y="0"/>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29748" name="Line 20">
            <a:extLst>
              <a:ext uri="{FF2B5EF4-FFF2-40B4-BE49-F238E27FC236}">
                <a16:creationId xmlns:a16="http://schemas.microsoft.com/office/drawing/2014/main" id="{5C0E5FC0-5733-8C5C-C2DC-C3EE01B59CF9}"/>
              </a:ext>
            </a:extLst>
          </p:cNvPr>
          <p:cNvSpPr>
            <a:spLocks noChangeShapeType="1"/>
          </p:cNvSpPr>
          <p:nvPr/>
        </p:nvSpPr>
        <p:spPr bwMode="auto">
          <a:xfrm rot="10800000">
            <a:off x="7451725" y="4465638"/>
            <a:ext cx="1735138"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29749" name="Line 21">
            <a:extLst>
              <a:ext uri="{FF2B5EF4-FFF2-40B4-BE49-F238E27FC236}">
                <a16:creationId xmlns:a16="http://schemas.microsoft.com/office/drawing/2014/main" id="{BB02DCBC-42C5-3024-1F54-FD626ED42DD2}"/>
              </a:ext>
            </a:extLst>
          </p:cNvPr>
          <p:cNvSpPr>
            <a:spLocks noChangeShapeType="1"/>
          </p:cNvSpPr>
          <p:nvPr/>
        </p:nvSpPr>
        <p:spPr bwMode="auto">
          <a:xfrm rot="10800000">
            <a:off x="7967663" y="4467226"/>
            <a:ext cx="0" cy="4365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29750" name="Line 22">
            <a:extLst>
              <a:ext uri="{FF2B5EF4-FFF2-40B4-BE49-F238E27FC236}">
                <a16:creationId xmlns:a16="http://schemas.microsoft.com/office/drawing/2014/main" id="{18E653D7-C47A-CD4D-24C5-69CEC5F3BE9F}"/>
              </a:ext>
            </a:extLst>
          </p:cNvPr>
          <p:cNvSpPr>
            <a:spLocks noChangeShapeType="1"/>
          </p:cNvSpPr>
          <p:nvPr/>
        </p:nvSpPr>
        <p:spPr bwMode="auto">
          <a:xfrm rot="10800000">
            <a:off x="8324850" y="3757614"/>
            <a:ext cx="0" cy="6873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29751" name="Line 23">
            <a:extLst>
              <a:ext uri="{FF2B5EF4-FFF2-40B4-BE49-F238E27FC236}">
                <a16:creationId xmlns:a16="http://schemas.microsoft.com/office/drawing/2014/main" id="{218E38BE-F71E-CCCD-12F4-22418382DFF0}"/>
              </a:ext>
            </a:extLst>
          </p:cNvPr>
          <p:cNvSpPr>
            <a:spLocks noChangeShapeType="1"/>
          </p:cNvSpPr>
          <p:nvPr/>
        </p:nvSpPr>
        <p:spPr bwMode="auto">
          <a:xfrm rot="10800000">
            <a:off x="2954339" y="2786063"/>
            <a:ext cx="1519237"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29752" name="Line 24">
            <a:extLst>
              <a:ext uri="{FF2B5EF4-FFF2-40B4-BE49-F238E27FC236}">
                <a16:creationId xmlns:a16="http://schemas.microsoft.com/office/drawing/2014/main" id="{412EC788-BE1B-DF53-62F2-E4CC70E07AB2}"/>
              </a:ext>
            </a:extLst>
          </p:cNvPr>
          <p:cNvSpPr>
            <a:spLocks noChangeShapeType="1"/>
          </p:cNvSpPr>
          <p:nvPr/>
        </p:nvSpPr>
        <p:spPr bwMode="auto">
          <a:xfrm rot="10800000">
            <a:off x="3830638" y="2787651"/>
            <a:ext cx="0" cy="4365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29753" name="Freeform 25">
            <a:extLst>
              <a:ext uri="{FF2B5EF4-FFF2-40B4-BE49-F238E27FC236}">
                <a16:creationId xmlns:a16="http://schemas.microsoft.com/office/drawing/2014/main" id="{773FC6AF-BEC2-147A-CA4E-834B4D049D4B}"/>
              </a:ext>
            </a:extLst>
          </p:cNvPr>
          <p:cNvSpPr>
            <a:spLocks/>
          </p:cNvSpPr>
          <p:nvPr/>
        </p:nvSpPr>
        <p:spPr bwMode="auto">
          <a:xfrm>
            <a:off x="5749926" y="3517901"/>
            <a:ext cx="442913" cy="1401763"/>
          </a:xfrm>
          <a:custGeom>
            <a:avLst/>
            <a:gdLst>
              <a:gd name="T0" fmla="*/ 0 w 279"/>
              <a:gd name="T1" fmla="*/ 883 h 883"/>
              <a:gd name="T2" fmla="*/ 121 w 279"/>
              <a:gd name="T3" fmla="*/ 325 h 883"/>
              <a:gd name="T4" fmla="*/ 158 w 279"/>
              <a:gd name="T5" fmla="*/ 551 h 883"/>
              <a:gd name="T6" fmla="*/ 279 w 279"/>
              <a:gd name="T7" fmla="*/ 0 h 883"/>
            </a:gdLst>
            <a:ahLst/>
            <a:cxnLst>
              <a:cxn ang="0">
                <a:pos x="T0" y="T1"/>
              </a:cxn>
              <a:cxn ang="0">
                <a:pos x="T2" y="T3"/>
              </a:cxn>
              <a:cxn ang="0">
                <a:pos x="T4" y="T5"/>
              </a:cxn>
              <a:cxn ang="0">
                <a:pos x="T6" y="T7"/>
              </a:cxn>
            </a:cxnLst>
            <a:rect l="0" t="0" r="r" b="b"/>
            <a:pathLst>
              <a:path w="279" h="883">
                <a:moveTo>
                  <a:pt x="0" y="883"/>
                </a:moveTo>
                <a:lnTo>
                  <a:pt x="121" y="325"/>
                </a:lnTo>
                <a:lnTo>
                  <a:pt x="158" y="551"/>
                </a:lnTo>
                <a:lnTo>
                  <a:pt x="279" y="0"/>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29754" name="Freeform 26">
            <a:extLst>
              <a:ext uri="{FF2B5EF4-FFF2-40B4-BE49-F238E27FC236}">
                <a16:creationId xmlns:a16="http://schemas.microsoft.com/office/drawing/2014/main" id="{1A456227-4B5A-2D66-C1EF-8E190095A87B}"/>
              </a:ext>
            </a:extLst>
          </p:cNvPr>
          <p:cNvSpPr>
            <a:spLocks/>
          </p:cNvSpPr>
          <p:nvPr/>
        </p:nvSpPr>
        <p:spPr bwMode="auto">
          <a:xfrm>
            <a:off x="4014789" y="3509963"/>
            <a:ext cx="1546225" cy="1401762"/>
          </a:xfrm>
          <a:custGeom>
            <a:avLst/>
            <a:gdLst>
              <a:gd name="T0" fmla="*/ 883 w 883"/>
              <a:gd name="T1" fmla="*/ 883 h 883"/>
              <a:gd name="T2" fmla="*/ 363 w 883"/>
              <a:gd name="T3" fmla="*/ 272 h 883"/>
              <a:gd name="T4" fmla="*/ 468 w 883"/>
              <a:gd name="T5" fmla="*/ 544 h 883"/>
              <a:gd name="T6" fmla="*/ 0 w 883"/>
              <a:gd name="T7" fmla="*/ 0 h 883"/>
            </a:gdLst>
            <a:ahLst/>
            <a:cxnLst>
              <a:cxn ang="0">
                <a:pos x="T0" y="T1"/>
              </a:cxn>
              <a:cxn ang="0">
                <a:pos x="T2" y="T3"/>
              </a:cxn>
              <a:cxn ang="0">
                <a:pos x="T4" y="T5"/>
              </a:cxn>
              <a:cxn ang="0">
                <a:pos x="T6" y="T7"/>
              </a:cxn>
            </a:cxnLst>
            <a:rect l="0" t="0" r="r" b="b"/>
            <a:pathLst>
              <a:path w="883" h="883">
                <a:moveTo>
                  <a:pt x="883" y="883"/>
                </a:moveTo>
                <a:lnTo>
                  <a:pt x="363" y="272"/>
                </a:lnTo>
                <a:lnTo>
                  <a:pt x="468" y="544"/>
                </a:lnTo>
                <a:lnTo>
                  <a:pt x="0" y="0"/>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29755" name="Line 27">
            <a:extLst>
              <a:ext uri="{FF2B5EF4-FFF2-40B4-BE49-F238E27FC236}">
                <a16:creationId xmlns:a16="http://schemas.microsoft.com/office/drawing/2014/main" id="{F42D5FA0-FAF4-F011-D6FE-238018FCFB92}"/>
              </a:ext>
            </a:extLst>
          </p:cNvPr>
          <p:cNvSpPr>
            <a:spLocks noChangeShapeType="1"/>
          </p:cNvSpPr>
          <p:nvPr/>
        </p:nvSpPr>
        <p:spPr bwMode="auto">
          <a:xfrm rot="10800000">
            <a:off x="5710239" y="2773363"/>
            <a:ext cx="3292475"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29756" name="Line 28">
            <a:extLst>
              <a:ext uri="{FF2B5EF4-FFF2-40B4-BE49-F238E27FC236}">
                <a16:creationId xmlns:a16="http://schemas.microsoft.com/office/drawing/2014/main" id="{7A1521B3-750A-5623-EEA5-0918A9C780F5}"/>
              </a:ext>
            </a:extLst>
          </p:cNvPr>
          <p:cNvSpPr>
            <a:spLocks noChangeShapeType="1"/>
          </p:cNvSpPr>
          <p:nvPr/>
        </p:nvSpPr>
        <p:spPr bwMode="auto">
          <a:xfrm rot="10800000">
            <a:off x="6226175" y="2774951"/>
            <a:ext cx="0" cy="4365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29757" name="Line 29">
            <a:extLst>
              <a:ext uri="{FF2B5EF4-FFF2-40B4-BE49-F238E27FC236}">
                <a16:creationId xmlns:a16="http://schemas.microsoft.com/office/drawing/2014/main" id="{ECD7D8F7-77E6-1AC2-33F4-C170012A69C0}"/>
              </a:ext>
            </a:extLst>
          </p:cNvPr>
          <p:cNvSpPr>
            <a:spLocks noChangeShapeType="1"/>
          </p:cNvSpPr>
          <p:nvPr/>
        </p:nvSpPr>
        <p:spPr bwMode="auto">
          <a:xfrm rot="10800000">
            <a:off x="8308975" y="2782889"/>
            <a:ext cx="0" cy="6635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29758" name="Rectangle 30">
            <a:extLst>
              <a:ext uri="{FF2B5EF4-FFF2-40B4-BE49-F238E27FC236}">
                <a16:creationId xmlns:a16="http://schemas.microsoft.com/office/drawing/2014/main" id="{F7E15CF1-6BDA-5529-AA9B-AE5AC412EB65}"/>
              </a:ext>
            </a:extLst>
          </p:cNvPr>
          <p:cNvSpPr>
            <a:spLocks noChangeArrowheads="1"/>
          </p:cNvSpPr>
          <p:nvPr/>
        </p:nvSpPr>
        <p:spPr bwMode="auto">
          <a:xfrm>
            <a:off x="8545514" y="4157663"/>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n7</a:t>
            </a:r>
          </a:p>
        </p:txBody>
      </p:sp>
      <p:sp>
        <p:nvSpPr>
          <p:cNvPr id="329759" name="Rectangle 31">
            <a:extLst>
              <a:ext uri="{FF2B5EF4-FFF2-40B4-BE49-F238E27FC236}">
                <a16:creationId xmlns:a16="http://schemas.microsoft.com/office/drawing/2014/main" id="{726060A2-2812-34F5-10F0-0E395660C34F}"/>
              </a:ext>
            </a:extLst>
          </p:cNvPr>
          <p:cNvSpPr>
            <a:spLocks noChangeArrowheads="1"/>
          </p:cNvSpPr>
          <p:nvPr/>
        </p:nvSpPr>
        <p:spPr bwMode="auto">
          <a:xfrm>
            <a:off x="2667000" y="1447801"/>
            <a:ext cx="7772400" cy="722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Font typeface="Wingdings" panose="05000000000000000000" pitchFamily="2" charset="2"/>
              <a:buChar char="q"/>
              <a:defRPr sz="2000">
                <a:solidFill>
                  <a:schemeClr val="tx1"/>
                </a:solidFill>
                <a:latin typeface="Arial Rounded MT Bold" panose="020F0704030504030204" pitchFamily="34" charset="0"/>
              </a:defRPr>
            </a:lvl1pPr>
            <a:lvl2pPr marL="742950" indent="-285750">
              <a:spcBef>
                <a:spcPct val="20000"/>
              </a:spcBef>
              <a:buFont typeface="Wingdings" panose="05000000000000000000" pitchFamily="2" charset="2"/>
              <a:buBlip>
                <a:blip r:embed="rId3"/>
              </a:buBlip>
              <a:defRPr>
                <a:solidFill>
                  <a:schemeClr val="tx1"/>
                </a:solidFill>
                <a:latin typeface="Arial Rounded MT Bold" panose="020F0704030504030204" pitchFamily="34" charset="0"/>
              </a:defRPr>
            </a:lvl2pPr>
            <a:lvl3pPr marL="1143000" indent="-228600">
              <a:spcBef>
                <a:spcPct val="20000"/>
              </a:spcBef>
              <a:buFont typeface="Wingdings" panose="05000000000000000000" pitchFamily="2" charset="2"/>
              <a:buBlip>
                <a:blip r:embed="rId4"/>
              </a:buBlip>
              <a:defRPr sz="1600">
                <a:solidFill>
                  <a:schemeClr val="tx1"/>
                </a:solidFill>
                <a:latin typeface="Arial Rounded MT Bold" panose="020F0704030504030204" pitchFamily="34" charset="0"/>
              </a:defRPr>
            </a:lvl3pPr>
            <a:lvl4pPr marL="1600200" indent="-228600">
              <a:spcBef>
                <a:spcPct val="20000"/>
              </a:spcBef>
              <a:buFont typeface="Wingdings" panose="05000000000000000000" pitchFamily="2" charset="2"/>
              <a:buBlip>
                <a:blip r:embed="rId4"/>
              </a:buBlip>
              <a:defRPr sz="1400">
                <a:solidFill>
                  <a:schemeClr val="tx1"/>
                </a:solidFill>
                <a:latin typeface="Arial Rounded MT Bold" panose="020F0704030504030204" pitchFamily="34" charset="0"/>
              </a:defRPr>
            </a:lvl4pPr>
            <a:lvl5pPr marL="2057400" indent="-228600">
              <a:spcBef>
                <a:spcPct val="20000"/>
              </a:spcBef>
              <a:buFont typeface="Wingdings" panose="05000000000000000000" pitchFamily="2" charset="2"/>
              <a:buBlip>
                <a:blip r:embed="rId4"/>
              </a:buBlip>
              <a:defRPr sz="1400">
                <a:solidFill>
                  <a:schemeClr val="tx1"/>
                </a:solidFill>
                <a:latin typeface="Arial Rounded MT Bold" panose="020F0704030504030204" pitchFamily="34" charset="0"/>
              </a:defRPr>
            </a:lvl5pPr>
            <a:lvl6pPr marL="2514600" indent="-228600" fontAlgn="base">
              <a:spcBef>
                <a:spcPct val="20000"/>
              </a:spcBef>
              <a:spcAft>
                <a:spcPct val="0"/>
              </a:spcAft>
              <a:buFont typeface="Wingdings" panose="05000000000000000000" pitchFamily="2" charset="2"/>
              <a:buBlip>
                <a:blip r:embed="rId4"/>
              </a:buBlip>
              <a:defRPr sz="1400">
                <a:solidFill>
                  <a:schemeClr val="tx1"/>
                </a:solidFill>
                <a:latin typeface="Arial Rounded MT Bold" panose="020F0704030504030204" pitchFamily="34" charset="0"/>
              </a:defRPr>
            </a:lvl6pPr>
            <a:lvl7pPr marL="2971800" indent="-228600" fontAlgn="base">
              <a:spcBef>
                <a:spcPct val="20000"/>
              </a:spcBef>
              <a:spcAft>
                <a:spcPct val="0"/>
              </a:spcAft>
              <a:buFont typeface="Wingdings" panose="05000000000000000000" pitchFamily="2" charset="2"/>
              <a:buBlip>
                <a:blip r:embed="rId4"/>
              </a:buBlip>
              <a:defRPr sz="1400">
                <a:solidFill>
                  <a:schemeClr val="tx1"/>
                </a:solidFill>
                <a:latin typeface="Arial Rounded MT Bold" panose="020F0704030504030204" pitchFamily="34" charset="0"/>
              </a:defRPr>
            </a:lvl7pPr>
            <a:lvl8pPr marL="3429000" indent="-228600" fontAlgn="base">
              <a:spcBef>
                <a:spcPct val="20000"/>
              </a:spcBef>
              <a:spcAft>
                <a:spcPct val="0"/>
              </a:spcAft>
              <a:buFont typeface="Wingdings" panose="05000000000000000000" pitchFamily="2" charset="2"/>
              <a:buBlip>
                <a:blip r:embed="rId4"/>
              </a:buBlip>
              <a:defRPr sz="1400">
                <a:solidFill>
                  <a:schemeClr val="tx1"/>
                </a:solidFill>
                <a:latin typeface="Arial Rounded MT Bold" panose="020F0704030504030204" pitchFamily="34" charset="0"/>
              </a:defRPr>
            </a:lvl8pPr>
            <a:lvl9pPr marL="3886200" indent="-228600" fontAlgn="base">
              <a:spcBef>
                <a:spcPct val="20000"/>
              </a:spcBef>
              <a:spcAft>
                <a:spcPct val="0"/>
              </a:spcAft>
              <a:buFont typeface="Wingdings" panose="05000000000000000000" pitchFamily="2" charset="2"/>
              <a:buBlip>
                <a:blip r:embed="rId4"/>
              </a:buBlip>
              <a:defRPr sz="1400">
                <a:solidFill>
                  <a:schemeClr val="tx1"/>
                </a:solidFill>
                <a:latin typeface="Arial Rounded MT Bold" panose="020F0704030504030204" pitchFamily="34" charset="0"/>
              </a:defRPr>
            </a:lvl9pPr>
          </a:lstStyle>
          <a:p>
            <a:pPr eaLnBrk="1" hangingPunct="1"/>
            <a:r>
              <a:rPr lang="fr-FR" altLang="en-CH">
                <a:solidFill>
                  <a:srgbClr val="000000"/>
                </a:solidFill>
              </a:rPr>
              <a:t>Each router knows directly connected networks</a:t>
            </a:r>
          </a:p>
          <a:p>
            <a:pPr lvl="1" eaLnBrk="1" hangingPunct="1"/>
            <a:endParaRPr lang="fr-FR" altLang="en-CH">
              <a:solidFill>
                <a:srgbClr val="000000"/>
              </a:solidFill>
            </a:endParaRPr>
          </a:p>
        </p:txBody>
      </p:sp>
    </p:spTree>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2">
            <a:extLst>
              <a:ext uri="{FF2B5EF4-FFF2-40B4-BE49-F238E27FC236}">
                <a16:creationId xmlns:a16="http://schemas.microsoft.com/office/drawing/2014/main" id="{67DD5051-5A84-AF77-2163-0E2FCCDAD48B}"/>
              </a:ext>
            </a:extLst>
          </p:cNvPr>
          <p:cNvSpPr>
            <a:spLocks noGrp="1"/>
          </p:cNvSpPr>
          <p:nvPr>
            <p:ph type="ftr" sz="quarter" idx="10"/>
          </p:nvPr>
        </p:nvSpPr>
        <p:spPr/>
        <p:txBody>
          <a:bodyPr/>
          <a:lstStyle/>
          <a:p>
            <a:pPr eaLnBrk="1" hangingPunct="1"/>
            <a:fld id="{CB179C85-DF2D-4EEC-A631-126BD4C32C14}" type="slidenum">
              <a:rPr lang="en-US" altLang="en-CH">
                <a:solidFill>
                  <a:srgbClr val="000000"/>
                </a:solidFill>
              </a:rPr>
              <a:pPr eaLnBrk="1" hangingPunct="1"/>
              <a:t>31</a:t>
            </a:fld>
            <a:endParaRPr lang="en-US" altLang="en-CH">
              <a:solidFill>
                <a:srgbClr val="000000"/>
              </a:solidFill>
            </a:endParaRPr>
          </a:p>
        </p:txBody>
      </p:sp>
      <p:sp>
        <p:nvSpPr>
          <p:cNvPr id="331778" name="Rectangle 2">
            <a:extLst>
              <a:ext uri="{FF2B5EF4-FFF2-40B4-BE49-F238E27FC236}">
                <a16:creationId xmlns:a16="http://schemas.microsoft.com/office/drawing/2014/main" id="{EA1CE189-E27B-422E-C5C2-FF0B2620D0B3}"/>
              </a:ext>
            </a:extLst>
          </p:cNvPr>
          <p:cNvSpPr>
            <a:spLocks noGrp="1" noChangeArrowheads="1"/>
          </p:cNvSpPr>
          <p:nvPr>
            <p:ph type="title"/>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b" anchorCtr="0" compatLnSpc="1">
            <a:prstTxWarp prst="textNoShape">
              <a:avLst/>
            </a:prstTxWarp>
          </a:bodyPr>
          <a:lstStyle/>
          <a:p>
            <a:r>
              <a:rPr lang="en-CA" altLang="en-CH"/>
              <a:t>Initial routing tables</a:t>
            </a:r>
          </a:p>
        </p:txBody>
      </p:sp>
      <p:grpSp>
        <p:nvGrpSpPr>
          <p:cNvPr id="331779" name="Group 3">
            <a:extLst>
              <a:ext uri="{FF2B5EF4-FFF2-40B4-BE49-F238E27FC236}">
                <a16:creationId xmlns:a16="http://schemas.microsoft.com/office/drawing/2014/main" id="{CAC95C41-C576-C69A-51EC-82D8FE6BAB35}"/>
              </a:ext>
            </a:extLst>
          </p:cNvPr>
          <p:cNvGrpSpPr>
            <a:grpSpLocks/>
          </p:cNvGrpSpPr>
          <p:nvPr/>
        </p:nvGrpSpPr>
        <p:grpSpPr bwMode="auto">
          <a:xfrm>
            <a:off x="1630364" y="4035425"/>
            <a:ext cx="1463675" cy="1214438"/>
            <a:chOff x="3953" y="218"/>
            <a:chExt cx="922" cy="765"/>
          </a:xfrm>
        </p:grpSpPr>
        <p:sp>
          <p:nvSpPr>
            <p:cNvPr id="331780" name="Rectangle 4">
              <a:extLst>
                <a:ext uri="{FF2B5EF4-FFF2-40B4-BE49-F238E27FC236}">
                  <a16:creationId xmlns:a16="http://schemas.microsoft.com/office/drawing/2014/main" id="{701AB3D2-FE11-DFC2-3FDD-244CA0369DF8}"/>
                </a:ext>
              </a:extLst>
            </p:cNvPr>
            <p:cNvSpPr>
              <a:spLocks noChangeArrowheads="1"/>
            </p:cNvSpPr>
            <p:nvPr/>
          </p:nvSpPr>
          <p:spPr bwMode="auto">
            <a:xfrm>
              <a:off x="3953" y="414"/>
              <a:ext cx="922" cy="170"/>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nchor="ct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net  type</a:t>
              </a:r>
            </a:p>
          </p:txBody>
        </p:sp>
        <p:sp>
          <p:nvSpPr>
            <p:cNvPr id="331781" name="Rectangle 5">
              <a:extLst>
                <a:ext uri="{FF2B5EF4-FFF2-40B4-BE49-F238E27FC236}">
                  <a16:creationId xmlns:a16="http://schemas.microsoft.com/office/drawing/2014/main" id="{287DB595-E275-211B-9F6F-E7AC11E4FD32}"/>
                </a:ext>
              </a:extLst>
            </p:cNvPr>
            <p:cNvSpPr>
              <a:spLocks noChangeArrowheads="1"/>
            </p:cNvSpPr>
            <p:nvPr/>
          </p:nvSpPr>
          <p:spPr bwMode="auto">
            <a:xfrm>
              <a:off x="3954" y="605"/>
              <a:ext cx="921" cy="378"/>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nchor="ct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n1   Ether</a:t>
              </a:r>
            </a:p>
            <a:p>
              <a:r>
                <a:rPr lang="en-CA" altLang="en-CH" sz="1600" b="1">
                  <a:solidFill>
                    <a:srgbClr val="000000"/>
                  </a:solidFill>
                  <a:latin typeface="Courier New" panose="02070309020205020404" pitchFamily="49" charset="0"/>
                </a:rPr>
                <a:t>n2   P-to-P</a:t>
              </a:r>
            </a:p>
          </p:txBody>
        </p:sp>
        <p:sp>
          <p:nvSpPr>
            <p:cNvPr id="331782" name="Rectangle 6">
              <a:extLst>
                <a:ext uri="{FF2B5EF4-FFF2-40B4-BE49-F238E27FC236}">
                  <a16:creationId xmlns:a16="http://schemas.microsoft.com/office/drawing/2014/main" id="{A15F677F-A51E-336C-6FAA-B3FA2C4A0225}"/>
                </a:ext>
              </a:extLst>
            </p:cNvPr>
            <p:cNvSpPr>
              <a:spLocks noChangeArrowheads="1"/>
            </p:cNvSpPr>
            <p:nvPr/>
          </p:nvSpPr>
          <p:spPr bwMode="auto">
            <a:xfrm>
              <a:off x="3961" y="218"/>
              <a:ext cx="180" cy="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a:t>
              </a:r>
            </a:p>
          </p:txBody>
        </p:sp>
      </p:grpSp>
      <p:sp>
        <p:nvSpPr>
          <p:cNvPr id="331783" name="Rectangle 7">
            <a:extLst>
              <a:ext uri="{FF2B5EF4-FFF2-40B4-BE49-F238E27FC236}">
                <a16:creationId xmlns:a16="http://schemas.microsoft.com/office/drawing/2014/main" id="{580580D1-B542-099A-DC2E-EA72071790CA}"/>
              </a:ext>
            </a:extLst>
          </p:cNvPr>
          <p:cNvSpPr>
            <a:spLocks noChangeArrowheads="1"/>
          </p:cNvSpPr>
          <p:nvPr/>
        </p:nvSpPr>
        <p:spPr bwMode="auto">
          <a:xfrm>
            <a:off x="4379914" y="5473700"/>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n1</a:t>
            </a:r>
          </a:p>
        </p:txBody>
      </p:sp>
      <p:sp>
        <p:nvSpPr>
          <p:cNvPr id="331784" name="Rectangle 8">
            <a:extLst>
              <a:ext uri="{FF2B5EF4-FFF2-40B4-BE49-F238E27FC236}">
                <a16:creationId xmlns:a16="http://schemas.microsoft.com/office/drawing/2014/main" id="{27673841-EFFB-3436-7D8C-89EB3057CC9F}"/>
              </a:ext>
            </a:extLst>
          </p:cNvPr>
          <p:cNvSpPr>
            <a:spLocks noChangeArrowheads="1"/>
          </p:cNvSpPr>
          <p:nvPr/>
        </p:nvSpPr>
        <p:spPr bwMode="auto">
          <a:xfrm>
            <a:off x="3146425" y="4751389"/>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A </a:t>
            </a:r>
          </a:p>
        </p:txBody>
      </p:sp>
      <p:sp>
        <p:nvSpPr>
          <p:cNvPr id="331785" name="Rectangle 9">
            <a:extLst>
              <a:ext uri="{FF2B5EF4-FFF2-40B4-BE49-F238E27FC236}">
                <a16:creationId xmlns:a16="http://schemas.microsoft.com/office/drawing/2014/main" id="{E462CA40-0A4C-95AB-7267-AD6718B44CC6}"/>
              </a:ext>
            </a:extLst>
          </p:cNvPr>
          <p:cNvSpPr>
            <a:spLocks noChangeArrowheads="1"/>
          </p:cNvSpPr>
          <p:nvPr/>
        </p:nvSpPr>
        <p:spPr bwMode="auto">
          <a:xfrm>
            <a:off x="3667125" y="3052764"/>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B </a:t>
            </a:r>
          </a:p>
        </p:txBody>
      </p:sp>
      <p:sp>
        <p:nvSpPr>
          <p:cNvPr id="331786" name="Rectangle 10">
            <a:extLst>
              <a:ext uri="{FF2B5EF4-FFF2-40B4-BE49-F238E27FC236}">
                <a16:creationId xmlns:a16="http://schemas.microsoft.com/office/drawing/2014/main" id="{40A18E00-EA4D-36B6-0481-0EF65D954088}"/>
              </a:ext>
            </a:extLst>
          </p:cNvPr>
          <p:cNvSpPr>
            <a:spLocks noChangeArrowheads="1"/>
          </p:cNvSpPr>
          <p:nvPr/>
        </p:nvSpPr>
        <p:spPr bwMode="auto">
          <a:xfrm>
            <a:off x="7170739" y="2316163"/>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n6</a:t>
            </a:r>
          </a:p>
        </p:txBody>
      </p:sp>
      <p:sp>
        <p:nvSpPr>
          <p:cNvPr id="331787" name="Rectangle 11">
            <a:extLst>
              <a:ext uri="{FF2B5EF4-FFF2-40B4-BE49-F238E27FC236}">
                <a16:creationId xmlns:a16="http://schemas.microsoft.com/office/drawing/2014/main" id="{B01423DE-0B91-D49A-F84F-E761744F6950}"/>
              </a:ext>
            </a:extLst>
          </p:cNvPr>
          <p:cNvSpPr>
            <a:spLocks noChangeArrowheads="1"/>
          </p:cNvSpPr>
          <p:nvPr/>
        </p:nvSpPr>
        <p:spPr bwMode="auto">
          <a:xfrm>
            <a:off x="6043613" y="3065464"/>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D </a:t>
            </a:r>
          </a:p>
        </p:txBody>
      </p:sp>
      <p:sp>
        <p:nvSpPr>
          <p:cNvPr id="331788" name="Rectangle 12">
            <a:extLst>
              <a:ext uri="{FF2B5EF4-FFF2-40B4-BE49-F238E27FC236}">
                <a16:creationId xmlns:a16="http://schemas.microsoft.com/office/drawing/2014/main" id="{8BDAF1A0-0E41-D594-B07A-75F38774DFA5}"/>
              </a:ext>
            </a:extLst>
          </p:cNvPr>
          <p:cNvSpPr>
            <a:spLocks noChangeArrowheads="1"/>
          </p:cNvSpPr>
          <p:nvPr/>
        </p:nvSpPr>
        <p:spPr bwMode="auto">
          <a:xfrm>
            <a:off x="8135938" y="3294064"/>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E </a:t>
            </a:r>
          </a:p>
        </p:txBody>
      </p:sp>
      <p:sp>
        <p:nvSpPr>
          <p:cNvPr id="331789" name="Line 13">
            <a:extLst>
              <a:ext uri="{FF2B5EF4-FFF2-40B4-BE49-F238E27FC236}">
                <a16:creationId xmlns:a16="http://schemas.microsoft.com/office/drawing/2014/main" id="{C6889C7E-9520-89D5-8B85-FC7A94096F73}"/>
              </a:ext>
            </a:extLst>
          </p:cNvPr>
          <p:cNvSpPr>
            <a:spLocks noChangeShapeType="1"/>
          </p:cNvSpPr>
          <p:nvPr/>
        </p:nvSpPr>
        <p:spPr bwMode="auto">
          <a:xfrm>
            <a:off x="3367088" y="5053013"/>
            <a:ext cx="0" cy="4365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31790" name="Rectangle 14">
            <a:extLst>
              <a:ext uri="{FF2B5EF4-FFF2-40B4-BE49-F238E27FC236}">
                <a16:creationId xmlns:a16="http://schemas.microsoft.com/office/drawing/2014/main" id="{D1AE8E0E-7E0C-D530-1DB8-97719032396B}"/>
              </a:ext>
            </a:extLst>
          </p:cNvPr>
          <p:cNvSpPr>
            <a:spLocks noChangeArrowheads="1"/>
          </p:cNvSpPr>
          <p:nvPr/>
        </p:nvSpPr>
        <p:spPr bwMode="auto">
          <a:xfrm>
            <a:off x="4948239" y="3870325"/>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n4</a:t>
            </a:r>
          </a:p>
        </p:txBody>
      </p:sp>
      <p:sp>
        <p:nvSpPr>
          <p:cNvPr id="331791" name="Rectangle 15">
            <a:extLst>
              <a:ext uri="{FF2B5EF4-FFF2-40B4-BE49-F238E27FC236}">
                <a16:creationId xmlns:a16="http://schemas.microsoft.com/office/drawing/2014/main" id="{74F6D01B-0235-0DE2-DB38-98AF3317A04D}"/>
              </a:ext>
            </a:extLst>
          </p:cNvPr>
          <p:cNvSpPr>
            <a:spLocks noChangeArrowheads="1"/>
          </p:cNvSpPr>
          <p:nvPr/>
        </p:nvSpPr>
        <p:spPr bwMode="auto">
          <a:xfrm>
            <a:off x="4038601" y="2349500"/>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n3</a:t>
            </a:r>
          </a:p>
        </p:txBody>
      </p:sp>
      <p:sp>
        <p:nvSpPr>
          <p:cNvPr id="331792" name="Rectangle 16">
            <a:extLst>
              <a:ext uri="{FF2B5EF4-FFF2-40B4-BE49-F238E27FC236}">
                <a16:creationId xmlns:a16="http://schemas.microsoft.com/office/drawing/2014/main" id="{18F10C6C-F800-C202-FE7A-B0B2342A2FEC}"/>
              </a:ext>
            </a:extLst>
          </p:cNvPr>
          <p:cNvSpPr>
            <a:spLocks noChangeArrowheads="1"/>
          </p:cNvSpPr>
          <p:nvPr/>
        </p:nvSpPr>
        <p:spPr bwMode="auto">
          <a:xfrm>
            <a:off x="5478463" y="4751389"/>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C </a:t>
            </a:r>
          </a:p>
        </p:txBody>
      </p:sp>
      <p:sp>
        <p:nvSpPr>
          <p:cNvPr id="331793" name="Rectangle 17">
            <a:extLst>
              <a:ext uri="{FF2B5EF4-FFF2-40B4-BE49-F238E27FC236}">
                <a16:creationId xmlns:a16="http://schemas.microsoft.com/office/drawing/2014/main" id="{472C02B9-E186-E2DC-4EC7-E31318056CB5}"/>
              </a:ext>
            </a:extLst>
          </p:cNvPr>
          <p:cNvSpPr>
            <a:spLocks noChangeArrowheads="1"/>
          </p:cNvSpPr>
          <p:nvPr/>
        </p:nvSpPr>
        <p:spPr bwMode="auto">
          <a:xfrm>
            <a:off x="6089651" y="4035425"/>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n5</a:t>
            </a:r>
          </a:p>
        </p:txBody>
      </p:sp>
      <p:sp>
        <p:nvSpPr>
          <p:cNvPr id="331794" name="Rectangle 18">
            <a:extLst>
              <a:ext uri="{FF2B5EF4-FFF2-40B4-BE49-F238E27FC236}">
                <a16:creationId xmlns:a16="http://schemas.microsoft.com/office/drawing/2014/main" id="{6DA667F6-6D9A-5AB3-C9FA-F8A76029FE81}"/>
              </a:ext>
            </a:extLst>
          </p:cNvPr>
          <p:cNvSpPr>
            <a:spLocks noChangeArrowheads="1"/>
          </p:cNvSpPr>
          <p:nvPr/>
        </p:nvSpPr>
        <p:spPr bwMode="auto">
          <a:xfrm>
            <a:off x="3249614" y="3878263"/>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n2</a:t>
            </a:r>
          </a:p>
        </p:txBody>
      </p:sp>
      <p:sp>
        <p:nvSpPr>
          <p:cNvPr id="331795" name="Rectangle 19">
            <a:extLst>
              <a:ext uri="{FF2B5EF4-FFF2-40B4-BE49-F238E27FC236}">
                <a16:creationId xmlns:a16="http://schemas.microsoft.com/office/drawing/2014/main" id="{5ACD1C5F-C7EA-D917-9A64-D86CE22B7329}"/>
              </a:ext>
            </a:extLst>
          </p:cNvPr>
          <p:cNvSpPr>
            <a:spLocks noChangeArrowheads="1"/>
          </p:cNvSpPr>
          <p:nvPr/>
        </p:nvSpPr>
        <p:spPr bwMode="auto">
          <a:xfrm>
            <a:off x="7810500" y="4751389"/>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F </a:t>
            </a:r>
          </a:p>
        </p:txBody>
      </p:sp>
      <p:sp>
        <p:nvSpPr>
          <p:cNvPr id="331796" name="Line 20">
            <a:extLst>
              <a:ext uri="{FF2B5EF4-FFF2-40B4-BE49-F238E27FC236}">
                <a16:creationId xmlns:a16="http://schemas.microsoft.com/office/drawing/2014/main" id="{044A8079-FDAE-6050-5CAC-5FC5BF271D6D}"/>
              </a:ext>
            </a:extLst>
          </p:cNvPr>
          <p:cNvSpPr>
            <a:spLocks noChangeShapeType="1"/>
          </p:cNvSpPr>
          <p:nvPr/>
        </p:nvSpPr>
        <p:spPr bwMode="auto">
          <a:xfrm>
            <a:off x="2901950" y="5487988"/>
            <a:ext cx="5702300"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31797" name="Line 21">
            <a:extLst>
              <a:ext uri="{FF2B5EF4-FFF2-40B4-BE49-F238E27FC236}">
                <a16:creationId xmlns:a16="http://schemas.microsoft.com/office/drawing/2014/main" id="{CFAAE872-859F-1DCA-F55D-418483956C46}"/>
              </a:ext>
            </a:extLst>
          </p:cNvPr>
          <p:cNvSpPr>
            <a:spLocks noChangeShapeType="1"/>
          </p:cNvSpPr>
          <p:nvPr/>
        </p:nvSpPr>
        <p:spPr bwMode="auto">
          <a:xfrm>
            <a:off x="5688013" y="5049838"/>
            <a:ext cx="0" cy="4365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31798" name="Line 22">
            <a:extLst>
              <a:ext uri="{FF2B5EF4-FFF2-40B4-BE49-F238E27FC236}">
                <a16:creationId xmlns:a16="http://schemas.microsoft.com/office/drawing/2014/main" id="{0EA1C8D8-2554-ABC9-8347-ABA7F3182672}"/>
              </a:ext>
            </a:extLst>
          </p:cNvPr>
          <p:cNvSpPr>
            <a:spLocks noChangeShapeType="1"/>
          </p:cNvSpPr>
          <p:nvPr/>
        </p:nvSpPr>
        <p:spPr bwMode="auto">
          <a:xfrm>
            <a:off x="8008938" y="5046663"/>
            <a:ext cx="0" cy="4365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31799" name="Freeform 23">
            <a:extLst>
              <a:ext uri="{FF2B5EF4-FFF2-40B4-BE49-F238E27FC236}">
                <a16:creationId xmlns:a16="http://schemas.microsoft.com/office/drawing/2014/main" id="{3CFBAB68-29D6-4642-1E6F-23C31998FEB0}"/>
              </a:ext>
            </a:extLst>
          </p:cNvPr>
          <p:cNvSpPr>
            <a:spLocks/>
          </p:cNvSpPr>
          <p:nvPr/>
        </p:nvSpPr>
        <p:spPr bwMode="auto">
          <a:xfrm>
            <a:off x="3394076" y="3354388"/>
            <a:ext cx="442913" cy="1401762"/>
          </a:xfrm>
          <a:custGeom>
            <a:avLst/>
            <a:gdLst>
              <a:gd name="T0" fmla="*/ 0 w 279"/>
              <a:gd name="T1" fmla="*/ 883 h 883"/>
              <a:gd name="T2" fmla="*/ 121 w 279"/>
              <a:gd name="T3" fmla="*/ 325 h 883"/>
              <a:gd name="T4" fmla="*/ 158 w 279"/>
              <a:gd name="T5" fmla="*/ 551 h 883"/>
              <a:gd name="T6" fmla="*/ 279 w 279"/>
              <a:gd name="T7" fmla="*/ 0 h 883"/>
            </a:gdLst>
            <a:ahLst/>
            <a:cxnLst>
              <a:cxn ang="0">
                <a:pos x="T0" y="T1"/>
              </a:cxn>
              <a:cxn ang="0">
                <a:pos x="T2" y="T3"/>
              </a:cxn>
              <a:cxn ang="0">
                <a:pos x="T4" y="T5"/>
              </a:cxn>
              <a:cxn ang="0">
                <a:pos x="T6" y="T7"/>
              </a:cxn>
            </a:cxnLst>
            <a:rect l="0" t="0" r="r" b="b"/>
            <a:pathLst>
              <a:path w="279" h="883">
                <a:moveTo>
                  <a:pt x="0" y="883"/>
                </a:moveTo>
                <a:lnTo>
                  <a:pt x="121" y="325"/>
                </a:lnTo>
                <a:lnTo>
                  <a:pt x="158" y="551"/>
                </a:lnTo>
                <a:lnTo>
                  <a:pt x="279" y="0"/>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31800" name="Line 24">
            <a:extLst>
              <a:ext uri="{FF2B5EF4-FFF2-40B4-BE49-F238E27FC236}">
                <a16:creationId xmlns:a16="http://schemas.microsoft.com/office/drawing/2014/main" id="{01F82078-7BB0-D52F-FEA8-D956F6FBAC7F}"/>
              </a:ext>
            </a:extLst>
          </p:cNvPr>
          <p:cNvSpPr>
            <a:spLocks noChangeShapeType="1"/>
          </p:cNvSpPr>
          <p:nvPr/>
        </p:nvSpPr>
        <p:spPr bwMode="auto">
          <a:xfrm rot="10800000">
            <a:off x="7488239" y="4310063"/>
            <a:ext cx="1735137"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31801" name="Line 25">
            <a:extLst>
              <a:ext uri="{FF2B5EF4-FFF2-40B4-BE49-F238E27FC236}">
                <a16:creationId xmlns:a16="http://schemas.microsoft.com/office/drawing/2014/main" id="{B0726E77-29D8-5333-ADD3-8467EC121C76}"/>
              </a:ext>
            </a:extLst>
          </p:cNvPr>
          <p:cNvSpPr>
            <a:spLocks noChangeShapeType="1"/>
          </p:cNvSpPr>
          <p:nvPr/>
        </p:nvSpPr>
        <p:spPr bwMode="auto">
          <a:xfrm rot="10800000">
            <a:off x="8004175" y="4311651"/>
            <a:ext cx="0" cy="4365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31802" name="Line 26">
            <a:extLst>
              <a:ext uri="{FF2B5EF4-FFF2-40B4-BE49-F238E27FC236}">
                <a16:creationId xmlns:a16="http://schemas.microsoft.com/office/drawing/2014/main" id="{2DE31BE5-1D44-6CFB-1F7F-67AE46735939}"/>
              </a:ext>
            </a:extLst>
          </p:cNvPr>
          <p:cNvSpPr>
            <a:spLocks noChangeShapeType="1"/>
          </p:cNvSpPr>
          <p:nvPr/>
        </p:nvSpPr>
        <p:spPr bwMode="auto">
          <a:xfrm rot="10800000">
            <a:off x="8361363" y="3602039"/>
            <a:ext cx="0" cy="6873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31803" name="Line 27">
            <a:extLst>
              <a:ext uri="{FF2B5EF4-FFF2-40B4-BE49-F238E27FC236}">
                <a16:creationId xmlns:a16="http://schemas.microsoft.com/office/drawing/2014/main" id="{98F9F07A-45F2-56FE-D419-1D14281906C5}"/>
              </a:ext>
            </a:extLst>
          </p:cNvPr>
          <p:cNvSpPr>
            <a:spLocks noChangeShapeType="1"/>
          </p:cNvSpPr>
          <p:nvPr/>
        </p:nvSpPr>
        <p:spPr bwMode="auto">
          <a:xfrm rot="10800000">
            <a:off x="3433764" y="2630488"/>
            <a:ext cx="1519237"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31804" name="Line 28">
            <a:extLst>
              <a:ext uri="{FF2B5EF4-FFF2-40B4-BE49-F238E27FC236}">
                <a16:creationId xmlns:a16="http://schemas.microsoft.com/office/drawing/2014/main" id="{D13C878C-E108-6B81-29D4-4C7F13ED9863}"/>
              </a:ext>
            </a:extLst>
          </p:cNvPr>
          <p:cNvSpPr>
            <a:spLocks noChangeShapeType="1"/>
          </p:cNvSpPr>
          <p:nvPr/>
        </p:nvSpPr>
        <p:spPr bwMode="auto">
          <a:xfrm rot="10800000">
            <a:off x="3867150" y="2632076"/>
            <a:ext cx="0" cy="4365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31805" name="Freeform 29">
            <a:extLst>
              <a:ext uri="{FF2B5EF4-FFF2-40B4-BE49-F238E27FC236}">
                <a16:creationId xmlns:a16="http://schemas.microsoft.com/office/drawing/2014/main" id="{4FBC3C2D-637E-51E7-28DA-FEA6E7DF097F}"/>
              </a:ext>
            </a:extLst>
          </p:cNvPr>
          <p:cNvSpPr>
            <a:spLocks/>
          </p:cNvSpPr>
          <p:nvPr/>
        </p:nvSpPr>
        <p:spPr bwMode="auto">
          <a:xfrm>
            <a:off x="5786438" y="3362326"/>
            <a:ext cx="442912" cy="1401763"/>
          </a:xfrm>
          <a:custGeom>
            <a:avLst/>
            <a:gdLst>
              <a:gd name="T0" fmla="*/ 0 w 279"/>
              <a:gd name="T1" fmla="*/ 883 h 883"/>
              <a:gd name="T2" fmla="*/ 121 w 279"/>
              <a:gd name="T3" fmla="*/ 325 h 883"/>
              <a:gd name="T4" fmla="*/ 158 w 279"/>
              <a:gd name="T5" fmla="*/ 551 h 883"/>
              <a:gd name="T6" fmla="*/ 279 w 279"/>
              <a:gd name="T7" fmla="*/ 0 h 883"/>
            </a:gdLst>
            <a:ahLst/>
            <a:cxnLst>
              <a:cxn ang="0">
                <a:pos x="T0" y="T1"/>
              </a:cxn>
              <a:cxn ang="0">
                <a:pos x="T2" y="T3"/>
              </a:cxn>
              <a:cxn ang="0">
                <a:pos x="T4" y="T5"/>
              </a:cxn>
              <a:cxn ang="0">
                <a:pos x="T6" y="T7"/>
              </a:cxn>
            </a:cxnLst>
            <a:rect l="0" t="0" r="r" b="b"/>
            <a:pathLst>
              <a:path w="279" h="883">
                <a:moveTo>
                  <a:pt x="0" y="883"/>
                </a:moveTo>
                <a:lnTo>
                  <a:pt x="121" y="325"/>
                </a:lnTo>
                <a:lnTo>
                  <a:pt x="158" y="551"/>
                </a:lnTo>
                <a:lnTo>
                  <a:pt x="279" y="0"/>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31806" name="Freeform 30">
            <a:extLst>
              <a:ext uri="{FF2B5EF4-FFF2-40B4-BE49-F238E27FC236}">
                <a16:creationId xmlns:a16="http://schemas.microsoft.com/office/drawing/2014/main" id="{AE7A20D8-81ED-8676-B25E-20DD3580388C}"/>
              </a:ext>
            </a:extLst>
          </p:cNvPr>
          <p:cNvSpPr>
            <a:spLocks/>
          </p:cNvSpPr>
          <p:nvPr/>
        </p:nvSpPr>
        <p:spPr bwMode="auto">
          <a:xfrm>
            <a:off x="4051301" y="3354388"/>
            <a:ext cx="1546225" cy="1401762"/>
          </a:xfrm>
          <a:custGeom>
            <a:avLst/>
            <a:gdLst>
              <a:gd name="T0" fmla="*/ 883 w 883"/>
              <a:gd name="T1" fmla="*/ 883 h 883"/>
              <a:gd name="T2" fmla="*/ 363 w 883"/>
              <a:gd name="T3" fmla="*/ 272 h 883"/>
              <a:gd name="T4" fmla="*/ 468 w 883"/>
              <a:gd name="T5" fmla="*/ 544 h 883"/>
              <a:gd name="T6" fmla="*/ 0 w 883"/>
              <a:gd name="T7" fmla="*/ 0 h 883"/>
            </a:gdLst>
            <a:ahLst/>
            <a:cxnLst>
              <a:cxn ang="0">
                <a:pos x="T0" y="T1"/>
              </a:cxn>
              <a:cxn ang="0">
                <a:pos x="T2" y="T3"/>
              </a:cxn>
              <a:cxn ang="0">
                <a:pos x="T4" y="T5"/>
              </a:cxn>
              <a:cxn ang="0">
                <a:pos x="T6" y="T7"/>
              </a:cxn>
            </a:cxnLst>
            <a:rect l="0" t="0" r="r" b="b"/>
            <a:pathLst>
              <a:path w="883" h="883">
                <a:moveTo>
                  <a:pt x="883" y="883"/>
                </a:moveTo>
                <a:lnTo>
                  <a:pt x="363" y="272"/>
                </a:lnTo>
                <a:lnTo>
                  <a:pt x="468" y="544"/>
                </a:lnTo>
                <a:lnTo>
                  <a:pt x="0" y="0"/>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31807" name="Line 31">
            <a:extLst>
              <a:ext uri="{FF2B5EF4-FFF2-40B4-BE49-F238E27FC236}">
                <a16:creationId xmlns:a16="http://schemas.microsoft.com/office/drawing/2014/main" id="{A911936B-1B90-63D7-27D1-89F9280DC1F4}"/>
              </a:ext>
            </a:extLst>
          </p:cNvPr>
          <p:cNvSpPr>
            <a:spLocks noChangeShapeType="1"/>
          </p:cNvSpPr>
          <p:nvPr/>
        </p:nvSpPr>
        <p:spPr bwMode="auto">
          <a:xfrm rot="10800000">
            <a:off x="5746751" y="2617788"/>
            <a:ext cx="3292475"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31808" name="Line 32">
            <a:extLst>
              <a:ext uri="{FF2B5EF4-FFF2-40B4-BE49-F238E27FC236}">
                <a16:creationId xmlns:a16="http://schemas.microsoft.com/office/drawing/2014/main" id="{DFDF23B2-599C-8B01-0276-399106889942}"/>
              </a:ext>
            </a:extLst>
          </p:cNvPr>
          <p:cNvSpPr>
            <a:spLocks noChangeShapeType="1"/>
          </p:cNvSpPr>
          <p:nvPr/>
        </p:nvSpPr>
        <p:spPr bwMode="auto">
          <a:xfrm rot="10800000">
            <a:off x="6262688" y="2619376"/>
            <a:ext cx="0" cy="4365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31809" name="Line 33">
            <a:extLst>
              <a:ext uri="{FF2B5EF4-FFF2-40B4-BE49-F238E27FC236}">
                <a16:creationId xmlns:a16="http://schemas.microsoft.com/office/drawing/2014/main" id="{E6D700DA-5E4D-5A83-FAEA-DD9147CCEE1A}"/>
              </a:ext>
            </a:extLst>
          </p:cNvPr>
          <p:cNvSpPr>
            <a:spLocks noChangeShapeType="1"/>
          </p:cNvSpPr>
          <p:nvPr/>
        </p:nvSpPr>
        <p:spPr bwMode="auto">
          <a:xfrm rot="10800000">
            <a:off x="8345488" y="2627314"/>
            <a:ext cx="0" cy="6635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31810" name="Rectangle 34">
            <a:extLst>
              <a:ext uri="{FF2B5EF4-FFF2-40B4-BE49-F238E27FC236}">
                <a16:creationId xmlns:a16="http://schemas.microsoft.com/office/drawing/2014/main" id="{E79A5832-0CFD-75C9-3DC6-63871B572EEF}"/>
              </a:ext>
            </a:extLst>
          </p:cNvPr>
          <p:cNvSpPr>
            <a:spLocks noChangeArrowheads="1"/>
          </p:cNvSpPr>
          <p:nvPr/>
        </p:nvSpPr>
        <p:spPr bwMode="auto">
          <a:xfrm>
            <a:off x="8582026" y="4002088"/>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n7</a:t>
            </a:r>
          </a:p>
        </p:txBody>
      </p:sp>
      <p:grpSp>
        <p:nvGrpSpPr>
          <p:cNvPr id="331811" name="Group 35">
            <a:extLst>
              <a:ext uri="{FF2B5EF4-FFF2-40B4-BE49-F238E27FC236}">
                <a16:creationId xmlns:a16="http://schemas.microsoft.com/office/drawing/2014/main" id="{DE21BF11-2A21-B45D-C5D3-B600CC13E78D}"/>
              </a:ext>
            </a:extLst>
          </p:cNvPr>
          <p:cNvGrpSpPr>
            <a:grpSpLocks/>
          </p:cNvGrpSpPr>
          <p:nvPr/>
        </p:nvGrpSpPr>
        <p:grpSpPr bwMode="auto">
          <a:xfrm>
            <a:off x="5519739" y="1276350"/>
            <a:ext cx="1463675" cy="1214438"/>
            <a:chOff x="3953" y="218"/>
            <a:chExt cx="922" cy="765"/>
          </a:xfrm>
        </p:grpSpPr>
        <p:sp>
          <p:nvSpPr>
            <p:cNvPr id="331812" name="Rectangle 36">
              <a:extLst>
                <a:ext uri="{FF2B5EF4-FFF2-40B4-BE49-F238E27FC236}">
                  <a16:creationId xmlns:a16="http://schemas.microsoft.com/office/drawing/2014/main" id="{3437A25A-F835-5A76-61B8-2F111B3F700E}"/>
                </a:ext>
              </a:extLst>
            </p:cNvPr>
            <p:cNvSpPr>
              <a:spLocks noChangeArrowheads="1"/>
            </p:cNvSpPr>
            <p:nvPr/>
          </p:nvSpPr>
          <p:spPr bwMode="auto">
            <a:xfrm>
              <a:off x="3953" y="414"/>
              <a:ext cx="922" cy="170"/>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nchor="ct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net  type</a:t>
              </a:r>
            </a:p>
          </p:txBody>
        </p:sp>
        <p:sp>
          <p:nvSpPr>
            <p:cNvPr id="331813" name="Rectangle 37">
              <a:extLst>
                <a:ext uri="{FF2B5EF4-FFF2-40B4-BE49-F238E27FC236}">
                  <a16:creationId xmlns:a16="http://schemas.microsoft.com/office/drawing/2014/main" id="{B65CA68F-410A-DD1A-A7E7-2AB03FB63BF0}"/>
                </a:ext>
              </a:extLst>
            </p:cNvPr>
            <p:cNvSpPr>
              <a:spLocks noChangeArrowheads="1"/>
            </p:cNvSpPr>
            <p:nvPr/>
          </p:nvSpPr>
          <p:spPr bwMode="auto">
            <a:xfrm>
              <a:off x="3954" y="605"/>
              <a:ext cx="921" cy="378"/>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nchor="ct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n6   Ether</a:t>
              </a:r>
            </a:p>
            <a:p>
              <a:r>
                <a:rPr lang="en-CA" altLang="en-CH" sz="1600" b="1">
                  <a:solidFill>
                    <a:srgbClr val="000000"/>
                  </a:solidFill>
                  <a:latin typeface="Courier New" panose="02070309020205020404" pitchFamily="49" charset="0"/>
                </a:rPr>
                <a:t>n5   P-to-P</a:t>
              </a:r>
            </a:p>
          </p:txBody>
        </p:sp>
        <p:sp>
          <p:nvSpPr>
            <p:cNvPr id="331814" name="Rectangle 38">
              <a:extLst>
                <a:ext uri="{FF2B5EF4-FFF2-40B4-BE49-F238E27FC236}">
                  <a16:creationId xmlns:a16="http://schemas.microsoft.com/office/drawing/2014/main" id="{DA20F06F-010E-E90E-E573-D6B87825624B}"/>
                </a:ext>
              </a:extLst>
            </p:cNvPr>
            <p:cNvSpPr>
              <a:spLocks noChangeArrowheads="1"/>
            </p:cNvSpPr>
            <p:nvPr/>
          </p:nvSpPr>
          <p:spPr bwMode="auto">
            <a:xfrm>
              <a:off x="3961" y="218"/>
              <a:ext cx="180" cy="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D</a:t>
              </a:r>
            </a:p>
          </p:txBody>
        </p:sp>
      </p:grpSp>
      <p:grpSp>
        <p:nvGrpSpPr>
          <p:cNvPr id="331815" name="Group 39">
            <a:extLst>
              <a:ext uri="{FF2B5EF4-FFF2-40B4-BE49-F238E27FC236}">
                <a16:creationId xmlns:a16="http://schemas.microsoft.com/office/drawing/2014/main" id="{CA8E0DA7-346C-701D-2466-A90AD4125C35}"/>
              </a:ext>
            </a:extLst>
          </p:cNvPr>
          <p:cNvGrpSpPr>
            <a:grpSpLocks/>
          </p:cNvGrpSpPr>
          <p:nvPr/>
        </p:nvGrpSpPr>
        <p:grpSpPr bwMode="auto">
          <a:xfrm>
            <a:off x="7605714" y="1265239"/>
            <a:ext cx="1463675" cy="1214437"/>
            <a:chOff x="3953" y="218"/>
            <a:chExt cx="922" cy="765"/>
          </a:xfrm>
        </p:grpSpPr>
        <p:sp>
          <p:nvSpPr>
            <p:cNvPr id="331816" name="Rectangle 40">
              <a:extLst>
                <a:ext uri="{FF2B5EF4-FFF2-40B4-BE49-F238E27FC236}">
                  <a16:creationId xmlns:a16="http://schemas.microsoft.com/office/drawing/2014/main" id="{1EEA3942-4198-3ED0-F101-0F5708E31F86}"/>
                </a:ext>
              </a:extLst>
            </p:cNvPr>
            <p:cNvSpPr>
              <a:spLocks noChangeArrowheads="1"/>
            </p:cNvSpPr>
            <p:nvPr/>
          </p:nvSpPr>
          <p:spPr bwMode="auto">
            <a:xfrm>
              <a:off x="3953" y="414"/>
              <a:ext cx="922" cy="170"/>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nchor="ct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net  type</a:t>
              </a:r>
            </a:p>
          </p:txBody>
        </p:sp>
        <p:sp>
          <p:nvSpPr>
            <p:cNvPr id="331817" name="Rectangle 41">
              <a:extLst>
                <a:ext uri="{FF2B5EF4-FFF2-40B4-BE49-F238E27FC236}">
                  <a16:creationId xmlns:a16="http://schemas.microsoft.com/office/drawing/2014/main" id="{0B26FC88-6E61-1B80-1FEB-550EB5C4FA31}"/>
                </a:ext>
              </a:extLst>
            </p:cNvPr>
            <p:cNvSpPr>
              <a:spLocks noChangeArrowheads="1"/>
            </p:cNvSpPr>
            <p:nvPr/>
          </p:nvSpPr>
          <p:spPr bwMode="auto">
            <a:xfrm>
              <a:off x="3954" y="605"/>
              <a:ext cx="921" cy="378"/>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nchor="ct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n6   Ether</a:t>
              </a:r>
            </a:p>
            <a:p>
              <a:r>
                <a:rPr lang="en-CA" altLang="en-CH" sz="1600" b="1">
                  <a:solidFill>
                    <a:srgbClr val="000000"/>
                  </a:solidFill>
                  <a:latin typeface="Courier New" panose="02070309020205020404" pitchFamily="49" charset="0"/>
                </a:rPr>
                <a:t>n7   Ether</a:t>
              </a:r>
            </a:p>
          </p:txBody>
        </p:sp>
        <p:sp>
          <p:nvSpPr>
            <p:cNvPr id="331818" name="Rectangle 42">
              <a:extLst>
                <a:ext uri="{FF2B5EF4-FFF2-40B4-BE49-F238E27FC236}">
                  <a16:creationId xmlns:a16="http://schemas.microsoft.com/office/drawing/2014/main" id="{89B6BECD-906D-1359-9EDD-0F25FD4808AF}"/>
                </a:ext>
              </a:extLst>
            </p:cNvPr>
            <p:cNvSpPr>
              <a:spLocks noChangeArrowheads="1"/>
            </p:cNvSpPr>
            <p:nvPr/>
          </p:nvSpPr>
          <p:spPr bwMode="auto">
            <a:xfrm>
              <a:off x="3961" y="218"/>
              <a:ext cx="180" cy="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E</a:t>
              </a:r>
            </a:p>
          </p:txBody>
        </p:sp>
      </p:grpSp>
      <p:grpSp>
        <p:nvGrpSpPr>
          <p:cNvPr id="331819" name="Group 43">
            <a:extLst>
              <a:ext uri="{FF2B5EF4-FFF2-40B4-BE49-F238E27FC236}">
                <a16:creationId xmlns:a16="http://schemas.microsoft.com/office/drawing/2014/main" id="{6ED0F5E1-1D02-A06A-7B76-82C4A82FCF61}"/>
              </a:ext>
            </a:extLst>
          </p:cNvPr>
          <p:cNvGrpSpPr>
            <a:grpSpLocks/>
          </p:cNvGrpSpPr>
          <p:nvPr/>
        </p:nvGrpSpPr>
        <p:grpSpPr bwMode="auto">
          <a:xfrm>
            <a:off x="8702676" y="4532314"/>
            <a:ext cx="1463675" cy="1214437"/>
            <a:chOff x="3953" y="218"/>
            <a:chExt cx="922" cy="765"/>
          </a:xfrm>
        </p:grpSpPr>
        <p:sp>
          <p:nvSpPr>
            <p:cNvPr id="331820" name="Rectangle 44">
              <a:extLst>
                <a:ext uri="{FF2B5EF4-FFF2-40B4-BE49-F238E27FC236}">
                  <a16:creationId xmlns:a16="http://schemas.microsoft.com/office/drawing/2014/main" id="{212500E8-1998-9964-9AD7-FE6424DAF7BA}"/>
                </a:ext>
              </a:extLst>
            </p:cNvPr>
            <p:cNvSpPr>
              <a:spLocks noChangeArrowheads="1"/>
            </p:cNvSpPr>
            <p:nvPr/>
          </p:nvSpPr>
          <p:spPr bwMode="auto">
            <a:xfrm>
              <a:off x="3953" y="414"/>
              <a:ext cx="922" cy="170"/>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nchor="ct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net  type</a:t>
              </a:r>
            </a:p>
          </p:txBody>
        </p:sp>
        <p:sp>
          <p:nvSpPr>
            <p:cNvPr id="331821" name="Rectangle 45">
              <a:extLst>
                <a:ext uri="{FF2B5EF4-FFF2-40B4-BE49-F238E27FC236}">
                  <a16:creationId xmlns:a16="http://schemas.microsoft.com/office/drawing/2014/main" id="{55927AA0-E0B2-F8B8-1939-F08B23FC38CB}"/>
                </a:ext>
              </a:extLst>
            </p:cNvPr>
            <p:cNvSpPr>
              <a:spLocks noChangeArrowheads="1"/>
            </p:cNvSpPr>
            <p:nvPr/>
          </p:nvSpPr>
          <p:spPr bwMode="auto">
            <a:xfrm>
              <a:off x="3954" y="605"/>
              <a:ext cx="921" cy="378"/>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nchor="ct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n1   Ether</a:t>
              </a:r>
            </a:p>
            <a:p>
              <a:r>
                <a:rPr lang="en-CA" altLang="en-CH" sz="1600" b="1">
                  <a:solidFill>
                    <a:srgbClr val="000000"/>
                  </a:solidFill>
                  <a:latin typeface="Courier New" panose="02070309020205020404" pitchFamily="49" charset="0"/>
                </a:rPr>
                <a:t>n7   Ether</a:t>
              </a:r>
            </a:p>
          </p:txBody>
        </p:sp>
        <p:sp>
          <p:nvSpPr>
            <p:cNvPr id="331822" name="Rectangle 46">
              <a:extLst>
                <a:ext uri="{FF2B5EF4-FFF2-40B4-BE49-F238E27FC236}">
                  <a16:creationId xmlns:a16="http://schemas.microsoft.com/office/drawing/2014/main" id="{7606C01A-F09F-354C-8955-E539FBAA5B8E}"/>
                </a:ext>
              </a:extLst>
            </p:cNvPr>
            <p:cNvSpPr>
              <a:spLocks noChangeArrowheads="1"/>
            </p:cNvSpPr>
            <p:nvPr/>
          </p:nvSpPr>
          <p:spPr bwMode="auto">
            <a:xfrm>
              <a:off x="3961" y="218"/>
              <a:ext cx="180" cy="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F</a:t>
              </a:r>
            </a:p>
          </p:txBody>
        </p:sp>
      </p:grpSp>
      <p:grpSp>
        <p:nvGrpSpPr>
          <p:cNvPr id="331823" name="Group 47">
            <a:extLst>
              <a:ext uri="{FF2B5EF4-FFF2-40B4-BE49-F238E27FC236}">
                <a16:creationId xmlns:a16="http://schemas.microsoft.com/office/drawing/2014/main" id="{15134698-AE5C-76E8-B710-ADD677D8E530}"/>
              </a:ext>
            </a:extLst>
          </p:cNvPr>
          <p:cNvGrpSpPr>
            <a:grpSpLocks/>
          </p:cNvGrpSpPr>
          <p:nvPr/>
        </p:nvGrpSpPr>
        <p:grpSpPr bwMode="auto">
          <a:xfrm>
            <a:off x="5048251" y="5214939"/>
            <a:ext cx="1465263" cy="1538287"/>
            <a:chOff x="2220" y="3285"/>
            <a:chExt cx="923" cy="969"/>
          </a:xfrm>
        </p:grpSpPr>
        <p:sp>
          <p:nvSpPr>
            <p:cNvPr id="331824" name="Rectangle 48">
              <a:extLst>
                <a:ext uri="{FF2B5EF4-FFF2-40B4-BE49-F238E27FC236}">
                  <a16:creationId xmlns:a16="http://schemas.microsoft.com/office/drawing/2014/main" id="{FE3266F2-2094-D643-DDBE-87694DB48CA7}"/>
                </a:ext>
              </a:extLst>
            </p:cNvPr>
            <p:cNvSpPr>
              <a:spLocks noChangeArrowheads="1"/>
            </p:cNvSpPr>
            <p:nvPr/>
          </p:nvSpPr>
          <p:spPr bwMode="auto">
            <a:xfrm>
              <a:off x="2220" y="3481"/>
              <a:ext cx="922" cy="204"/>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nchor="ct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net  type</a:t>
              </a:r>
            </a:p>
          </p:txBody>
        </p:sp>
        <p:sp>
          <p:nvSpPr>
            <p:cNvPr id="331825" name="Rectangle 49">
              <a:extLst>
                <a:ext uri="{FF2B5EF4-FFF2-40B4-BE49-F238E27FC236}">
                  <a16:creationId xmlns:a16="http://schemas.microsoft.com/office/drawing/2014/main" id="{3313DED4-FC98-5B62-ACED-C6C710D284A6}"/>
                </a:ext>
              </a:extLst>
            </p:cNvPr>
            <p:cNvSpPr>
              <a:spLocks noChangeArrowheads="1"/>
            </p:cNvSpPr>
            <p:nvPr/>
          </p:nvSpPr>
          <p:spPr bwMode="auto">
            <a:xfrm>
              <a:off x="2222" y="3717"/>
              <a:ext cx="921" cy="537"/>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nchor="ct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n1   Ether</a:t>
              </a:r>
            </a:p>
            <a:p>
              <a:r>
                <a:rPr lang="en-CA" altLang="en-CH" sz="1600" b="1">
                  <a:solidFill>
                    <a:srgbClr val="000000"/>
                  </a:solidFill>
                  <a:latin typeface="Courier New" panose="02070309020205020404" pitchFamily="49" charset="0"/>
                </a:rPr>
                <a:t>n4   P-to-P</a:t>
              </a:r>
            </a:p>
            <a:p>
              <a:r>
                <a:rPr lang="en-CA" altLang="en-CH" sz="1600" b="1">
                  <a:solidFill>
                    <a:srgbClr val="000000"/>
                  </a:solidFill>
                  <a:latin typeface="Courier New" panose="02070309020205020404" pitchFamily="49" charset="0"/>
                </a:rPr>
                <a:t>n5   P-to-P</a:t>
              </a:r>
            </a:p>
          </p:txBody>
        </p:sp>
        <p:sp>
          <p:nvSpPr>
            <p:cNvPr id="331826" name="Rectangle 50">
              <a:extLst>
                <a:ext uri="{FF2B5EF4-FFF2-40B4-BE49-F238E27FC236}">
                  <a16:creationId xmlns:a16="http://schemas.microsoft.com/office/drawing/2014/main" id="{A6D778E6-0E80-ED9E-4996-EBAD5A9624AE}"/>
                </a:ext>
              </a:extLst>
            </p:cNvPr>
            <p:cNvSpPr>
              <a:spLocks noChangeArrowheads="1"/>
            </p:cNvSpPr>
            <p:nvPr/>
          </p:nvSpPr>
          <p:spPr bwMode="auto">
            <a:xfrm>
              <a:off x="2228" y="3285"/>
              <a:ext cx="180" cy="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C</a:t>
              </a:r>
            </a:p>
          </p:txBody>
        </p:sp>
      </p:grpSp>
      <p:grpSp>
        <p:nvGrpSpPr>
          <p:cNvPr id="331827" name="Group 51">
            <a:extLst>
              <a:ext uri="{FF2B5EF4-FFF2-40B4-BE49-F238E27FC236}">
                <a16:creationId xmlns:a16="http://schemas.microsoft.com/office/drawing/2014/main" id="{B68F97D6-2D71-2F9C-65A3-0EBB16FC768F}"/>
              </a:ext>
            </a:extLst>
          </p:cNvPr>
          <p:cNvGrpSpPr>
            <a:grpSpLocks/>
          </p:cNvGrpSpPr>
          <p:nvPr/>
        </p:nvGrpSpPr>
        <p:grpSpPr bwMode="auto">
          <a:xfrm>
            <a:off x="1654176" y="1833564"/>
            <a:ext cx="1465263" cy="1538287"/>
            <a:chOff x="2220" y="3285"/>
            <a:chExt cx="923" cy="969"/>
          </a:xfrm>
        </p:grpSpPr>
        <p:sp>
          <p:nvSpPr>
            <p:cNvPr id="331828" name="Rectangle 52">
              <a:extLst>
                <a:ext uri="{FF2B5EF4-FFF2-40B4-BE49-F238E27FC236}">
                  <a16:creationId xmlns:a16="http://schemas.microsoft.com/office/drawing/2014/main" id="{04FD2FB1-8257-898B-6028-2F808A19C416}"/>
                </a:ext>
              </a:extLst>
            </p:cNvPr>
            <p:cNvSpPr>
              <a:spLocks noChangeArrowheads="1"/>
            </p:cNvSpPr>
            <p:nvPr/>
          </p:nvSpPr>
          <p:spPr bwMode="auto">
            <a:xfrm>
              <a:off x="2220" y="3481"/>
              <a:ext cx="922" cy="204"/>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nchor="ct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net  type</a:t>
              </a:r>
            </a:p>
          </p:txBody>
        </p:sp>
        <p:sp>
          <p:nvSpPr>
            <p:cNvPr id="331829" name="Rectangle 53">
              <a:extLst>
                <a:ext uri="{FF2B5EF4-FFF2-40B4-BE49-F238E27FC236}">
                  <a16:creationId xmlns:a16="http://schemas.microsoft.com/office/drawing/2014/main" id="{A7C6F24E-D676-3410-9892-DCB06ECC0FD2}"/>
                </a:ext>
              </a:extLst>
            </p:cNvPr>
            <p:cNvSpPr>
              <a:spLocks noChangeArrowheads="1"/>
            </p:cNvSpPr>
            <p:nvPr/>
          </p:nvSpPr>
          <p:spPr bwMode="auto">
            <a:xfrm>
              <a:off x="2222" y="3717"/>
              <a:ext cx="921" cy="537"/>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nchor="ct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n3   Ether</a:t>
              </a:r>
            </a:p>
            <a:p>
              <a:r>
                <a:rPr lang="en-CA" altLang="en-CH" sz="1600" b="1">
                  <a:solidFill>
                    <a:srgbClr val="000000"/>
                  </a:solidFill>
                  <a:latin typeface="Courier New" panose="02070309020205020404" pitchFamily="49" charset="0"/>
                </a:rPr>
                <a:t>n2   P-to-P</a:t>
              </a:r>
            </a:p>
            <a:p>
              <a:r>
                <a:rPr lang="en-CA" altLang="en-CH" sz="1600" b="1">
                  <a:solidFill>
                    <a:srgbClr val="000000"/>
                  </a:solidFill>
                  <a:latin typeface="Courier New" panose="02070309020205020404" pitchFamily="49" charset="0"/>
                </a:rPr>
                <a:t>n4   P-to-P</a:t>
              </a:r>
            </a:p>
          </p:txBody>
        </p:sp>
        <p:sp>
          <p:nvSpPr>
            <p:cNvPr id="331830" name="Rectangle 54">
              <a:extLst>
                <a:ext uri="{FF2B5EF4-FFF2-40B4-BE49-F238E27FC236}">
                  <a16:creationId xmlns:a16="http://schemas.microsoft.com/office/drawing/2014/main" id="{805705D0-1697-30BB-69E5-A1A051CB9000}"/>
                </a:ext>
              </a:extLst>
            </p:cNvPr>
            <p:cNvSpPr>
              <a:spLocks noChangeArrowheads="1"/>
            </p:cNvSpPr>
            <p:nvPr/>
          </p:nvSpPr>
          <p:spPr bwMode="auto">
            <a:xfrm>
              <a:off x="2228" y="3285"/>
              <a:ext cx="180" cy="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B</a:t>
              </a:r>
            </a:p>
          </p:txBody>
        </p:sp>
      </p:grpSp>
    </p:spTree>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2">
            <a:extLst>
              <a:ext uri="{FF2B5EF4-FFF2-40B4-BE49-F238E27FC236}">
                <a16:creationId xmlns:a16="http://schemas.microsoft.com/office/drawing/2014/main" id="{272D4AF6-C985-C2BA-8E5E-727AF9F4BBD0}"/>
              </a:ext>
            </a:extLst>
          </p:cNvPr>
          <p:cNvSpPr>
            <a:spLocks noGrp="1"/>
          </p:cNvSpPr>
          <p:nvPr>
            <p:ph type="ftr" sz="quarter" idx="10"/>
          </p:nvPr>
        </p:nvSpPr>
        <p:spPr/>
        <p:txBody>
          <a:bodyPr/>
          <a:lstStyle/>
          <a:p>
            <a:pPr eaLnBrk="1" hangingPunct="1"/>
            <a:fld id="{BF168299-5D86-4381-9349-BB21B2C937AE}" type="slidenum">
              <a:rPr lang="en-US" altLang="en-CH">
                <a:solidFill>
                  <a:srgbClr val="000000"/>
                </a:solidFill>
              </a:rPr>
              <a:pPr eaLnBrk="1" hangingPunct="1"/>
              <a:t>32</a:t>
            </a:fld>
            <a:endParaRPr lang="en-US" altLang="en-CH">
              <a:solidFill>
                <a:srgbClr val="000000"/>
              </a:solidFill>
            </a:endParaRPr>
          </a:p>
        </p:txBody>
      </p:sp>
      <p:sp>
        <p:nvSpPr>
          <p:cNvPr id="333826" name="Rectangle 2">
            <a:extLst>
              <a:ext uri="{FF2B5EF4-FFF2-40B4-BE49-F238E27FC236}">
                <a16:creationId xmlns:a16="http://schemas.microsoft.com/office/drawing/2014/main" id="{0C41C218-3EA7-FC83-F7B8-7E35005F3196}"/>
              </a:ext>
            </a:extLst>
          </p:cNvPr>
          <p:cNvSpPr>
            <a:spLocks noGrp="1" noChangeArrowheads="1"/>
          </p:cNvSpPr>
          <p:nvPr>
            <p:ph type="title"/>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b" anchorCtr="0" compatLnSpc="1">
            <a:prstTxWarp prst="textNoShape">
              <a:avLst/>
            </a:prstTxWarp>
          </a:bodyPr>
          <a:lstStyle/>
          <a:p>
            <a:r>
              <a:rPr lang="en-CA" altLang="en-CH"/>
              <a:t>After Flooding</a:t>
            </a:r>
          </a:p>
        </p:txBody>
      </p:sp>
      <p:grpSp>
        <p:nvGrpSpPr>
          <p:cNvPr id="333853" name="Group 29">
            <a:extLst>
              <a:ext uri="{FF2B5EF4-FFF2-40B4-BE49-F238E27FC236}">
                <a16:creationId xmlns:a16="http://schemas.microsoft.com/office/drawing/2014/main" id="{1D17A57A-78C7-88B8-DAAF-93142699FD06}"/>
              </a:ext>
            </a:extLst>
          </p:cNvPr>
          <p:cNvGrpSpPr>
            <a:grpSpLocks/>
          </p:cNvGrpSpPr>
          <p:nvPr/>
        </p:nvGrpSpPr>
        <p:grpSpPr bwMode="auto">
          <a:xfrm>
            <a:off x="1754189" y="2152650"/>
            <a:ext cx="1476375" cy="3340100"/>
            <a:chOff x="437" y="1841"/>
            <a:chExt cx="1098" cy="2350"/>
          </a:xfrm>
        </p:grpSpPr>
        <p:sp>
          <p:nvSpPr>
            <p:cNvPr id="333828" name="Rectangle 4">
              <a:extLst>
                <a:ext uri="{FF2B5EF4-FFF2-40B4-BE49-F238E27FC236}">
                  <a16:creationId xmlns:a16="http://schemas.microsoft.com/office/drawing/2014/main" id="{2CE1E8FE-B447-13F6-576B-B11F17E61303}"/>
                </a:ext>
              </a:extLst>
            </p:cNvPr>
            <p:cNvSpPr>
              <a:spLocks noChangeArrowheads="1"/>
            </p:cNvSpPr>
            <p:nvPr/>
          </p:nvSpPr>
          <p:spPr bwMode="auto">
            <a:xfrm>
              <a:off x="437" y="1841"/>
              <a:ext cx="1098" cy="190"/>
            </a:xfrm>
            <a:prstGeom prst="rect">
              <a:avLst/>
            </a:prstGeom>
            <a:solidFill>
              <a:schemeClr val="bg1"/>
            </a:solidFill>
            <a:ln w="19050">
              <a:solidFill>
                <a:schemeClr val="tx1"/>
              </a:solidFill>
              <a:miter lim="800000"/>
              <a:headEnd/>
              <a:tailEnd/>
            </a:ln>
            <a:effectLst>
              <a:outerShdw dist="107763" dir="2700000" algn="ctr" rotWithShape="0">
                <a:schemeClr val="bg2">
                  <a:alpha val="50000"/>
                </a:schemeClr>
              </a:outerShdw>
            </a:effectLst>
          </p:spPr>
          <p:txBody>
            <a:bodyPr wrap="none" lIns="70744" tIns="34752" rIns="70744" bIns="34752" anchor="ct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400" b="1">
                  <a:solidFill>
                    <a:srgbClr val="000000"/>
                  </a:solidFill>
                  <a:latin typeface="Courier New" panose="02070309020205020404" pitchFamily="49" charset="0"/>
                </a:rPr>
                <a:t>rtr net cost</a:t>
              </a:r>
            </a:p>
          </p:txBody>
        </p:sp>
        <p:sp>
          <p:nvSpPr>
            <p:cNvPr id="333829" name="Rectangle 5">
              <a:extLst>
                <a:ext uri="{FF2B5EF4-FFF2-40B4-BE49-F238E27FC236}">
                  <a16:creationId xmlns:a16="http://schemas.microsoft.com/office/drawing/2014/main" id="{CAC4842D-EF5F-6931-4640-5736FC672433}"/>
                </a:ext>
              </a:extLst>
            </p:cNvPr>
            <p:cNvSpPr>
              <a:spLocks noChangeArrowheads="1"/>
            </p:cNvSpPr>
            <p:nvPr/>
          </p:nvSpPr>
          <p:spPr bwMode="auto">
            <a:xfrm>
              <a:off x="438" y="2055"/>
              <a:ext cx="1097" cy="2136"/>
            </a:xfrm>
            <a:prstGeom prst="rect">
              <a:avLst/>
            </a:prstGeom>
            <a:solidFill>
              <a:schemeClr val="bg1"/>
            </a:solidFill>
            <a:ln w="19050">
              <a:solidFill>
                <a:schemeClr val="tx1"/>
              </a:solidFill>
              <a:miter lim="800000"/>
              <a:headEnd/>
              <a:tailEnd/>
            </a:ln>
            <a:effectLst>
              <a:outerShdw dist="107763" dir="2700000" algn="ctr" rotWithShape="0">
                <a:schemeClr val="bg2">
                  <a:alpha val="50000"/>
                </a:schemeClr>
              </a:outerShdw>
            </a:effectLst>
          </p:spPr>
          <p:txBody>
            <a:bodyPr wrap="none" lIns="70744" tIns="34752" rIns="70744" bIns="34752" anchor="ct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400" b="1">
                  <a:solidFill>
                    <a:srgbClr val="000000"/>
                  </a:solidFill>
                  <a:latin typeface="Courier New" panose="02070309020205020404" pitchFamily="49" charset="0"/>
                </a:rPr>
                <a:t>A n1   10</a:t>
              </a:r>
            </a:p>
            <a:p>
              <a:r>
                <a:rPr lang="en-CA" altLang="en-CH" sz="1400" b="1">
                  <a:solidFill>
                    <a:srgbClr val="000000"/>
                  </a:solidFill>
                  <a:latin typeface="Courier New" panose="02070309020205020404" pitchFamily="49" charset="0"/>
                </a:rPr>
                <a:t>A n2   100</a:t>
              </a:r>
            </a:p>
            <a:p>
              <a:r>
                <a:rPr lang="en-CA" altLang="en-CH" sz="1400" b="1">
                  <a:solidFill>
                    <a:srgbClr val="000000"/>
                  </a:solidFill>
                  <a:latin typeface="Courier New" panose="02070309020205020404" pitchFamily="49" charset="0"/>
                </a:rPr>
                <a:t>B n3   10</a:t>
              </a:r>
            </a:p>
            <a:p>
              <a:r>
                <a:rPr lang="en-CA" altLang="en-CH" sz="1400" b="1">
                  <a:solidFill>
                    <a:srgbClr val="000000"/>
                  </a:solidFill>
                  <a:latin typeface="Courier New" panose="02070309020205020404" pitchFamily="49" charset="0"/>
                </a:rPr>
                <a:t>B n2   100</a:t>
              </a:r>
            </a:p>
            <a:p>
              <a:r>
                <a:rPr lang="en-CA" altLang="en-CH" sz="1400" b="1">
                  <a:solidFill>
                    <a:srgbClr val="000000"/>
                  </a:solidFill>
                  <a:latin typeface="Courier New" panose="02070309020205020404" pitchFamily="49" charset="0"/>
                </a:rPr>
                <a:t>B n4   100</a:t>
              </a:r>
            </a:p>
            <a:p>
              <a:r>
                <a:rPr lang="en-CA" altLang="en-CH" sz="1400" b="1">
                  <a:solidFill>
                    <a:srgbClr val="000000"/>
                  </a:solidFill>
                  <a:latin typeface="Courier New" panose="02070309020205020404" pitchFamily="49" charset="0"/>
                </a:rPr>
                <a:t>C n1   10</a:t>
              </a:r>
            </a:p>
            <a:p>
              <a:r>
                <a:rPr lang="en-CA" altLang="en-CH" sz="1400" b="1">
                  <a:solidFill>
                    <a:srgbClr val="000000"/>
                  </a:solidFill>
                  <a:latin typeface="Courier New" panose="02070309020205020404" pitchFamily="49" charset="0"/>
                </a:rPr>
                <a:t>C n4   100</a:t>
              </a:r>
            </a:p>
            <a:p>
              <a:r>
                <a:rPr lang="en-CA" altLang="en-CH" sz="1400" b="1">
                  <a:solidFill>
                    <a:srgbClr val="000000"/>
                  </a:solidFill>
                  <a:latin typeface="Courier New" panose="02070309020205020404" pitchFamily="49" charset="0"/>
                </a:rPr>
                <a:t>C n5   100</a:t>
              </a:r>
            </a:p>
            <a:p>
              <a:r>
                <a:rPr lang="en-CA" altLang="en-CH" sz="1400" b="1">
                  <a:solidFill>
                    <a:srgbClr val="000000"/>
                  </a:solidFill>
                  <a:latin typeface="Courier New" panose="02070309020205020404" pitchFamily="49" charset="0"/>
                </a:rPr>
                <a:t>D n6   10</a:t>
              </a:r>
            </a:p>
            <a:p>
              <a:r>
                <a:rPr lang="en-CA" altLang="en-CH" sz="1400" b="1">
                  <a:solidFill>
                    <a:srgbClr val="000000"/>
                  </a:solidFill>
                  <a:latin typeface="Courier New" panose="02070309020205020404" pitchFamily="49" charset="0"/>
                </a:rPr>
                <a:t>D n5   100</a:t>
              </a:r>
            </a:p>
            <a:p>
              <a:r>
                <a:rPr lang="en-CA" altLang="en-CH" sz="1400" b="1">
                  <a:solidFill>
                    <a:srgbClr val="000000"/>
                  </a:solidFill>
                  <a:latin typeface="Courier New" panose="02070309020205020404" pitchFamily="49" charset="0"/>
                </a:rPr>
                <a:t>E n6   10</a:t>
              </a:r>
            </a:p>
            <a:p>
              <a:r>
                <a:rPr lang="en-CA" altLang="en-CH" sz="1400" b="1">
                  <a:solidFill>
                    <a:srgbClr val="000000"/>
                  </a:solidFill>
                  <a:latin typeface="Courier New" panose="02070309020205020404" pitchFamily="49" charset="0"/>
                </a:rPr>
                <a:t>E n7   10</a:t>
              </a:r>
            </a:p>
            <a:p>
              <a:r>
                <a:rPr lang="en-CA" altLang="en-CH" sz="1400" b="1">
                  <a:solidFill>
                    <a:srgbClr val="000000"/>
                  </a:solidFill>
                  <a:latin typeface="Courier New" panose="02070309020205020404" pitchFamily="49" charset="0"/>
                </a:rPr>
                <a:t>F n1   10</a:t>
              </a:r>
            </a:p>
            <a:p>
              <a:r>
                <a:rPr lang="en-CA" altLang="en-CH" sz="1400" b="1">
                  <a:solidFill>
                    <a:srgbClr val="000000"/>
                  </a:solidFill>
                  <a:latin typeface="Courier New" panose="02070309020205020404" pitchFamily="49" charset="0"/>
                </a:rPr>
                <a:t>F n7   10</a:t>
              </a:r>
            </a:p>
          </p:txBody>
        </p:sp>
      </p:grpSp>
      <p:sp>
        <p:nvSpPr>
          <p:cNvPr id="333851" name="Rectangle 27">
            <a:extLst>
              <a:ext uri="{FF2B5EF4-FFF2-40B4-BE49-F238E27FC236}">
                <a16:creationId xmlns:a16="http://schemas.microsoft.com/office/drawing/2014/main" id="{0328801D-9275-76F6-1CB9-38AD18312E3B}"/>
              </a:ext>
            </a:extLst>
          </p:cNvPr>
          <p:cNvSpPr>
            <a:spLocks noChangeArrowheads="1"/>
          </p:cNvSpPr>
          <p:nvPr/>
        </p:nvSpPr>
        <p:spPr bwMode="auto">
          <a:xfrm>
            <a:off x="2667000" y="1203325"/>
            <a:ext cx="7772400" cy="687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Font typeface="Wingdings" panose="05000000000000000000" pitchFamily="2" charset="2"/>
              <a:buChar char="q"/>
              <a:defRPr sz="2000">
                <a:solidFill>
                  <a:schemeClr val="tx1"/>
                </a:solidFill>
                <a:latin typeface="Arial Rounded MT Bold" panose="020F0704030504030204" pitchFamily="34" charset="0"/>
              </a:defRPr>
            </a:lvl1pPr>
            <a:lvl2pPr marL="742950" indent="-285750">
              <a:spcBef>
                <a:spcPct val="20000"/>
              </a:spcBef>
              <a:buFont typeface="Wingdings" panose="05000000000000000000" pitchFamily="2" charset="2"/>
              <a:buBlip>
                <a:blip r:embed="rId3"/>
              </a:buBlip>
              <a:defRPr>
                <a:solidFill>
                  <a:schemeClr val="tx1"/>
                </a:solidFill>
                <a:latin typeface="Arial Rounded MT Bold" panose="020F0704030504030204" pitchFamily="34" charset="0"/>
              </a:defRPr>
            </a:lvl2pPr>
            <a:lvl3pPr marL="1143000" indent="-228600">
              <a:spcBef>
                <a:spcPct val="20000"/>
              </a:spcBef>
              <a:buFont typeface="Wingdings" panose="05000000000000000000" pitchFamily="2" charset="2"/>
              <a:buBlip>
                <a:blip r:embed="rId4"/>
              </a:buBlip>
              <a:defRPr sz="1600">
                <a:solidFill>
                  <a:schemeClr val="tx1"/>
                </a:solidFill>
                <a:latin typeface="Arial Rounded MT Bold" panose="020F0704030504030204" pitchFamily="34" charset="0"/>
              </a:defRPr>
            </a:lvl3pPr>
            <a:lvl4pPr marL="1600200" indent="-228600">
              <a:spcBef>
                <a:spcPct val="20000"/>
              </a:spcBef>
              <a:buFont typeface="Wingdings" panose="05000000000000000000" pitchFamily="2" charset="2"/>
              <a:buBlip>
                <a:blip r:embed="rId4"/>
              </a:buBlip>
              <a:defRPr sz="1400">
                <a:solidFill>
                  <a:schemeClr val="tx1"/>
                </a:solidFill>
                <a:latin typeface="Arial Rounded MT Bold" panose="020F0704030504030204" pitchFamily="34" charset="0"/>
              </a:defRPr>
            </a:lvl4pPr>
            <a:lvl5pPr marL="2057400" indent="-228600">
              <a:spcBef>
                <a:spcPct val="20000"/>
              </a:spcBef>
              <a:buFont typeface="Wingdings" panose="05000000000000000000" pitchFamily="2" charset="2"/>
              <a:buBlip>
                <a:blip r:embed="rId4"/>
              </a:buBlip>
              <a:defRPr sz="1400">
                <a:solidFill>
                  <a:schemeClr val="tx1"/>
                </a:solidFill>
                <a:latin typeface="Arial Rounded MT Bold" panose="020F0704030504030204" pitchFamily="34" charset="0"/>
              </a:defRPr>
            </a:lvl5pPr>
            <a:lvl6pPr marL="2514600" indent="-228600" fontAlgn="base">
              <a:spcBef>
                <a:spcPct val="20000"/>
              </a:spcBef>
              <a:spcAft>
                <a:spcPct val="0"/>
              </a:spcAft>
              <a:buFont typeface="Wingdings" panose="05000000000000000000" pitchFamily="2" charset="2"/>
              <a:buBlip>
                <a:blip r:embed="rId4"/>
              </a:buBlip>
              <a:defRPr sz="1400">
                <a:solidFill>
                  <a:schemeClr val="tx1"/>
                </a:solidFill>
                <a:latin typeface="Arial Rounded MT Bold" panose="020F0704030504030204" pitchFamily="34" charset="0"/>
              </a:defRPr>
            </a:lvl6pPr>
            <a:lvl7pPr marL="2971800" indent="-228600" fontAlgn="base">
              <a:spcBef>
                <a:spcPct val="20000"/>
              </a:spcBef>
              <a:spcAft>
                <a:spcPct val="0"/>
              </a:spcAft>
              <a:buFont typeface="Wingdings" panose="05000000000000000000" pitchFamily="2" charset="2"/>
              <a:buBlip>
                <a:blip r:embed="rId4"/>
              </a:buBlip>
              <a:defRPr sz="1400">
                <a:solidFill>
                  <a:schemeClr val="tx1"/>
                </a:solidFill>
                <a:latin typeface="Arial Rounded MT Bold" panose="020F0704030504030204" pitchFamily="34" charset="0"/>
              </a:defRPr>
            </a:lvl7pPr>
            <a:lvl8pPr marL="3429000" indent="-228600" fontAlgn="base">
              <a:spcBef>
                <a:spcPct val="20000"/>
              </a:spcBef>
              <a:spcAft>
                <a:spcPct val="0"/>
              </a:spcAft>
              <a:buFont typeface="Wingdings" panose="05000000000000000000" pitchFamily="2" charset="2"/>
              <a:buBlip>
                <a:blip r:embed="rId4"/>
              </a:buBlip>
              <a:defRPr sz="1400">
                <a:solidFill>
                  <a:schemeClr val="tx1"/>
                </a:solidFill>
                <a:latin typeface="Arial Rounded MT Bold" panose="020F0704030504030204" pitchFamily="34" charset="0"/>
              </a:defRPr>
            </a:lvl8pPr>
            <a:lvl9pPr marL="3886200" indent="-228600" fontAlgn="base">
              <a:spcBef>
                <a:spcPct val="20000"/>
              </a:spcBef>
              <a:spcAft>
                <a:spcPct val="0"/>
              </a:spcAft>
              <a:buFont typeface="Wingdings" panose="05000000000000000000" pitchFamily="2" charset="2"/>
              <a:buBlip>
                <a:blip r:embed="rId4"/>
              </a:buBlip>
              <a:defRPr sz="1400">
                <a:solidFill>
                  <a:schemeClr val="tx1"/>
                </a:solidFill>
                <a:latin typeface="Arial Rounded MT Bold" panose="020F0704030504030204" pitchFamily="34" charset="0"/>
              </a:defRPr>
            </a:lvl9pPr>
          </a:lstStyle>
          <a:p>
            <a:pPr eaLnBrk="1" hangingPunct="1"/>
            <a:r>
              <a:rPr lang="fr-FR" altLang="en-CH">
                <a:solidFill>
                  <a:srgbClr val="000000"/>
                </a:solidFill>
              </a:rPr>
              <a:t>The local metric information is flooded to all routers</a:t>
            </a:r>
          </a:p>
          <a:p>
            <a:pPr eaLnBrk="1" hangingPunct="1"/>
            <a:r>
              <a:rPr lang="fr-FR" altLang="en-CH">
                <a:solidFill>
                  <a:srgbClr val="000000"/>
                </a:solidFill>
              </a:rPr>
              <a:t>After convergence, all routers have the same information</a:t>
            </a:r>
          </a:p>
        </p:txBody>
      </p:sp>
      <p:sp>
        <p:nvSpPr>
          <p:cNvPr id="333854" name="Rectangle 30">
            <a:extLst>
              <a:ext uri="{FF2B5EF4-FFF2-40B4-BE49-F238E27FC236}">
                <a16:creationId xmlns:a16="http://schemas.microsoft.com/office/drawing/2014/main" id="{1E33CAE0-6F78-26F4-0108-39F353A1B0C2}"/>
              </a:ext>
            </a:extLst>
          </p:cNvPr>
          <p:cNvSpPr>
            <a:spLocks noChangeArrowheads="1"/>
          </p:cNvSpPr>
          <p:nvPr/>
        </p:nvSpPr>
        <p:spPr bwMode="auto">
          <a:xfrm>
            <a:off x="5129214" y="5473700"/>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n1</a:t>
            </a:r>
          </a:p>
        </p:txBody>
      </p:sp>
      <p:sp>
        <p:nvSpPr>
          <p:cNvPr id="333855" name="Rectangle 31">
            <a:extLst>
              <a:ext uri="{FF2B5EF4-FFF2-40B4-BE49-F238E27FC236}">
                <a16:creationId xmlns:a16="http://schemas.microsoft.com/office/drawing/2014/main" id="{5339EA8D-F36F-288B-CEC9-87DE5318D1A1}"/>
              </a:ext>
            </a:extLst>
          </p:cNvPr>
          <p:cNvSpPr>
            <a:spLocks noChangeArrowheads="1"/>
          </p:cNvSpPr>
          <p:nvPr/>
        </p:nvSpPr>
        <p:spPr bwMode="auto">
          <a:xfrm>
            <a:off x="3895725" y="4751389"/>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A </a:t>
            </a:r>
          </a:p>
        </p:txBody>
      </p:sp>
      <p:sp>
        <p:nvSpPr>
          <p:cNvPr id="333856" name="Rectangle 32">
            <a:extLst>
              <a:ext uri="{FF2B5EF4-FFF2-40B4-BE49-F238E27FC236}">
                <a16:creationId xmlns:a16="http://schemas.microsoft.com/office/drawing/2014/main" id="{8BFBB945-400A-B7AE-D969-4F58BAA339BF}"/>
              </a:ext>
            </a:extLst>
          </p:cNvPr>
          <p:cNvSpPr>
            <a:spLocks noChangeArrowheads="1"/>
          </p:cNvSpPr>
          <p:nvPr/>
        </p:nvSpPr>
        <p:spPr bwMode="auto">
          <a:xfrm>
            <a:off x="4416425" y="3052764"/>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B </a:t>
            </a:r>
          </a:p>
        </p:txBody>
      </p:sp>
      <p:sp>
        <p:nvSpPr>
          <p:cNvPr id="333857" name="Rectangle 33">
            <a:extLst>
              <a:ext uri="{FF2B5EF4-FFF2-40B4-BE49-F238E27FC236}">
                <a16:creationId xmlns:a16="http://schemas.microsoft.com/office/drawing/2014/main" id="{D41AC603-FD76-E9BD-B1F1-41DB192D8EFD}"/>
              </a:ext>
            </a:extLst>
          </p:cNvPr>
          <p:cNvSpPr>
            <a:spLocks noChangeArrowheads="1"/>
          </p:cNvSpPr>
          <p:nvPr/>
        </p:nvSpPr>
        <p:spPr bwMode="auto">
          <a:xfrm>
            <a:off x="7920039" y="2316163"/>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n6</a:t>
            </a:r>
          </a:p>
        </p:txBody>
      </p:sp>
      <p:sp>
        <p:nvSpPr>
          <p:cNvPr id="333858" name="Rectangle 34">
            <a:extLst>
              <a:ext uri="{FF2B5EF4-FFF2-40B4-BE49-F238E27FC236}">
                <a16:creationId xmlns:a16="http://schemas.microsoft.com/office/drawing/2014/main" id="{DC7564B9-20A1-0729-8DA7-050F797F475B}"/>
              </a:ext>
            </a:extLst>
          </p:cNvPr>
          <p:cNvSpPr>
            <a:spLocks noChangeArrowheads="1"/>
          </p:cNvSpPr>
          <p:nvPr/>
        </p:nvSpPr>
        <p:spPr bwMode="auto">
          <a:xfrm>
            <a:off x="6792913" y="3065464"/>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D </a:t>
            </a:r>
          </a:p>
        </p:txBody>
      </p:sp>
      <p:sp>
        <p:nvSpPr>
          <p:cNvPr id="333859" name="Rectangle 35">
            <a:extLst>
              <a:ext uri="{FF2B5EF4-FFF2-40B4-BE49-F238E27FC236}">
                <a16:creationId xmlns:a16="http://schemas.microsoft.com/office/drawing/2014/main" id="{70CE423A-D280-B1E8-0370-614661A3CF64}"/>
              </a:ext>
            </a:extLst>
          </p:cNvPr>
          <p:cNvSpPr>
            <a:spLocks noChangeArrowheads="1"/>
          </p:cNvSpPr>
          <p:nvPr/>
        </p:nvSpPr>
        <p:spPr bwMode="auto">
          <a:xfrm>
            <a:off x="8885238" y="3294064"/>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E </a:t>
            </a:r>
          </a:p>
        </p:txBody>
      </p:sp>
      <p:sp>
        <p:nvSpPr>
          <p:cNvPr id="333860" name="Line 36">
            <a:extLst>
              <a:ext uri="{FF2B5EF4-FFF2-40B4-BE49-F238E27FC236}">
                <a16:creationId xmlns:a16="http://schemas.microsoft.com/office/drawing/2014/main" id="{B24184F2-4A67-A220-2F8F-44852ADFAE21}"/>
              </a:ext>
            </a:extLst>
          </p:cNvPr>
          <p:cNvSpPr>
            <a:spLocks noChangeShapeType="1"/>
          </p:cNvSpPr>
          <p:nvPr/>
        </p:nvSpPr>
        <p:spPr bwMode="auto">
          <a:xfrm>
            <a:off x="4116388" y="5053013"/>
            <a:ext cx="0" cy="4365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33861" name="Rectangle 37">
            <a:extLst>
              <a:ext uri="{FF2B5EF4-FFF2-40B4-BE49-F238E27FC236}">
                <a16:creationId xmlns:a16="http://schemas.microsoft.com/office/drawing/2014/main" id="{6C042396-FD45-A47E-4A70-1D886D4B2AAD}"/>
              </a:ext>
            </a:extLst>
          </p:cNvPr>
          <p:cNvSpPr>
            <a:spLocks noChangeArrowheads="1"/>
          </p:cNvSpPr>
          <p:nvPr/>
        </p:nvSpPr>
        <p:spPr bwMode="auto">
          <a:xfrm>
            <a:off x="5697539" y="3870325"/>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n4</a:t>
            </a:r>
          </a:p>
        </p:txBody>
      </p:sp>
      <p:sp>
        <p:nvSpPr>
          <p:cNvPr id="333862" name="Rectangle 38">
            <a:extLst>
              <a:ext uri="{FF2B5EF4-FFF2-40B4-BE49-F238E27FC236}">
                <a16:creationId xmlns:a16="http://schemas.microsoft.com/office/drawing/2014/main" id="{968158C7-D782-D650-5BBE-062A81B1D991}"/>
              </a:ext>
            </a:extLst>
          </p:cNvPr>
          <p:cNvSpPr>
            <a:spLocks noChangeArrowheads="1"/>
          </p:cNvSpPr>
          <p:nvPr/>
        </p:nvSpPr>
        <p:spPr bwMode="auto">
          <a:xfrm>
            <a:off x="4787901" y="2349500"/>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n3</a:t>
            </a:r>
          </a:p>
        </p:txBody>
      </p:sp>
      <p:sp>
        <p:nvSpPr>
          <p:cNvPr id="333863" name="Rectangle 39">
            <a:extLst>
              <a:ext uri="{FF2B5EF4-FFF2-40B4-BE49-F238E27FC236}">
                <a16:creationId xmlns:a16="http://schemas.microsoft.com/office/drawing/2014/main" id="{20CBD34E-A957-D9F7-7A49-58CEB9D0C934}"/>
              </a:ext>
            </a:extLst>
          </p:cNvPr>
          <p:cNvSpPr>
            <a:spLocks noChangeArrowheads="1"/>
          </p:cNvSpPr>
          <p:nvPr/>
        </p:nvSpPr>
        <p:spPr bwMode="auto">
          <a:xfrm>
            <a:off x="6227763" y="4751389"/>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C </a:t>
            </a:r>
          </a:p>
        </p:txBody>
      </p:sp>
      <p:sp>
        <p:nvSpPr>
          <p:cNvPr id="333864" name="Rectangle 40">
            <a:extLst>
              <a:ext uri="{FF2B5EF4-FFF2-40B4-BE49-F238E27FC236}">
                <a16:creationId xmlns:a16="http://schemas.microsoft.com/office/drawing/2014/main" id="{E41ED61D-41E6-FBCB-F7D5-20A2EE39AD18}"/>
              </a:ext>
            </a:extLst>
          </p:cNvPr>
          <p:cNvSpPr>
            <a:spLocks noChangeArrowheads="1"/>
          </p:cNvSpPr>
          <p:nvPr/>
        </p:nvSpPr>
        <p:spPr bwMode="auto">
          <a:xfrm>
            <a:off x="6838951" y="4035425"/>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n5</a:t>
            </a:r>
          </a:p>
        </p:txBody>
      </p:sp>
      <p:sp>
        <p:nvSpPr>
          <p:cNvPr id="333865" name="Rectangle 41">
            <a:extLst>
              <a:ext uri="{FF2B5EF4-FFF2-40B4-BE49-F238E27FC236}">
                <a16:creationId xmlns:a16="http://schemas.microsoft.com/office/drawing/2014/main" id="{03FAF158-E5AA-7619-112A-AD26C4A8D04D}"/>
              </a:ext>
            </a:extLst>
          </p:cNvPr>
          <p:cNvSpPr>
            <a:spLocks noChangeArrowheads="1"/>
          </p:cNvSpPr>
          <p:nvPr/>
        </p:nvSpPr>
        <p:spPr bwMode="auto">
          <a:xfrm>
            <a:off x="3998914" y="3878263"/>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n2</a:t>
            </a:r>
          </a:p>
        </p:txBody>
      </p:sp>
      <p:sp>
        <p:nvSpPr>
          <p:cNvPr id="333866" name="Rectangle 42">
            <a:extLst>
              <a:ext uri="{FF2B5EF4-FFF2-40B4-BE49-F238E27FC236}">
                <a16:creationId xmlns:a16="http://schemas.microsoft.com/office/drawing/2014/main" id="{5B9A73E0-4C7F-23D3-8E6A-3D335C01251C}"/>
              </a:ext>
            </a:extLst>
          </p:cNvPr>
          <p:cNvSpPr>
            <a:spLocks noChangeArrowheads="1"/>
          </p:cNvSpPr>
          <p:nvPr/>
        </p:nvSpPr>
        <p:spPr bwMode="auto">
          <a:xfrm>
            <a:off x="8559800" y="4751389"/>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F </a:t>
            </a:r>
          </a:p>
        </p:txBody>
      </p:sp>
      <p:sp>
        <p:nvSpPr>
          <p:cNvPr id="333867" name="Line 43">
            <a:extLst>
              <a:ext uri="{FF2B5EF4-FFF2-40B4-BE49-F238E27FC236}">
                <a16:creationId xmlns:a16="http://schemas.microsoft.com/office/drawing/2014/main" id="{103B6F46-E53B-63A9-36B3-F56CB0CA1BD9}"/>
              </a:ext>
            </a:extLst>
          </p:cNvPr>
          <p:cNvSpPr>
            <a:spLocks noChangeShapeType="1"/>
          </p:cNvSpPr>
          <p:nvPr/>
        </p:nvSpPr>
        <p:spPr bwMode="auto">
          <a:xfrm>
            <a:off x="3651250" y="5487988"/>
            <a:ext cx="5702300"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33868" name="Line 44">
            <a:extLst>
              <a:ext uri="{FF2B5EF4-FFF2-40B4-BE49-F238E27FC236}">
                <a16:creationId xmlns:a16="http://schemas.microsoft.com/office/drawing/2014/main" id="{1563FDB8-BF08-DDCA-5FFB-454AD7F6CF82}"/>
              </a:ext>
            </a:extLst>
          </p:cNvPr>
          <p:cNvSpPr>
            <a:spLocks noChangeShapeType="1"/>
          </p:cNvSpPr>
          <p:nvPr/>
        </p:nvSpPr>
        <p:spPr bwMode="auto">
          <a:xfrm>
            <a:off x="6437313" y="5049838"/>
            <a:ext cx="0" cy="4365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33869" name="Line 45">
            <a:extLst>
              <a:ext uri="{FF2B5EF4-FFF2-40B4-BE49-F238E27FC236}">
                <a16:creationId xmlns:a16="http://schemas.microsoft.com/office/drawing/2014/main" id="{945265BD-1391-CF95-DB41-C7B9B3FA068E}"/>
              </a:ext>
            </a:extLst>
          </p:cNvPr>
          <p:cNvSpPr>
            <a:spLocks noChangeShapeType="1"/>
          </p:cNvSpPr>
          <p:nvPr/>
        </p:nvSpPr>
        <p:spPr bwMode="auto">
          <a:xfrm>
            <a:off x="8758238" y="5046663"/>
            <a:ext cx="0" cy="4365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33870" name="Freeform 46">
            <a:extLst>
              <a:ext uri="{FF2B5EF4-FFF2-40B4-BE49-F238E27FC236}">
                <a16:creationId xmlns:a16="http://schemas.microsoft.com/office/drawing/2014/main" id="{A7C97955-BAEB-50A2-AC58-C16C805BF0A0}"/>
              </a:ext>
            </a:extLst>
          </p:cNvPr>
          <p:cNvSpPr>
            <a:spLocks/>
          </p:cNvSpPr>
          <p:nvPr/>
        </p:nvSpPr>
        <p:spPr bwMode="auto">
          <a:xfrm>
            <a:off x="4143376" y="3354388"/>
            <a:ext cx="442913" cy="1401762"/>
          </a:xfrm>
          <a:custGeom>
            <a:avLst/>
            <a:gdLst>
              <a:gd name="T0" fmla="*/ 0 w 279"/>
              <a:gd name="T1" fmla="*/ 883 h 883"/>
              <a:gd name="T2" fmla="*/ 121 w 279"/>
              <a:gd name="T3" fmla="*/ 325 h 883"/>
              <a:gd name="T4" fmla="*/ 158 w 279"/>
              <a:gd name="T5" fmla="*/ 551 h 883"/>
              <a:gd name="T6" fmla="*/ 279 w 279"/>
              <a:gd name="T7" fmla="*/ 0 h 883"/>
            </a:gdLst>
            <a:ahLst/>
            <a:cxnLst>
              <a:cxn ang="0">
                <a:pos x="T0" y="T1"/>
              </a:cxn>
              <a:cxn ang="0">
                <a:pos x="T2" y="T3"/>
              </a:cxn>
              <a:cxn ang="0">
                <a:pos x="T4" y="T5"/>
              </a:cxn>
              <a:cxn ang="0">
                <a:pos x="T6" y="T7"/>
              </a:cxn>
            </a:cxnLst>
            <a:rect l="0" t="0" r="r" b="b"/>
            <a:pathLst>
              <a:path w="279" h="883">
                <a:moveTo>
                  <a:pt x="0" y="883"/>
                </a:moveTo>
                <a:lnTo>
                  <a:pt x="121" y="325"/>
                </a:lnTo>
                <a:lnTo>
                  <a:pt x="158" y="551"/>
                </a:lnTo>
                <a:lnTo>
                  <a:pt x="279" y="0"/>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33871" name="Line 47">
            <a:extLst>
              <a:ext uri="{FF2B5EF4-FFF2-40B4-BE49-F238E27FC236}">
                <a16:creationId xmlns:a16="http://schemas.microsoft.com/office/drawing/2014/main" id="{2F5E6EB3-AEB6-6720-D448-CE02E4FEB4C9}"/>
              </a:ext>
            </a:extLst>
          </p:cNvPr>
          <p:cNvSpPr>
            <a:spLocks noChangeShapeType="1"/>
          </p:cNvSpPr>
          <p:nvPr/>
        </p:nvSpPr>
        <p:spPr bwMode="auto">
          <a:xfrm rot="10800000">
            <a:off x="8237539" y="4310063"/>
            <a:ext cx="1735137"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33872" name="Line 48">
            <a:extLst>
              <a:ext uri="{FF2B5EF4-FFF2-40B4-BE49-F238E27FC236}">
                <a16:creationId xmlns:a16="http://schemas.microsoft.com/office/drawing/2014/main" id="{C320051E-153A-8649-7E77-DAB256D1A9F5}"/>
              </a:ext>
            </a:extLst>
          </p:cNvPr>
          <p:cNvSpPr>
            <a:spLocks noChangeShapeType="1"/>
          </p:cNvSpPr>
          <p:nvPr/>
        </p:nvSpPr>
        <p:spPr bwMode="auto">
          <a:xfrm rot="10800000">
            <a:off x="8753475" y="4311651"/>
            <a:ext cx="0" cy="4365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33873" name="Line 49">
            <a:extLst>
              <a:ext uri="{FF2B5EF4-FFF2-40B4-BE49-F238E27FC236}">
                <a16:creationId xmlns:a16="http://schemas.microsoft.com/office/drawing/2014/main" id="{99FB49A8-C8B1-7C6D-CCAE-C00FF41BAAB5}"/>
              </a:ext>
            </a:extLst>
          </p:cNvPr>
          <p:cNvSpPr>
            <a:spLocks noChangeShapeType="1"/>
          </p:cNvSpPr>
          <p:nvPr/>
        </p:nvSpPr>
        <p:spPr bwMode="auto">
          <a:xfrm rot="10800000">
            <a:off x="9110663" y="3602039"/>
            <a:ext cx="0" cy="6873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33874" name="Line 50">
            <a:extLst>
              <a:ext uri="{FF2B5EF4-FFF2-40B4-BE49-F238E27FC236}">
                <a16:creationId xmlns:a16="http://schemas.microsoft.com/office/drawing/2014/main" id="{AFDE29D3-E22E-4208-5508-DABC56F15FAC}"/>
              </a:ext>
            </a:extLst>
          </p:cNvPr>
          <p:cNvSpPr>
            <a:spLocks noChangeShapeType="1"/>
          </p:cNvSpPr>
          <p:nvPr/>
        </p:nvSpPr>
        <p:spPr bwMode="auto">
          <a:xfrm rot="10800000">
            <a:off x="4183064" y="2630488"/>
            <a:ext cx="1519237"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33875" name="Line 51">
            <a:extLst>
              <a:ext uri="{FF2B5EF4-FFF2-40B4-BE49-F238E27FC236}">
                <a16:creationId xmlns:a16="http://schemas.microsoft.com/office/drawing/2014/main" id="{47E84E39-9751-786B-6A44-4BB27843351A}"/>
              </a:ext>
            </a:extLst>
          </p:cNvPr>
          <p:cNvSpPr>
            <a:spLocks noChangeShapeType="1"/>
          </p:cNvSpPr>
          <p:nvPr/>
        </p:nvSpPr>
        <p:spPr bwMode="auto">
          <a:xfrm rot="10800000">
            <a:off x="4616450" y="2632076"/>
            <a:ext cx="0" cy="4365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33876" name="Freeform 52">
            <a:extLst>
              <a:ext uri="{FF2B5EF4-FFF2-40B4-BE49-F238E27FC236}">
                <a16:creationId xmlns:a16="http://schemas.microsoft.com/office/drawing/2014/main" id="{8FE64937-82B4-1FC4-B8AF-2F43E86AAB98}"/>
              </a:ext>
            </a:extLst>
          </p:cNvPr>
          <p:cNvSpPr>
            <a:spLocks/>
          </p:cNvSpPr>
          <p:nvPr/>
        </p:nvSpPr>
        <p:spPr bwMode="auto">
          <a:xfrm>
            <a:off x="6535738" y="3362326"/>
            <a:ext cx="442912" cy="1401763"/>
          </a:xfrm>
          <a:custGeom>
            <a:avLst/>
            <a:gdLst>
              <a:gd name="T0" fmla="*/ 0 w 279"/>
              <a:gd name="T1" fmla="*/ 883 h 883"/>
              <a:gd name="T2" fmla="*/ 121 w 279"/>
              <a:gd name="T3" fmla="*/ 325 h 883"/>
              <a:gd name="T4" fmla="*/ 158 w 279"/>
              <a:gd name="T5" fmla="*/ 551 h 883"/>
              <a:gd name="T6" fmla="*/ 279 w 279"/>
              <a:gd name="T7" fmla="*/ 0 h 883"/>
            </a:gdLst>
            <a:ahLst/>
            <a:cxnLst>
              <a:cxn ang="0">
                <a:pos x="T0" y="T1"/>
              </a:cxn>
              <a:cxn ang="0">
                <a:pos x="T2" y="T3"/>
              </a:cxn>
              <a:cxn ang="0">
                <a:pos x="T4" y="T5"/>
              </a:cxn>
              <a:cxn ang="0">
                <a:pos x="T6" y="T7"/>
              </a:cxn>
            </a:cxnLst>
            <a:rect l="0" t="0" r="r" b="b"/>
            <a:pathLst>
              <a:path w="279" h="883">
                <a:moveTo>
                  <a:pt x="0" y="883"/>
                </a:moveTo>
                <a:lnTo>
                  <a:pt x="121" y="325"/>
                </a:lnTo>
                <a:lnTo>
                  <a:pt x="158" y="551"/>
                </a:lnTo>
                <a:lnTo>
                  <a:pt x="279" y="0"/>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33877" name="Freeform 53">
            <a:extLst>
              <a:ext uri="{FF2B5EF4-FFF2-40B4-BE49-F238E27FC236}">
                <a16:creationId xmlns:a16="http://schemas.microsoft.com/office/drawing/2014/main" id="{46B01DC0-915C-92F1-3B51-C74313A9EECC}"/>
              </a:ext>
            </a:extLst>
          </p:cNvPr>
          <p:cNvSpPr>
            <a:spLocks/>
          </p:cNvSpPr>
          <p:nvPr/>
        </p:nvSpPr>
        <p:spPr bwMode="auto">
          <a:xfrm>
            <a:off x="4800601" y="3354388"/>
            <a:ext cx="1546225" cy="1401762"/>
          </a:xfrm>
          <a:custGeom>
            <a:avLst/>
            <a:gdLst>
              <a:gd name="T0" fmla="*/ 883 w 883"/>
              <a:gd name="T1" fmla="*/ 883 h 883"/>
              <a:gd name="T2" fmla="*/ 363 w 883"/>
              <a:gd name="T3" fmla="*/ 272 h 883"/>
              <a:gd name="T4" fmla="*/ 468 w 883"/>
              <a:gd name="T5" fmla="*/ 544 h 883"/>
              <a:gd name="T6" fmla="*/ 0 w 883"/>
              <a:gd name="T7" fmla="*/ 0 h 883"/>
            </a:gdLst>
            <a:ahLst/>
            <a:cxnLst>
              <a:cxn ang="0">
                <a:pos x="T0" y="T1"/>
              </a:cxn>
              <a:cxn ang="0">
                <a:pos x="T2" y="T3"/>
              </a:cxn>
              <a:cxn ang="0">
                <a:pos x="T4" y="T5"/>
              </a:cxn>
              <a:cxn ang="0">
                <a:pos x="T6" y="T7"/>
              </a:cxn>
            </a:cxnLst>
            <a:rect l="0" t="0" r="r" b="b"/>
            <a:pathLst>
              <a:path w="883" h="883">
                <a:moveTo>
                  <a:pt x="883" y="883"/>
                </a:moveTo>
                <a:lnTo>
                  <a:pt x="363" y="272"/>
                </a:lnTo>
                <a:lnTo>
                  <a:pt x="468" y="544"/>
                </a:lnTo>
                <a:lnTo>
                  <a:pt x="0" y="0"/>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33878" name="Line 54">
            <a:extLst>
              <a:ext uri="{FF2B5EF4-FFF2-40B4-BE49-F238E27FC236}">
                <a16:creationId xmlns:a16="http://schemas.microsoft.com/office/drawing/2014/main" id="{75966448-50F7-04A9-C037-09A1A649B8AA}"/>
              </a:ext>
            </a:extLst>
          </p:cNvPr>
          <p:cNvSpPr>
            <a:spLocks noChangeShapeType="1"/>
          </p:cNvSpPr>
          <p:nvPr/>
        </p:nvSpPr>
        <p:spPr bwMode="auto">
          <a:xfrm rot="10800000">
            <a:off x="6496051" y="2617788"/>
            <a:ext cx="3292475"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33879" name="Line 55">
            <a:extLst>
              <a:ext uri="{FF2B5EF4-FFF2-40B4-BE49-F238E27FC236}">
                <a16:creationId xmlns:a16="http://schemas.microsoft.com/office/drawing/2014/main" id="{73FEE552-384B-47E0-441A-DFE26F224D92}"/>
              </a:ext>
            </a:extLst>
          </p:cNvPr>
          <p:cNvSpPr>
            <a:spLocks noChangeShapeType="1"/>
          </p:cNvSpPr>
          <p:nvPr/>
        </p:nvSpPr>
        <p:spPr bwMode="auto">
          <a:xfrm rot="10800000">
            <a:off x="7011988" y="2619376"/>
            <a:ext cx="0" cy="4365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33880" name="Line 56">
            <a:extLst>
              <a:ext uri="{FF2B5EF4-FFF2-40B4-BE49-F238E27FC236}">
                <a16:creationId xmlns:a16="http://schemas.microsoft.com/office/drawing/2014/main" id="{E8AEBE28-B7C9-F06D-99AB-B5039ACE387F}"/>
              </a:ext>
            </a:extLst>
          </p:cNvPr>
          <p:cNvSpPr>
            <a:spLocks noChangeShapeType="1"/>
          </p:cNvSpPr>
          <p:nvPr/>
        </p:nvSpPr>
        <p:spPr bwMode="auto">
          <a:xfrm rot="10800000">
            <a:off x="9094788" y="2627314"/>
            <a:ext cx="0" cy="6635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333881" name="Rectangle 57">
            <a:extLst>
              <a:ext uri="{FF2B5EF4-FFF2-40B4-BE49-F238E27FC236}">
                <a16:creationId xmlns:a16="http://schemas.microsoft.com/office/drawing/2014/main" id="{54538C90-AAA7-FB78-4C76-66E3702711A5}"/>
              </a:ext>
            </a:extLst>
          </p:cNvPr>
          <p:cNvSpPr>
            <a:spLocks noChangeArrowheads="1"/>
          </p:cNvSpPr>
          <p:nvPr/>
        </p:nvSpPr>
        <p:spPr bwMode="auto">
          <a:xfrm>
            <a:off x="9331326" y="4002088"/>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n7</a:t>
            </a:r>
          </a:p>
        </p:txBody>
      </p:sp>
      <p:cxnSp>
        <p:nvCxnSpPr>
          <p:cNvPr id="333883" name="AutoShape 59">
            <a:extLst>
              <a:ext uri="{FF2B5EF4-FFF2-40B4-BE49-F238E27FC236}">
                <a16:creationId xmlns:a16="http://schemas.microsoft.com/office/drawing/2014/main" id="{0B1C0C98-2F5B-5E4C-0C74-E30CC5D1F9D2}"/>
              </a:ext>
            </a:extLst>
          </p:cNvPr>
          <p:cNvCxnSpPr>
            <a:cxnSpLocks noChangeShapeType="1"/>
            <a:stCxn id="333829" idx="3"/>
            <a:endCxn id="333856" idx="1"/>
          </p:cNvCxnSpPr>
          <p:nvPr/>
        </p:nvCxnSpPr>
        <p:spPr bwMode="auto">
          <a:xfrm flipV="1">
            <a:off x="3240089" y="3197226"/>
            <a:ext cx="1176337" cy="777875"/>
          </a:xfrm>
          <a:prstGeom prst="straightConnector1">
            <a:avLst/>
          </a:prstGeom>
          <a:noFill/>
          <a:ln w="285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3884" name="AutoShape 60">
            <a:extLst>
              <a:ext uri="{FF2B5EF4-FFF2-40B4-BE49-F238E27FC236}">
                <a16:creationId xmlns:a16="http://schemas.microsoft.com/office/drawing/2014/main" id="{6DC4D564-FC27-E103-6B44-C780E0550A1C}"/>
              </a:ext>
            </a:extLst>
          </p:cNvPr>
          <p:cNvCxnSpPr>
            <a:cxnSpLocks noChangeShapeType="1"/>
            <a:stCxn id="333829" idx="3"/>
            <a:endCxn id="333855" idx="1"/>
          </p:cNvCxnSpPr>
          <p:nvPr/>
        </p:nvCxnSpPr>
        <p:spPr bwMode="auto">
          <a:xfrm>
            <a:off x="3240089" y="3975100"/>
            <a:ext cx="655637" cy="920750"/>
          </a:xfrm>
          <a:prstGeom prst="straightConnector1">
            <a:avLst/>
          </a:prstGeom>
          <a:noFill/>
          <a:ln w="285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3885" name="AutoShape 61">
            <a:extLst>
              <a:ext uri="{FF2B5EF4-FFF2-40B4-BE49-F238E27FC236}">
                <a16:creationId xmlns:a16="http://schemas.microsoft.com/office/drawing/2014/main" id="{75B0E8DF-80BD-AF52-F021-CDC493F6FE94}"/>
              </a:ext>
            </a:extLst>
          </p:cNvPr>
          <p:cNvCxnSpPr>
            <a:cxnSpLocks noChangeShapeType="1"/>
            <a:stCxn id="333829" idx="3"/>
            <a:endCxn id="333858" idx="1"/>
          </p:cNvCxnSpPr>
          <p:nvPr/>
        </p:nvCxnSpPr>
        <p:spPr bwMode="auto">
          <a:xfrm flipV="1">
            <a:off x="3240089" y="3209926"/>
            <a:ext cx="3552825" cy="765175"/>
          </a:xfrm>
          <a:prstGeom prst="straightConnector1">
            <a:avLst/>
          </a:prstGeom>
          <a:noFill/>
          <a:ln w="285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3886" name="AutoShape 62">
            <a:extLst>
              <a:ext uri="{FF2B5EF4-FFF2-40B4-BE49-F238E27FC236}">
                <a16:creationId xmlns:a16="http://schemas.microsoft.com/office/drawing/2014/main" id="{5EB49154-881F-4707-809A-AE2882135651}"/>
              </a:ext>
            </a:extLst>
          </p:cNvPr>
          <p:cNvCxnSpPr>
            <a:cxnSpLocks noChangeShapeType="1"/>
            <a:stCxn id="333829" idx="3"/>
            <a:endCxn id="333863" idx="1"/>
          </p:cNvCxnSpPr>
          <p:nvPr/>
        </p:nvCxnSpPr>
        <p:spPr bwMode="auto">
          <a:xfrm>
            <a:off x="3240089" y="3975100"/>
            <a:ext cx="2987675" cy="920750"/>
          </a:xfrm>
          <a:prstGeom prst="straightConnector1">
            <a:avLst/>
          </a:prstGeom>
          <a:noFill/>
          <a:ln w="285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3887" name="AutoShape 63">
            <a:extLst>
              <a:ext uri="{FF2B5EF4-FFF2-40B4-BE49-F238E27FC236}">
                <a16:creationId xmlns:a16="http://schemas.microsoft.com/office/drawing/2014/main" id="{F611C6C6-6BCD-4379-C9F2-49B111AD1147}"/>
              </a:ext>
            </a:extLst>
          </p:cNvPr>
          <p:cNvCxnSpPr>
            <a:cxnSpLocks noChangeShapeType="1"/>
            <a:stCxn id="333829" idx="3"/>
            <a:endCxn id="333859" idx="1"/>
          </p:cNvCxnSpPr>
          <p:nvPr/>
        </p:nvCxnSpPr>
        <p:spPr bwMode="auto">
          <a:xfrm flipV="1">
            <a:off x="3240088" y="3438526"/>
            <a:ext cx="5645150" cy="536575"/>
          </a:xfrm>
          <a:prstGeom prst="straightConnector1">
            <a:avLst/>
          </a:prstGeom>
          <a:noFill/>
          <a:ln w="285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3888" name="AutoShape 64">
            <a:extLst>
              <a:ext uri="{FF2B5EF4-FFF2-40B4-BE49-F238E27FC236}">
                <a16:creationId xmlns:a16="http://schemas.microsoft.com/office/drawing/2014/main" id="{69632017-03DD-71E0-9D16-6F5FB8158F0E}"/>
              </a:ext>
            </a:extLst>
          </p:cNvPr>
          <p:cNvCxnSpPr>
            <a:cxnSpLocks noChangeShapeType="1"/>
            <a:stCxn id="333829" idx="3"/>
            <a:endCxn id="333866" idx="1"/>
          </p:cNvCxnSpPr>
          <p:nvPr/>
        </p:nvCxnSpPr>
        <p:spPr bwMode="auto">
          <a:xfrm>
            <a:off x="3240088" y="3975100"/>
            <a:ext cx="5319712" cy="920750"/>
          </a:xfrm>
          <a:prstGeom prst="straightConnector1">
            <a:avLst/>
          </a:prstGeom>
          <a:noFill/>
          <a:ln w="285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2">
            <a:extLst>
              <a:ext uri="{FF2B5EF4-FFF2-40B4-BE49-F238E27FC236}">
                <a16:creationId xmlns:a16="http://schemas.microsoft.com/office/drawing/2014/main" id="{BB35330E-ED16-EA1C-DEBB-FE4EFE1707F7}"/>
              </a:ext>
            </a:extLst>
          </p:cNvPr>
          <p:cNvSpPr>
            <a:spLocks noGrp="1"/>
          </p:cNvSpPr>
          <p:nvPr>
            <p:ph type="ftr" sz="quarter" idx="10"/>
          </p:nvPr>
        </p:nvSpPr>
        <p:spPr/>
        <p:txBody>
          <a:bodyPr/>
          <a:lstStyle/>
          <a:p>
            <a:pPr eaLnBrk="1" hangingPunct="1"/>
            <a:fld id="{2AAE9AD1-93C2-4F71-886D-A199B14AC3D4}" type="slidenum">
              <a:rPr lang="en-US" altLang="en-CH">
                <a:solidFill>
                  <a:srgbClr val="000000"/>
                </a:solidFill>
              </a:rPr>
              <a:pPr eaLnBrk="1" hangingPunct="1"/>
              <a:t>33</a:t>
            </a:fld>
            <a:endParaRPr lang="en-US" altLang="en-CH">
              <a:solidFill>
                <a:srgbClr val="000000"/>
              </a:solidFill>
            </a:endParaRPr>
          </a:p>
        </p:txBody>
      </p:sp>
      <p:sp>
        <p:nvSpPr>
          <p:cNvPr id="335874" name="Rectangle 2">
            <a:extLst>
              <a:ext uri="{FF2B5EF4-FFF2-40B4-BE49-F238E27FC236}">
                <a16:creationId xmlns:a16="http://schemas.microsoft.com/office/drawing/2014/main" id="{3C7A6412-C800-A2E6-2E58-BBD092F9F201}"/>
              </a:ext>
            </a:extLst>
          </p:cNvPr>
          <p:cNvSpPr>
            <a:spLocks noGrp="1" noChangeArrowheads="1"/>
          </p:cNvSpPr>
          <p:nvPr>
            <p:ph type="title"/>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b" anchorCtr="0" compatLnSpc="1">
            <a:prstTxWarp prst="textNoShape">
              <a:avLst/>
            </a:prstTxWarp>
          </a:bodyPr>
          <a:lstStyle/>
          <a:p>
            <a:r>
              <a:rPr lang="en-CA" altLang="en-CH"/>
              <a:t>(b) Topology graph</a:t>
            </a:r>
          </a:p>
        </p:txBody>
      </p:sp>
      <p:sp>
        <p:nvSpPr>
          <p:cNvPr id="335875" name="Rectangle 3">
            <a:extLst>
              <a:ext uri="{FF2B5EF4-FFF2-40B4-BE49-F238E27FC236}">
                <a16:creationId xmlns:a16="http://schemas.microsoft.com/office/drawing/2014/main" id="{BF0811B8-71FA-64AD-3CFB-3AA49E4A0DB5}"/>
              </a:ext>
            </a:extLst>
          </p:cNvPr>
          <p:cNvSpPr>
            <a:spLocks noChangeArrowheads="1"/>
          </p:cNvSpPr>
          <p:nvPr/>
        </p:nvSpPr>
        <p:spPr bwMode="auto">
          <a:xfrm>
            <a:off x="2655888" y="1352551"/>
            <a:ext cx="7772400" cy="722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Font typeface="Wingdings" panose="05000000000000000000" pitchFamily="2" charset="2"/>
              <a:buChar char="q"/>
              <a:defRPr sz="2000">
                <a:solidFill>
                  <a:schemeClr val="tx1"/>
                </a:solidFill>
                <a:latin typeface="Arial Rounded MT Bold" panose="020F0704030504030204" pitchFamily="34" charset="0"/>
              </a:defRPr>
            </a:lvl1pPr>
            <a:lvl2pPr marL="742950" indent="-285750">
              <a:spcBef>
                <a:spcPct val="20000"/>
              </a:spcBef>
              <a:buFont typeface="Wingdings" panose="05000000000000000000" pitchFamily="2" charset="2"/>
              <a:buBlip>
                <a:blip r:embed="rId3"/>
              </a:buBlip>
              <a:defRPr>
                <a:solidFill>
                  <a:schemeClr val="tx1"/>
                </a:solidFill>
                <a:latin typeface="Arial Rounded MT Bold" panose="020F0704030504030204" pitchFamily="34" charset="0"/>
              </a:defRPr>
            </a:lvl2pPr>
            <a:lvl3pPr marL="1143000" indent="-228600">
              <a:spcBef>
                <a:spcPct val="20000"/>
              </a:spcBef>
              <a:buFont typeface="Wingdings" panose="05000000000000000000" pitchFamily="2" charset="2"/>
              <a:buBlip>
                <a:blip r:embed="rId4"/>
              </a:buBlip>
              <a:defRPr sz="1600">
                <a:solidFill>
                  <a:schemeClr val="tx1"/>
                </a:solidFill>
                <a:latin typeface="Arial Rounded MT Bold" panose="020F0704030504030204" pitchFamily="34" charset="0"/>
              </a:defRPr>
            </a:lvl3pPr>
            <a:lvl4pPr marL="1600200" indent="-228600">
              <a:spcBef>
                <a:spcPct val="20000"/>
              </a:spcBef>
              <a:buFont typeface="Wingdings" panose="05000000000000000000" pitchFamily="2" charset="2"/>
              <a:buBlip>
                <a:blip r:embed="rId4"/>
              </a:buBlip>
              <a:defRPr sz="1400">
                <a:solidFill>
                  <a:schemeClr val="tx1"/>
                </a:solidFill>
                <a:latin typeface="Arial Rounded MT Bold" panose="020F0704030504030204" pitchFamily="34" charset="0"/>
              </a:defRPr>
            </a:lvl4pPr>
            <a:lvl5pPr marL="2057400" indent="-228600">
              <a:spcBef>
                <a:spcPct val="20000"/>
              </a:spcBef>
              <a:buFont typeface="Wingdings" panose="05000000000000000000" pitchFamily="2" charset="2"/>
              <a:buBlip>
                <a:blip r:embed="rId4"/>
              </a:buBlip>
              <a:defRPr sz="1400">
                <a:solidFill>
                  <a:schemeClr val="tx1"/>
                </a:solidFill>
                <a:latin typeface="Arial Rounded MT Bold" panose="020F0704030504030204" pitchFamily="34" charset="0"/>
              </a:defRPr>
            </a:lvl5pPr>
            <a:lvl6pPr marL="2514600" indent="-228600" fontAlgn="base">
              <a:spcBef>
                <a:spcPct val="20000"/>
              </a:spcBef>
              <a:spcAft>
                <a:spcPct val="0"/>
              </a:spcAft>
              <a:buFont typeface="Wingdings" panose="05000000000000000000" pitchFamily="2" charset="2"/>
              <a:buBlip>
                <a:blip r:embed="rId4"/>
              </a:buBlip>
              <a:defRPr sz="1400">
                <a:solidFill>
                  <a:schemeClr val="tx1"/>
                </a:solidFill>
                <a:latin typeface="Arial Rounded MT Bold" panose="020F0704030504030204" pitchFamily="34" charset="0"/>
              </a:defRPr>
            </a:lvl6pPr>
            <a:lvl7pPr marL="2971800" indent="-228600" fontAlgn="base">
              <a:spcBef>
                <a:spcPct val="20000"/>
              </a:spcBef>
              <a:spcAft>
                <a:spcPct val="0"/>
              </a:spcAft>
              <a:buFont typeface="Wingdings" panose="05000000000000000000" pitchFamily="2" charset="2"/>
              <a:buBlip>
                <a:blip r:embed="rId4"/>
              </a:buBlip>
              <a:defRPr sz="1400">
                <a:solidFill>
                  <a:schemeClr val="tx1"/>
                </a:solidFill>
                <a:latin typeface="Arial Rounded MT Bold" panose="020F0704030504030204" pitchFamily="34" charset="0"/>
              </a:defRPr>
            </a:lvl7pPr>
            <a:lvl8pPr marL="3429000" indent="-228600" fontAlgn="base">
              <a:spcBef>
                <a:spcPct val="20000"/>
              </a:spcBef>
              <a:spcAft>
                <a:spcPct val="0"/>
              </a:spcAft>
              <a:buFont typeface="Wingdings" panose="05000000000000000000" pitchFamily="2" charset="2"/>
              <a:buBlip>
                <a:blip r:embed="rId4"/>
              </a:buBlip>
              <a:defRPr sz="1400">
                <a:solidFill>
                  <a:schemeClr val="tx1"/>
                </a:solidFill>
                <a:latin typeface="Arial Rounded MT Bold" panose="020F0704030504030204" pitchFamily="34" charset="0"/>
              </a:defRPr>
            </a:lvl8pPr>
            <a:lvl9pPr marL="3886200" indent="-228600" fontAlgn="base">
              <a:spcBef>
                <a:spcPct val="20000"/>
              </a:spcBef>
              <a:spcAft>
                <a:spcPct val="0"/>
              </a:spcAft>
              <a:buFont typeface="Wingdings" panose="05000000000000000000" pitchFamily="2" charset="2"/>
              <a:buBlip>
                <a:blip r:embed="rId4"/>
              </a:buBlip>
              <a:defRPr sz="1400">
                <a:solidFill>
                  <a:schemeClr val="tx1"/>
                </a:solidFill>
                <a:latin typeface="Arial Rounded MT Bold" panose="020F0704030504030204" pitchFamily="34" charset="0"/>
              </a:defRPr>
            </a:lvl9pPr>
          </a:lstStyle>
          <a:p>
            <a:pPr eaLnBrk="1" hangingPunct="1"/>
            <a:r>
              <a:rPr lang="fr-FR" altLang="en-CH">
                <a:solidFill>
                  <a:srgbClr val="000000"/>
                </a:solidFill>
              </a:rPr>
              <a:t>Arrows routers-to-nets with a given metric</a:t>
            </a:r>
          </a:p>
          <a:p>
            <a:pPr lvl="1" eaLnBrk="1" hangingPunct="1"/>
            <a:r>
              <a:rPr lang="fr-FR" altLang="en-CH">
                <a:solidFill>
                  <a:srgbClr val="000000"/>
                </a:solidFill>
              </a:rPr>
              <a:t>except P-to-P, stub, and external networks </a:t>
            </a:r>
          </a:p>
          <a:p>
            <a:pPr eaLnBrk="1" hangingPunct="1"/>
            <a:r>
              <a:rPr lang="fr-FR" altLang="en-CH">
                <a:solidFill>
                  <a:srgbClr val="000000"/>
                </a:solidFill>
              </a:rPr>
              <a:t>From nets to routers, metric = 0</a:t>
            </a:r>
          </a:p>
        </p:txBody>
      </p:sp>
      <p:sp>
        <p:nvSpPr>
          <p:cNvPr id="335876" name="Oval 4">
            <a:extLst>
              <a:ext uri="{FF2B5EF4-FFF2-40B4-BE49-F238E27FC236}">
                <a16:creationId xmlns:a16="http://schemas.microsoft.com/office/drawing/2014/main" id="{EC94DE60-FECC-87C3-63BD-2A9C544AEE7E}"/>
              </a:ext>
            </a:extLst>
          </p:cNvPr>
          <p:cNvSpPr>
            <a:spLocks noChangeArrowheads="1"/>
          </p:cNvSpPr>
          <p:nvPr/>
        </p:nvSpPr>
        <p:spPr bwMode="auto">
          <a:xfrm>
            <a:off x="3692525" y="5162551"/>
            <a:ext cx="539750" cy="550863"/>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en-CH" sz="2400">
                <a:solidFill>
                  <a:srgbClr val="000000"/>
                </a:solidFill>
                <a:latin typeface="Tahoma" panose="020B0604030504040204" pitchFamily="34" charset="0"/>
              </a:rPr>
              <a:t>A</a:t>
            </a:r>
          </a:p>
        </p:txBody>
      </p:sp>
      <p:sp>
        <p:nvSpPr>
          <p:cNvPr id="335877" name="Oval 5">
            <a:extLst>
              <a:ext uri="{FF2B5EF4-FFF2-40B4-BE49-F238E27FC236}">
                <a16:creationId xmlns:a16="http://schemas.microsoft.com/office/drawing/2014/main" id="{DE275670-C32B-CBCD-699C-368487A60AFE}"/>
              </a:ext>
            </a:extLst>
          </p:cNvPr>
          <p:cNvSpPr>
            <a:spLocks noChangeArrowheads="1"/>
          </p:cNvSpPr>
          <p:nvPr/>
        </p:nvSpPr>
        <p:spPr bwMode="auto">
          <a:xfrm>
            <a:off x="3692525" y="3517901"/>
            <a:ext cx="539750" cy="550863"/>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en-CH" sz="2400">
                <a:solidFill>
                  <a:srgbClr val="000000"/>
                </a:solidFill>
                <a:latin typeface="Tahoma" panose="020B0604030504040204" pitchFamily="34" charset="0"/>
              </a:rPr>
              <a:t>B</a:t>
            </a:r>
          </a:p>
        </p:txBody>
      </p:sp>
      <p:sp>
        <p:nvSpPr>
          <p:cNvPr id="335878" name="Oval 6">
            <a:extLst>
              <a:ext uri="{FF2B5EF4-FFF2-40B4-BE49-F238E27FC236}">
                <a16:creationId xmlns:a16="http://schemas.microsoft.com/office/drawing/2014/main" id="{E138869D-A9C5-9D8E-43DB-F07DD3E517EB}"/>
              </a:ext>
            </a:extLst>
          </p:cNvPr>
          <p:cNvSpPr>
            <a:spLocks noChangeArrowheads="1"/>
          </p:cNvSpPr>
          <p:nvPr/>
        </p:nvSpPr>
        <p:spPr bwMode="auto">
          <a:xfrm>
            <a:off x="5588000" y="5149851"/>
            <a:ext cx="539750" cy="550863"/>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en-CH" sz="2400">
                <a:solidFill>
                  <a:srgbClr val="000000"/>
                </a:solidFill>
                <a:latin typeface="Tahoma" panose="020B0604030504040204" pitchFamily="34" charset="0"/>
              </a:rPr>
              <a:t>C</a:t>
            </a:r>
          </a:p>
        </p:txBody>
      </p:sp>
      <p:sp>
        <p:nvSpPr>
          <p:cNvPr id="335879" name="Oval 7">
            <a:extLst>
              <a:ext uri="{FF2B5EF4-FFF2-40B4-BE49-F238E27FC236}">
                <a16:creationId xmlns:a16="http://schemas.microsoft.com/office/drawing/2014/main" id="{C1A8445C-2B91-496D-F8EA-D0BE1BEC59EA}"/>
              </a:ext>
            </a:extLst>
          </p:cNvPr>
          <p:cNvSpPr>
            <a:spLocks noChangeArrowheads="1"/>
          </p:cNvSpPr>
          <p:nvPr/>
        </p:nvSpPr>
        <p:spPr bwMode="auto">
          <a:xfrm>
            <a:off x="5592763" y="3517901"/>
            <a:ext cx="539750" cy="550863"/>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en-CH" sz="2400">
                <a:solidFill>
                  <a:srgbClr val="000000"/>
                </a:solidFill>
                <a:latin typeface="Tahoma" panose="020B0604030504040204" pitchFamily="34" charset="0"/>
              </a:rPr>
              <a:t>D</a:t>
            </a:r>
          </a:p>
        </p:txBody>
      </p:sp>
      <p:sp>
        <p:nvSpPr>
          <p:cNvPr id="335880" name="Oval 8">
            <a:extLst>
              <a:ext uri="{FF2B5EF4-FFF2-40B4-BE49-F238E27FC236}">
                <a16:creationId xmlns:a16="http://schemas.microsoft.com/office/drawing/2014/main" id="{2E6AF623-B8F9-3AE5-5504-76E89CB06FDB}"/>
              </a:ext>
            </a:extLst>
          </p:cNvPr>
          <p:cNvSpPr>
            <a:spLocks noChangeArrowheads="1"/>
          </p:cNvSpPr>
          <p:nvPr/>
        </p:nvSpPr>
        <p:spPr bwMode="auto">
          <a:xfrm>
            <a:off x="7483475" y="5162551"/>
            <a:ext cx="539750" cy="550863"/>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en-CH" sz="2400">
                <a:solidFill>
                  <a:srgbClr val="000000"/>
                </a:solidFill>
                <a:latin typeface="Tahoma" panose="020B0604030504040204" pitchFamily="34" charset="0"/>
              </a:rPr>
              <a:t>F</a:t>
            </a:r>
          </a:p>
        </p:txBody>
      </p:sp>
      <p:sp>
        <p:nvSpPr>
          <p:cNvPr id="335881" name="Oval 9">
            <a:extLst>
              <a:ext uri="{FF2B5EF4-FFF2-40B4-BE49-F238E27FC236}">
                <a16:creationId xmlns:a16="http://schemas.microsoft.com/office/drawing/2014/main" id="{2AFF0769-88DE-5B6C-F54D-6F493D730F6E}"/>
              </a:ext>
            </a:extLst>
          </p:cNvPr>
          <p:cNvSpPr>
            <a:spLocks noChangeArrowheads="1"/>
          </p:cNvSpPr>
          <p:nvPr/>
        </p:nvSpPr>
        <p:spPr bwMode="auto">
          <a:xfrm>
            <a:off x="7483475" y="3517901"/>
            <a:ext cx="539750" cy="550863"/>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en-CH" sz="2400">
                <a:solidFill>
                  <a:srgbClr val="000000"/>
                </a:solidFill>
                <a:latin typeface="Tahoma" panose="020B0604030504040204" pitchFamily="34" charset="0"/>
              </a:rPr>
              <a:t>E</a:t>
            </a:r>
          </a:p>
        </p:txBody>
      </p:sp>
      <p:cxnSp>
        <p:nvCxnSpPr>
          <p:cNvPr id="335882" name="AutoShape 10">
            <a:extLst>
              <a:ext uri="{FF2B5EF4-FFF2-40B4-BE49-F238E27FC236}">
                <a16:creationId xmlns:a16="http://schemas.microsoft.com/office/drawing/2014/main" id="{5FD3719E-ABCD-6E92-867B-AAE4CBF1C8B8}"/>
              </a:ext>
            </a:extLst>
          </p:cNvPr>
          <p:cNvCxnSpPr>
            <a:cxnSpLocks noChangeShapeType="1"/>
            <a:stCxn id="335895" idx="0"/>
            <a:endCxn id="335878" idx="4"/>
          </p:cNvCxnSpPr>
          <p:nvPr/>
        </p:nvCxnSpPr>
        <p:spPr bwMode="auto">
          <a:xfrm rot="5400000" flipH="1">
            <a:off x="5654676" y="5903914"/>
            <a:ext cx="409575" cy="3175"/>
          </a:xfrm>
          <a:prstGeom prst="curvedConnector3">
            <a:avLst>
              <a:gd name="adj1" fmla="val 50000"/>
            </a:avLst>
          </a:prstGeom>
          <a:noFill/>
          <a:ln w="9525">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5883" name="AutoShape 11">
            <a:extLst>
              <a:ext uri="{FF2B5EF4-FFF2-40B4-BE49-F238E27FC236}">
                <a16:creationId xmlns:a16="http://schemas.microsoft.com/office/drawing/2014/main" id="{F74BF9D7-956E-96B7-50B3-ED2F988EADAD}"/>
              </a:ext>
            </a:extLst>
          </p:cNvPr>
          <p:cNvCxnSpPr>
            <a:cxnSpLocks noChangeShapeType="1"/>
            <a:stCxn id="335895" idx="3"/>
            <a:endCxn id="335880" idx="4"/>
          </p:cNvCxnSpPr>
          <p:nvPr/>
        </p:nvCxnSpPr>
        <p:spPr bwMode="auto">
          <a:xfrm flipV="1">
            <a:off x="6051550" y="5713413"/>
            <a:ext cx="1701800" cy="588962"/>
          </a:xfrm>
          <a:prstGeom prst="curvedConnector2">
            <a:avLst/>
          </a:prstGeom>
          <a:noFill/>
          <a:ln w="9525">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5884" name="AutoShape 12">
            <a:extLst>
              <a:ext uri="{FF2B5EF4-FFF2-40B4-BE49-F238E27FC236}">
                <a16:creationId xmlns:a16="http://schemas.microsoft.com/office/drawing/2014/main" id="{2BA0A381-CC16-6956-C6C1-89EB03806FAF}"/>
              </a:ext>
            </a:extLst>
          </p:cNvPr>
          <p:cNvCxnSpPr>
            <a:cxnSpLocks noChangeShapeType="1"/>
            <a:stCxn id="335877" idx="5"/>
            <a:endCxn id="335878" idx="2"/>
          </p:cNvCxnSpPr>
          <p:nvPr/>
        </p:nvCxnSpPr>
        <p:spPr bwMode="auto">
          <a:xfrm rot="16200000" flipH="1">
            <a:off x="4151313" y="3989388"/>
            <a:ext cx="1438275" cy="1435100"/>
          </a:xfrm>
          <a:prstGeom prst="curvedConnector2">
            <a:avLst/>
          </a:prstGeom>
          <a:noFill/>
          <a:ln w="9525">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5885" name="AutoShape 13">
            <a:extLst>
              <a:ext uri="{FF2B5EF4-FFF2-40B4-BE49-F238E27FC236}">
                <a16:creationId xmlns:a16="http://schemas.microsoft.com/office/drawing/2014/main" id="{2BF9D106-2AEC-39A4-1B69-994829360794}"/>
              </a:ext>
            </a:extLst>
          </p:cNvPr>
          <p:cNvCxnSpPr>
            <a:cxnSpLocks noChangeShapeType="1"/>
            <a:stCxn id="335879" idx="6"/>
            <a:endCxn id="335897" idx="1"/>
          </p:cNvCxnSpPr>
          <p:nvPr/>
        </p:nvCxnSpPr>
        <p:spPr bwMode="auto">
          <a:xfrm flipV="1">
            <a:off x="6132513" y="3768725"/>
            <a:ext cx="506412" cy="25400"/>
          </a:xfrm>
          <a:prstGeom prst="curvedConnector3">
            <a:avLst>
              <a:gd name="adj1" fmla="val 49843"/>
            </a:avLst>
          </a:prstGeom>
          <a:noFill/>
          <a:ln w="9525">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5886" name="AutoShape 14">
            <a:extLst>
              <a:ext uri="{FF2B5EF4-FFF2-40B4-BE49-F238E27FC236}">
                <a16:creationId xmlns:a16="http://schemas.microsoft.com/office/drawing/2014/main" id="{3F2C47DC-551F-BD29-16AD-F6871106CD72}"/>
              </a:ext>
            </a:extLst>
          </p:cNvPr>
          <p:cNvCxnSpPr>
            <a:cxnSpLocks noChangeShapeType="1"/>
            <a:stCxn id="335898" idx="2"/>
            <a:endCxn id="335880" idx="0"/>
          </p:cNvCxnSpPr>
          <p:nvPr/>
        </p:nvCxnSpPr>
        <p:spPr bwMode="auto">
          <a:xfrm rot="16200000" flipH="1">
            <a:off x="7560469" y="4969669"/>
            <a:ext cx="381000" cy="4762"/>
          </a:xfrm>
          <a:prstGeom prst="curvedConnector3">
            <a:avLst>
              <a:gd name="adj1" fmla="val 50000"/>
            </a:avLst>
          </a:prstGeom>
          <a:noFill/>
          <a:ln w="9525">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35887" name="Rectangle 15">
            <a:extLst>
              <a:ext uri="{FF2B5EF4-FFF2-40B4-BE49-F238E27FC236}">
                <a16:creationId xmlns:a16="http://schemas.microsoft.com/office/drawing/2014/main" id="{03E082F2-DCB8-AD15-A681-C7AEE3B6CC9B}"/>
              </a:ext>
            </a:extLst>
          </p:cNvPr>
          <p:cNvSpPr>
            <a:spLocks noChangeArrowheads="1"/>
          </p:cNvSpPr>
          <p:nvPr/>
        </p:nvSpPr>
        <p:spPr bwMode="auto">
          <a:xfrm>
            <a:off x="4149725" y="4919663"/>
            <a:ext cx="438566"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100</a:t>
            </a:r>
          </a:p>
        </p:txBody>
      </p:sp>
      <p:cxnSp>
        <p:nvCxnSpPr>
          <p:cNvPr id="335888" name="AutoShape 16">
            <a:extLst>
              <a:ext uri="{FF2B5EF4-FFF2-40B4-BE49-F238E27FC236}">
                <a16:creationId xmlns:a16="http://schemas.microsoft.com/office/drawing/2014/main" id="{553D87C2-3D7C-7CE4-D577-00B74F5B4AE5}"/>
              </a:ext>
            </a:extLst>
          </p:cNvPr>
          <p:cNvCxnSpPr>
            <a:cxnSpLocks noChangeShapeType="1"/>
            <a:endCxn id="335895" idx="2"/>
          </p:cNvCxnSpPr>
          <p:nvPr/>
        </p:nvCxnSpPr>
        <p:spPr bwMode="auto">
          <a:xfrm>
            <a:off x="3962400" y="5700713"/>
            <a:ext cx="1898650" cy="792162"/>
          </a:xfrm>
          <a:prstGeom prst="curvedConnector4">
            <a:avLst>
              <a:gd name="adj1" fmla="val 83"/>
              <a:gd name="adj2" fmla="val 104611"/>
            </a:avLst>
          </a:prstGeom>
          <a:noFill/>
          <a:ln w="9525">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35889" name="Rectangle 17">
            <a:extLst>
              <a:ext uri="{FF2B5EF4-FFF2-40B4-BE49-F238E27FC236}">
                <a16:creationId xmlns:a16="http://schemas.microsoft.com/office/drawing/2014/main" id="{8DC8918A-6AFF-5AF5-011B-08D754520A65}"/>
              </a:ext>
            </a:extLst>
          </p:cNvPr>
          <p:cNvSpPr>
            <a:spLocks noChangeArrowheads="1"/>
          </p:cNvSpPr>
          <p:nvPr/>
        </p:nvSpPr>
        <p:spPr bwMode="auto">
          <a:xfrm>
            <a:off x="4649789" y="5853113"/>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10</a:t>
            </a:r>
          </a:p>
        </p:txBody>
      </p:sp>
      <p:sp>
        <p:nvSpPr>
          <p:cNvPr id="335890" name="Rectangle 18">
            <a:extLst>
              <a:ext uri="{FF2B5EF4-FFF2-40B4-BE49-F238E27FC236}">
                <a16:creationId xmlns:a16="http://schemas.microsoft.com/office/drawing/2014/main" id="{B9494D53-34B4-0B0B-64DA-2FBA75DDCE6D}"/>
              </a:ext>
            </a:extLst>
          </p:cNvPr>
          <p:cNvSpPr>
            <a:spLocks noChangeArrowheads="1"/>
          </p:cNvSpPr>
          <p:nvPr/>
        </p:nvSpPr>
        <p:spPr bwMode="auto">
          <a:xfrm>
            <a:off x="6665914" y="5954713"/>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10</a:t>
            </a:r>
          </a:p>
        </p:txBody>
      </p:sp>
      <p:sp>
        <p:nvSpPr>
          <p:cNvPr id="335891" name="Rectangle 19">
            <a:extLst>
              <a:ext uri="{FF2B5EF4-FFF2-40B4-BE49-F238E27FC236}">
                <a16:creationId xmlns:a16="http://schemas.microsoft.com/office/drawing/2014/main" id="{7C69C4B8-B5BF-066F-7B18-AF806ABFE71B}"/>
              </a:ext>
            </a:extLst>
          </p:cNvPr>
          <p:cNvSpPr>
            <a:spLocks noChangeArrowheads="1"/>
          </p:cNvSpPr>
          <p:nvPr/>
        </p:nvSpPr>
        <p:spPr bwMode="auto">
          <a:xfrm>
            <a:off x="7775576" y="4884738"/>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10</a:t>
            </a:r>
          </a:p>
        </p:txBody>
      </p:sp>
      <p:sp>
        <p:nvSpPr>
          <p:cNvPr id="335892" name="Rectangle 20">
            <a:extLst>
              <a:ext uri="{FF2B5EF4-FFF2-40B4-BE49-F238E27FC236}">
                <a16:creationId xmlns:a16="http://schemas.microsoft.com/office/drawing/2014/main" id="{3C24F822-AE37-DAD6-66D4-D3FA5F0ADD0C}"/>
              </a:ext>
            </a:extLst>
          </p:cNvPr>
          <p:cNvSpPr>
            <a:spLocks noChangeArrowheads="1"/>
          </p:cNvSpPr>
          <p:nvPr/>
        </p:nvSpPr>
        <p:spPr bwMode="auto">
          <a:xfrm>
            <a:off x="6416676" y="4270375"/>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10</a:t>
            </a:r>
          </a:p>
        </p:txBody>
      </p:sp>
      <p:sp>
        <p:nvSpPr>
          <p:cNvPr id="335893" name="Rectangle 21">
            <a:extLst>
              <a:ext uri="{FF2B5EF4-FFF2-40B4-BE49-F238E27FC236}">
                <a16:creationId xmlns:a16="http://schemas.microsoft.com/office/drawing/2014/main" id="{3D57E170-E9A7-465C-F662-C6CFF9A9E15A}"/>
              </a:ext>
            </a:extLst>
          </p:cNvPr>
          <p:cNvSpPr>
            <a:spLocks noChangeArrowheads="1"/>
          </p:cNvSpPr>
          <p:nvPr/>
        </p:nvSpPr>
        <p:spPr bwMode="auto">
          <a:xfrm>
            <a:off x="5105400" y="5073650"/>
            <a:ext cx="438566"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100</a:t>
            </a:r>
          </a:p>
        </p:txBody>
      </p:sp>
      <p:sp>
        <p:nvSpPr>
          <p:cNvPr id="335894" name="Rectangle 22">
            <a:extLst>
              <a:ext uri="{FF2B5EF4-FFF2-40B4-BE49-F238E27FC236}">
                <a16:creationId xmlns:a16="http://schemas.microsoft.com/office/drawing/2014/main" id="{E5716484-511C-96FB-F419-3F8C592972DD}"/>
              </a:ext>
            </a:extLst>
          </p:cNvPr>
          <p:cNvSpPr>
            <a:spLocks noChangeArrowheads="1"/>
          </p:cNvSpPr>
          <p:nvPr/>
        </p:nvSpPr>
        <p:spPr bwMode="auto">
          <a:xfrm>
            <a:off x="6049963" y="4814888"/>
            <a:ext cx="438566"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100</a:t>
            </a:r>
          </a:p>
        </p:txBody>
      </p:sp>
      <p:sp>
        <p:nvSpPr>
          <p:cNvPr id="335895" name="AutoShape 23">
            <a:extLst>
              <a:ext uri="{FF2B5EF4-FFF2-40B4-BE49-F238E27FC236}">
                <a16:creationId xmlns:a16="http://schemas.microsoft.com/office/drawing/2014/main" id="{BC639515-5463-E7E9-9D97-4F79341E4217}"/>
              </a:ext>
            </a:extLst>
          </p:cNvPr>
          <p:cNvSpPr>
            <a:spLocks noChangeArrowheads="1"/>
          </p:cNvSpPr>
          <p:nvPr/>
        </p:nvSpPr>
        <p:spPr bwMode="auto">
          <a:xfrm>
            <a:off x="5668964" y="6110289"/>
            <a:ext cx="382587" cy="382587"/>
          </a:xfrm>
          <a:prstGeom prst="roundRect">
            <a:avLst>
              <a:gd name="adj" fmla="val 22819"/>
            </a:avLst>
          </a:prstGeom>
          <a:solidFill>
            <a:schemeClr val="accent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en-CH" sz="2000" b="1">
                <a:solidFill>
                  <a:srgbClr val="000000"/>
                </a:solidFill>
                <a:latin typeface="Courier New" panose="02070309020205020404" pitchFamily="49" charset="0"/>
              </a:rPr>
              <a:t>n1</a:t>
            </a:r>
          </a:p>
        </p:txBody>
      </p:sp>
      <p:sp>
        <p:nvSpPr>
          <p:cNvPr id="335896" name="Rectangle 24">
            <a:extLst>
              <a:ext uri="{FF2B5EF4-FFF2-40B4-BE49-F238E27FC236}">
                <a16:creationId xmlns:a16="http://schemas.microsoft.com/office/drawing/2014/main" id="{A2B962DD-47E0-1869-1C3F-B57E9DE2D9D2}"/>
              </a:ext>
            </a:extLst>
          </p:cNvPr>
          <p:cNvSpPr>
            <a:spLocks noChangeArrowheads="1"/>
          </p:cNvSpPr>
          <p:nvPr/>
        </p:nvSpPr>
        <p:spPr bwMode="auto">
          <a:xfrm>
            <a:off x="4379913" y="3556000"/>
            <a:ext cx="438566"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100</a:t>
            </a:r>
          </a:p>
        </p:txBody>
      </p:sp>
      <p:sp>
        <p:nvSpPr>
          <p:cNvPr id="335897" name="AutoShape 25">
            <a:extLst>
              <a:ext uri="{FF2B5EF4-FFF2-40B4-BE49-F238E27FC236}">
                <a16:creationId xmlns:a16="http://schemas.microsoft.com/office/drawing/2014/main" id="{34C7EC77-7859-80AE-7351-DA417C45B6E7}"/>
              </a:ext>
            </a:extLst>
          </p:cNvPr>
          <p:cNvSpPr>
            <a:spLocks noChangeArrowheads="1"/>
          </p:cNvSpPr>
          <p:nvPr/>
        </p:nvSpPr>
        <p:spPr bwMode="auto">
          <a:xfrm>
            <a:off x="6638925" y="3576639"/>
            <a:ext cx="382588" cy="382587"/>
          </a:xfrm>
          <a:prstGeom prst="roundRect">
            <a:avLst>
              <a:gd name="adj" fmla="val 22819"/>
            </a:avLst>
          </a:prstGeom>
          <a:solidFill>
            <a:schemeClr val="accent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en-CH" sz="2000" b="1">
                <a:solidFill>
                  <a:srgbClr val="000000"/>
                </a:solidFill>
                <a:latin typeface="Courier New" panose="02070309020205020404" pitchFamily="49" charset="0"/>
              </a:rPr>
              <a:t>n6</a:t>
            </a:r>
          </a:p>
        </p:txBody>
      </p:sp>
      <p:sp>
        <p:nvSpPr>
          <p:cNvPr id="335898" name="AutoShape 26">
            <a:extLst>
              <a:ext uri="{FF2B5EF4-FFF2-40B4-BE49-F238E27FC236}">
                <a16:creationId xmlns:a16="http://schemas.microsoft.com/office/drawing/2014/main" id="{CDBB0F9A-7EF7-859E-5FDE-050F9AF00B7F}"/>
              </a:ext>
            </a:extLst>
          </p:cNvPr>
          <p:cNvSpPr>
            <a:spLocks noChangeArrowheads="1"/>
          </p:cNvSpPr>
          <p:nvPr/>
        </p:nvSpPr>
        <p:spPr bwMode="auto">
          <a:xfrm>
            <a:off x="7556500" y="4398964"/>
            <a:ext cx="382588" cy="382587"/>
          </a:xfrm>
          <a:prstGeom prst="roundRect">
            <a:avLst>
              <a:gd name="adj" fmla="val 22819"/>
            </a:avLst>
          </a:prstGeom>
          <a:solidFill>
            <a:schemeClr val="accent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en-CH" sz="2000" b="1">
                <a:solidFill>
                  <a:srgbClr val="000000"/>
                </a:solidFill>
                <a:latin typeface="Courier New" panose="02070309020205020404" pitchFamily="49" charset="0"/>
              </a:rPr>
              <a:t>n7</a:t>
            </a:r>
          </a:p>
        </p:txBody>
      </p:sp>
      <p:sp>
        <p:nvSpPr>
          <p:cNvPr id="335899" name="AutoShape 27">
            <a:extLst>
              <a:ext uri="{FF2B5EF4-FFF2-40B4-BE49-F238E27FC236}">
                <a16:creationId xmlns:a16="http://schemas.microsoft.com/office/drawing/2014/main" id="{946C4E29-12CC-FD2D-2998-CF844BB16F9B}"/>
              </a:ext>
            </a:extLst>
          </p:cNvPr>
          <p:cNvSpPr>
            <a:spLocks noChangeArrowheads="1"/>
          </p:cNvSpPr>
          <p:nvPr/>
        </p:nvSpPr>
        <p:spPr bwMode="auto">
          <a:xfrm>
            <a:off x="3195639" y="2771775"/>
            <a:ext cx="382587" cy="382588"/>
          </a:xfrm>
          <a:prstGeom prst="roundRect">
            <a:avLst>
              <a:gd name="adj" fmla="val 22819"/>
            </a:avLst>
          </a:prstGeom>
          <a:solidFill>
            <a:schemeClr val="accent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en-CH" sz="2000" b="1">
                <a:solidFill>
                  <a:srgbClr val="000000"/>
                </a:solidFill>
                <a:latin typeface="Courier New" panose="02070309020205020404" pitchFamily="49" charset="0"/>
              </a:rPr>
              <a:t>n3</a:t>
            </a:r>
          </a:p>
        </p:txBody>
      </p:sp>
      <p:cxnSp>
        <p:nvCxnSpPr>
          <p:cNvPr id="335900" name="AutoShape 28">
            <a:extLst>
              <a:ext uri="{FF2B5EF4-FFF2-40B4-BE49-F238E27FC236}">
                <a16:creationId xmlns:a16="http://schemas.microsoft.com/office/drawing/2014/main" id="{0AEAFE43-7806-8245-1F28-CEC2C2BF3B3F}"/>
              </a:ext>
            </a:extLst>
          </p:cNvPr>
          <p:cNvCxnSpPr>
            <a:cxnSpLocks noChangeShapeType="1"/>
          </p:cNvCxnSpPr>
          <p:nvPr/>
        </p:nvCxnSpPr>
        <p:spPr bwMode="auto">
          <a:xfrm rot="16200000" flipH="1">
            <a:off x="3368676" y="3184526"/>
            <a:ext cx="444500" cy="384175"/>
          </a:xfrm>
          <a:prstGeom prst="curvedConnector3">
            <a:avLst>
              <a:gd name="adj1" fmla="val 40713"/>
            </a:avLst>
          </a:prstGeom>
          <a:noFill/>
          <a:ln w="9525">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5901" name="AutoShape 29">
            <a:extLst>
              <a:ext uri="{FF2B5EF4-FFF2-40B4-BE49-F238E27FC236}">
                <a16:creationId xmlns:a16="http://schemas.microsoft.com/office/drawing/2014/main" id="{D6E365F4-B2C6-63DE-7070-F614F0113138}"/>
              </a:ext>
            </a:extLst>
          </p:cNvPr>
          <p:cNvCxnSpPr>
            <a:cxnSpLocks noChangeShapeType="1"/>
            <a:stCxn id="335897" idx="3"/>
            <a:endCxn id="335881" idx="2"/>
          </p:cNvCxnSpPr>
          <p:nvPr/>
        </p:nvCxnSpPr>
        <p:spPr bwMode="auto">
          <a:xfrm>
            <a:off x="7021513" y="3768725"/>
            <a:ext cx="461962" cy="25400"/>
          </a:xfrm>
          <a:prstGeom prst="curvedConnector3">
            <a:avLst>
              <a:gd name="adj1" fmla="val 49829"/>
            </a:avLst>
          </a:prstGeom>
          <a:noFill/>
          <a:ln w="9525">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5902" name="AutoShape 30">
            <a:extLst>
              <a:ext uri="{FF2B5EF4-FFF2-40B4-BE49-F238E27FC236}">
                <a16:creationId xmlns:a16="http://schemas.microsoft.com/office/drawing/2014/main" id="{8095BE3B-0828-23D6-D2D1-ED82118AE6DB}"/>
              </a:ext>
            </a:extLst>
          </p:cNvPr>
          <p:cNvCxnSpPr>
            <a:cxnSpLocks noChangeShapeType="1"/>
            <a:stCxn id="335881" idx="4"/>
            <a:endCxn id="335898" idx="0"/>
          </p:cNvCxnSpPr>
          <p:nvPr/>
        </p:nvCxnSpPr>
        <p:spPr bwMode="auto">
          <a:xfrm rot="5400000">
            <a:off x="7585869" y="4231482"/>
            <a:ext cx="330200" cy="4762"/>
          </a:xfrm>
          <a:prstGeom prst="curvedConnector3">
            <a:avLst>
              <a:gd name="adj1" fmla="val 50000"/>
            </a:avLst>
          </a:prstGeom>
          <a:noFill/>
          <a:ln w="9525">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5903" name="AutoShape 31">
            <a:extLst>
              <a:ext uri="{FF2B5EF4-FFF2-40B4-BE49-F238E27FC236}">
                <a16:creationId xmlns:a16="http://schemas.microsoft.com/office/drawing/2014/main" id="{F1F406E3-80D8-4649-F4BC-9AED0A9AA522}"/>
              </a:ext>
            </a:extLst>
          </p:cNvPr>
          <p:cNvCxnSpPr>
            <a:cxnSpLocks noChangeShapeType="1"/>
            <a:stCxn id="335895" idx="1"/>
            <a:endCxn id="335878" idx="3"/>
          </p:cNvCxnSpPr>
          <p:nvPr/>
        </p:nvCxnSpPr>
        <p:spPr bwMode="auto">
          <a:xfrm rot="10800000">
            <a:off x="5667375" y="5619751"/>
            <a:ext cx="1588" cy="682625"/>
          </a:xfrm>
          <a:prstGeom prst="curvedConnector2">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5904" name="AutoShape 32">
            <a:extLst>
              <a:ext uri="{FF2B5EF4-FFF2-40B4-BE49-F238E27FC236}">
                <a16:creationId xmlns:a16="http://schemas.microsoft.com/office/drawing/2014/main" id="{A95923CE-8DD4-5F9D-8D88-F99FE716F4D7}"/>
              </a:ext>
            </a:extLst>
          </p:cNvPr>
          <p:cNvCxnSpPr>
            <a:cxnSpLocks noChangeShapeType="1"/>
            <a:stCxn id="335895" idx="2"/>
            <a:endCxn id="335880" idx="5"/>
          </p:cNvCxnSpPr>
          <p:nvPr/>
        </p:nvCxnSpPr>
        <p:spPr bwMode="auto">
          <a:xfrm rot="5400000" flipH="1" flipV="1">
            <a:off x="6472238" y="5021263"/>
            <a:ext cx="860425" cy="2082800"/>
          </a:xfrm>
          <a:prstGeom prst="curvedConnector3">
            <a:avLst>
              <a:gd name="adj1" fmla="val -8491"/>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5905" name="AutoShape 33">
            <a:extLst>
              <a:ext uri="{FF2B5EF4-FFF2-40B4-BE49-F238E27FC236}">
                <a16:creationId xmlns:a16="http://schemas.microsoft.com/office/drawing/2014/main" id="{91DD42C9-27E5-599A-661E-EF67F799EF0A}"/>
              </a:ext>
            </a:extLst>
          </p:cNvPr>
          <p:cNvCxnSpPr>
            <a:cxnSpLocks noChangeShapeType="1"/>
            <a:stCxn id="335877" idx="5"/>
            <a:endCxn id="335876" idx="7"/>
          </p:cNvCxnSpPr>
          <p:nvPr/>
        </p:nvCxnSpPr>
        <p:spPr bwMode="auto">
          <a:xfrm rot="5400000">
            <a:off x="3525044" y="4615657"/>
            <a:ext cx="1255713" cy="0"/>
          </a:xfrm>
          <a:prstGeom prst="straightConnector1">
            <a:avLst/>
          </a:prstGeom>
          <a:noFill/>
          <a:ln w="9525">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5906" name="AutoShape 34">
            <a:extLst>
              <a:ext uri="{FF2B5EF4-FFF2-40B4-BE49-F238E27FC236}">
                <a16:creationId xmlns:a16="http://schemas.microsoft.com/office/drawing/2014/main" id="{6E5E9B73-E0BE-8505-44A1-785A1819AB7F}"/>
              </a:ext>
            </a:extLst>
          </p:cNvPr>
          <p:cNvCxnSpPr>
            <a:cxnSpLocks noChangeShapeType="1"/>
            <a:stCxn id="335879" idx="5"/>
            <a:endCxn id="335878" idx="7"/>
          </p:cNvCxnSpPr>
          <p:nvPr/>
        </p:nvCxnSpPr>
        <p:spPr bwMode="auto">
          <a:xfrm rot="5400000">
            <a:off x="5429251" y="4606926"/>
            <a:ext cx="1243013" cy="4763"/>
          </a:xfrm>
          <a:prstGeom prst="curvedConnector3">
            <a:avLst>
              <a:gd name="adj1" fmla="val 49935"/>
            </a:avLst>
          </a:prstGeom>
          <a:noFill/>
          <a:ln w="9525">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5907" name="AutoShape 35">
            <a:extLst>
              <a:ext uri="{FF2B5EF4-FFF2-40B4-BE49-F238E27FC236}">
                <a16:creationId xmlns:a16="http://schemas.microsoft.com/office/drawing/2014/main" id="{3FE7BD90-9047-B985-B79A-8055A7B871EB}"/>
              </a:ext>
            </a:extLst>
          </p:cNvPr>
          <p:cNvCxnSpPr>
            <a:cxnSpLocks noChangeShapeType="1"/>
            <a:stCxn id="335879" idx="5"/>
            <a:endCxn id="335897" idx="2"/>
          </p:cNvCxnSpPr>
          <p:nvPr/>
        </p:nvCxnSpPr>
        <p:spPr bwMode="auto">
          <a:xfrm rot="5400000" flipH="1" flipV="1">
            <a:off x="6427789" y="3584576"/>
            <a:ext cx="28575" cy="777875"/>
          </a:xfrm>
          <a:prstGeom prst="curvedConnector3">
            <a:avLst>
              <a:gd name="adj1" fmla="val -1083333"/>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5908" name="AutoShape 36">
            <a:extLst>
              <a:ext uri="{FF2B5EF4-FFF2-40B4-BE49-F238E27FC236}">
                <a16:creationId xmlns:a16="http://schemas.microsoft.com/office/drawing/2014/main" id="{870673E9-C59B-C7B8-7D38-BD69BBAC8211}"/>
              </a:ext>
            </a:extLst>
          </p:cNvPr>
          <p:cNvCxnSpPr>
            <a:cxnSpLocks noChangeShapeType="1"/>
            <a:stCxn id="335898" idx="1"/>
            <a:endCxn id="335880" idx="1"/>
          </p:cNvCxnSpPr>
          <p:nvPr/>
        </p:nvCxnSpPr>
        <p:spPr bwMode="auto">
          <a:xfrm rot="10800000" flipH="1" flipV="1">
            <a:off x="7556500" y="4591051"/>
            <a:ext cx="6350" cy="652463"/>
          </a:xfrm>
          <a:prstGeom prst="curvedConnector4">
            <a:avLst>
              <a:gd name="adj1" fmla="val -3600000"/>
              <a:gd name="adj2" fmla="val 58394"/>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5909" name="AutoShape 37">
            <a:extLst>
              <a:ext uri="{FF2B5EF4-FFF2-40B4-BE49-F238E27FC236}">
                <a16:creationId xmlns:a16="http://schemas.microsoft.com/office/drawing/2014/main" id="{3FD0F1E9-B26C-6D9B-7C05-8363794E222B}"/>
              </a:ext>
            </a:extLst>
          </p:cNvPr>
          <p:cNvCxnSpPr>
            <a:cxnSpLocks noChangeShapeType="1"/>
            <a:stCxn id="335876" idx="5"/>
            <a:endCxn id="335895" idx="1"/>
          </p:cNvCxnSpPr>
          <p:nvPr/>
        </p:nvCxnSpPr>
        <p:spPr bwMode="auto">
          <a:xfrm rot="16200000" flipH="1">
            <a:off x="4575970" y="5209382"/>
            <a:ext cx="669925" cy="1516063"/>
          </a:xfrm>
          <a:prstGeom prst="curvedConnector2">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5910" name="AutoShape 38">
            <a:extLst>
              <a:ext uri="{FF2B5EF4-FFF2-40B4-BE49-F238E27FC236}">
                <a16:creationId xmlns:a16="http://schemas.microsoft.com/office/drawing/2014/main" id="{07E95682-300C-5EEB-2104-4A23DC2B6626}"/>
              </a:ext>
            </a:extLst>
          </p:cNvPr>
          <p:cNvCxnSpPr>
            <a:cxnSpLocks noChangeShapeType="1"/>
            <a:stCxn id="335877" idx="6"/>
            <a:endCxn id="335878" idx="1"/>
          </p:cNvCxnSpPr>
          <p:nvPr/>
        </p:nvCxnSpPr>
        <p:spPr bwMode="auto">
          <a:xfrm>
            <a:off x="4232275" y="3794125"/>
            <a:ext cx="1435100" cy="1436688"/>
          </a:xfrm>
          <a:prstGeom prst="curvedConnector2">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5911" name="AutoShape 39">
            <a:extLst>
              <a:ext uri="{FF2B5EF4-FFF2-40B4-BE49-F238E27FC236}">
                <a16:creationId xmlns:a16="http://schemas.microsoft.com/office/drawing/2014/main" id="{1D1B0674-4E4C-515B-5C35-4DF7EB208F61}"/>
              </a:ext>
            </a:extLst>
          </p:cNvPr>
          <p:cNvCxnSpPr>
            <a:cxnSpLocks noChangeShapeType="1"/>
            <a:stCxn id="335877" idx="3"/>
            <a:endCxn id="335876" idx="1"/>
          </p:cNvCxnSpPr>
          <p:nvPr/>
        </p:nvCxnSpPr>
        <p:spPr bwMode="auto">
          <a:xfrm rot="5400000">
            <a:off x="3144044" y="4615657"/>
            <a:ext cx="1255713" cy="0"/>
          </a:xfrm>
          <a:prstGeom prst="straightConnector1">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5912" name="AutoShape 40">
            <a:extLst>
              <a:ext uri="{FF2B5EF4-FFF2-40B4-BE49-F238E27FC236}">
                <a16:creationId xmlns:a16="http://schemas.microsoft.com/office/drawing/2014/main" id="{EBC73F56-1408-B6C9-35B1-99C4C1D817B1}"/>
              </a:ext>
            </a:extLst>
          </p:cNvPr>
          <p:cNvCxnSpPr>
            <a:cxnSpLocks noChangeShapeType="1"/>
            <a:stCxn id="335879" idx="3"/>
            <a:endCxn id="335878" idx="1"/>
          </p:cNvCxnSpPr>
          <p:nvPr/>
        </p:nvCxnSpPr>
        <p:spPr bwMode="auto">
          <a:xfrm rot="5400000">
            <a:off x="5048251" y="4606926"/>
            <a:ext cx="1243013" cy="4763"/>
          </a:xfrm>
          <a:prstGeom prst="curvedConnector3">
            <a:avLst>
              <a:gd name="adj1" fmla="val 49935"/>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5913" name="AutoShape 41">
            <a:extLst>
              <a:ext uri="{FF2B5EF4-FFF2-40B4-BE49-F238E27FC236}">
                <a16:creationId xmlns:a16="http://schemas.microsoft.com/office/drawing/2014/main" id="{7DB76507-E48F-DA04-3A13-88DA8EA10A60}"/>
              </a:ext>
            </a:extLst>
          </p:cNvPr>
          <p:cNvCxnSpPr>
            <a:cxnSpLocks noChangeShapeType="1"/>
            <a:stCxn id="335897" idx="0"/>
            <a:endCxn id="335881" idx="1"/>
          </p:cNvCxnSpPr>
          <p:nvPr/>
        </p:nvCxnSpPr>
        <p:spPr bwMode="auto">
          <a:xfrm rot="5400000" flipV="1">
            <a:off x="7185820" y="3221833"/>
            <a:ext cx="22225" cy="731837"/>
          </a:xfrm>
          <a:prstGeom prst="curvedConnector3">
            <a:avLst>
              <a:gd name="adj1" fmla="val -1292856"/>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5914" name="AutoShape 42">
            <a:extLst>
              <a:ext uri="{FF2B5EF4-FFF2-40B4-BE49-F238E27FC236}">
                <a16:creationId xmlns:a16="http://schemas.microsoft.com/office/drawing/2014/main" id="{2C18FD6A-7720-0146-C9F5-B4313A35DA97}"/>
              </a:ext>
            </a:extLst>
          </p:cNvPr>
          <p:cNvCxnSpPr>
            <a:cxnSpLocks noChangeShapeType="1"/>
            <a:stCxn id="335881" idx="5"/>
            <a:endCxn id="335898" idx="3"/>
          </p:cNvCxnSpPr>
          <p:nvPr/>
        </p:nvCxnSpPr>
        <p:spPr bwMode="auto">
          <a:xfrm rot="5400000">
            <a:off x="7639844" y="4287044"/>
            <a:ext cx="603250" cy="4762"/>
          </a:xfrm>
          <a:prstGeom prst="curvedConnector2">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35915" name="Rectangle 43">
            <a:extLst>
              <a:ext uri="{FF2B5EF4-FFF2-40B4-BE49-F238E27FC236}">
                <a16:creationId xmlns:a16="http://schemas.microsoft.com/office/drawing/2014/main" id="{F0A7D23A-D214-924D-88BA-93C9CCD60BDD}"/>
              </a:ext>
            </a:extLst>
          </p:cNvPr>
          <p:cNvSpPr>
            <a:spLocks noChangeArrowheads="1"/>
          </p:cNvSpPr>
          <p:nvPr/>
        </p:nvSpPr>
        <p:spPr bwMode="auto">
          <a:xfrm>
            <a:off x="3343275" y="4103688"/>
            <a:ext cx="438566"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100</a:t>
            </a:r>
          </a:p>
        </p:txBody>
      </p:sp>
      <p:sp>
        <p:nvSpPr>
          <p:cNvPr id="335916" name="Rectangle 44">
            <a:extLst>
              <a:ext uri="{FF2B5EF4-FFF2-40B4-BE49-F238E27FC236}">
                <a16:creationId xmlns:a16="http://schemas.microsoft.com/office/drawing/2014/main" id="{241F45A4-1FF6-3F02-FC34-15A8CCF976F3}"/>
              </a:ext>
            </a:extLst>
          </p:cNvPr>
          <p:cNvSpPr>
            <a:spLocks noChangeArrowheads="1"/>
          </p:cNvSpPr>
          <p:nvPr/>
        </p:nvSpPr>
        <p:spPr bwMode="auto">
          <a:xfrm>
            <a:off x="5872164" y="5759450"/>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10</a:t>
            </a:r>
          </a:p>
        </p:txBody>
      </p:sp>
      <p:sp>
        <p:nvSpPr>
          <p:cNvPr id="335917" name="Rectangle 45">
            <a:extLst>
              <a:ext uri="{FF2B5EF4-FFF2-40B4-BE49-F238E27FC236}">
                <a16:creationId xmlns:a16="http://schemas.microsoft.com/office/drawing/2014/main" id="{501A702B-F866-E15C-5B29-7456F1F1997A}"/>
              </a:ext>
            </a:extLst>
          </p:cNvPr>
          <p:cNvSpPr>
            <a:spLocks noChangeArrowheads="1"/>
          </p:cNvSpPr>
          <p:nvPr/>
        </p:nvSpPr>
        <p:spPr bwMode="auto">
          <a:xfrm>
            <a:off x="5280025" y="4081463"/>
            <a:ext cx="438566"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100</a:t>
            </a:r>
          </a:p>
        </p:txBody>
      </p:sp>
      <p:sp>
        <p:nvSpPr>
          <p:cNvPr id="335918" name="Rectangle 46">
            <a:extLst>
              <a:ext uri="{FF2B5EF4-FFF2-40B4-BE49-F238E27FC236}">
                <a16:creationId xmlns:a16="http://schemas.microsoft.com/office/drawing/2014/main" id="{668974B4-9BC5-6C3B-19FC-544026B09AEA}"/>
              </a:ext>
            </a:extLst>
          </p:cNvPr>
          <p:cNvSpPr>
            <a:spLocks noChangeArrowheads="1"/>
          </p:cNvSpPr>
          <p:nvPr/>
        </p:nvSpPr>
        <p:spPr bwMode="auto">
          <a:xfrm>
            <a:off x="3327401" y="3309938"/>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10</a:t>
            </a:r>
          </a:p>
        </p:txBody>
      </p:sp>
      <p:sp>
        <p:nvSpPr>
          <p:cNvPr id="335919" name="Rectangle 47">
            <a:extLst>
              <a:ext uri="{FF2B5EF4-FFF2-40B4-BE49-F238E27FC236}">
                <a16:creationId xmlns:a16="http://schemas.microsoft.com/office/drawing/2014/main" id="{6915C152-E14C-0438-B8F9-500A07893CAB}"/>
              </a:ext>
            </a:extLst>
          </p:cNvPr>
          <p:cNvSpPr>
            <a:spLocks noChangeArrowheads="1"/>
          </p:cNvSpPr>
          <p:nvPr/>
        </p:nvSpPr>
        <p:spPr bwMode="auto">
          <a:xfrm>
            <a:off x="7108826" y="3787775"/>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10</a:t>
            </a:r>
          </a:p>
        </p:txBody>
      </p:sp>
      <p:sp>
        <p:nvSpPr>
          <p:cNvPr id="335920" name="Rectangle 48">
            <a:extLst>
              <a:ext uri="{FF2B5EF4-FFF2-40B4-BE49-F238E27FC236}">
                <a16:creationId xmlns:a16="http://schemas.microsoft.com/office/drawing/2014/main" id="{7FDDF101-0174-3CC3-E098-DF5BD9B41D69}"/>
              </a:ext>
            </a:extLst>
          </p:cNvPr>
          <p:cNvSpPr>
            <a:spLocks noChangeArrowheads="1"/>
          </p:cNvSpPr>
          <p:nvPr/>
        </p:nvSpPr>
        <p:spPr bwMode="auto">
          <a:xfrm>
            <a:off x="7956551" y="4108450"/>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10</a:t>
            </a:r>
          </a:p>
        </p:txBody>
      </p:sp>
      <p:sp>
        <p:nvSpPr>
          <p:cNvPr id="335921" name="Rectangle 49">
            <a:extLst>
              <a:ext uri="{FF2B5EF4-FFF2-40B4-BE49-F238E27FC236}">
                <a16:creationId xmlns:a16="http://schemas.microsoft.com/office/drawing/2014/main" id="{ECEE68C7-BB5D-C2C6-A910-69726D554472}"/>
              </a:ext>
            </a:extLst>
          </p:cNvPr>
          <p:cNvSpPr>
            <a:spLocks noChangeArrowheads="1"/>
          </p:cNvSpPr>
          <p:nvPr/>
        </p:nvSpPr>
        <p:spPr bwMode="auto">
          <a:xfrm>
            <a:off x="6334125" y="3525838"/>
            <a:ext cx="191704"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0</a:t>
            </a:r>
          </a:p>
        </p:txBody>
      </p:sp>
      <p:sp>
        <p:nvSpPr>
          <p:cNvPr id="335922" name="Rectangle 50">
            <a:extLst>
              <a:ext uri="{FF2B5EF4-FFF2-40B4-BE49-F238E27FC236}">
                <a16:creationId xmlns:a16="http://schemas.microsoft.com/office/drawing/2014/main" id="{D6C2B853-02CF-102D-F5DA-12BDD7375342}"/>
              </a:ext>
            </a:extLst>
          </p:cNvPr>
          <p:cNvSpPr>
            <a:spLocks noChangeArrowheads="1"/>
          </p:cNvSpPr>
          <p:nvPr/>
        </p:nvSpPr>
        <p:spPr bwMode="auto">
          <a:xfrm>
            <a:off x="7145338" y="3030538"/>
            <a:ext cx="191704"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0</a:t>
            </a:r>
          </a:p>
        </p:txBody>
      </p:sp>
      <p:sp>
        <p:nvSpPr>
          <p:cNvPr id="335923" name="Rectangle 51">
            <a:extLst>
              <a:ext uri="{FF2B5EF4-FFF2-40B4-BE49-F238E27FC236}">
                <a16:creationId xmlns:a16="http://schemas.microsoft.com/office/drawing/2014/main" id="{7DFC4EE3-ADD4-253D-4E84-6D326554D18A}"/>
              </a:ext>
            </a:extLst>
          </p:cNvPr>
          <p:cNvSpPr>
            <a:spLocks noChangeArrowheads="1"/>
          </p:cNvSpPr>
          <p:nvPr/>
        </p:nvSpPr>
        <p:spPr bwMode="auto">
          <a:xfrm>
            <a:off x="7539038" y="4117975"/>
            <a:ext cx="191704"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0</a:t>
            </a:r>
          </a:p>
        </p:txBody>
      </p:sp>
      <p:sp>
        <p:nvSpPr>
          <p:cNvPr id="335924" name="Rectangle 52">
            <a:extLst>
              <a:ext uri="{FF2B5EF4-FFF2-40B4-BE49-F238E27FC236}">
                <a16:creationId xmlns:a16="http://schemas.microsoft.com/office/drawing/2014/main" id="{0A0A2FC8-1A7A-5642-A4F2-C3018ACA2777}"/>
              </a:ext>
            </a:extLst>
          </p:cNvPr>
          <p:cNvSpPr>
            <a:spLocks noChangeArrowheads="1"/>
          </p:cNvSpPr>
          <p:nvPr/>
        </p:nvSpPr>
        <p:spPr bwMode="auto">
          <a:xfrm>
            <a:off x="7151688" y="4713288"/>
            <a:ext cx="191704"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0</a:t>
            </a:r>
          </a:p>
        </p:txBody>
      </p:sp>
      <p:sp>
        <p:nvSpPr>
          <p:cNvPr id="335925" name="Rectangle 53">
            <a:extLst>
              <a:ext uri="{FF2B5EF4-FFF2-40B4-BE49-F238E27FC236}">
                <a16:creationId xmlns:a16="http://schemas.microsoft.com/office/drawing/2014/main" id="{47B01CFA-5148-D55D-B521-2B14A915AEE4}"/>
              </a:ext>
            </a:extLst>
          </p:cNvPr>
          <p:cNvSpPr>
            <a:spLocks noChangeArrowheads="1"/>
          </p:cNvSpPr>
          <p:nvPr/>
        </p:nvSpPr>
        <p:spPr bwMode="auto">
          <a:xfrm>
            <a:off x="4370388" y="6243638"/>
            <a:ext cx="191704"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0</a:t>
            </a:r>
          </a:p>
        </p:txBody>
      </p:sp>
      <p:sp>
        <p:nvSpPr>
          <p:cNvPr id="335926" name="Rectangle 54">
            <a:extLst>
              <a:ext uri="{FF2B5EF4-FFF2-40B4-BE49-F238E27FC236}">
                <a16:creationId xmlns:a16="http://schemas.microsoft.com/office/drawing/2014/main" id="{6CAEE78C-C2CC-A25D-AE90-D52462A4A834}"/>
              </a:ext>
            </a:extLst>
          </p:cNvPr>
          <p:cNvSpPr>
            <a:spLocks noChangeArrowheads="1"/>
          </p:cNvSpPr>
          <p:nvPr/>
        </p:nvSpPr>
        <p:spPr bwMode="auto">
          <a:xfrm>
            <a:off x="7024688" y="6299200"/>
            <a:ext cx="191704"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0</a:t>
            </a:r>
          </a:p>
        </p:txBody>
      </p:sp>
      <p:grpSp>
        <p:nvGrpSpPr>
          <p:cNvPr id="335927" name="Group 55">
            <a:extLst>
              <a:ext uri="{FF2B5EF4-FFF2-40B4-BE49-F238E27FC236}">
                <a16:creationId xmlns:a16="http://schemas.microsoft.com/office/drawing/2014/main" id="{F2A0CC12-A22D-750C-64BA-1940FE648CD6}"/>
              </a:ext>
            </a:extLst>
          </p:cNvPr>
          <p:cNvGrpSpPr>
            <a:grpSpLocks/>
          </p:cNvGrpSpPr>
          <p:nvPr/>
        </p:nvGrpSpPr>
        <p:grpSpPr bwMode="auto">
          <a:xfrm>
            <a:off x="7753350" y="2193926"/>
            <a:ext cx="2228850" cy="1323975"/>
            <a:chOff x="4090" y="1217"/>
            <a:chExt cx="1404" cy="834"/>
          </a:xfrm>
        </p:grpSpPr>
        <p:sp>
          <p:nvSpPr>
            <p:cNvPr id="335928" name="AutoShape 56">
              <a:extLst>
                <a:ext uri="{FF2B5EF4-FFF2-40B4-BE49-F238E27FC236}">
                  <a16:creationId xmlns:a16="http://schemas.microsoft.com/office/drawing/2014/main" id="{883AC028-B4D9-5C55-39B3-27DAEA0CCDDB}"/>
                </a:ext>
              </a:extLst>
            </p:cNvPr>
            <p:cNvSpPr>
              <a:spLocks noChangeArrowheads="1"/>
            </p:cNvSpPr>
            <p:nvPr/>
          </p:nvSpPr>
          <p:spPr bwMode="auto">
            <a:xfrm>
              <a:off x="4581" y="1217"/>
              <a:ext cx="913" cy="407"/>
            </a:xfrm>
            <a:prstGeom prst="roundRect">
              <a:avLst>
                <a:gd name="adj" fmla="val 22819"/>
              </a:avLst>
            </a:prstGeom>
            <a:solidFill>
              <a:schemeClr val="accent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en-CH" sz="2000" b="1">
                  <a:solidFill>
                    <a:srgbClr val="000000"/>
                  </a:solidFill>
                  <a:latin typeface="Courier New" panose="02070309020205020404" pitchFamily="49" charset="0"/>
                </a:rPr>
                <a:t>external</a:t>
              </a:r>
            </a:p>
            <a:p>
              <a:pPr algn="ctr"/>
              <a:r>
                <a:rPr lang="en-US" altLang="en-CH" sz="2000" b="1">
                  <a:solidFill>
                    <a:srgbClr val="000000"/>
                  </a:solidFill>
                  <a:latin typeface="Courier New" panose="02070309020205020404" pitchFamily="49" charset="0"/>
                </a:rPr>
                <a:t>network</a:t>
              </a:r>
            </a:p>
          </p:txBody>
        </p:sp>
        <p:cxnSp>
          <p:nvCxnSpPr>
            <p:cNvPr id="335929" name="AutoShape 57">
              <a:extLst>
                <a:ext uri="{FF2B5EF4-FFF2-40B4-BE49-F238E27FC236}">
                  <a16:creationId xmlns:a16="http://schemas.microsoft.com/office/drawing/2014/main" id="{BBFD5117-BF5A-8F48-7722-96426DBFED6C}"/>
                </a:ext>
              </a:extLst>
            </p:cNvPr>
            <p:cNvCxnSpPr>
              <a:cxnSpLocks noChangeShapeType="1"/>
              <a:stCxn id="335881" idx="0"/>
              <a:endCxn id="335928" idx="1"/>
            </p:cNvCxnSpPr>
            <p:nvPr/>
          </p:nvCxnSpPr>
          <p:spPr bwMode="auto">
            <a:xfrm rot="16200000">
              <a:off x="4021" y="1490"/>
              <a:ext cx="630" cy="491"/>
            </a:xfrm>
            <a:prstGeom prst="curvedConnector2">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35930" name="Rectangle 58">
              <a:extLst>
                <a:ext uri="{FF2B5EF4-FFF2-40B4-BE49-F238E27FC236}">
                  <a16:creationId xmlns:a16="http://schemas.microsoft.com/office/drawing/2014/main" id="{B01CB2EC-318F-06B4-8756-1982319CE839}"/>
                </a:ext>
              </a:extLst>
            </p:cNvPr>
            <p:cNvSpPr>
              <a:spLocks noChangeArrowheads="1"/>
            </p:cNvSpPr>
            <p:nvPr/>
          </p:nvSpPr>
          <p:spPr bwMode="auto">
            <a:xfrm>
              <a:off x="4229" y="1647"/>
              <a:ext cx="199" cy="1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54</a:t>
              </a:r>
            </a:p>
          </p:txBody>
        </p:sp>
      </p:grpSp>
      <p:sp>
        <p:nvSpPr>
          <p:cNvPr id="335931" name="Rectangle 59">
            <a:extLst>
              <a:ext uri="{FF2B5EF4-FFF2-40B4-BE49-F238E27FC236}">
                <a16:creationId xmlns:a16="http://schemas.microsoft.com/office/drawing/2014/main" id="{7ADDF0C1-B0CA-82F3-5739-43513F0B0EDC}"/>
              </a:ext>
            </a:extLst>
          </p:cNvPr>
          <p:cNvSpPr>
            <a:spLocks noChangeArrowheads="1"/>
          </p:cNvSpPr>
          <p:nvPr/>
        </p:nvSpPr>
        <p:spPr bwMode="auto">
          <a:xfrm>
            <a:off x="5486400" y="5756275"/>
            <a:ext cx="191704"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0</a:t>
            </a:r>
          </a:p>
        </p:txBody>
      </p:sp>
      <p:sp>
        <p:nvSpPr>
          <p:cNvPr id="335932" name="Text Box 60">
            <a:extLst>
              <a:ext uri="{FF2B5EF4-FFF2-40B4-BE49-F238E27FC236}">
                <a16:creationId xmlns:a16="http://schemas.microsoft.com/office/drawing/2014/main" id="{0C669151-BBFA-4E53-2360-CE9FCD6AF90F}"/>
              </a:ext>
            </a:extLst>
          </p:cNvPr>
          <p:cNvSpPr txBox="1">
            <a:spLocks noChangeArrowheads="1"/>
          </p:cNvSpPr>
          <p:nvPr/>
        </p:nvSpPr>
        <p:spPr bwMode="auto">
          <a:xfrm>
            <a:off x="1849438" y="3778251"/>
            <a:ext cx="1365250" cy="34607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CH" sz="1600">
                <a:solidFill>
                  <a:srgbClr val="000000"/>
                </a:solidFill>
                <a:latin typeface="Tahoma" panose="020B0604030504040204" pitchFamily="34" charset="0"/>
              </a:rPr>
              <a:t>stub network</a:t>
            </a:r>
          </a:p>
        </p:txBody>
      </p:sp>
      <p:sp>
        <p:nvSpPr>
          <p:cNvPr id="335933" name="Line 61">
            <a:extLst>
              <a:ext uri="{FF2B5EF4-FFF2-40B4-BE49-F238E27FC236}">
                <a16:creationId xmlns:a16="http://schemas.microsoft.com/office/drawing/2014/main" id="{285C9E93-494F-1314-D789-93EE817776B8}"/>
              </a:ext>
            </a:extLst>
          </p:cNvPr>
          <p:cNvSpPr>
            <a:spLocks noChangeShapeType="1"/>
          </p:cNvSpPr>
          <p:nvPr/>
        </p:nvSpPr>
        <p:spPr bwMode="auto">
          <a:xfrm flipV="1">
            <a:off x="2790826" y="3260725"/>
            <a:ext cx="409575" cy="5159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35934" name="Text Box 62">
            <a:extLst>
              <a:ext uri="{FF2B5EF4-FFF2-40B4-BE49-F238E27FC236}">
                <a16:creationId xmlns:a16="http://schemas.microsoft.com/office/drawing/2014/main" id="{22B3CBC9-95C3-ACB1-8331-545AFB3C0AEB}"/>
              </a:ext>
            </a:extLst>
          </p:cNvPr>
          <p:cNvSpPr txBox="1">
            <a:spLocks noChangeArrowheads="1"/>
          </p:cNvSpPr>
          <p:nvPr/>
        </p:nvSpPr>
        <p:spPr bwMode="auto">
          <a:xfrm>
            <a:off x="1763714" y="5114925"/>
            <a:ext cx="1400175" cy="59055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en-CH" sz="1600">
                <a:solidFill>
                  <a:srgbClr val="000000"/>
                </a:solidFill>
                <a:latin typeface="Tahoma" panose="020B0604030504040204" pitchFamily="34" charset="0"/>
              </a:rPr>
              <a:t>point to point</a:t>
            </a:r>
          </a:p>
          <a:p>
            <a:pPr algn="ctr"/>
            <a:r>
              <a:rPr lang="en-US" altLang="en-CH" sz="1600">
                <a:solidFill>
                  <a:srgbClr val="000000"/>
                </a:solidFill>
                <a:latin typeface="Tahoma" panose="020B0604030504040204" pitchFamily="34" charset="0"/>
              </a:rPr>
              <a:t>link</a:t>
            </a:r>
          </a:p>
        </p:txBody>
      </p:sp>
      <p:sp>
        <p:nvSpPr>
          <p:cNvPr id="335935" name="Line 63">
            <a:extLst>
              <a:ext uri="{FF2B5EF4-FFF2-40B4-BE49-F238E27FC236}">
                <a16:creationId xmlns:a16="http://schemas.microsoft.com/office/drawing/2014/main" id="{F0258B8B-6794-7650-D83B-5F19D0EFB74C}"/>
              </a:ext>
            </a:extLst>
          </p:cNvPr>
          <p:cNvSpPr>
            <a:spLocks noChangeShapeType="1"/>
          </p:cNvSpPr>
          <p:nvPr/>
        </p:nvSpPr>
        <p:spPr bwMode="auto">
          <a:xfrm flipV="1">
            <a:off x="2679701" y="4611689"/>
            <a:ext cx="1019175" cy="50323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35936" name="Text Box 64">
            <a:extLst>
              <a:ext uri="{FF2B5EF4-FFF2-40B4-BE49-F238E27FC236}">
                <a16:creationId xmlns:a16="http://schemas.microsoft.com/office/drawing/2014/main" id="{88AAA03B-5DF6-39F9-69A8-A55A1FFEDB47}"/>
              </a:ext>
            </a:extLst>
          </p:cNvPr>
          <p:cNvSpPr txBox="1">
            <a:spLocks noChangeArrowheads="1"/>
          </p:cNvSpPr>
          <p:nvPr/>
        </p:nvSpPr>
        <p:spPr bwMode="auto">
          <a:xfrm>
            <a:off x="8904289" y="5219700"/>
            <a:ext cx="1068387" cy="59055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en-CH" sz="1600">
                <a:solidFill>
                  <a:srgbClr val="000000"/>
                </a:solidFill>
                <a:latin typeface="Tahoma" panose="020B0604030504040204" pitchFamily="34" charset="0"/>
              </a:rPr>
              <a:t>broadcast</a:t>
            </a:r>
          </a:p>
          <a:p>
            <a:pPr algn="ctr"/>
            <a:r>
              <a:rPr lang="en-US" altLang="en-CH" sz="1600">
                <a:solidFill>
                  <a:srgbClr val="000000"/>
                </a:solidFill>
                <a:latin typeface="Tahoma" panose="020B0604030504040204" pitchFamily="34" charset="0"/>
              </a:rPr>
              <a:t>network</a:t>
            </a:r>
          </a:p>
        </p:txBody>
      </p:sp>
      <p:sp>
        <p:nvSpPr>
          <p:cNvPr id="335937" name="Line 65">
            <a:extLst>
              <a:ext uri="{FF2B5EF4-FFF2-40B4-BE49-F238E27FC236}">
                <a16:creationId xmlns:a16="http://schemas.microsoft.com/office/drawing/2014/main" id="{784D2E39-E431-A2AD-5521-D1BE2B0A8011}"/>
              </a:ext>
            </a:extLst>
          </p:cNvPr>
          <p:cNvSpPr>
            <a:spLocks noChangeShapeType="1"/>
          </p:cNvSpPr>
          <p:nvPr/>
        </p:nvSpPr>
        <p:spPr bwMode="auto">
          <a:xfrm flipH="1" flipV="1">
            <a:off x="8089901" y="4729164"/>
            <a:ext cx="1031875" cy="49053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35938" name="Text Box 66">
            <a:extLst>
              <a:ext uri="{FF2B5EF4-FFF2-40B4-BE49-F238E27FC236}">
                <a16:creationId xmlns:a16="http://schemas.microsoft.com/office/drawing/2014/main" id="{6AD32A95-F210-2CDC-081E-88B9AF3EFE0B}"/>
              </a:ext>
            </a:extLst>
          </p:cNvPr>
          <p:cNvSpPr txBox="1">
            <a:spLocks noChangeArrowheads="1"/>
          </p:cNvSpPr>
          <p:nvPr/>
        </p:nvSpPr>
        <p:spPr bwMode="auto">
          <a:xfrm>
            <a:off x="9310689" y="3683000"/>
            <a:ext cx="917575" cy="59055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en-CH" sz="1600">
                <a:solidFill>
                  <a:srgbClr val="000000"/>
                </a:solidFill>
                <a:latin typeface="Tahoma" panose="020B0604030504040204" pitchFamily="34" charset="0"/>
              </a:rPr>
              <a:t>external</a:t>
            </a:r>
          </a:p>
          <a:p>
            <a:pPr algn="ctr"/>
            <a:r>
              <a:rPr lang="en-US" altLang="en-CH" sz="1600">
                <a:solidFill>
                  <a:srgbClr val="000000"/>
                </a:solidFill>
                <a:latin typeface="Tahoma" panose="020B0604030504040204" pitchFamily="34" charset="0"/>
              </a:rPr>
              <a:t>network</a:t>
            </a:r>
          </a:p>
        </p:txBody>
      </p:sp>
      <p:sp>
        <p:nvSpPr>
          <p:cNvPr id="335939" name="Line 67">
            <a:extLst>
              <a:ext uri="{FF2B5EF4-FFF2-40B4-BE49-F238E27FC236}">
                <a16:creationId xmlns:a16="http://schemas.microsoft.com/office/drawing/2014/main" id="{B900CBDD-D73F-A6E9-299E-ADB01253797E}"/>
              </a:ext>
            </a:extLst>
          </p:cNvPr>
          <p:cNvSpPr>
            <a:spLocks noChangeShapeType="1"/>
          </p:cNvSpPr>
          <p:nvPr/>
        </p:nvSpPr>
        <p:spPr bwMode="auto">
          <a:xfrm flipH="1" flipV="1">
            <a:off x="9067801" y="2976564"/>
            <a:ext cx="385763" cy="70643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Tree>
  </p:cSld>
  <p:clrMapOvr>
    <a:masterClrMapping/>
  </p:clrMapOvr>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57CC4111-5055-0C47-7979-FCE89CBE92B0}"/>
              </a:ext>
            </a:extLst>
          </p:cNvPr>
          <p:cNvSpPr>
            <a:spLocks noGrp="1"/>
          </p:cNvSpPr>
          <p:nvPr>
            <p:ph type="ftr" sz="quarter" idx="10"/>
          </p:nvPr>
        </p:nvSpPr>
        <p:spPr/>
        <p:txBody>
          <a:bodyPr/>
          <a:lstStyle/>
          <a:p>
            <a:pPr eaLnBrk="1" hangingPunct="1"/>
            <a:fld id="{C12609E4-C168-414A-84B3-5AA41B01EC38}" type="slidenum">
              <a:rPr lang="en-US" altLang="en-CH">
                <a:solidFill>
                  <a:srgbClr val="000000"/>
                </a:solidFill>
              </a:rPr>
              <a:pPr eaLnBrk="1" hangingPunct="1"/>
              <a:t>34</a:t>
            </a:fld>
            <a:endParaRPr lang="en-US" altLang="en-CH">
              <a:solidFill>
                <a:srgbClr val="000000"/>
              </a:solidFill>
            </a:endParaRPr>
          </a:p>
        </p:txBody>
      </p:sp>
      <p:sp>
        <p:nvSpPr>
          <p:cNvPr id="472066" name="Rectangle 2">
            <a:extLst>
              <a:ext uri="{FF2B5EF4-FFF2-40B4-BE49-F238E27FC236}">
                <a16:creationId xmlns:a16="http://schemas.microsoft.com/office/drawing/2014/main" id="{E010757E-AADF-81FB-6E2A-FD86B5A8039E}"/>
              </a:ext>
            </a:extLst>
          </p:cNvPr>
          <p:cNvSpPr>
            <a:spLocks noGrp="1" noChangeArrowheads="1"/>
          </p:cNvSpPr>
          <p:nvPr>
            <p:ph type="title"/>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b" anchorCtr="0" compatLnSpc="1">
            <a:prstTxWarp prst="textNoShape">
              <a:avLst/>
            </a:prstTxWarp>
          </a:bodyPr>
          <a:lstStyle/>
          <a:p>
            <a:pPr defTabSz="866775"/>
            <a:r>
              <a:rPr lang="en-CA" altLang="en-CH"/>
              <a:t>(b) Path Computation</a:t>
            </a:r>
          </a:p>
        </p:txBody>
      </p:sp>
      <p:sp>
        <p:nvSpPr>
          <p:cNvPr id="472067" name="Rectangle 3">
            <a:extLst>
              <a:ext uri="{FF2B5EF4-FFF2-40B4-BE49-F238E27FC236}">
                <a16:creationId xmlns:a16="http://schemas.microsoft.com/office/drawing/2014/main" id="{39374A2E-9775-D36C-2B3B-59A291F18DD9}"/>
              </a:ext>
            </a:extLst>
          </p:cNvPr>
          <p:cNvSpPr>
            <a:spLocks noGrp="1" noChangeArrowheads="1"/>
          </p:cNvSpPr>
          <p:nvPr>
            <p:ph type="body" idx="1"/>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t" anchorCtr="0" compatLnSpc="1">
            <a:prstTxWarp prst="textNoShape">
              <a:avLst/>
            </a:prstTxWarp>
          </a:bodyPr>
          <a:lstStyle/>
          <a:p>
            <a:pPr marL="323850" indent="-323850" defTabSz="866775"/>
            <a:r>
              <a:rPr lang="en-CA" altLang="en-CH" dirty="0"/>
              <a:t>Performed locally, based on topology database</a:t>
            </a:r>
          </a:p>
          <a:p>
            <a:pPr marL="323850" indent="-323850" defTabSz="866775"/>
            <a:r>
              <a:rPr lang="en-CA" altLang="en-CH" dirty="0"/>
              <a:t>Computes one or several best paths to every destination from this node</a:t>
            </a:r>
          </a:p>
          <a:p>
            <a:pPr marL="323850" indent="-323850" defTabSz="866775"/>
            <a:r>
              <a:rPr lang="en-CA" altLang="en-CH" dirty="0"/>
              <a:t>Best Path = shortest for OSPF</a:t>
            </a:r>
          </a:p>
          <a:p>
            <a:pPr marL="323850" indent="-323850" defTabSz="866775"/>
            <a:r>
              <a:rPr lang="en-CA" altLang="en-CH" dirty="0"/>
              <a:t>OSPF uses </a:t>
            </a:r>
            <a:r>
              <a:rPr lang="en-CA" altLang="en-CH" b="1" dirty="0"/>
              <a:t>Dijkstra</a:t>
            </a:r>
            <a:r>
              <a:rPr lang="en-CA" altLang="en-CH" dirty="0"/>
              <a:t>’s shortest path</a:t>
            </a:r>
          </a:p>
          <a:p>
            <a:pPr marL="704850" lvl="1" indent="-271463" defTabSz="866775"/>
            <a:r>
              <a:rPr lang="en-CA" altLang="en-CH" b="1" dirty="0">
                <a:solidFill>
                  <a:srgbClr val="FF0000"/>
                </a:solidFill>
              </a:rPr>
              <a:t>the best known algorithm for centralized operation</a:t>
            </a:r>
          </a:p>
          <a:p>
            <a:pPr marL="323850" indent="-323850" defTabSz="866775"/>
            <a:r>
              <a:rPr lang="en-CA" altLang="en-CH" dirty="0"/>
              <a:t>Paths are computed independently at every node</a:t>
            </a:r>
          </a:p>
          <a:p>
            <a:pPr marL="704850" lvl="1" indent="-271463" defTabSz="866775"/>
            <a:r>
              <a:rPr lang="en-CA" altLang="en-CH" dirty="0"/>
              <a:t>synchronization of databases guarantees absence of persistent loops</a:t>
            </a:r>
          </a:p>
          <a:p>
            <a:pPr marL="704850" lvl="1" indent="-271463" defTabSz="866775"/>
            <a:r>
              <a:rPr lang="en-CA" altLang="en-CH" dirty="0"/>
              <a:t>every node computes a shortest path tree </a:t>
            </a:r>
            <a:r>
              <a:rPr lang="en-CA" altLang="en-CH" b="1" i="1" dirty="0">
                <a:solidFill>
                  <a:srgbClr val="FF0000"/>
                </a:solidFill>
              </a:rPr>
              <a:t>rooted at self</a:t>
            </a:r>
          </a:p>
        </p:txBody>
      </p:sp>
    </p:spTree>
  </p:cSld>
  <p:clrMapOvr>
    <a:masterClrMapping/>
  </p:clrMapOvr>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8C2DD74F-335A-C634-B18B-9F3178B490F7}"/>
              </a:ext>
            </a:extLst>
          </p:cNvPr>
          <p:cNvSpPr>
            <a:spLocks noGrp="1"/>
          </p:cNvSpPr>
          <p:nvPr>
            <p:ph type="ftr" sz="quarter" idx="10"/>
          </p:nvPr>
        </p:nvSpPr>
        <p:spPr/>
        <p:txBody>
          <a:bodyPr/>
          <a:lstStyle/>
          <a:p>
            <a:pPr eaLnBrk="1" hangingPunct="1"/>
            <a:fld id="{43DC26DE-D281-44B7-B2B3-1C4C37763DD4}" type="slidenum">
              <a:rPr lang="en-US" altLang="en-CH">
                <a:solidFill>
                  <a:srgbClr val="000000"/>
                </a:solidFill>
              </a:rPr>
              <a:pPr eaLnBrk="1" hangingPunct="1"/>
              <a:t>35</a:t>
            </a:fld>
            <a:endParaRPr lang="en-US" altLang="en-CH">
              <a:solidFill>
                <a:srgbClr val="000000"/>
              </a:solidFill>
            </a:endParaRPr>
          </a:p>
        </p:txBody>
      </p:sp>
      <p:sp>
        <p:nvSpPr>
          <p:cNvPr id="496642" name="Rectangle 1026">
            <a:extLst>
              <a:ext uri="{FF2B5EF4-FFF2-40B4-BE49-F238E27FC236}">
                <a16:creationId xmlns:a16="http://schemas.microsoft.com/office/drawing/2014/main" id="{5309736B-994B-6EC6-FD2E-889CC30AAD89}"/>
              </a:ext>
            </a:extLst>
          </p:cNvPr>
          <p:cNvSpPr>
            <a:spLocks noGrp="1" noChangeArrowheads="1"/>
          </p:cNvSpPr>
          <p:nvPr>
            <p:ph type="title"/>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b" anchorCtr="0" compatLnSpc="1">
            <a:prstTxWarp prst="textNoShape">
              <a:avLst/>
            </a:prstTxWarp>
          </a:bodyPr>
          <a:lstStyle/>
          <a:p>
            <a:pPr defTabSz="866775"/>
            <a:r>
              <a:rPr lang="en-CA" altLang="en-CH"/>
              <a:t>LS: Summary</a:t>
            </a:r>
          </a:p>
        </p:txBody>
      </p:sp>
      <p:sp>
        <p:nvSpPr>
          <p:cNvPr id="496643" name="Rectangle 1027">
            <a:extLst>
              <a:ext uri="{FF2B5EF4-FFF2-40B4-BE49-F238E27FC236}">
                <a16:creationId xmlns:a16="http://schemas.microsoft.com/office/drawing/2014/main" id="{9034F799-0DCF-70F6-5C5E-6F6CDD68DCA1}"/>
              </a:ext>
            </a:extLst>
          </p:cNvPr>
          <p:cNvSpPr>
            <a:spLocks noGrp="1" noChangeArrowheads="1"/>
          </p:cNvSpPr>
          <p:nvPr>
            <p:ph type="body" idx="1"/>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t" anchorCtr="0" compatLnSpc="1">
            <a:prstTxWarp prst="textNoShape">
              <a:avLst/>
            </a:prstTxWarp>
          </a:bodyPr>
          <a:lstStyle/>
          <a:p>
            <a:pPr marL="323850" indent="-323850" defTabSz="866775"/>
            <a:r>
              <a:rPr lang="en-CA" altLang="en-CH" dirty="0"/>
              <a:t>All nodes compute their own </a:t>
            </a:r>
            <a:r>
              <a:rPr lang="en-CA" altLang="en-CH" b="1" dirty="0"/>
              <a:t>topology database</a:t>
            </a:r>
          </a:p>
          <a:p>
            <a:pPr marL="704850" lvl="1" indent="-271463" defTabSz="866775"/>
            <a:r>
              <a:rPr lang="en-CA" altLang="en-CH" dirty="0"/>
              <a:t>represents the whole network</a:t>
            </a:r>
          </a:p>
          <a:p>
            <a:pPr marL="704850" lvl="1" indent="-271463" defTabSz="866775"/>
            <a:r>
              <a:rPr lang="en-CA" altLang="en-CH" b="1" dirty="0"/>
              <a:t>strongly synchronized</a:t>
            </a:r>
          </a:p>
          <a:p>
            <a:pPr marL="323850" indent="-323850" defTabSz="866775"/>
            <a:r>
              <a:rPr lang="en-CA" altLang="en-CH" b="1" dirty="0"/>
              <a:t>All nodes compute their best path tree to all destinations</a:t>
            </a:r>
          </a:p>
          <a:p>
            <a:pPr marL="323850" indent="-323850" defTabSz="866775"/>
            <a:r>
              <a:rPr lang="en-CA" altLang="en-CH" b="1" dirty="0"/>
              <a:t>Routing tables are built from the tree</a:t>
            </a:r>
          </a:p>
          <a:p>
            <a:pPr marL="704850" lvl="1" indent="-271463" defTabSz="866775"/>
            <a:r>
              <a:rPr lang="en-CA" altLang="en-CH" b="1" dirty="0"/>
              <a:t>used for next hop routing only</a:t>
            </a:r>
          </a:p>
          <a:p>
            <a:pPr marL="323850" indent="-323850" defTabSz="866775"/>
            <a:r>
              <a:rPr lang="en-CA" altLang="en-CH" dirty="0"/>
              <a:t>LS versus DV</a:t>
            </a:r>
          </a:p>
          <a:p>
            <a:pPr marL="704850" lvl="1" indent="-271463" defTabSz="866775"/>
            <a:r>
              <a:rPr lang="en-CA" altLang="en-CH" dirty="0"/>
              <a:t>LS avoids convergence problems of DV </a:t>
            </a:r>
          </a:p>
          <a:p>
            <a:pPr marL="704850" lvl="1" indent="-271463" defTabSz="866775"/>
            <a:r>
              <a:rPr lang="en-CA" altLang="en-CH" dirty="0"/>
              <a:t>supports </a:t>
            </a:r>
            <a:r>
              <a:rPr lang="en-CA" altLang="en-CH" b="1" dirty="0">
                <a:solidFill>
                  <a:srgbClr val="FF0000"/>
                </a:solidFill>
              </a:rPr>
              <a:t>flexible cost definitions</a:t>
            </a:r>
            <a:endParaRPr lang="en-CA" altLang="en-CH" dirty="0"/>
          </a:p>
          <a:p>
            <a:pPr marL="704850" lvl="1" indent="-271463" defTabSz="866775"/>
            <a:r>
              <a:rPr lang="en-CA" altLang="en-CH" dirty="0"/>
              <a:t>LS is much more complex</a:t>
            </a:r>
          </a:p>
        </p:txBody>
      </p:sp>
    </p:spTree>
  </p:cSld>
  <p:clrMapOvr>
    <a:masterClrMapping/>
  </p:clrMapOvr>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7EF383E3-E86A-6005-8145-66F7709888BB}"/>
              </a:ext>
            </a:extLst>
          </p:cNvPr>
          <p:cNvSpPr>
            <a:spLocks noGrp="1"/>
          </p:cNvSpPr>
          <p:nvPr>
            <p:ph type="ftr" sz="quarter" idx="10"/>
          </p:nvPr>
        </p:nvSpPr>
        <p:spPr/>
        <p:txBody>
          <a:bodyPr/>
          <a:lstStyle/>
          <a:p>
            <a:pPr eaLnBrk="1" hangingPunct="1"/>
            <a:fld id="{4B7D2B8A-0B26-4BF2-B7C2-3A66E301019B}" type="slidenum">
              <a:rPr lang="en-US" altLang="en-CH">
                <a:solidFill>
                  <a:srgbClr val="000000"/>
                </a:solidFill>
              </a:rPr>
              <a:pPr eaLnBrk="1" hangingPunct="1"/>
              <a:t>36</a:t>
            </a:fld>
            <a:endParaRPr lang="en-US" altLang="en-CH">
              <a:solidFill>
                <a:srgbClr val="000000"/>
              </a:solidFill>
            </a:endParaRPr>
          </a:p>
        </p:txBody>
      </p:sp>
      <p:sp>
        <p:nvSpPr>
          <p:cNvPr id="368642" name="Rectangle 2">
            <a:extLst>
              <a:ext uri="{FF2B5EF4-FFF2-40B4-BE49-F238E27FC236}">
                <a16:creationId xmlns:a16="http://schemas.microsoft.com/office/drawing/2014/main" id="{3E9B05DE-1034-2F0C-7E03-A9F0C4F04BF5}"/>
              </a:ext>
            </a:extLst>
          </p:cNvPr>
          <p:cNvSpPr>
            <a:spLocks noGrp="1" noChangeArrowheads="1"/>
          </p:cNvSpPr>
          <p:nvPr>
            <p:ph type="title"/>
          </p:nvPr>
        </p:nvSpPr>
        <p:spPr>
          <a:xfrm>
            <a:off x="2806700" y="247650"/>
            <a:ext cx="7640638" cy="998538"/>
          </a:xfrm>
        </p:spPr>
        <p:txBody>
          <a:bodyPr/>
          <a:lstStyle/>
          <a:p>
            <a:r>
              <a:rPr lang="en-CA" altLang="en-CH"/>
              <a:t>2. Divide large networks </a:t>
            </a:r>
          </a:p>
        </p:txBody>
      </p:sp>
      <p:sp>
        <p:nvSpPr>
          <p:cNvPr id="368643" name="Rectangle 3">
            <a:extLst>
              <a:ext uri="{FF2B5EF4-FFF2-40B4-BE49-F238E27FC236}">
                <a16:creationId xmlns:a16="http://schemas.microsoft.com/office/drawing/2014/main" id="{083346A1-AE96-0737-A709-11BEDA64CE65}"/>
              </a:ext>
            </a:extLst>
          </p:cNvPr>
          <p:cNvSpPr>
            <a:spLocks noGrp="1" noChangeArrowheads="1"/>
          </p:cNvSpPr>
          <p:nvPr>
            <p:ph type="body" idx="1"/>
          </p:nvPr>
        </p:nvSpPr>
        <p:spPr/>
        <p:txBody>
          <a:bodyPr/>
          <a:lstStyle/>
          <a:p>
            <a:r>
              <a:rPr lang="en-CA" altLang="en-CH" dirty="0"/>
              <a:t>Why divide large networks?</a:t>
            </a:r>
          </a:p>
          <a:p>
            <a:r>
              <a:rPr lang="en-CA" altLang="en-CH" b="1" dirty="0">
                <a:solidFill>
                  <a:srgbClr val="FF0000"/>
                </a:solidFill>
              </a:rPr>
              <a:t>Cost of computing routing tables </a:t>
            </a:r>
          </a:p>
          <a:p>
            <a:pPr lvl="1"/>
            <a:r>
              <a:rPr lang="en-CA" altLang="en-CH" dirty="0"/>
              <a:t>update when topology changes</a:t>
            </a:r>
          </a:p>
          <a:p>
            <a:pPr lvl="1"/>
            <a:r>
              <a:rPr lang="en-CA" altLang="en-CH" dirty="0"/>
              <a:t>SPF algorithm</a:t>
            </a:r>
          </a:p>
          <a:p>
            <a:pPr lvl="2"/>
            <a:r>
              <a:rPr lang="en-CA" altLang="en-CH" i="1" dirty="0"/>
              <a:t>n</a:t>
            </a:r>
            <a:r>
              <a:rPr lang="en-CA" altLang="en-CH" dirty="0"/>
              <a:t> routers, </a:t>
            </a:r>
            <a:r>
              <a:rPr lang="en-CA" altLang="en-CH" i="1" dirty="0"/>
              <a:t>k</a:t>
            </a:r>
            <a:r>
              <a:rPr lang="en-CA" altLang="en-CH" dirty="0"/>
              <a:t> links</a:t>
            </a:r>
          </a:p>
          <a:p>
            <a:pPr lvl="2"/>
            <a:r>
              <a:rPr lang="en-CA" altLang="en-CH" dirty="0"/>
              <a:t>complexity O(</a:t>
            </a:r>
            <a:r>
              <a:rPr lang="en-CA" altLang="en-CH" i="1" dirty="0"/>
              <a:t>n*k</a:t>
            </a:r>
            <a:r>
              <a:rPr lang="en-CA" altLang="en-CH" dirty="0"/>
              <a:t>)</a:t>
            </a:r>
          </a:p>
          <a:p>
            <a:pPr lvl="1"/>
            <a:r>
              <a:rPr lang="en-CA" altLang="en-CH" dirty="0"/>
              <a:t>size of DB, </a:t>
            </a:r>
            <a:r>
              <a:rPr lang="en-CA" altLang="en-CH" dirty="0">
                <a:solidFill>
                  <a:srgbClr val="FF0000"/>
                </a:solidFill>
              </a:rPr>
              <a:t>update messages grows with the network size</a:t>
            </a:r>
          </a:p>
          <a:p>
            <a:r>
              <a:rPr lang="en-CA" altLang="en-CH" dirty="0"/>
              <a:t>Use</a:t>
            </a:r>
            <a:r>
              <a:rPr lang="en-CA" altLang="en-CH" dirty="0">
                <a:solidFill>
                  <a:srgbClr val="FF0000"/>
                </a:solidFill>
              </a:rPr>
              <a:t> </a:t>
            </a:r>
            <a:r>
              <a:rPr lang="en-CA" altLang="en-CH" i="1" dirty="0">
                <a:solidFill>
                  <a:srgbClr val="FF0000"/>
                </a:solidFill>
              </a:rPr>
              <a:t>hierarchical routing</a:t>
            </a:r>
            <a:r>
              <a:rPr lang="en-CA" altLang="en-CH" i="1" dirty="0"/>
              <a:t> </a:t>
            </a:r>
            <a:r>
              <a:rPr lang="en-CA" altLang="en-CH" dirty="0"/>
              <a:t> to limit the scope of updates and computational overhead</a:t>
            </a:r>
          </a:p>
          <a:p>
            <a:pPr lvl="1"/>
            <a:r>
              <a:rPr lang="en-CA" altLang="en-CH" dirty="0"/>
              <a:t>divide the network into several areas</a:t>
            </a:r>
          </a:p>
          <a:p>
            <a:pPr lvl="1"/>
            <a:r>
              <a:rPr lang="en-CA" altLang="en-CH" dirty="0"/>
              <a:t>independent route computing in each area</a:t>
            </a:r>
          </a:p>
          <a:p>
            <a:pPr lvl="1"/>
            <a:r>
              <a:rPr lang="en-CA" altLang="en-CH" b="1" dirty="0">
                <a:highlight>
                  <a:srgbClr val="FFFF00"/>
                </a:highlight>
              </a:rPr>
              <a:t>inject aggregated information </a:t>
            </a:r>
            <a:r>
              <a:rPr lang="en-CA" altLang="en-CH" dirty="0"/>
              <a:t>on routes into other areas </a:t>
            </a:r>
          </a:p>
          <a:p>
            <a:r>
              <a:rPr lang="en-CA" altLang="en-CH" dirty="0"/>
              <a:t>We explain hierarchical routing the OSPF way</a:t>
            </a:r>
          </a:p>
          <a:p>
            <a:pPr lvl="1"/>
            <a:r>
              <a:rPr lang="en-CA" altLang="en-CH" dirty="0"/>
              <a:t>IS-IS does things a bit differently</a:t>
            </a:r>
          </a:p>
        </p:txBody>
      </p:sp>
    </p:spTree>
  </p:cSld>
  <p:clrMapOvr>
    <a:masterClrMapping/>
  </p:clrMapOvr>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3B18527E-D7FA-CF41-DB0A-C0E3C58DB022}"/>
              </a:ext>
            </a:extLst>
          </p:cNvPr>
          <p:cNvSpPr>
            <a:spLocks noGrp="1"/>
          </p:cNvSpPr>
          <p:nvPr>
            <p:ph type="ftr" sz="quarter" idx="10"/>
          </p:nvPr>
        </p:nvSpPr>
        <p:spPr/>
        <p:txBody>
          <a:bodyPr/>
          <a:lstStyle/>
          <a:p>
            <a:pPr eaLnBrk="1" hangingPunct="1"/>
            <a:fld id="{2236D9AC-0852-46FD-96B1-787D8240952D}" type="slidenum">
              <a:rPr lang="en-US" altLang="en-CH">
                <a:solidFill>
                  <a:srgbClr val="000000"/>
                </a:solidFill>
              </a:rPr>
              <a:pPr eaLnBrk="1" hangingPunct="1"/>
              <a:t>37</a:t>
            </a:fld>
            <a:endParaRPr lang="en-US" altLang="en-CH">
              <a:solidFill>
                <a:srgbClr val="000000"/>
              </a:solidFill>
            </a:endParaRPr>
          </a:p>
        </p:txBody>
      </p:sp>
      <p:sp>
        <p:nvSpPr>
          <p:cNvPr id="370690" name="Rectangle 2">
            <a:extLst>
              <a:ext uri="{FF2B5EF4-FFF2-40B4-BE49-F238E27FC236}">
                <a16:creationId xmlns:a16="http://schemas.microsoft.com/office/drawing/2014/main" id="{BEAB60F3-91BF-EF54-C7E6-8241C4759441}"/>
              </a:ext>
            </a:extLst>
          </p:cNvPr>
          <p:cNvSpPr>
            <a:spLocks noGrp="1" noChangeArrowheads="1"/>
          </p:cNvSpPr>
          <p:nvPr>
            <p:ph type="title"/>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b" anchorCtr="0" compatLnSpc="1">
            <a:prstTxWarp prst="textNoShape">
              <a:avLst/>
            </a:prstTxWarp>
          </a:bodyPr>
          <a:lstStyle/>
          <a:p>
            <a:r>
              <a:rPr lang="en-CA" altLang="en-CH"/>
              <a:t>Hierarchical Routing</a:t>
            </a:r>
          </a:p>
        </p:txBody>
      </p:sp>
      <p:sp>
        <p:nvSpPr>
          <p:cNvPr id="370691" name="Rectangle 3">
            <a:extLst>
              <a:ext uri="{FF2B5EF4-FFF2-40B4-BE49-F238E27FC236}">
                <a16:creationId xmlns:a16="http://schemas.microsoft.com/office/drawing/2014/main" id="{B3D18C6D-C444-F824-0ACC-19D3F0127BF1}"/>
              </a:ext>
            </a:extLst>
          </p:cNvPr>
          <p:cNvSpPr>
            <a:spLocks noGrp="1" noChangeArrowheads="1"/>
          </p:cNvSpPr>
          <p:nvPr>
            <p:ph type="body" idx="1"/>
          </p:nvPr>
        </p:nvSpPr>
        <p:spPr>
          <a:xfrm>
            <a:off x="2560638" y="1389064"/>
            <a:ext cx="7772400" cy="1552575"/>
          </a:xfrm>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t" anchorCtr="0" compatLnSpc="1">
            <a:prstTxWarp prst="textNoShape">
              <a:avLst/>
            </a:prstTxWarp>
          </a:bodyPr>
          <a:lstStyle/>
          <a:p>
            <a:r>
              <a:rPr lang="en-CA" altLang="en-CH" dirty="0"/>
              <a:t>A large OSPF domain can be configured into </a:t>
            </a:r>
            <a:r>
              <a:rPr lang="en-CA" altLang="en-CH" i="1" dirty="0"/>
              <a:t>areas</a:t>
            </a:r>
          </a:p>
          <a:p>
            <a:pPr lvl="1"/>
            <a:r>
              <a:rPr lang="en-CA" altLang="en-CH" dirty="0"/>
              <a:t>one</a:t>
            </a:r>
            <a:r>
              <a:rPr lang="en-CA" altLang="en-CH" i="1" dirty="0"/>
              <a:t> backbone area</a:t>
            </a:r>
            <a:r>
              <a:rPr lang="en-CA" altLang="en-CH" dirty="0"/>
              <a:t> (area 0)</a:t>
            </a:r>
          </a:p>
          <a:p>
            <a:pPr lvl="1"/>
            <a:r>
              <a:rPr lang="en-CA" altLang="en-CH" dirty="0"/>
              <a:t>non backbone areas (areas numbered other than 0)</a:t>
            </a:r>
          </a:p>
          <a:p>
            <a:r>
              <a:rPr lang="en-CA" altLang="en-CH" dirty="0"/>
              <a:t>All inter-area traffic goes through area 0	</a:t>
            </a:r>
          </a:p>
          <a:p>
            <a:pPr lvl="1"/>
            <a:r>
              <a:rPr lang="en-CA" altLang="en-CH" dirty="0"/>
              <a:t>strict hierarchy</a:t>
            </a:r>
          </a:p>
          <a:p>
            <a:r>
              <a:rPr lang="en-CA" altLang="en-CH" dirty="0"/>
              <a:t>Inside one area: link state routing as seen earlier</a:t>
            </a:r>
          </a:p>
          <a:p>
            <a:pPr lvl="1"/>
            <a:r>
              <a:rPr lang="en-CA" altLang="en-CH" dirty="0">
                <a:highlight>
                  <a:srgbClr val="FFFF00"/>
                </a:highlight>
              </a:rPr>
              <a:t>one topology database per area</a:t>
            </a:r>
          </a:p>
        </p:txBody>
      </p:sp>
      <p:sp>
        <p:nvSpPr>
          <p:cNvPr id="3" name="Rectangle 4">
            <a:extLst>
              <a:ext uri="{FF2B5EF4-FFF2-40B4-BE49-F238E27FC236}">
                <a16:creationId xmlns:a16="http://schemas.microsoft.com/office/drawing/2014/main" id="{69141977-15E8-EBD6-5FFD-A8D4264849CA}"/>
              </a:ext>
            </a:extLst>
          </p:cNvPr>
          <p:cNvSpPr>
            <a:spLocks noChangeArrowheads="1"/>
          </p:cNvSpPr>
          <p:nvPr/>
        </p:nvSpPr>
        <p:spPr bwMode="auto">
          <a:xfrm>
            <a:off x="5980038" y="6243638"/>
            <a:ext cx="769938" cy="263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270" tIns="8976" rIns="18270" bIns="8976">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eaLnBrk="0" hangingPunct="0"/>
            <a:r>
              <a:rPr lang="en-CA" altLang="en-CH" sz="1600" b="1" dirty="0">
                <a:latin typeface="Courier New" panose="02070309020205020404" pitchFamily="49" charset="0"/>
              </a:rPr>
              <a:t>area 0</a:t>
            </a:r>
          </a:p>
        </p:txBody>
      </p:sp>
      <p:sp>
        <p:nvSpPr>
          <p:cNvPr id="4" name="Oval 5">
            <a:extLst>
              <a:ext uri="{FF2B5EF4-FFF2-40B4-BE49-F238E27FC236}">
                <a16:creationId xmlns:a16="http://schemas.microsoft.com/office/drawing/2014/main" id="{09CFD8FD-A76F-5271-5A0C-7A14748A380C}"/>
              </a:ext>
            </a:extLst>
          </p:cNvPr>
          <p:cNvSpPr>
            <a:spLocks noChangeArrowheads="1"/>
          </p:cNvSpPr>
          <p:nvPr/>
        </p:nvSpPr>
        <p:spPr bwMode="auto">
          <a:xfrm>
            <a:off x="5400601" y="4097338"/>
            <a:ext cx="1754187" cy="2098675"/>
          </a:xfrm>
          <a:prstGeom prst="ellipse">
            <a:avLst/>
          </a:prstGeom>
          <a:gradFill rotWithShape="0">
            <a:gsLst>
              <a:gs pos="0">
                <a:srgbClr val="FC0128">
                  <a:gamma/>
                  <a:tint val="0"/>
                  <a:invGamma/>
                </a:srgbClr>
              </a:gs>
              <a:gs pos="100000">
                <a:srgbClr val="FC0128"/>
              </a:gs>
            </a:gsLst>
            <a:path path="shape">
              <a:fillToRect l="50000" t="50000" r="50000" b="50000"/>
            </a:path>
          </a:gra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270" tIns="8976" rIns="18270" bIns="8976">
            <a:spAutoFit/>
          </a:bodyPr>
          <a:lstStyle/>
          <a:p>
            <a:endParaRPr lang="en-CH"/>
          </a:p>
        </p:txBody>
      </p:sp>
      <p:sp>
        <p:nvSpPr>
          <p:cNvPr id="5" name="Oval 6">
            <a:extLst>
              <a:ext uri="{FF2B5EF4-FFF2-40B4-BE49-F238E27FC236}">
                <a16:creationId xmlns:a16="http://schemas.microsoft.com/office/drawing/2014/main" id="{7FF66AA3-13C0-7A90-1C91-6CF8E4798CC8}"/>
              </a:ext>
            </a:extLst>
          </p:cNvPr>
          <p:cNvSpPr>
            <a:spLocks noChangeArrowheads="1"/>
          </p:cNvSpPr>
          <p:nvPr/>
        </p:nvSpPr>
        <p:spPr bwMode="auto">
          <a:xfrm>
            <a:off x="6888088" y="4589463"/>
            <a:ext cx="2274888" cy="1606550"/>
          </a:xfrm>
          <a:prstGeom prst="ellipse">
            <a:avLst/>
          </a:prstGeom>
          <a:solidFill>
            <a:srgbClr val="FCD1C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270" tIns="8976" rIns="18270" bIns="8976">
            <a:spAutoFit/>
          </a:bodyPr>
          <a:lstStyle/>
          <a:p>
            <a:endParaRPr lang="en-CH"/>
          </a:p>
        </p:txBody>
      </p:sp>
      <p:sp>
        <p:nvSpPr>
          <p:cNvPr id="6" name="Oval 7">
            <a:extLst>
              <a:ext uri="{FF2B5EF4-FFF2-40B4-BE49-F238E27FC236}">
                <a16:creationId xmlns:a16="http://schemas.microsoft.com/office/drawing/2014/main" id="{AA353185-C446-FB22-6FCD-512CADE083B7}"/>
              </a:ext>
            </a:extLst>
          </p:cNvPr>
          <p:cNvSpPr>
            <a:spLocks noChangeArrowheads="1"/>
          </p:cNvSpPr>
          <p:nvPr/>
        </p:nvSpPr>
        <p:spPr bwMode="auto">
          <a:xfrm>
            <a:off x="3571801" y="4660901"/>
            <a:ext cx="2209800" cy="1465262"/>
          </a:xfrm>
          <a:prstGeom prst="ellipse">
            <a:avLst/>
          </a:prstGeom>
          <a:solidFill>
            <a:srgbClr val="FCD1C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270" tIns="8976" rIns="18270" bIns="8976">
            <a:spAutoFit/>
          </a:bodyPr>
          <a:lstStyle/>
          <a:p>
            <a:endParaRPr lang="en-CH"/>
          </a:p>
        </p:txBody>
      </p:sp>
      <p:sp>
        <p:nvSpPr>
          <p:cNvPr id="7" name="Rectangle 8">
            <a:extLst>
              <a:ext uri="{FF2B5EF4-FFF2-40B4-BE49-F238E27FC236}">
                <a16:creationId xmlns:a16="http://schemas.microsoft.com/office/drawing/2014/main" id="{3DAD9884-1341-B939-EB36-D327B551CD2D}"/>
              </a:ext>
            </a:extLst>
          </p:cNvPr>
          <p:cNvSpPr>
            <a:spLocks noChangeArrowheads="1"/>
          </p:cNvSpPr>
          <p:nvPr/>
        </p:nvSpPr>
        <p:spPr bwMode="auto">
          <a:xfrm>
            <a:off x="8383513" y="4627563"/>
            <a:ext cx="295275" cy="276225"/>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270" tIns="8976" rIns="18270" bIns="8976">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eaLnBrk="0" hangingPunct="0"/>
            <a:r>
              <a:rPr lang="en-CA" altLang="en-CH" sz="1600" b="1">
                <a:latin typeface="Courier New" panose="02070309020205020404" pitchFamily="49" charset="0"/>
              </a:rPr>
              <a:t>B1</a:t>
            </a:r>
          </a:p>
        </p:txBody>
      </p:sp>
      <p:sp>
        <p:nvSpPr>
          <p:cNvPr id="8" name="Rectangle 9">
            <a:extLst>
              <a:ext uri="{FF2B5EF4-FFF2-40B4-BE49-F238E27FC236}">
                <a16:creationId xmlns:a16="http://schemas.microsoft.com/office/drawing/2014/main" id="{0F1082A9-79AD-E6A5-A9CD-13CE152B939E}"/>
              </a:ext>
            </a:extLst>
          </p:cNvPr>
          <p:cNvSpPr>
            <a:spLocks noChangeArrowheads="1"/>
          </p:cNvSpPr>
          <p:nvPr/>
        </p:nvSpPr>
        <p:spPr bwMode="auto">
          <a:xfrm>
            <a:off x="6749976" y="4768851"/>
            <a:ext cx="295275" cy="276225"/>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270" tIns="8976" rIns="18270" bIns="8976">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eaLnBrk="0" hangingPunct="0"/>
            <a:r>
              <a:rPr lang="en-CA" altLang="en-CH" sz="1600" b="1">
                <a:latin typeface="Courier New" panose="02070309020205020404" pitchFamily="49" charset="0"/>
              </a:rPr>
              <a:t>X3</a:t>
            </a:r>
          </a:p>
        </p:txBody>
      </p:sp>
      <p:sp>
        <p:nvSpPr>
          <p:cNvPr id="9" name="Rectangle 10">
            <a:extLst>
              <a:ext uri="{FF2B5EF4-FFF2-40B4-BE49-F238E27FC236}">
                <a16:creationId xmlns:a16="http://schemas.microsoft.com/office/drawing/2014/main" id="{C5F58949-3E46-FB61-FFCB-2F3126695C4D}"/>
              </a:ext>
            </a:extLst>
          </p:cNvPr>
          <p:cNvSpPr>
            <a:spLocks noChangeArrowheads="1"/>
          </p:cNvSpPr>
          <p:nvPr/>
        </p:nvSpPr>
        <p:spPr bwMode="auto">
          <a:xfrm>
            <a:off x="5378376" y="4065588"/>
            <a:ext cx="295275" cy="276225"/>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270" tIns="8976" rIns="18270" bIns="8976">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eaLnBrk="0" hangingPunct="0"/>
            <a:r>
              <a:rPr lang="en-CA" altLang="en-CH" sz="1600" b="1">
                <a:latin typeface="Courier New" panose="02070309020205020404" pitchFamily="49" charset="0"/>
              </a:rPr>
              <a:t>X1</a:t>
            </a:r>
          </a:p>
        </p:txBody>
      </p:sp>
      <p:sp>
        <p:nvSpPr>
          <p:cNvPr id="10" name="Rectangle 11">
            <a:extLst>
              <a:ext uri="{FF2B5EF4-FFF2-40B4-BE49-F238E27FC236}">
                <a16:creationId xmlns:a16="http://schemas.microsoft.com/office/drawing/2014/main" id="{BAFCFEB7-E54A-0847-AAB4-553934F2E667}"/>
              </a:ext>
            </a:extLst>
          </p:cNvPr>
          <p:cNvSpPr>
            <a:spLocks noChangeArrowheads="1"/>
          </p:cNvSpPr>
          <p:nvPr/>
        </p:nvSpPr>
        <p:spPr bwMode="auto">
          <a:xfrm>
            <a:off x="5378376" y="4768851"/>
            <a:ext cx="295275" cy="276225"/>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270" tIns="8976" rIns="18270" bIns="8976">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eaLnBrk="0" hangingPunct="0"/>
            <a:r>
              <a:rPr lang="en-CA" altLang="en-CH" sz="1600" b="1">
                <a:latin typeface="Courier New" panose="02070309020205020404" pitchFamily="49" charset="0"/>
              </a:rPr>
              <a:t>X4</a:t>
            </a:r>
          </a:p>
        </p:txBody>
      </p:sp>
      <p:sp>
        <p:nvSpPr>
          <p:cNvPr id="11" name="Rectangle 12">
            <a:extLst>
              <a:ext uri="{FF2B5EF4-FFF2-40B4-BE49-F238E27FC236}">
                <a16:creationId xmlns:a16="http://schemas.microsoft.com/office/drawing/2014/main" id="{8798F0DA-2A42-C518-0105-36DB47BB3A5A}"/>
              </a:ext>
            </a:extLst>
          </p:cNvPr>
          <p:cNvSpPr>
            <a:spLocks noChangeArrowheads="1"/>
          </p:cNvSpPr>
          <p:nvPr/>
        </p:nvSpPr>
        <p:spPr bwMode="auto">
          <a:xfrm>
            <a:off x="3744838" y="4699001"/>
            <a:ext cx="295275" cy="276225"/>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270" tIns="8976" rIns="18270" bIns="8976">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eaLnBrk="0" hangingPunct="0"/>
            <a:r>
              <a:rPr lang="en-CA" altLang="en-CH" sz="1600" b="1">
                <a:latin typeface="Courier New" panose="02070309020205020404" pitchFamily="49" charset="0"/>
              </a:rPr>
              <a:t>A1</a:t>
            </a:r>
          </a:p>
        </p:txBody>
      </p:sp>
      <p:sp>
        <p:nvSpPr>
          <p:cNvPr id="12" name="Rectangle 13">
            <a:extLst>
              <a:ext uri="{FF2B5EF4-FFF2-40B4-BE49-F238E27FC236}">
                <a16:creationId xmlns:a16="http://schemas.microsoft.com/office/drawing/2014/main" id="{433003AD-5355-C899-7D75-923FAE176F14}"/>
              </a:ext>
            </a:extLst>
          </p:cNvPr>
          <p:cNvSpPr>
            <a:spLocks noChangeArrowheads="1"/>
          </p:cNvSpPr>
          <p:nvPr/>
        </p:nvSpPr>
        <p:spPr bwMode="auto">
          <a:xfrm>
            <a:off x="7402438" y="5119688"/>
            <a:ext cx="769938" cy="263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270" tIns="8976" rIns="18270" bIns="8976">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eaLnBrk="0" hangingPunct="0"/>
            <a:r>
              <a:rPr lang="en-CA" altLang="en-CH" sz="1600" b="1">
                <a:latin typeface="Courier New" panose="02070309020205020404" pitchFamily="49" charset="0"/>
              </a:rPr>
              <a:t>area 2</a:t>
            </a:r>
          </a:p>
        </p:txBody>
      </p:sp>
      <p:sp>
        <p:nvSpPr>
          <p:cNvPr id="13" name="Rectangle 14">
            <a:extLst>
              <a:ext uri="{FF2B5EF4-FFF2-40B4-BE49-F238E27FC236}">
                <a16:creationId xmlns:a16="http://schemas.microsoft.com/office/drawing/2014/main" id="{1084EDAF-1C96-B073-73D0-BC01ACF7E7EA}"/>
              </a:ext>
            </a:extLst>
          </p:cNvPr>
          <p:cNvSpPr>
            <a:spLocks noChangeArrowheads="1"/>
          </p:cNvSpPr>
          <p:nvPr/>
        </p:nvSpPr>
        <p:spPr bwMode="auto">
          <a:xfrm>
            <a:off x="4332213" y="5119688"/>
            <a:ext cx="769938" cy="263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270" tIns="8976" rIns="18270" bIns="8976">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eaLnBrk="0" hangingPunct="0"/>
            <a:r>
              <a:rPr lang="en-CA" altLang="en-CH" sz="1600" b="1">
                <a:latin typeface="Courier New" panose="02070309020205020404" pitchFamily="49" charset="0"/>
              </a:rPr>
              <a:t>area 1</a:t>
            </a:r>
          </a:p>
        </p:txBody>
      </p:sp>
      <p:sp>
        <p:nvSpPr>
          <p:cNvPr id="14" name="Rectangle 15">
            <a:extLst>
              <a:ext uri="{FF2B5EF4-FFF2-40B4-BE49-F238E27FC236}">
                <a16:creationId xmlns:a16="http://schemas.microsoft.com/office/drawing/2014/main" id="{F4AE46F8-B88B-A08C-3920-96910D993DB5}"/>
              </a:ext>
            </a:extLst>
          </p:cNvPr>
          <p:cNvSpPr>
            <a:spLocks noChangeArrowheads="1"/>
          </p:cNvSpPr>
          <p:nvPr/>
        </p:nvSpPr>
        <p:spPr bwMode="auto">
          <a:xfrm>
            <a:off x="6749976" y="4065588"/>
            <a:ext cx="295275" cy="276225"/>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270" tIns="8976" rIns="18270" bIns="8976">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eaLnBrk="0" hangingPunct="0"/>
            <a:r>
              <a:rPr lang="en-CA" altLang="en-CH" sz="1600" b="1">
                <a:latin typeface="Courier New" panose="02070309020205020404" pitchFamily="49" charset="0"/>
              </a:rPr>
              <a:t>X1</a:t>
            </a:r>
          </a:p>
        </p:txBody>
      </p:sp>
      <p:sp>
        <p:nvSpPr>
          <p:cNvPr id="15" name="Rectangle 16">
            <a:extLst>
              <a:ext uri="{FF2B5EF4-FFF2-40B4-BE49-F238E27FC236}">
                <a16:creationId xmlns:a16="http://schemas.microsoft.com/office/drawing/2014/main" id="{5CED4858-D79B-F2C4-7340-33CA46AEF897}"/>
              </a:ext>
            </a:extLst>
          </p:cNvPr>
          <p:cNvSpPr>
            <a:spLocks noChangeArrowheads="1"/>
          </p:cNvSpPr>
          <p:nvPr/>
        </p:nvSpPr>
        <p:spPr bwMode="auto">
          <a:xfrm>
            <a:off x="6749976" y="5613401"/>
            <a:ext cx="295275" cy="276225"/>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270" tIns="8976" rIns="18270" bIns="8976">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eaLnBrk="0" hangingPunct="0"/>
            <a:r>
              <a:rPr lang="en-CA" altLang="en-CH" sz="1600" b="1">
                <a:latin typeface="Courier New" panose="02070309020205020404" pitchFamily="49" charset="0"/>
              </a:rPr>
              <a:t>X3</a:t>
            </a:r>
          </a:p>
        </p:txBody>
      </p:sp>
      <p:sp>
        <p:nvSpPr>
          <p:cNvPr id="16" name="Rectangle 17">
            <a:extLst>
              <a:ext uri="{FF2B5EF4-FFF2-40B4-BE49-F238E27FC236}">
                <a16:creationId xmlns:a16="http://schemas.microsoft.com/office/drawing/2014/main" id="{3C374901-6E77-E63C-A01B-6BCEE277DEB8}"/>
              </a:ext>
            </a:extLst>
          </p:cNvPr>
          <p:cNvSpPr>
            <a:spLocks noChangeArrowheads="1"/>
          </p:cNvSpPr>
          <p:nvPr/>
        </p:nvSpPr>
        <p:spPr bwMode="auto">
          <a:xfrm>
            <a:off x="5378376" y="5613401"/>
            <a:ext cx="295275" cy="276225"/>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270" tIns="8976" rIns="18270" bIns="8976">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eaLnBrk="0" hangingPunct="0"/>
            <a:r>
              <a:rPr lang="en-CA" altLang="en-CH" sz="1600" b="1">
                <a:latin typeface="Courier New" panose="02070309020205020404" pitchFamily="49" charset="0"/>
              </a:rPr>
              <a:t>X4</a:t>
            </a:r>
          </a:p>
        </p:txBody>
      </p:sp>
      <p:sp>
        <p:nvSpPr>
          <p:cNvPr id="17" name="Rectangle 18">
            <a:extLst>
              <a:ext uri="{FF2B5EF4-FFF2-40B4-BE49-F238E27FC236}">
                <a16:creationId xmlns:a16="http://schemas.microsoft.com/office/drawing/2014/main" id="{7A3AC63A-E6E0-A856-46CB-5ACB6CFB98D8}"/>
              </a:ext>
            </a:extLst>
          </p:cNvPr>
          <p:cNvSpPr>
            <a:spLocks noChangeArrowheads="1"/>
          </p:cNvSpPr>
          <p:nvPr/>
        </p:nvSpPr>
        <p:spPr bwMode="auto">
          <a:xfrm>
            <a:off x="8383513" y="5753101"/>
            <a:ext cx="295275" cy="276225"/>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270" tIns="8976" rIns="18270" bIns="8976">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eaLnBrk="0" hangingPunct="0"/>
            <a:r>
              <a:rPr lang="en-CA" altLang="en-CH" sz="1600" b="1">
                <a:latin typeface="Courier New" panose="02070309020205020404" pitchFamily="49" charset="0"/>
              </a:rPr>
              <a:t>B2</a:t>
            </a:r>
          </a:p>
        </p:txBody>
      </p:sp>
      <p:sp>
        <p:nvSpPr>
          <p:cNvPr id="18" name="Rectangle 19">
            <a:extLst>
              <a:ext uri="{FF2B5EF4-FFF2-40B4-BE49-F238E27FC236}">
                <a16:creationId xmlns:a16="http://schemas.microsoft.com/office/drawing/2014/main" id="{A91728F8-DF48-CA1E-608B-623E2A54516D}"/>
              </a:ext>
            </a:extLst>
          </p:cNvPr>
          <p:cNvSpPr>
            <a:spLocks noChangeArrowheads="1"/>
          </p:cNvSpPr>
          <p:nvPr/>
        </p:nvSpPr>
        <p:spPr bwMode="auto">
          <a:xfrm>
            <a:off x="3744838" y="5824538"/>
            <a:ext cx="295275" cy="276225"/>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8270" tIns="8976" rIns="18270" bIns="8976">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eaLnBrk="0" hangingPunct="0"/>
            <a:r>
              <a:rPr lang="en-CA" altLang="en-CH" sz="1600" b="1">
                <a:latin typeface="Courier New" panose="02070309020205020404" pitchFamily="49" charset="0"/>
              </a:rPr>
              <a:t>A2</a:t>
            </a:r>
          </a:p>
        </p:txBody>
      </p:sp>
    </p:spTree>
  </p:cSld>
  <p:clrMapOvr>
    <a:masterClrMapping/>
  </p:clrMapOvr>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7060B7FC-3BF6-3538-CB4F-EA0CBBE6BEC1}"/>
              </a:ext>
            </a:extLst>
          </p:cNvPr>
          <p:cNvSpPr>
            <a:spLocks noGrp="1"/>
          </p:cNvSpPr>
          <p:nvPr>
            <p:ph type="ftr" sz="quarter" idx="10"/>
          </p:nvPr>
        </p:nvSpPr>
        <p:spPr/>
        <p:txBody>
          <a:bodyPr/>
          <a:lstStyle/>
          <a:p>
            <a:pPr eaLnBrk="1" hangingPunct="1"/>
            <a:fld id="{E1CEA95A-32EF-4D5D-A7A1-531332085528}" type="slidenum">
              <a:rPr lang="en-US" altLang="en-CH">
                <a:solidFill>
                  <a:srgbClr val="000000"/>
                </a:solidFill>
              </a:rPr>
              <a:pPr eaLnBrk="1" hangingPunct="1"/>
              <a:t>38</a:t>
            </a:fld>
            <a:endParaRPr lang="en-US" altLang="en-CH">
              <a:solidFill>
                <a:srgbClr val="000000"/>
              </a:solidFill>
            </a:endParaRPr>
          </a:p>
        </p:txBody>
      </p:sp>
      <p:sp>
        <p:nvSpPr>
          <p:cNvPr id="371714" name="Rectangle 2">
            <a:extLst>
              <a:ext uri="{FF2B5EF4-FFF2-40B4-BE49-F238E27FC236}">
                <a16:creationId xmlns:a16="http://schemas.microsoft.com/office/drawing/2014/main" id="{8736001E-A2C9-3435-C1DF-7311E6EA77FF}"/>
              </a:ext>
            </a:extLst>
          </p:cNvPr>
          <p:cNvSpPr>
            <a:spLocks noGrp="1" noChangeArrowheads="1"/>
          </p:cNvSpPr>
          <p:nvPr>
            <p:ph type="title"/>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b" anchorCtr="0" compatLnSpc="1">
            <a:prstTxWarp prst="textNoShape">
              <a:avLst/>
            </a:prstTxWarp>
          </a:bodyPr>
          <a:lstStyle/>
          <a:p>
            <a:r>
              <a:rPr lang="en-CA" altLang="en-CH" dirty="0"/>
              <a:t>Principles </a:t>
            </a:r>
          </a:p>
        </p:txBody>
      </p:sp>
      <p:sp>
        <p:nvSpPr>
          <p:cNvPr id="371715" name="Rectangle 3">
            <a:extLst>
              <a:ext uri="{FF2B5EF4-FFF2-40B4-BE49-F238E27FC236}">
                <a16:creationId xmlns:a16="http://schemas.microsoft.com/office/drawing/2014/main" id="{CC90E648-8A7D-91F1-6BD5-E9B51FE332EF}"/>
              </a:ext>
            </a:extLst>
          </p:cNvPr>
          <p:cNvSpPr>
            <a:spLocks noGrp="1" noChangeArrowheads="1"/>
          </p:cNvSpPr>
          <p:nvPr>
            <p:ph type="body" idx="1"/>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t" anchorCtr="0" compatLnSpc="1">
            <a:prstTxWarp prst="textNoShape">
              <a:avLst/>
            </a:prstTxWarp>
          </a:bodyPr>
          <a:lstStyle/>
          <a:p>
            <a:r>
              <a:rPr lang="en-CA" altLang="en-CH" dirty="0"/>
              <a:t>Routing method used </a:t>
            </a:r>
            <a:r>
              <a:rPr lang="en-CA" altLang="en-CH" b="1" dirty="0"/>
              <a:t>in the higher level: </a:t>
            </a:r>
          </a:p>
          <a:p>
            <a:pPr lvl="1"/>
            <a:r>
              <a:rPr lang="en-CA" altLang="en-CH" b="1" i="1" dirty="0">
                <a:highlight>
                  <a:srgbClr val="FFFF00"/>
                </a:highlight>
              </a:rPr>
              <a:t>distance vector</a:t>
            </a:r>
          </a:p>
          <a:p>
            <a:pPr lvl="1"/>
            <a:r>
              <a:rPr lang="en-CA" altLang="en-CH" b="1" dirty="0"/>
              <a:t>no problem with loops </a:t>
            </a:r>
            <a:r>
              <a:rPr lang="en-CA" altLang="en-CH" dirty="0"/>
              <a:t>- one backbone area</a:t>
            </a:r>
          </a:p>
          <a:p>
            <a:r>
              <a:rPr lang="en-CA" altLang="en-CH" dirty="0"/>
              <a:t>Mapping of higher level nodes to lower level nodes</a:t>
            </a:r>
          </a:p>
          <a:p>
            <a:pPr lvl="1"/>
            <a:r>
              <a:rPr lang="en-CA" altLang="en-CH" b="1" dirty="0"/>
              <a:t>area border routers </a:t>
            </a:r>
            <a:r>
              <a:rPr lang="en-CA" altLang="en-CH" dirty="0"/>
              <a:t>(inter-area routers) </a:t>
            </a:r>
            <a:r>
              <a:rPr lang="en-CA" altLang="en-CH" b="1" dirty="0"/>
              <a:t>belong to both areas</a:t>
            </a:r>
          </a:p>
          <a:p>
            <a:r>
              <a:rPr lang="en-CA" altLang="en-CH" dirty="0"/>
              <a:t>Inter-level routing information</a:t>
            </a:r>
          </a:p>
          <a:p>
            <a:pPr lvl="1"/>
            <a:r>
              <a:rPr lang="en-CA" altLang="en-CH" dirty="0"/>
              <a:t>summary link state advertisements (LSA) from other areas are injected into the local topology databases</a:t>
            </a:r>
          </a:p>
        </p:txBody>
      </p:sp>
    </p:spTree>
  </p:cSld>
  <p:clrMapOvr>
    <a:masterClrMapping/>
  </p:clrMapOvr>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F7D50A26-988E-75EF-E040-8E92797D6B2E}"/>
              </a:ext>
            </a:extLst>
          </p:cNvPr>
          <p:cNvSpPr>
            <a:spLocks noGrp="1"/>
          </p:cNvSpPr>
          <p:nvPr>
            <p:ph type="ftr" sz="quarter" idx="10"/>
          </p:nvPr>
        </p:nvSpPr>
        <p:spPr/>
        <p:txBody>
          <a:bodyPr/>
          <a:lstStyle/>
          <a:p>
            <a:pPr eaLnBrk="1" hangingPunct="1"/>
            <a:fld id="{15222778-3BFD-43C9-8DA8-F996901B4599}" type="slidenum">
              <a:rPr lang="en-US" altLang="en-CH">
                <a:solidFill>
                  <a:srgbClr val="000000"/>
                </a:solidFill>
              </a:rPr>
              <a:pPr eaLnBrk="1" hangingPunct="1"/>
              <a:t>39</a:t>
            </a:fld>
            <a:endParaRPr lang="en-US" altLang="en-CH">
              <a:solidFill>
                <a:srgbClr val="000000"/>
              </a:solidFill>
            </a:endParaRPr>
          </a:p>
        </p:txBody>
      </p:sp>
      <p:sp>
        <p:nvSpPr>
          <p:cNvPr id="372738" name="Rectangle 2">
            <a:extLst>
              <a:ext uri="{FF2B5EF4-FFF2-40B4-BE49-F238E27FC236}">
                <a16:creationId xmlns:a16="http://schemas.microsoft.com/office/drawing/2014/main" id="{37237B51-BFC6-D19F-5059-01F07EE23A7D}"/>
              </a:ext>
            </a:extLst>
          </p:cNvPr>
          <p:cNvSpPr>
            <a:spLocks noGrp="1" noChangeArrowheads="1"/>
          </p:cNvSpPr>
          <p:nvPr>
            <p:ph type="title"/>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b" anchorCtr="0" compatLnSpc="1">
            <a:prstTxWarp prst="textNoShape">
              <a:avLst/>
            </a:prstTxWarp>
          </a:bodyPr>
          <a:lstStyle/>
          <a:p>
            <a:r>
              <a:rPr lang="en-CA" altLang="en-CH"/>
              <a:t>Example</a:t>
            </a:r>
          </a:p>
        </p:txBody>
      </p:sp>
      <p:sp>
        <p:nvSpPr>
          <p:cNvPr id="372739" name="Rectangle 3">
            <a:extLst>
              <a:ext uri="{FF2B5EF4-FFF2-40B4-BE49-F238E27FC236}">
                <a16:creationId xmlns:a16="http://schemas.microsoft.com/office/drawing/2014/main" id="{F0177F17-EF76-5394-15E1-71A9363304D7}"/>
              </a:ext>
            </a:extLst>
          </p:cNvPr>
          <p:cNvSpPr>
            <a:spLocks noGrp="1" noChangeArrowheads="1"/>
          </p:cNvSpPr>
          <p:nvPr>
            <p:ph type="body" idx="1"/>
          </p:nvPr>
        </p:nvSpPr>
        <p:spPr>
          <a:xfrm>
            <a:off x="2595563" y="1519238"/>
            <a:ext cx="7772400" cy="749300"/>
          </a:xfrm>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t" anchorCtr="0" compatLnSpc="1">
            <a:prstTxWarp prst="textNoShape">
              <a:avLst/>
            </a:prstTxWarp>
          </a:bodyPr>
          <a:lstStyle/>
          <a:p>
            <a:pPr>
              <a:lnSpc>
                <a:spcPct val="80000"/>
              </a:lnSpc>
            </a:pPr>
            <a:r>
              <a:rPr lang="en-CA" altLang="en-CH" sz="1600" dirty="0"/>
              <a:t>Assume networks </a:t>
            </a:r>
            <a:r>
              <a:rPr lang="en-CA" altLang="en-CH" sz="1600" b="1" dirty="0">
                <a:latin typeface="Courier New" panose="02070309020205020404" pitchFamily="49" charset="0"/>
              </a:rPr>
              <a:t>n1</a:t>
            </a:r>
            <a:r>
              <a:rPr lang="en-CA" altLang="en-CH" sz="1600" dirty="0"/>
              <a:t> and </a:t>
            </a:r>
            <a:r>
              <a:rPr lang="en-CA" altLang="en-CH" sz="1600" b="1" dirty="0">
                <a:latin typeface="Courier New" panose="02070309020205020404" pitchFamily="49" charset="0"/>
              </a:rPr>
              <a:t>n2</a:t>
            </a:r>
            <a:r>
              <a:rPr lang="en-CA" altLang="en-CH" sz="1600" dirty="0"/>
              <a:t> become visible at time 0. Show the topology databases at all routers</a:t>
            </a:r>
          </a:p>
        </p:txBody>
      </p:sp>
      <p:sp>
        <p:nvSpPr>
          <p:cNvPr id="372740" name="Rectangle 4">
            <a:extLst>
              <a:ext uri="{FF2B5EF4-FFF2-40B4-BE49-F238E27FC236}">
                <a16:creationId xmlns:a16="http://schemas.microsoft.com/office/drawing/2014/main" id="{D3FE20BC-84E2-B261-8F9A-1BB70A47165E}"/>
              </a:ext>
            </a:extLst>
          </p:cNvPr>
          <p:cNvSpPr>
            <a:spLocks noChangeArrowheads="1"/>
          </p:cNvSpPr>
          <p:nvPr/>
        </p:nvSpPr>
        <p:spPr bwMode="auto">
          <a:xfrm>
            <a:off x="5391150" y="5559426"/>
            <a:ext cx="902168" cy="32559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area 0</a:t>
            </a:r>
          </a:p>
        </p:txBody>
      </p:sp>
      <p:sp>
        <p:nvSpPr>
          <p:cNvPr id="372741" name="Oval 5">
            <a:extLst>
              <a:ext uri="{FF2B5EF4-FFF2-40B4-BE49-F238E27FC236}">
                <a16:creationId xmlns:a16="http://schemas.microsoft.com/office/drawing/2014/main" id="{CAFEDEA7-8C4F-623A-D635-46FD129D661E}"/>
              </a:ext>
            </a:extLst>
          </p:cNvPr>
          <p:cNvSpPr>
            <a:spLocks noChangeArrowheads="1"/>
          </p:cNvSpPr>
          <p:nvPr/>
        </p:nvSpPr>
        <p:spPr bwMode="auto">
          <a:xfrm>
            <a:off x="4921250" y="3400426"/>
            <a:ext cx="1752600" cy="2098675"/>
          </a:xfrm>
          <a:prstGeom prst="ellipse">
            <a:avLst/>
          </a:prstGeom>
          <a:gradFill rotWithShape="0">
            <a:gsLst>
              <a:gs pos="0">
                <a:srgbClr val="FC0128">
                  <a:gamma/>
                  <a:tint val="0"/>
                  <a:invGamma/>
                </a:srgbClr>
              </a:gs>
              <a:gs pos="100000">
                <a:srgbClr val="FC0128"/>
              </a:gs>
            </a:gsLst>
            <a:path path="shape">
              <a:fillToRect l="50000" t="50000" r="50000" b="50000"/>
            </a:path>
          </a:gra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2742" name="Oval 6">
            <a:extLst>
              <a:ext uri="{FF2B5EF4-FFF2-40B4-BE49-F238E27FC236}">
                <a16:creationId xmlns:a16="http://schemas.microsoft.com/office/drawing/2014/main" id="{D4005B5D-39FA-B0D3-6AFE-5DC75623528A}"/>
              </a:ext>
            </a:extLst>
          </p:cNvPr>
          <p:cNvSpPr>
            <a:spLocks noChangeArrowheads="1"/>
          </p:cNvSpPr>
          <p:nvPr/>
        </p:nvSpPr>
        <p:spPr bwMode="auto">
          <a:xfrm>
            <a:off x="6292850" y="3894138"/>
            <a:ext cx="2274888" cy="1604962"/>
          </a:xfrm>
          <a:prstGeom prst="ellipse">
            <a:avLst/>
          </a:prstGeom>
          <a:solidFill>
            <a:srgbClr val="FCD1C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2743" name="Oval 7">
            <a:extLst>
              <a:ext uri="{FF2B5EF4-FFF2-40B4-BE49-F238E27FC236}">
                <a16:creationId xmlns:a16="http://schemas.microsoft.com/office/drawing/2014/main" id="{C724AAA4-3414-7CDC-90BE-85AE052C1E76}"/>
              </a:ext>
            </a:extLst>
          </p:cNvPr>
          <p:cNvSpPr>
            <a:spLocks noChangeArrowheads="1"/>
          </p:cNvSpPr>
          <p:nvPr/>
        </p:nvSpPr>
        <p:spPr bwMode="auto">
          <a:xfrm>
            <a:off x="3092450" y="3963988"/>
            <a:ext cx="2209800" cy="1465262"/>
          </a:xfrm>
          <a:prstGeom prst="ellipse">
            <a:avLst/>
          </a:prstGeom>
          <a:solidFill>
            <a:srgbClr val="FCD1C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2744" name="Rectangle 8">
            <a:extLst>
              <a:ext uri="{FF2B5EF4-FFF2-40B4-BE49-F238E27FC236}">
                <a16:creationId xmlns:a16="http://schemas.microsoft.com/office/drawing/2014/main" id="{D8975B44-ED8D-5A9F-1CEF-9E2AA37B8681}"/>
              </a:ext>
            </a:extLst>
          </p:cNvPr>
          <p:cNvSpPr>
            <a:spLocks noChangeArrowheads="1"/>
          </p:cNvSpPr>
          <p:nvPr/>
        </p:nvSpPr>
        <p:spPr bwMode="auto">
          <a:xfrm>
            <a:off x="7902576" y="3932238"/>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B1</a:t>
            </a:r>
          </a:p>
        </p:txBody>
      </p:sp>
      <p:sp>
        <p:nvSpPr>
          <p:cNvPr id="372745" name="Rectangle 9">
            <a:extLst>
              <a:ext uri="{FF2B5EF4-FFF2-40B4-BE49-F238E27FC236}">
                <a16:creationId xmlns:a16="http://schemas.microsoft.com/office/drawing/2014/main" id="{C44FEC46-5760-DC6C-5C43-C2E7238B1AB9}"/>
              </a:ext>
            </a:extLst>
          </p:cNvPr>
          <p:cNvSpPr>
            <a:spLocks noChangeArrowheads="1"/>
          </p:cNvSpPr>
          <p:nvPr/>
        </p:nvSpPr>
        <p:spPr bwMode="auto">
          <a:xfrm>
            <a:off x="6269039" y="4071938"/>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X4</a:t>
            </a:r>
          </a:p>
        </p:txBody>
      </p:sp>
      <p:sp>
        <p:nvSpPr>
          <p:cNvPr id="372746" name="Rectangle 10">
            <a:extLst>
              <a:ext uri="{FF2B5EF4-FFF2-40B4-BE49-F238E27FC236}">
                <a16:creationId xmlns:a16="http://schemas.microsoft.com/office/drawing/2014/main" id="{EB27E7BE-0CD9-8197-0799-C7153881E73A}"/>
              </a:ext>
            </a:extLst>
          </p:cNvPr>
          <p:cNvSpPr>
            <a:spLocks noChangeArrowheads="1"/>
          </p:cNvSpPr>
          <p:nvPr/>
        </p:nvSpPr>
        <p:spPr bwMode="auto">
          <a:xfrm>
            <a:off x="4897439" y="3368675"/>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X1</a:t>
            </a:r>
          </a:p>
        </p:txBody>
      </p:sp>
      <p:sp>
        <p:nvSpPr>
          <p:cNvPr id="372747" name="Rectangle 11">
            <a:extLst>
              <a:ext uri="{FF2B5EF4-FFF2-40B4-BE49-F238E27FC236}">
                <a16:creationId xmlns:a16="http://schemas.microsoft.com/office/drawing/2014/main" id="{8CB296A9-9EB3-C96C-3623-4D6D54DF21DE}"/>
              </a:ext>
            </a:extLst>
          </p:cNvPr>
          <p:cNvSpPr>
            <a:spLocks noChangeArrowheads="1"/>
          </p:cNvSpPr>
          <p:nvPr/>
        </p:nvSpPr>
        <p:spPr bwMode="auto">
          <a:xfrm>
            <a:off x="4897439" y="4071938"/>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X3</a:t>
            </a:r>
          </a:p>
        </p:txBody>
      </p:sp>
      <p:sp>
        <p:nvSpPr>
          <p:cNvPr id="372748" name="Rectangle 12">
            <a:extLst>
              <a:ext uri="{FF2B5EF4-FFF2-40B4-BE49-F238E27FC236}">
                <a16:creationId xmlns:a16="http://schemas.microsoft.com/office/drawing/2014/main" id="{ED391DC1-283A-9D87-41D8-BFEF359ED03E}"/>
              </a:ext>
            </a:extLst>
          </p:cNvPr>
          <p:cNvSpPr>
            <a:spLocks noChangeArrowheads="1"/>
          </p:cNvSpPr>
          <p:nvPr/>
        </p:nvSpPr>
        <p:spPr bwMode="auto">
          <a:xfrm>
            <a:off x="3265489" y="4002088"/>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A1</a:t>
            </a:r>
          </a:p>
        </p:txBody>
      </p:sp>
      <p:sp>
        <p:nvSpPr>
          <p:cNvPr id="372749" name="Rectangle 13">
            <a:extLst>
              <a:ext uri="{FF2B5EF4-FFF2-40B4-BE49-F238E27FC236}">
                <a16:creationId xmlns:a16="http://schemas.microsoft.com/office/drawing/2014/main" id="{E03C4D37-713A-54D7-5D86-73F7CC6B8901}"/>
              </a:ext>
            </a:extLst>
          </p:cNvPr>
          <p:cNvSpPr>
            <a:spLocks noChangeArrowheads="1"/>
          </p:cNvSpPr>
          <p:nvPr/>
        </p:nvSpPr>
        <p:spPr bwMode="auto">
          <a:xfrm>
            <a:off x="6923088" y="4424364"/>
            <a:ext cx="902168" cy="32559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area 2</a:t>
            </a:r>
          </a:p>
        </p:txBody>
      </p:sp>
      <p:sp>
        <p:nvSpPr>
          <p:cNvPr id="372750" name="Rectangle 14">
            <a:extLst>
              <a:ext uri="{FF2B5EF4-FFF2-40B4-BE49-F238E27FC236}">
                <a16:creationId xmlns:a16="http://schemas.microsoft.com/office/drawing/2014/main" id="{13CFD67D-96AB-DF3C-2675-D39B30444A26}"/>
              </a:ext>
            </a:extLst>
          </p:cNvPr>
          <p:cNvSpPr>
            <a:spLocks noChangeArrowheads="1"/>
          </p:cNvSpPr>
          <p:nvPr/>
        </p:nvSpPr>
        <p:spPr bwMode="auto">
          <a:xfrm>
            <a:off x="3852863" y="4424364"/>
            <a:ext cx="902168" cy="32559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area 1</a:t>
            </a:r>
          </a:p>
        </p:txBody>
      </p:sp>
      <p:sp>
        <p:nvSpPr>
          <p:cNvPr id="372751" name="Rectangle 15">
            <a:extLst>
              <a:ext uri="{FF2B5EF4-FFF2-40B4-BE49-F238E27FC236}">
                <a16:creationId xmlns:a16="http://schemas.microsoft.com/office/drawing/2014/main" id="{A6124C12-5EE2-30E9-6089-0704BFB065E6}"/>
              </a:ext>
            </a:extLst>
          </p:cNvPr>
          <p:cNvSpPr>
            <a:spLocks noChangeArrowheads="1"/>
          </p:cNvSpPr>
          <p:nvPr/>
        </p:nvSpPr>
        <p:spPr bwMode="auto">
          <a:xfrm>
            <a:off x="6269039" y="3368675"/>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X2</a:t>
            </a:r>
          </a:p>
        </p:txBody>
      </p:sp>
      <p:sp>
        <p:nvSpPr>
          <p:cNvPr id="372752" name="Rectangle 16">
            <a:extLst>
              <a:ext uri="{FF2B5EF4-FFF2-40B4-BE49-F238E27FC236}">
                <a16:creationId xmlns:a16="http://schemas.microsoft.com/office/drawing/2014/main" id="{AC6D10C3-50A7-3F07-207C-01D07ED72404}"/>
              </a:ext>
            </a:extLst>
          </p:cNvPr>
          <p:cNvSpPr>
            <a:spLocks noChangeArrowheads="1"/>
          </p:cNvSpPr>
          <p:nvPr/>
        </p:nvSpPr>
        <p:spPr bwMode="auto">
          <a:xfrm>
            <a:off x="6269039" y="4916488"/>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X6</a:t>
            </a:r>
          </a:p>
        </p:txBody>
      </p:sp>
      <p:sp>
        <p:nvSpPr>
          <p:cNvPr id="372753" name="Rectangle 17">
            <a:extLst>
              <a:ext uri="{FF2B5EF4-FFF2-40B4-BE49-F238E27FC236}">
                <a16:creationId xmlns:a16="http://schemas.microsoft.com/office/drawing/2014/main" id="{707F6999-B849-59A5-EFA3-0E31F47D71B3}"/>
              </a:ext>
            </a:extLst>
          </p:cNvPr>
          <p:cNvSpPr>
            <a:spLocks noChangeArrowheads="1"/>
          </p:cNvSpPr>
          <p:nvPr/>
        </p:nvSpPr>
        <p:spPr bwMode="auto">
          <a:xfrm>
            <a:off x="4897439" y="4916488"/>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X5</a:t>
            </a:r>
          </a:p>
        </p:txBody>
      </p:sp>
      <p:sp>
        <p:nvSpPr>
          <p:cNvPr id="372754" name="Rectangle 18">
            <a:extLst>
              <a:ext uri="{FF2B5EF4-FFF2-40B4-BE49-F238E27FC236}">
                <a16:creationId xmlns:a16="http://schemas.microsoft.com/office/drawing/2014/main" id="{B0812D36-BB70-CB1E-B547-97F5C5FD0618}"/>
              </a:ext>
            </a:extLst>
          </p:cNvPr>
          <p:cNvSpPr>
            <a:spLocks noChangeArrowheads="1"/>
          </p:cNvSpPr>
          <p:nvPr/>
        </p:nvSpPr>
        <p:spPr bwMode="auto">
          <a:xfrm>
            <a:off x="7902576" y="5057775"/>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B2</a:t>
            </a:r>
          </a:p>
        </p:txBody>
      </p:sp>
      <p:sp>
        <p:nvSpPr>
          <p:cNvPr id="372755" name="Rectangle 19">
            <a:extLst>
              <a:ext uri="{FF2B5EF4-FFF2-40B4-BE49-F238E27FC236}">
                <a16:creationId xmlns:a16="http://schemas.microsoft.com/office/drawing/2014/main" id="{53D70F9A-4668-7160-B7E4-F4120349E22F}"/>
              </a:ext>
            </a:extLst>
          </p:cNvPr>
          <p:cNvSpPr>
            <a:spLocks noChangeArrowheads="1"/>
          </p:cNvSpPr>
          <p:nvPr/>
        </p:nvSpPr>
        <p:spPr bwMode="auto">
          <a:xfrm>
            <a:off x="3265489" y="5127625"/>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A2</a:t>
            </a:r>
          </a:p>
        </p:txBody>
      </p:sp>
      <p:sp>
        <p:nvSpPr>
          <p:cNvPr id="372756" name="Line 20">
            <a:extLst>
              <a:ext uri="{FF2B5EF4-FFF2-40B4-BE49-F238E27FC236}">
                <a16:creationId xmlns:a16="http://schemas.microsoft.com/office/drawing/2014/main" id="{017B217D-1E42-FF66-0834-6C25109B9B43}"/>
              </a:ext>
            </a:extLst>
          </p:cNvPr>
          <p:cNvSpPr>
            <a:spLocks noChangeShapeType="1"/>
          </p:cNvSpPr>
          <p:nvPr/>
        </p:nvSpPr>
        <p:spPr bwMode="auto">
          <a:xfrm>
            <a:off x="3679826" y="4175125"/>
            <a:ext cx="1165225" cy="587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2757" name="Line 21">
            <a:extLst>
              <a:ext uri="{FF2B5EF4-FFF2-40B4-BE49-F238E27FC236}">
                <a16:creationId xmlns:a16="http://schemas.microsoft.com/office/drawing/2014/main" id="{AF2D46C1-66BF-8F3F-D6FC-D21EDB45F59C}"/>
              </a:ext>
            </a:extLst>
          </p:cNvPr>
          <p:cNvSpPr>
            <a:spLocks noChangeShapeType="1"/>
          </p:cNvSpPr>
          <p:nvPr/>
        </p:nvSpPr>
        <p:spPr bwMode="auto">
          <a:xfrm>
            <a:off x="3413125" y="4386263"/>
            <a:ext cx="0" cy="6905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2758" name="Line 22">
            <a:extLst>
              <a:ext uri="{FF2B5EF4-FFF2-40B4-BE49-F238E27FC236}">
                <a16:creationId xmlns:a16="http://schemas.microsoft.com/office/drawing/2014/main" id="{F1C97AED-0751-95B5-36F3-6EA5BEEC533B}"/>
              </a:ext>
            </a:extLst>
          </p:cNvPr>
          <p:cNvSpPr>
            <a:spLocks noChangeShapeType="1"/>
          </p:cNvSpPr>
          <p:nvPr/>
        </p:nvSpPr>
        <p:spPr bwMode="auto">
          <a:xfrm>
            <a:off x="8115300" y="4314825"/>
            <a:ext cx="0" cy="692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2759" name="Line 23">
            <a:extLst>
              <a:ext uri="{FF2B5EF4-FFF2-40B4-BE49-F238E27FC236}">
                <a16:creationId xmlns:a16="http://schemas.microsoft.com/office/drawing/2014/main" id="{AC013610-02B2-1CFF-D2B6-83413A592874}"/>
              </a:ext>
            </a:extLst>
          </p:cNvPr>
          <p:cNvSpPr>
            <a:spLocks noChangeShapeType="1"/>
          </p:cNvSpPr>
          <p:nvPr/>
        </p:nvSpPr>
        <p:spPr bwMode="auto">
          <a:xfrm flipV="1">
            <a:off x="3679826" y="5076825"/>
            <a:ext cx="1165225" cy="1524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2760" name="Line 24">
            <a:extLst>
              <a:ext uri="{FF2B5EF4-FFF2-40B4-BE49-F238E27FC236}">
                <a16:creationId xmlns:a16="http://schemas.microsoft.com/office/drawing/2014/main" id="{AF27A2BB-0EAA-45D6-9251-38A5A5E7E53D}"/>
              </a:ext>
            </a:extLst>
          </p:cNvPr>
          <p:cNvSpPr>
            <a:spLocks noChangeShapeType="1"/>
          </p:cNvSpPr>
          <p:nvPr/>
        </p:nvSpPr>
        <p:spPr bwMode="auto">
          <a:xfrm>
            <a:off x="5046663" y="4456113"/>
            <a:ext cx="0" cy="4111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2761" name="Line 25">
            <a:extLst>
              <a:ext uri="{FF2B5EF4-FFF2-40B4-BE49-F238E27FC236}">
                <a16:creationId xmlns:a16="http://schemas.microsoft.com/office/drawing/2014/main" id="{AA535774-D05E-059D-4963-02D72271C3B6}"/>
              </a:ext>
            </a:extLst>
          </p:cNvPr>
          <p:cNvSpPr>
            <a:spLocks noChangeShapeType="1"/>
          </p:cNvSpPr>
          <p:nvPr/>
        </p:nvSpPr>
        <p:spPr bwMode="auto">
          <a:xfrm flipV="1">
            <a:off x="6684964" y="4092575"/>
            <a:ext cx="1228725" cy="1524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2762" name="Line 26">
            <a:extLst>
              <a:ext uri="{FF2B5EF4-FFF2-40B4-BE49-F238E27FC236}">
                <a16:creationId xmlns:a16="http://schemas.microsoft.com/office/drawing/2014/main" id="{788D3EA1-5B3A-519F-939E-FFEA26146A81}"/>
              </a:ext>
            </a:extLst>
          </p:cNvPr>
          <p:cNvSpPr>
            <a:spLocks noChangeShapeType="1"/>
          </p:cNvSpPr>
          <p:nvPr/>
        </p:nvSpPr>
        <p:spPr bwMode="auto">
          <a:xfrm>
            <a:off x="6684964" y="5089525"/>
            <a:ext cx="1228725" cy="1984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2763" name="Line 27">
            <a:extLst>
              <a:ext uri="{FF2B5EF4-FFF2-40B4-BE49-F238E27FC236}">
                <a16:creationId xmlns:a16="http://schemas.microsoft.com/office/drawing/2014/main" id="{9830C60F-CD94-724D-8DD2-529E9BBA6205}"/>
              </a:ext>
            </a:extLst>
          </p:cNvPr>
          <p:cNvSpPr>
            <a:spLocks noChangeShapeType="1"/>
          </p:cNvSpPr>
          <p:nvPr/>
        </p:nvSpPr>
        <p:spPr bwMode="auto">
          <a:xfrm>
            <a:off x="6483350" y="4456113"/>
            <a:ext cx="0" cy="4111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2764" name="Line 28">
            <a:extLst>
              <a:ext uri="{FF2B5EF4-FFF2-40B4-BE49-F238E27FC236}">
                <a16:creationId xmlns:a16="http://schemas.microsoft.com/office/drawing/2014/main" id="{9BACADD3-8D31-D2F3-B518-3D0EBCC13501}"/>
              </a:ext>
            </a:extLst>
          </p:cNvPr>
          <p:cNvSpPr>
            <a:spLocks noChangeShapeType="1"/>
          </p:cNvSpPr>
          <p:nvPr/>
        </p:nvSpPr>
        <p:spPr bwMode="auto">
          <a:xfrm>
            <a:off x="5313364" y="5089525"/>
            <a:ext cx="968375" cy="587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2765" name="Line 29">
            <a:extLst>
              <a:ext uri="{FF2B5EF4-FFF2-40B4-BE49-F238E27FC236}">
                <a16:creationId xmlns:a16="http://schemas.microsoft.com/office/drawing/2014/main" id="{00BA03B5-F481-41F7-0622-E279223E65AA}"/>
              </a:ext>
            </a:extLst>
          </p:cNvPr>
          <p:cNvSpPr>
            <a:spLocks noChangeShapeType="1"/>
          </p:cNvSpPr>
          <p:nvPr/>
        </p:nvSpPr>
        <p:spPr bwMode="auto">
          <a:xfrm>
            <a:off x="5313364" y="3606800"/>
            <a:ext cx="9683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2766" name="Line 30">
            <a:extLst>
              <a:ext uri="{FF2B5EF4-FFF2-40B4-BE49-F238E27FC236}">
                <a16:creationId xmlns:a16="http://schemas.microsoft.com/office/drawing/2014/main" id="{7D616317-80FD-70A8-A801-EB073CE654D6}"/>
              </a:ext>
            </a:extLst>
          </p:cNvPr>
          <p:cNvSpPr>
            <a:spLocks noChangeShapeType="1"/>
          </p:cNvSpPr>
          <p:nvPr/>
        </p:nvSpPr>
        <p:spPr bwMode="auto">
          <a:xfrm>
            <a:off x="5176838" y="3752851"/>
            <a:ext cx="0" cy="2698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2767" name="Line 31">
            <a:extLst>
              <a:ext uri="{FF2B5EF4-FFF2-40B4-BE49-F238E27FC236}">
                <a16:creationId xmlns:a16="http://schemas.microsoft.com/office/drawing/2014/main" id="{299C13C0-4816-A2E1-02BA-7105B83CBC36}"/>
              </a:ext>
            </a:extLst>
          </p:cNvPr>
          <p:cNvSpPr>
            <a:spLocks noChangeShapeType="1"/>
          </p:cNvSpPr>
          <p:nvPr/>
        </p:nvSpPr>
        <p:spPr bwMode="auto">
          <a:xfrm>
            <a:off x="6483350" y="3752851"/>
            <a:ext cx="0" cy="2698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2768" name="Line 32">
            <a:extLst>
              <a:ext uri="{FF2B5EF4-FFF2-40B4-BE49-F238E27FC236}">
                <a16:creationId xmlns:a16="http://schemas.microsoft.com/office/drawing/2014/main" id="{0D694B0A-81AA-B7DC-A7B2-C65F5FAD2DDD}"/>
              </a:ext>
            </a:extLst>
          </p:cNvPr>
          <p:cNvSpPr>
            <a:spLocks noChangeShapeType="1"/>
          </p:cNvSpPr>
          <p:nvPr/>
        </p:nvSpPr>
        <p:spPr bwMode="auto">
          <a:xfrm flipV="1">
            <a:off x="8316914" y="4022725"/>
            <a:ext cx="250825" cy="825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2769" name="Rectangle 33">
            <a:extLst>
              <a:ext uri="{FF2B5EF4-FFF2-40B4-BE49-F238E27FC236}">
                <a16:creationId xmlns:a16="http://schemas.microsoft.com/office/drawing/2014/main" id="{F8C55B0B-123E-3383-DBE0-F66C3ABA412D}"/>
              </a:ext>
            </a:extLst>
          </p:cNvPr>
          <p:cNvSpPr>
            <a:spLocks noChangeArrowheads="1"/>
          </p:cNvSpPr>
          <p:nvPr/>
        </p:nvSpPr>
        <p:spPr bwMode="auto">
          <a:xfrm>
            <a:off x="8565130" y="3860801"/>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n1</a:t>
            </a:r>
          </a:p>
        </p:txBody>
      </p:sp>
      <p:sp>
        <p:nvSpPr>
          <p:cNvPr id="372770" name="Line 34">
            <a:extLst>
              <a:ext uri="{FF2B5EF4-FFF2-40B4-BE49-F238E27FC236}">
                <a16:creationId xmlns:a16="http://schemas.microsoft.com/office/drawing/2014/main" id="{C409A72A-F071-1D7B-74C4-5EC634EA59BB}"/>
              </a:ext>
            </a:extLst>
          </p:cNvPr>
          <p:cNvSpPr>
            <a:spLocks noChangeShapeType="1"/>
          </p:cNvSpPr>
          <p:nvPr/>
        </p:nvSpPr>
        <p:spPr bwMode="auto">
          <a:xfrm>
            <a:off x="8316914" y="5300664"/>
            <a:ext cx="250825" cy="587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2771" name="Rectangle 35">
            <a:extLst>
              <a:ext uri="{FF2B5EF4-FFF2-40B4-BE49-F238E27FC236}">
                <a16:creationId xmlns:a16="http://schemas.microsoft.com/office/drawing/2014/main" id="{4AD6DD7F-51B1-4E95-67CD-ECD950A5752B}"/>
              </a:ext>
            </a:extLst>
          </p:cNvPr>
          <p:cNvSpPr>
            <a:spLocks noChangeArrowheads="1"/>
          </p:cNvSpPr>
          <p:nvPr/>
        </p:nvSpPr>
        <p:spPr bwMode="auto">
          <a:xfrm>
            <a:off x="8565130" y="5197476"/>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n2</a:t>
            </a:r>
          </a:p>
        </p:txBody>
      </p:sp>
      <p:sp>
        <p:nvSpPr>
          <p:cNvPr id="372772" name="Rectangle 36">
            <a:extLst>
              <a:ext uri="{FF2B5EF4-FFF2-40B4-BE49-F238E27FC236}">
                <a16:creationId xmlns:a16="http://schemas.microsoft.com/office/drawing/2014/main" id="{3AB188E4-1577-2FF6-AE61-FF779BA92CFB}"/>
              </a:ext>
            </a:extLst>
          </p:cNvPr>
          <p:cNvSpPr>
            <a:spLocks noChangeArrowheads="1"/>
          </p:cNvSpPr>
          <p:nvPr/>
        </p:nvSpPr>
        <p:spPr bwMode="auto">
          <a:xfrm>
            <a:off x="8042842" y="4494214"/>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372773" name="Rectangle 37">
            <a:extLst>
              <a:ext uri="{FF2B5EF4-FFF2-40B4-BE49-F238E27FC236}">
                <a16:creationId xmlns:a16="http://schemas.microsoft.com/office/drawing/2014/main" id="{1E5C9BE8-BA38-C363-14B8-509D4C08F6E3}"/>
              </a:ext>
            </a:extLst>
          </p:cNvPr>
          <p:cNvSpPr>
            <a:spLocks noChangeArrowheads="1"/>
          </p:cNvSpPr>
          <p:nvPr/>
        </p:nvSpPr>
        <p:spPr bwMode="auto">
          <a:xfrm>
            <a:off x="7061767" y="5197476"/>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372774" name="Rectangle 38">
            <a:extLst>
              <a:ext uri="{FF2B5EF4-FFF2-40B4-BE49-F238E27FC236}">
                <a16:creationId xmlns:a16="http://schemas.microsoft.com/office/drawing/2014/main" id="{5A76C513-082C-0F15-E320-12876B086A8C}"/>
              </a:ext>
            </a:extLst>
          </p:cNvPr>
          <p:cNvSpPr>
            <a:spLocks noChangeArrowheads="1"/>
          </p:cNvSpPr>
          <p:nvPr/>
        </p:nvSpPr>
        <p:spPr bwMode="auto">
          <a:xfrm>
            <a:off x="7061767" y="3932239"/>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372775" name="Rectangle 39">
            <a:extLst>
              <a:ext uri="{FF2B5EF4-FFF2-40B4-BE49-F238E27FC236}">
                <a16:creationId xmlns:a16="http://schemas.microsoft.com/office/drawing/2014/main" id="{020025C1-A3DA-BE1A-34EA-5015DFFC8E1C}"/>
              </a:ext>
            </a:extLst>
          </p:cNvPr>
          <p:cNvSpPr>
            <a:spLocks noChangeArrowheads="1"/>
          </p:cNvSpPr>
          <p:nvPr/>
        </p:nvSpPr>
        <p:spPr bwMode="auto">
          <a:xfrm>
            <a:off x="5555826" y="4775201"/>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372776" name="Rectangle 40">
            <a:extLst>
              <a:ext uri="{FF2B5EF4-FFF2-40B4-BE49-F238E27FC236}">
                <a16:creationId xmlns:a16="http://schemas.microsoft.com/office/drawing/2014/main" id="{5955B0EF-D0FA-9D48-811C-BBD9A4B09281}"/>
              </a:ext>
            </a:extLst>
          </p:cNvPr>
          <p:cNvSpPr>
            <a:spLocks noChangeArrowheads="1"/>
          </p:cNvSpPr>
          <p:nvPr/>
        </p:nvSpPr>
        <p:spPr bwMode="auto">
          <a:xfrm>
            <a:off x="6470226" y="4494214"/>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372777" name="Rectangle 41">
            <a:extLst>
              <a:ext uri="{FF2B5EF4-FFF2-40B4-BE49-F238E27FC236}">
                <a16:creationId xmlns:a16="http://schemas.microsoft.com/office/drawing/2014/main" id="{601B0C9D-61C1-A2A3-D8B0-299D4BB3BCD8}"/>
              </a:ext>
            </a:extLst>
          </p:cNvPr>
          <p:cNvSpPr>
            <a:spLocks noChangeArrowheads="1"/>
          </p:cNvSpPr>
          <p:nvPr/>
        </p:nvSpPr>
        <p:spPr bwMode="auto">
          <a:xfrm>
            <a:off x="6274963" y="3721101"/>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372778" name="Rectangle 42">
            <a:extLst>
              <a:ext uri="{FF2B5EF4-FFF2-40B4-BE49-F238E27FC236}">
                <a16:creationId xmlns:a16="http://schemas.microsoft.com/office/drawing/2014/main" id="{93095839-56EA-5DDC-E432-46043BBF3407}"/>
              </a:ext>
            </a:extLst>
          </p:cNvPr>
          <p:cNvSpPr>
            <a:spLocks noChangeArrowheads="1"/>
          </p:cNvSpPr>
          <p:nvPr/>
        </p:nvSpPr>
        <p:spPr bwMode="auto">
          <a:xfrm>
            <a:off x="5686001" y="3579814"/>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372779" name="Rectangle 43">
            <a:extLst>
              <a:ext uri="{FF2B5EF4-FFF2-40B4-BE49-F238E27FC236}">
                <a16:creationId xmlns:a16="http://schemas.microsoft.com/office/drawing/2014/main" id="{C603A601-CA04-AA26-6A91-55EF16392AAE}"/>
              </a:ext>
            </a:extLst>
          </p:cNvPr>
          <p:cNvSpPr>
            <a:spLocks noChangeArrowheads="1"/>
          </p:cNvSpPr>
          <p:nvPr/>
        </p:nvSpPr>
        <p:spPr bwMode="auto">
          <a:xfrm>
            <a:off x="5163713" y="3721101"/>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372780" name="Rectangle 44">
            <a:extLst>
              <a:ext uri="{FF2B5EF4-FFF2-40B4-BE49-F238E27FC236}">
                <a16:creationId xmlns:a16="http://schemas.microsoft.com/office/drawing/2014/main" id="{F018C487-508A-F265-D40D-984EA44F9C44}"/>
              </a:ext>
            </a:extLst>
          </p:cNvPr>
          <p:cNvSpPr>
            <a:spLocks noChangeArrowheads="1"/>
          </p:cNvSpPr>
          <p:nvPr/>
        </p:nvSpPr>
        <p:spPr bwMode="auto">
          <a:xfrm>
            <a:off x="5033538" y="4494214"/>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372781" name="Rectangle 45">
            <a:extLst>
              <a:ext uri="{FF2B5EF4-FFF2-40B4-BE49-F238E27FC236}">
                <a16:creationId xmlns:a16="http://schemas.microsoft.com/office/drawing/2014/main" id="{B11A5B03-6F2C-7E4B-9E3A-2C1D0B131CED}"/>
              </a:ext>
            </a:extLst>
          </p:cNvPr>
          <p:cNvSpPr>
            <a:spLocks noChangeArrowheads="1"/>
          </p:cNvSpPr>
          <p:nvPr/>
        </p:nvSpPr>
        <p:spPr bwMode="auto">
          <a:xfrm>
            <a:off x="3928042" y="3932239"/>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372782" name="Rectangle 46">
            <a:extLst>
              <a:ext uri="{FF2B5EF4-FFF2-40B4-BE49-F238E27FC236}">
                <a16:creationId xmlns:a16="http://schemas.microsoft.com/office/drawing/2014/main" id="{30BE24B0-2BEF-69E6-1C68-15804D69E98A}"/>
              </a:ext>
            </a:extLst>
          </p:cNvPr>
          <p:cNvSpPr>
            <a:spLocks noChangeArrowheads="1"/>
          </p:cNvSpPr>
          <p:nvPr/>
        </p:nvSpPr>
        <p:spPr bwMode="auto">
          <a:xfrm>
            <a:off x="3339080" y="4494214"/>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372783" name="Rectangle 47">
            <a:extLst>
              <a:ext uri="{FF2B5EF4-FFF2-40B4-BE49-F238E27FC236}">
                <a16:creationId xmlns:a16="http://schemas.microsoft.com/office/drawing/2014/main" id="{C537715D-FEF7-3767-35EC-E26E6F41044A}"/>
              </a:ext>
            </a:extLst>
          </p:cNvPr>
          <p:cNvSpPr>
            <a:spLocks noChangeArrowheads="1"/>
          </p:cNvSpPr>
          <p:nvPr/>
        </p:nvSpPr>
        <p:spPr bwMode="auto">
          <a:xfrm>
            <a:off x="4058217" y="4846639"/>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Tree>
  </p:cSld>
  <p:clrMapOvr>
    <a:masterClrMapping/>
  </p:clrMapOvr>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83E87A35-D9CC-91DA-D027-8DAED7922E29}"/>
              </a:ext>
            </a:extLst>
          </p:cNvPr>
          <p:cNvSpPr>
            <a:spLocks noGrp="1"/>
          </p:cNvSpPr>
          <p:nvPr>
            <p:ph type="ftr" sz="quarter" idx="10"/>
          </p:nvPr>
        </p:nvSpPr>
        <p:spPr/>
        <p:txBody>
          <a:bodyPr/>
          <a:lstStyle/>
          <a:p>
            <a:pPr eaLnBrk="1" hangingPunct="1"/>
            <a:fld id="{CD44F910-70BD-41BE-BB67-EAEF5EC1D9D3}" type="slidenum">
              <a:rPr lang="en-US" altLang="en-CH">
                <a:solidFill>
                  <a:srgbClr val="000000"/>
                </a:solidFill>
              </a:rPr>
              <a:pPr eaLnBrk="1" hangingPunct="1"/>
              <a:t>40</a:t>
            </a:fld>
            <a:endParaRPr lang="en-US" altLang="en-CH">
              <a:solidFill>
                <a:srgbClr val="000000"/>
              </a:solidFill>
            </a:endParaRPr>
          </a:p>
        </p:txBody>
      </p:sp>
      <p:sp>
        <p:nvSpPr>
          <p:cNvPr id="498690" name="Rectangle 1026">
            <a:extLst>
              <a:ext uri="{FF2B5EF4-FFF2-40B4-BE49-F238E27FC236}">
                <a16:creationId xmlns:a16="http://schemas.microsoft.com/office/drawing/2014/main" id="{0D7A0A42-29E8-74E7-7BB4-3FD5F3F4915B}"/>
              </a:ext>
            </a:extLst>
          </p:cNvPr>
          <p:cNvSpPr>
            <a:spLocks noGrp="1" noChangeArrowheads="1"/>
          </p:cNvSpPr>
          <p:nvPr>
            <p:ph type="title"/>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b" anchorCtr="0" compatLnSpc="1">
            <a:prstTxWarp prst="textNoShape">
              <a:avLst/>
            </a:prstTxWarp>
          </a:bodyPr>
          <a:lstStyle/>
          <a:p>
            <a:pPr defTabSz="866775"/>
            <a:r>
              <a:rPr lang="en-CA" altLang="en-CH"/>
              <a:t>Hints</a:t>
            </a:r>
          </a:p>
        </p:txBody>
      </p:sp>
      <p:sp>
        <p:nvSpPr>
          <p:cNvPr id="498691" name="Rectangle 1027">
            <a:extLst>
              <a:ext uri="{FF2B5EF4-FFF2-40B4-BE49-F238E27FC236}">
                <a16:creationId xmlns:a16="http://schemas.microsoft.com/office/drawing/2014/main" id="{55176374-B202-D455-8F5A-8C2762639209}"/>
              </a:ext>
            </a:extLst>
          </p:cNvPr>
          <p:cNvSpPr>
            <a:spLocks noGrp="1" noChangeArrowheads="1"/>
          </p:cNvSpPr>
          <p:nvPr>
            <p:ph type="body" idx="1"/>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t" anchorCtr="0" compatLnSpc="1">
            <a:prstTxWarp prst="textNoShape">
              <a:avLst/>
            </a:prstTxWarp>
          </a:bodyPr>
          <a:lstStyle/>
          <a:p>
            <a:pPr marL="704850" lvl="1" indent="-271463" defTabSz="866775"/>
            <a:r>
              <a:rPr lang="en-CA" altLang="en-CH"/>
              <a:t>All routers in area 2 propagate the existence of n1 and n2, directly attached to B1 (resp. B2). Draw the topology database in area 2.</a:t>
            </a:r>
          </a:p>
          <a:p>
            <a:pPr marL="704850" lvl="1" indent="-271463" defTabSz="866775"/>
            <a:r>
              <a:rPr lang="en-CA" altLang="en-CH"/>
              <a:t>Area border routers X4 and X6 belong to area 2, thus they can compute their distances to n1 and n2</a:t>
            </a:r>
          </a:p>
          <a:p>
            <a:pPr marL="704850" lvl="1" indent="-271463" defTabSz="866775"/>
            <a:r>
              <a:rPr lang="en-CA" altLang="en-CH"/>
              <a:t>Area border routers X4 and X6 inject their distances to n1 and n2 into the area 0 topology database (item 3 of the principle). The corresponding summary link state record is propagated to all routers of area 0. Draw now the topology database in area 0.</a:t>
            </a:r>
          </a:p>
          <a:p>
            <a:pPr marL="704850" lvl="1" indent="-271463" defTabSz="866775"/>
            <a:r>
              <a:rPr lang="en-CA" altLang="en-CH"/>
              <a:t>All routers in area 0 can now compute their distance to n1 and n2, using their distances to X4 and X6, and using the principle of distance vector (item 1 of the principle). Do the computation for X3 and X5.</a:t>
            </a:r>
          </a:p>
          <a:p>
            <a:pPr marL="704850" lvl="1" indent="-271463" defTabSz="866775"/>
            <a:r>
              <a:rPr lang="en-CA" altLang="en-CH"/>
              <a:t>Area border routers X3 and X5 inject their distances to n1 and n2 into the area 1 topology database (item 3 of the principle). Draw now  the topology database in area 1.</a:t>
            </a:r>
          </a:p>
        </p:txBody>
      </p:sp>
    </p:spTree>
  </p:cSld>
  <p:clrMapOvr>
    <a:masterClrMapping/>
  </p:clrMapOvr>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8DE0DAE4-58C7-59C2-E52B-D2627548153E}"/>
              </a:ext>
            </a:extLst>
          </p:cNvPr>
          <p:cNvSpPr>
            <a:spLocks noGrp="1"/>
          </p:cNvSpPr>
          <p:nvPr>
            <p:ph type="ftr" sz="quarter" idx="10"/>
          </p:nvPr>
        </p:nvSpPr>
        <p:spPr/>
        <p:txBody>
          <a:bodyPr/>
          <a:lstStyle/>
          <a:p>
            <a:pPr eaLnBrk="1" hangingPunct="1"/>
            <a:fld id="{B1CBE1D1-9C5C-462F-89D5-87EC7CF0D0FD}" type="slidenum">
              <a:rPr lang="en-US" altLang="en-CH">
                <a:solidFill>
                  <a:srgbClr val="000000"/>
                </a:solidFill>
              </a:rPr>
              <a:pPr eaLnBrk="1" hangingPunct="1"/>
              <a:t>41</a:t>
            </a:fld>
            <a:endParaRPr lang="en-US" altLang="en-CH">
              <a:solidFill>
                <a:srgbClr val="000000"/>
              </a:solidFill>
            </a:endParaRPr>
          </a:p>
        </p:txBody>
      </p:sp>
      <p:sp>
        <p:nvSpPr>
          <p:cNvPr id="500738" name="Rectangle 2">
            <a:extLst>
              <a:ext uri="{FF2B5EF4-FFF2-40B4-BE49-F238E27FC236}">
                <a16:creationId xmlns:a16="http://schemas.microsoft.com/office/drawing/2014/main" id="{0BDD794F-9A85-11D7-4361-A8C6288A69D0}"/>
              </a:ext>
            </a:extLst>
          </p:cNvPr>
          <p:cNvSpPr>
            <a:spLocks noGrp="1" noChangeArrowheads="1"/>
          </p:cNvSpPr>
          <p:nvPr>
            <p:ph type="title"/>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b" anchorCtr="0" compatLnSpc="1">
            <a:prstTxWarp prst="textNoShape">
              <a:avLst/>
            </a:prstTxWarp>
          </a:bodyPr>
          <a:lstStyle/>
          <a:p>
            <a:pPr defTabSz="866775"/>
            <a:r>
              <a:rPr lang="en-CA" altLang="en-CH"/>
              <a:t>Solution</a:t>
            </a:r>
          </a:p>
        </p:txBody>
      </p:sp>
      <p:sp>
        <p:nvSpPr>
          <p:cNvPr id="500739" name="Rectangle 3">
            <a:extLst>
              <a:ext uri="{FF2B5EF4-FFF2-40B4-BE49-F238E27FC236}">
                <a16:creationId xmlns:a16="http://schemas.microsoft.com/office/drawing/2014/main" id="{1AD70772-9D37-82F9-7A3C-37281F50FCFC}"/>
              </a:ext>
            </a:extLst>
          </p:cNvPr>
          <p:cNvSpPr>
            <a:spLocks noChangeArrowheads="1"/>
          </p:cNvSpPr>
          <p:nvPr/>
        </p:nvSpPr>
        <p:spPr bwMode="auto">
          <a:xfrm>
            <a:off x="5294313" y="1433514"/>
            <a:ext cx="902168" cy="32559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area 0</a:t>
            </a:r>
          </a:p>
        </p:txBody>
      </p:sp>
      <p:sp>
        <p:nvSpPr>
          <p:cNvPr id="500740" name="Oval 4">
            <a:extLst>
              <a:ext uri="{FF2B5EF4-FFF2-40B4-BE49-F238E27FC236}">
                <a16:creationId xmlns:a16="http://schemas.microsoft.com/office/drawing/2014/main" id="{15AF553B-395C-1CBF-B8F6-7E1BCCCB5A64}"/>
              </a:ext>
            </a:extLst>
          </p:cNvPr>
          <p:cNvSpPr>
            <a:spLocks noChangeArrowheads="1"/>
          </p:cNvSpPr>
          <p:nvPr/>
        </p:nvSpPr>
        <p:spPr bwMode="auto">
          <a:xfrm>
            <a:off x="4860925" y="1887539"/>
            <a:ext cx="1752600" cy="2098675"/>
          </a:xfrm>
          <a:prstGeom prst="ellipse">
            <a:avLst/>
          </a:prstGeom>
          <a:gradFill rotWithShape="0">
            <a:gsLst>
              <a:gs pos="0">
                <a:srgbClr val="FC0128">
                  <a:gamma/>
                  <a:tint val="0"/>
                  <a:invGamma/>
                </a:srgbClr>
              </a:gs>
              <a:gs pos="100000">
                <a:srgbClr val="FC0128"/>
              </a:gs>
            </a:gsLst>
            <a:path path="shape">
              <a:fillToRect l="50000" t="50000" r="50000" b="50000"/>
            </a:path>
          </a:gra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0741" name="Oval 5">
            <a:extLst>
              <a:ext uri="{FF2B5EF4-FFF2-40B4-BE49-F238E27FC236}">
                <a16:creationId xmlns:a16="http://schemas.microsoft.com/office/drawing/2014/main" id="{2461DD6F-B7C7-0A06-6C84-CD65E2662291}"/>
              </a:ext>
            </a:extLst>
          </p:cNvPr>
          <p:cNvSpPr>
            <a:spLocks noChangeArrowheads="1"/>
          </p:cNvSpPr>
          <p:nvPr/>
        </p:nvSpPr>
        <p:spPr bwMode="auto">
          <a:xfrm>
            <a:off x="6232525" y="2379663"/>
            <a:ext cx="2274888" cy="1606550"/>
          </a:xfrm>
          <a:prstGeom prst="ellipse">
            <a:avLst/>
          </a:prstGeom>
          <a:solidFill>
            <a:srgbClr val="FCD1C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0742" name="Oval 6">
            <a:extLst>
              <a:ext uri="{FF2B5EF4-FFF2-40B4-BE49-F238E27FC236}">
                <a16:creationId xmlns:a16="http://schemas.microsoft.com/office/drawing/2014/main" id="{0331366E-7B3D-46E1-5E9F-2CD01CDCA4F4}"/>
              </a:ext>
            </a:extLst>
          </p:cNvPr>
          <p:cNvSpPr>
            <a:spLocks noChangeArrowheads="1"/>
          </p:cNvSpPr>
          <p:nvPr/>
        </p:nvSpPr>
        <p:spPr bwMode="auto">
          <a:xfrm>
            <a:off x="3032125" y="2449513"/>
            <a:ext cx="2209800" cy="1465262"/>
          </a:xfrm>
          <a:prstGeom prst="ellipse">
            <a:avLst/>
          </a:prstGeom>
          <a:solidFill>
            <a:srgbClr val="FCD1C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0743" name="Rectangle 7">
            <a:extLst>
              <a:ext uri="{FF2B5EF4-FFF2-40B4-BE49-F238E27FC236}">
                <a16:creationId xmlns:a16="http://schemas.microsoft.com/office/drawing/2014/main" id="{9B323EE8-C4AC-CA35-799A-82556DA59DB8}"/>
              </a:ext>
            </a:extLst>
          </p:cNvPr>
          <p:cNvSpPr>
            <a:spLocks noChangeArrowheads="1"/>
          </p:cNvSpPr>
          <p:nvPr/>
        </p:nvSpPr>
        <p:spPr bwMode="auto">
          <a:xfrm>
            <a:off x="7842251" y="2417764"/>
            <a:ext cx="408443" cy="325595"/>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B1</a:t>
            </a:r>
          </a:p>
        </p:txBody>
      </p:sp>
      <p:sp>
        <p:nvSpPr>
          <p:cNvPr id="500744" name="Rectangle 8">
            <a:extLst>
              <a:ext uri="{FF2B5EF4-FFF2-40B4-BE49-F238E27FC236}">
                <a16:creationId xmlns:a16="http://schemas.microsoft.com/office/drawing/2014/main" id="{6B68D0F5-E571-9D5B-8AD8-0B06A2A17182}"/>
              </a:ext>
            </a:extLst>
          </p:cNvPr>
          <p:cNvSpPr>
            <a:spLocks noChangeArrowheads="1"/>
          </p:cNvSpPr>
          <p:nvPr/>
        </p:nvSpPr>
        <p:spPr bwMode="auto">
          <a:xfrm>
            <a:off x="6208714" y="2559051"/>
            <a:ext cx="408443" cy="325595"/>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X4</a:t>
            </a:r>
          </a:p>
        </p:txBody>
      </p:sp>
      <p:sp>
        <p:nvSpPr>
          <p:cNvPr id="500745" name="Rectangle 9">
            <a:extLst>
              <a:ext uri="{FF2B5EF4-FFF2-40B4-BE49-F238E27FC236}">
                <a16:creationId xmlns:a16="http://schemas.microsoft.com/office/drawing/2014/main" id="{86EC5296-61D0-14DF-BC50-85E717C81069}"/>
              </a:ext>
            </a:extLst>
          </p:cNvPr>
          <p:cNvSpPr>
            <a:spLocks noChangeArrowheads="1"/>
          </p:cNvSpPr>
          <p:nvPr/>
        </p:nvSpPr>
        <p:spPr bwMode="auto">
          <a:xfrm>
            <a:off x="4837114" y="1855789"/>
            <a:ext cx="408443" cy="325595"/>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X1</a:t>
            </a:r>
          </a:p>
        </p:txBody>
      </p:sp>
      <p:sp>
        <p:nvSpPr>
          <p:cNvPr id="500746" name="Rectangle 10">
            <a:extLst>
              <a:ext uri="{FF2B5EF4-FFF2-40B4-BE49-F238E27FC236}">
                <a16:creationId xmlns:a16="http://schemas.microsoft.com/office/drawing/2014/main" id="{6C4A4EF5-F11C-BCCD-CEDB-0784D9D63DAA}"/>
              </a:ext>
            </a:extLst>
          </p:cNvPr>
          <p:cNvSpPr>
            <a:spLocks noChangeArrowheads="1"/>
          </p:cNvSpPr>
          <p:nvPr/>
        </p:nvSpPr>
        <p:spPr bwMode="auto">
          <a:xfrm>
            <a:off x="4837114" y="2559051"/>
            <a:ext cx="408443" cy="325595"/>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X3</a:t>
            </a:r>
          </a:p>
        </p:txBody>
      </p:sp>
      <p:sp>
        <p:nvSpPr>
          <p:cNvPr id="500747" name="Rectangle 11">
            <a:extLst>
              <a:ext uri="{FF2B5EF4-FFF2-40B4-BE49-F238E27FC236}">
                <a16:creationId xmlns:a16="http://schemas.microsoft.com/office/drawing/2014/main" id="{92794999-8B28-4C22-9656-A1D769359AE0}"/>
              </a:ext>
            </a:extLst>
          </p:cNvPr>
          <p:cNvSpPr>
            <a:spLocks noChangeArrowheads="1"/>
          </p:cNvSpPr>
          <p:nvPr/>
        </p:nvSpPr>
        <p:spPr bwMode="auto">
          <a:xfrm>
            <a:off x="3205164" y="2487614"/>
            <a:ext cx="408443" cy="325595"/>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A1</a:t>
            </a:r>
          </a:p>
        </p:txBody>
      </p:sp>
      <p:sp>
        <p:nvSpPr>
          <p:cNvPr id="500748" name="Rectangle 12">
            <a:extLst>
              <a:ext uri="{FF2B5EF4-FFF2-40B4-BE49-F238E27FC236}">
                <a16:creationId xmlns:a16="http://schemas.microsoft.com/office/drawing/2014/main" id="{9E128A81-ACA4-1182-4B24-12EB1C02C917}"/>
              </a:ext>
            </a:extLst>
          </p:cNvPr>
          <p:cNvSpPr>
            <a:spLocks noChangeArrowheads="1"/>
          </p:cNvSpPr>
          <p:nvPr/>
        </p:nvSpPr>
        <p:spPr bwMode="auto">
          <a:xfrm>
            <a:off x="6862763" y="2909889"/>
            <a:ext cx="902168" cy="32559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area 2</a:t>
            </a:r>
          </a:p>
        </p:txBody>
      </p:sp>
      <p:sp>
        <p:nvSpPr>
          <p:cNvPr id="500749" name="Rectangle 13">
            <a:extLst>
              <a:ext uri="{FF2B5EF4-FFF2-40B4-BE49-F238E27FC236}">
                <a16:creationId xmlns:a16="http://schemas.microsoft.com/office/drawing/2014/main" id="{50628AD8-4B78-4961-E5D9-5E654748A851}"/>
              </a:ext>
            </a:extLst>
          </p:cNvPr>
          <p:cNvSpPr>
            <a:spLocks noChangeArrowheads="1"/>
          </p:cNvSpPr>
          <p:nvPr/>
        </p:nvSpPr>
        <p:spPr bwMode="auto">
          <a:xfrm>
            <a:off x="3792538" y="2909889"/>
            <a:ext cx="902168" cy="32559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area 1</a:t>
            </a:r>
          </a:p>
        </p:txBody>
      </p:sp>
      <p:sp>
        <p:nvSpPr>
          <p:cNvPr id="500750" name="Rectangle 14">
            <a:extLst>
              <a:ext uri="{FF2B5EF4-FFF2-40B4-BE49-F238E27FC236}">
                <a16:creationId xmlns:a16="http://schemas.microsoft.com/office/drawing/2014/main" id="{A7BFC20E-41D8-0CA6-AA54-F407D94EBC9F}"/>
              </a:ext>
            </a:extLst>
          </p:cNvPr>
          <p:cNvSpPr>
            <a:spLocks noChangeArrowheads="1"/>
          </p:cNvSpPr>
          <p:nvPr/>
        </p:nvSpPr>
        <p:spPr bwMode="auto">
          <a:xfrm>
            <a:off x="6208714" y="1855789"/>
            <a:ext cx="408443" cy="325595"/>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X2</a:t>
            </a:r>
          </a:p>
        </p:txBody>
      </p:sp>
      <p:sp>
        <p:nvSpPr>
          <p:cNvPr id="500751" name="Rectangle 15">
            <a:extLst>
              <a:ext uri="{FF2B5EF4-FFF2-40B4-BE49-F238E27FC236}">
                <a16:creationId xmlns:a16="http://schemas.microsoft.com/office/drawing/2014/main" id="{F4176747-0C27-5B78-00D3-EB7BD5B62435}"/>
              </a:ext>
            </a:extLst>
          </p:cNvPr>
          <p:cNvSpPr>
            <a:spLocks noChangeArrowheads="1"/>
          </p:cNvSpPr>
          <p:nvPr/>
        </p:nvSpPr>
        <p:spPr bwMode="auto">
          <a:xfrm>
            <a:off x="6208714" y="3402014"/>
            <a:ext cx="408443" cy="325595"/>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X6</a:t>
            </a:r>
          </a:p>
        </p:txBody>
      </p:sp>
      <p:sp>
        <p:nvSpPr>
          <p:cNvPr id="500752" name="Rectangle 16">
            <a:extLst>
              <a:ext uri="{FF2B5EF4-FFF2-40B4-BE49-F238E27FC236}">
                <a16:creationId xmlns:a16="http://schemas.microsoft.com/office/drawing/2014/main" id="{16895B22-3247-617A-312F-B108918621D8}"/>
              </a:ext>
            </a:extLst>
          </p:cNvPr>
          <p:cNvSpPr>
            <a:spLocks noChangeArrowheads="1"/>
          </p:cNvSpPr>
          <p:nvPr/>
        </p:nvSpPr>
        <p:spPr bwMode="auto">
          <a:xfrm>
            <a:off x="4837114" y="3402014"/>
            <a:ext cx="408443" cy="325595"/>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X5</a:t>
            </a:r>
          </a:p>
        </p:txBody>
      </p:sp>
      <p:sp>
        <p:nvSpPr>
          <p:cNvPr id="500753" name="Rectangle 17">
            <a:extLst>
              <a:ext uri="{FF2B5EF4-FFF2-40B4-BE49-F238E27FC236}">
                <a16:creationId xmlns:a16="http://schemas.microsoft.com/office/drawing/2014/main" id="{65C8414C-CF62-B1ED-D141-382658CA1A32}"/>
              </a:ext>
            </a:extLst>
          </p:cNvPr>
          <p:cNvSpPr>
            <a:spLocks noChangeArrowheads="1"/>
          </p:cNvSpPr>
          <p:nvPr/>
        </p:nvSpPr>
        <p:spPr bwMode="auto">
          <a:xfrm>
            <a:off x="7842251" y="3543301"/>
            <a:ext cx="408443" cy="325595"/>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B2</a:t>
            </a:r>
          </a:p>
        </p:txBody>
      </p:sp>
      <p:sp>
        <p:nvSpPr>
          <p:cNvPr id="500754" name="Rectangle 18">
            <a:extLst>
              <a:ext uri="{FF2B5EF4-FFF2-40B4-BE49-F238E27FC236}">
                <a16:creationId xmlns:a16="http://schemas.microsoft.com/office/drawing/2014/main" id="{CDFA36FB-5804-FED3-7DE3-F610760BF487}"/>
              </a:ext>
            </a:extLst>
          </p:cNvPr>
          <p:cNvSpPr>
            <a:spLocks noChangeArrowheads="1"/>
          </p:cNvSpPr>
          <p:nvPr/>
        </p:nvSpPr>
        <p:spPr bwMode="auto">
          <a:xfrm>
            <a:off x="3205164" y="3613151"/>
            <a:ext cx="408443" cy="325595"/>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A2</a:t>
            </a:r>
          </a:p>
        </p:txBody>
      </p:sp>
      <p:sp>
        <p:nvSpPr>
          <p:cNvPr id="500755" name="Line 19">
            <a:extLst>
              <a:ext uri="{FF2B5EF4-FFF2-40B4-BE49-F238E27FC236}">
                <a16:creationId xmlns:a16="http://schemas.microsoft.com/office/drawing/2014/main" id="{E707C969-7F70-3F44-9692-19F44F333507}"/>
              </a:ext>
            </a:extLst>
          </p:cNvPr>
          <p:cNvSpPr>
            <a:spLocks noChangeShapeType="1"/>
          </p:cNvSpPr>
          <p:nvPr/>
        </p:nvSpPr>
        <p:spPr bwMode="auto">
          <a:xfrm>
            <a:off x="3619501" y="2660650"/>
            <a:ext cx="1165225" cy="587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0756" name="Line 20">
            <a:extLst>
              <a:ext uri="{FF2B5EF4-FFF2-40B4-BE49-F238E27FC236}">
                <a16:creationId xmlns:a16="http://schemas.microsoft.com/office/drawing/2014/main" id="{9E723346-57E8-B7C0-38FE-99683CC2086D}"/>
              </a:ext>
            </a:extLst>
          </p:cNvPr>
          <p:cNvSpPr>
            <a:spLocks noChangeShapeType="1"/>
          </p:cNvSpPr>
          <p:nvPr/>
        </p:nvSpPr>
        <p:spPr bwMode="auto">
          <a:xfrm>
            <a:off x="3352800" y="2871788"/>
            <a:ext cx="0" cy="692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0757" name="Line 21">
            <a:extLst>
              <a:ext uri="{FF2B5EF4-FFF2-40B4-BE49-F238E27FC236}">
                <a16:creationId xmlns:a16="http://schemas.microsoft.com/office/drawing/2014/main" id="{5B2839D3-8F87-FD50-C7E5-308F570BE374}"/>
              </a:ext>
            </a:extLst>
          </p:cNvPr>
          <p:cNvSpPr>
            <a:spLocks noChangeShapeType="1"/>
          </p:cNvSpPr>
          <p:nvPr/>
        </p:nvSpPr>
        <p:spPr bwMode="auto">
          <a:xfrm>
            <a:off x="8054975" y="2801938"/>
            <a:ext cx="0" cy="692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0758" name="Line 22">
            <a:extLst>
              <a:ext uri="{FF2B5EF4-FFF2-40B4-BE49-F238E27FC236}">
                <a16:creationId xmlns:a16="http://schemas.microsoft.com/office/drawing/2014/main" id="{CD040563-C313-6F5D-B5FF-329C3F0DD6FF}"/>
              </a:ext>
            </a:extLst>
          </p:cNvPr>
          <p:cNvSpPr>
            <a:spLocks noChangeShapeType="1"/>
          </p:cNvSpPr>
          <p:nvPr/>
        </p:nvSpPr>
        <p:spPr bwMode="auto">
          <a:xfrm flipV="1">
            <a:off x="3619501" y="3563938"/>
            <a:ext cx="1165225" cy="1524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0759" name="Line 23">
            <a:extLst>
              <a:ext uri="{FF2B5EF4-FFF2-40B4-BE49-F238E27FC236}">
                <a16:creationId xmlns:a16="http://schemas.microsoft.com/office/drawing/2014/main" id="{E3E2B648-2D13-5135-9F37-E788FD8A68A4}"/>
              </a:ext>
            </a:extLst>
          </p:cNvPr>
          <p:cNvSpPr>
            <a:spLocks noChangeShapeType="1"/>
          </p:cNvSpPr>
          <p:nvPr/>
        </p:nvSpPr>
        <p:spPr bwMode="auto">
          <a:xfrm>
            <a:off x="4986338" y="2943226"/>
            <a:ext cx="0" cy="4794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0760" name="Line 24">
            <a:extLst>
              <a:ext uri="{FF2B5EF4-FFF2-40B4-BE49-F238E27FC236}">
                <a16:creationId xmlns:a16="http://schemas.microsoft.com/office/drawing/2014/main" id="{C08FEDB8-BC92-25CE-FF7D-7E7FADF7CCEB}"/>
              </a:ext>
            </a:extLst>
          </p:cNvPr>
          <p:cNvSpPr>
            <a:spLocks noChangeShapeType="1"/>
          </p:cNvSpPr>
          <p:nvPr/>
        </p:nvSpPr>
        <p:spPr bwMode="auto">
          <a:xfrm flipV="1">
            <a:off x="6624639" y="2579688"/>
            <a:ext cx="1228725" cy="1524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0761" name="Line 25">
            <a:extLst>
              <a:ext uri="{FF2B5EF4-FFF2-40B4-BE49-F238E27FC236}">
                <a16:creationId xmlns:a16="http://schemas.microsoft.com/office/drawing/2014/main" id="{C8A1E7E9-E708-697A-130C-EF19311DADE0}"/>
              </a:ext>
            </a:extLst>
          </p:cNvPr>
          <p:cNvSpPr>
            <a:spLocks noChangeShapeType="1"/>
          </p:cNvSpPr>
          <p:nvPr/>
        </p:nvSpPr>
        <p:spPr bwMode="auto">
          <a:xfrm>
            <a:off x="6624639" y="3575051"/>
            <a:ext cx="1228725" cy="200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0762" name="Line 26">
            <a:extLst>
              <a:ext uri="{FF2B5EF4-FFF2-40B4-BE49-F238E27FC236}">
                <a16:creationId xmlns:a16="http://schemas.microsoft.com/office/drawing/2014/main" id="{16C5802B-284D-8633-E139-E051010B9249}"/>
              </a:ext>
            </a:extLst>
          </p:cNvPr>
          <p:cNvSpPr>
            <a:spLocks noChangeShapeType="1"/>
          </p:cNvSpPr>
          <p:nvPr/>
        </p:nvSpPr>
        <p:spPr bwMode="auto">
          <a:xfrm>
            <a:off x="6423025" y="2943226"/>
            <a:ext cx="0" cy="4095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0763" name="Line 27">
            <a:extLst>
              <a:ext uri="{FF2B5EF4-FFF2-40B4-BE49-F238E27FC236}">
                <a16:creationId xmlns:a16="http://schemas.microsoft.com/office/drawing/2014/main" id="{1DECEA79-389E-A6BF-5035-60FF8AE7933F}"/>
              </a:ext>
            </a:extLst>
          </p:cNvPr>
          <p:cNvSpPr>
            <a:spLocks noChangeShapeType="1"/>
          </p:cNvSpPr>
          <p:nvPr/>
        </p:nvSpPr>
        <p:spPr bwMode="auto">
          <a:xfrm>
            <a:off x="5253039" y="3575050"/>
            <a:ext cx="968375" cy="587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0764" name="Line 28">
            <a:extLst>
              <a:ext uri="{FF2B5EF4-FFF2-40B4-BE49-F238E27FC236}">
                <a16:creationId xmlns:a16="http://schemas.microsoft.com/office/drawing/2014/main" id="{C6640F1A-260C-139F-2CF4-A1B1B2675960}"/>
              </a:ext>
            </a:extLst>
          </p:cNvPr>
          <p:cNvSpPr>
            <a:spLocks noChangeShapeType="1"/>
          </p:cNvSpPr>
          <p:nvPr/>
        </p:nvSpPr>
        <p:spPr bwMode="auto">
          <a:xfrm>
            <a:off x="5253039" y="2092325"/>
            <a:ext cx="9683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0765" name="Line 29">
            <a:extLst>
              <a:ext uri="{FF2B5EF4-FFF2-40B4-BE49-F238E27FC236}">
                <a16:creationId xmlns:a16="http://schemas.microsoft.com/office/drawing/2014/main" id="{540EA028-38E7-2034-C57C-2656C0145878}"/>
              </a:ext>
            </a:extLst>
          </p:cNvPr>
          <p:cNvSpPr>
            <a:spLocks noChangeShapeType="1"/>
          </p:cNvSpPr>
          <p:nvPr/>
        </p:nvSpPr>
        <p:spPr bwMode="auto">
          <a:xfrm>
            <a:off x="5116513" y="2238376"/>
            <a:ext cx="0" cy="2698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0766" name="Line 30">
            <a:extLst>
              <a:ext uri="{FF2B5EF4-FFF2-40B4-BE49-F238E27FC236}">
                <a16:creationId xmlns:a16="http://schemas.microsoft.com/office/drawing/2014/main" id="{CF0D28D9-9BF4-D502-2F5D-D7A8E4584C64}"/>
              </a:ext>
            </a:extLst>
          </p:cNvPr>
          <p:cNvSpPr>
            <a:spLocks noChangeShapeType="1"/>
          </p:cNvSpPr>
          <p:nvPr/>
        </p:nvSpPr>
        <p:spPr bwMode="auto">
          <a:xfrm>
            <a:off x="6423025" y="2238376"/>
            <a:ext cx="0" cy="3413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0767" name="Line 31">
            <a:extLst>
              <a:ext uri="{FF2B5EF4-FFF2-40B4-BE49-F238E27FC236}">
                <a16:creationId xmlns:a16="http://schemas.microsoft.com/office/drawing/2014/main" id="{E57F827E-38E2-8FDA-31BF-FA68A62B51E4}"/>
              </a:ext>
            </a:extLst>
          </p:cNvPr>
          <p:cNvSpPr>
            <a:spLocks noChangeShapeType="1"/>
          </p:cNvSpPr>
          <p:nvPr/>
        </p:nvSpPr>
        <p:spPr bwMode="auto">
          <a:xfrm flipV="1">
            <a:off x="8256589" y="2508250"/>
            <a:ext cx="250825" cy="825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0768" name="Rectangle 32">
            <a:extLst>
              <a:ext uri="{FF2B5EF4-FFF2-40B4-BE49-F238E27FC236}">
                <a16:creationId xmlns:a16="http://schemas.microsoft.com/office/drawing/2014/main" id="{33947E78-7A64-64FB-D88C-AE6B284A9928}"/>
              </a:ext>
            </a:extLst>
          </p:cNvPr>
          <p:cNvSpPr>
            <a:spLocks noChangeArrowheads="1"/>
          </p:cNvSpPr>
          <p:nvPr/>
        </p:nvSpPr>
        <p:spPr bwMode="auto">
          <a:xfrm>
            <a:off x="8504803" y="2347914"/>
            <a:ext cx="408444"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n1</a:t>
            </a:r>
          </a:p>
        </p:txBody>
      </p:sp>
      <p:sp>
        <p:nvSpPr>
          <p:cNvPr id="500770" name="Rectangle 34">
            <a:extLst>
              <a:ext uri="{FF2B5EF4-FFF2-40B4-BE49-F238E27FC236}">
                <a16:creationId xmlns:a16="http://schemas.microsoft.com/office/drawing/2014/main" id="{C7D3FDC6-672C-4A0B-C261-D26D7295CBC5}"/>
              </a:ext>
            </a:extLst>
          </p:cNvPr>
          <p:cNvSpPr>
            <a:spLocks noChangeArrowheads="1"/>
          </p:cNvSpPr>
          <p:nvPr/>
        </p:nvSpPr>
        <p:spPr bwMode="auto">
          <a:xfrm>
            <a:off x="8504803" y="3684589"/>
            <a:ext cx="408444"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n2</a:t>
            </a:r>
          </a:p>
        </p:txBody>
      </p:sp>
      <p:sp>
        <p:nvSpPr>
          <p:cNvPr id="500771" name="Rectangle 35">
            <a:extLst>
              <a:ext uri="{FF2B5EF4-FFF2-40B4-BE49-F238E27FC236}">
                <a16:creationId xmlns:a16="http://schemas.microsoft.com/office/drawing/2014/main" id="{430431AD-BAA5-73AD-2586-910C732A84B2}"/>
              </a:ext>
            </a:extLst>
          </p:cNvPr>
          <p:cNvSpPr>
            <a:spLocks noChangeArrowheads="1"/>
          </p:cNvSpPr>
          <p:nvPr/>
        </p:nvSpPr>
        <p:spPr bwMode="auto">
          <a:xfrm>
            <a:off x="7982516" y="2981326"/>
            <a:ext cx="408444"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500772" name="Rectangle 36">
            <a:extLst>
              <a:ext uri="{FF2B5EF4-FFF2-40B4-BE49-F238E27FC236}">
                <a16:creationId xmlns:a16="http://schemas.microsoft.com/office/drawing/2014/main" id="{94BD56C7-4ACE-2ADC-9FCF-D881FAD52299}"/>
              </a:ext>
            </a:extLst>
          </p:cNvPr>
          <p:cNvSpPr>
            <a:spLocks noChangeArrowheads="1"/>
          </p:cNvSpPr>
          <p:nvPr/>
        </p:nvSpPr>
        <p:spPr bwMode="auto">
          <a:xfrm>
            <a:off x="7001441" y="3684589"/>
            <a:ext cx="408444"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500773" name="Rectangle 37">
            <a:extLst>
              <a:ext uri="{FF2B5EF4-FFF2-40B4-BE49-F238E27FC236}">
                <a16:creationId xmlns:a16="http://schemas.microsoft.com/office/drawing/2014/main" id="{45800EE7-0B1C-502D-D71D-A256AA0C335D}"/>
              </a:ext>
            </a:extLst>
          </p:cNvPr>
          <p:cNvSpPr>
            <a:spLocks noChangeArrowheads="1"/>
          </p:cNvSpPr>
          <p:nvPr/>
        </p:nvSpPr>
        <p:spPr bwMode="auto">
          <a:xfrm>
            <a:off x="7001441" y="2417764"/>
            <a:ext cx="408444"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500774" name="Rectangle 38">
            <a:extLst>
              <a:ext uri="{FF2B5EF4-FFF2-40B4-BE49-F238E27FC236}">
                <a16:creationId xmlns:a16="http://schemas.microsoft.com/office/drawing/2014/main" id="{EBE92256-9FD4-8A9F-E412-813FABCBB30C}"/>
              </a:ext>
            </a:extLst>
          </p:cNvPr>
          <p:cNvSpPr>
            <a:spLocks noChangeArrowheads="1"/>
          </p:cNvSpPr>
          <p:nvPr/>
        </p:nvSpPr>
        <p:spPr bwMode="auto">
          <a:xfrm>
            <a:off x="5496295" y="3262314"/>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500775" name="Rectangle 39">
            <a:extLst>
              <a:ext uri="{FF2B5EF4-FFF2-40B4-BE49-F238E27FC236}">
                <a16:creationId xmlns:a16="http://schemas.microsoft.com/office/drawing/2014/main" id="{3CBA4EB9-BFF7-6EC0-BF93-DBE8B27CECCA}"/>
              </a:ext>
            </a:extLst>
          </p:cNvPr>
          <p:cNvSpPr>
            <a:spLocks noChangeArrowheads="1"/>
          </p:cNvSpPr>
          <p:nvPr/>
        </p:nvSpPr>
        <p:spPr bwMode="auto">
          <a:xfrm>
            <a:off x="6410695" y="2981326"/>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500776" name="Rectangle 40">
            <a:extLst>
              <a:ext uri="{FF2B5EF4-FFF2-40B4-BE49-F238E27FC236}">
                <a16:creationId xmlns:a16="http://schemas.microsoft.com/office/drawing/2014/main" id="{9E2AAD68-25BE-82EA-6A96-0CB307E4D878}"/>
              </a:ext>
            </a:extLst>
          </p:cNvPr>
          <p:cNvSpPr>
            <a:spLocks noChangeArrowheads="1"/>
          </p:cNvSpPr>
          <p:nvPr/>
        </p:nvSpPr>
        <p:spPr bwMode="auto">
          <a:xfrm>
            <a:off x="6214638" y="2206626"/>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500777" name="Rectangle 41">
            <a:extLst>
              <a:ext uri="{FF2B5EF4-FFF2-40B4-BE49-F238E27FC236}">
                <a16:creationId xmlns:a16="http://schemas.microsoft.com/office/drawing/2014/main" id="{B2802A36-DAC9-E3E5-53B3-7F7371CA4A38}"/>
              </a:ext>
            </a:extLst>
          </p:cNvPr>
          <p:cNvSpPr>
            <a:spLocks noChangeArrowheads="1"/>
          </p:cNvSpPr>
          <p:nvPr/>
        </p:nvSpPr>
        <p:spPr bwMode="auto">
          <a:xfrm>
            <a:off x="5626470" y="2066926"/>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500778" name="Rectangle 42">
            <a:extLst>
              <a:ext uri="{FF2B5EF4-FFF2-40B4-BE49-F238E27FC236}">
                <a16:creationId xmlns:a16="http://schemas.microsoft.com/office/drawing/2014/main" id="{DDF8BE60-305D-4B08-7538-6A3EFC6D19A4}"/>
              </a:ext>
            </a:extLst>
          </p:cNvPr>
          <p:cNvSpPr>
            <a:spLocks noChangeArrowheads="1"/>
          </p:cNvSpPr>
          <p:nvPr/>
        </p:nvSpPr>
        <p:spPr bwMode="auto">
          <a:xfrm>
            <a:off x="5104182" y="2206626"/>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500779" name="Rectangle 43">
            <a:extLst>
              <a:ext uri="{FF2B5EF4-FFF2-40B4-BE49-F238E27FC236}">
                <a16:creationId xmlns:a16="http://schemas.microsoft.com/office/drawing/2014/main" id="{9D32A4EF-3041-BBA9-290F-9275299F8745}"/>
              </a:ext>
            </a:extLst>
          </p:cNvPr>
          <p:cNvSpPr>
            <a:spLocks noChangeArrowheads="1"/>
          </p:cNvSpPr>
          <p:nvPr/>
        </p:nvSpPr>
        <p:spPr bwMode="auto">
          <a:xfrm>
            <a:off x="4974007" y="2981326"/>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500830" name="Rectangle 94">
            <a:extLst>
              <a:ext uri="{FF2B5EF4-FFF2-40B4-BE49-F238E27FC236}">
                <a16:creationId xmlns:a16="http://schemas.microsoft.com/office/drawing/2014/main" id="{6F8589DC-C6D8-68FF-0985-843702260315}"/>
              </a:ext>
            </a:extLst>
          </p:cNvPr>
          <p:cNvSpPr>
            <a:spLocks noChangeArrowheads="1"/>
          </p:cNvSpPr>
          <p:nvPr/>
        </p:nvSpPr>
        <p:spPr bwMode="auto">
          <a:xfrm>
            <a:off x="3867716" y="2417764"/>
            <a:ext cx="408444"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500831" name="Rectangle 95">
            <a:extLst>
              <a:ext uri="{FF2B5EF4-FFF2-40B4-BE49-F238E27FC236}">
                <a16:creationId xmlns:a16="http://schemas.microsoft.com/office/drawing/2014/main" id="{22BB7CFA-6328-6BD0-CCBD-2BAD09D0BEFE}"/>
              </a:ext>
            </a:extLst>
          </p:cNvPr>
          <p:cNvSpPr>
            <a:spLocks noChangeArrowheads="1"/>
          </p:cNvSpPr>
          <p:nvPr/>
        </p:nvSpPr>
        <p:spPr bwMode="auto">
          <a:xfrm>
            <a:off x="3278753" y="2981326"/>
            <a:ext cx="408444"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500832" name="Rectangle 96">
            <a:extLst>
              <a:ext uri="{FF2B5EF4-FFF2-40B4-BE49-F238E27FC236}">
                <a16:creationId xmlns:a16="http://schemas.microsoft.com/office/drawing/2014/main" id="{35FFA7C9-A1CB-D14C-16D9-9EDB900F25F8}"/>
              </a:ext>
            </a:extLst>
          </p:cNvPr>
          <p:cNvSpPr>
            <a:spLocks noChangeArrowheads="1"/>
          </p:cNvSpPr>
          <p:nvPr/>
        </p:nvSpPr>
        <p:spPr bwMode="auto">
          <a:xfrm>
            <a:off x="3997891" y="3332164"/>
            <a:ext cx="408444"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3" name="Line 33">
            <a:extLst>
              <a:ext uri="{FF2B5EF4-FFF2-40B4-BE49-F238E27FC236}">
                <a16:creationId xmlns:a16="http://schemas.microsoft.com/office/drawing/2014/main" id="{1FD8D0BA-97E7-8A25-60B9-7FB65BD7582C}"/>
              </a:ext>
            </a:extLst>
          </p:cNvPr>
          <p:cNvSpPr>
            <a:spLocks noChangeShapeType="1"/>
          </p:cNvSpPr>
          <p:nvPr/>
        </p:nvSpPr>
        <p:spPr bwMode="auto">
          <a:xfrm>
            <a:off x="8250650" y="3791108"/>
            <a:ext cx="250825" cy="587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CH"/>
          </a:p>
        </p:txBody>
      </p:sp>
      <p:sp>
        <p:nvSpPr>
          <p:cNvPr id="4" name="Rectangle 34">
            <a:extLst>
              <a:ext uri="{FF2B5EF4-FFF2-40B4-BE49-F238E27FC236}">
                <a16:creationId xmlns:a16="http://schemas.microsoft.com/office/drawing/2014/main" id="{EB38C9E6-9D87-DBEC-C667-D15A6CF122B9}"/>
              </a:ext>
            </a:extLst>
          </p:cNvPr>
          <p:cNvSpPr>
            <a:spLocks noChangeArrowheads="1"/>
          </p:cNvSpPr>
          <p:nvPr/>
        </p:nvSpPr>
        <p:spPr bwMode="auto">
          <a:xfrm>
            <a:off x="8503062" y="3689508"/>
            <a:ext cx="400050"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eaLnBrk="0" hangingPunct="0"/>
            <a:r>
              <a:rPr lang="en-CA" altLang="en-CH" sz="1600" b="1">
                <a:latin typeface="Courier New" panose="02070309020205020404" pitchFamily="49" charset="0"/>
              </a:rPr>
              <a:t>n2</a:t>
            </a:r>
          </a:p>
        </p:txBody>
      </p:sp>
      <p:sp>
        <p:nvSpPr>
          <p:cNvPr id="5" name="Rectangle 36">
            <a:extLst>
              <a:ext uri="{FF2B5EF4-FFF2-40B4-BE49-F238E27FC236}">
                <a16:creationId xmlns:a16="http://schemas.microsoft.com/office/drawing/2014/main" id="{E947FD6A-A791-9AF1-C2F3-4FB90C9AF208}"/>
              </a:ext>
            </a:extLst>
          </p:cNvPr>
          <p:cNvSpPr>
            <a:spLocks noChangeArrowheads="1"/>
          </p:cNvSpPr>
          <p:nvPr/>
        </p:nvSpPr>
        <p:spPr bwMode="auto">
          <a:xfrm>
            <a:off x="6999700" y="3689508"/>
            <a:ext cx="400050"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eaLnBrk="0" hangingPunct="0"/>
            <a:r>
              <a:rPr lang="en-CA" altLang="en-CH" sz="1600" b="1">
                <a:latin typeface="Courier New" panose="02070309020205020404" pitchFamily="49" charset="0"/>
              </a:rPr>
              <a:t>10</a:t>
            </a:r>
          </a:p>
        </p:txBody>
      </p:sp>
      <p:grpSp>
        <p:nvGrpSpPr>
          <p:cNvPr id="6" name="Group 44">
            <a:extLst>
              <a:ext uri="{FF2B5EF4-FFF2-40B4-BE49-F238E27FC236}">
                <a16:creationId xmlns:a16="http://schemas.microsoft.com/office/drawing/2014/main" id="{CCADCC75-06AE-8484-7347-206C60829357}"/>
              </a:ext>
            </a:extLst>
          </p:cNvPr>
          <p:cNvGrpSpPr>
            <a:grpSpLocks/>
          </p:cNvGrpSpPr>
          <p:nvPr/>
        </p:nvGrpSpPr>
        <p:grpSpPr bwMode="auto">
          <a:xfrm>
            <a:off x="7723600" y="4135595"/>
            <a:ext cx="984250" cy="671513"/>
            <a:chOff x="4560" y="2819"/>
            <a:chExt cx="724" cy="458"/>
          </a:xfrm>
        </p:grpSpPr>
        <p:sp>
          <p:nvSpPr>
            <p:cNvPr id="7" name="Rectangle 45">
              <a:extLst>
                <a:ext uri="{FF2B5EF4-FFF2-40B4-BE49-F238E27FC236}">
                  <a16:creationId xmlns:a16="http://schemas.microsoft.com/office/drawing/2014/main" id="{E38767A4-8386-1BA0-1F0E-4ACD5951BE18}"/>
                </a:ext>
              </a:extLst>
            </p:cNvPr>
            <p:cNvSpPr>
              <a:spLocks noChangeArrowheads="1"/>
            </p:cNvSpPr>
            <p:nvPr/>
          </p:nvSpPr>
          <p:spPr bwMode="auto">
            <a:xfrm>
              <a:off x="4560" y="2820"/>
              <a:ext cx="720" cy="432"/>
            </a:xfrm>
            <a:prstGeom prst="rect">
              <a:avLst/>
            </a:prstGeom>
            <a:solidFill>
              <a:schemeClr val="bg2"/>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grpSp>
          <p:nvGrpSpPr>
            <p:cNvPr id="8" name="Group 46">
              <a:extLst>
                <a:ext uri="{FF2B5EF4-FFF2-40B4-BE49-F238E27FC236}">
                  <a16:creationId xmlns:a16="http://schemas.microsoft.com/office/drawing/2014/main" id="{D389BFF5-7673-F7A1-664D-AD58652B065B}"/>
                </a:ext>
              </a:extLst>
            </p:cNvPr>
            <p:cNvGrpSpPr>
              <a:grpSpLocks/>
            </p:cNvGrpSpPr>
            <p:nvPr/>
          </p:nvGrpSpPr>
          <p:grpSpPr bwMode="auto">
            <a:xfrm>
              <a:off x="4660" y="2819"/>
              <a:ext cx="624" cy="458"/>
              <a:chOff x="4660" y="2819"/>
              <a:chExt cx="624" cy="458"/>
            </a:xfrm>
          </p:grpSpPr>
          <p:sp>
            <p:nvSpPr>
              <p:cNvPr id="9" name="Rectangle 47">
                <a:extLst>
                  <a:ext uri="{FF2B5EF4-FFF2-40B4-BE49-F238E27FC236}">
                    <a16:creationId xmlns:a16="http://schemas.microsoft.com/office/drawing/2014/main" id="{F87435A9-5F70-6057-7BC7-49918BE2996B}"/>
                  </a:ext>
                </a:extLst>
              </p:cNvPr>
              <p:cNvSpPr>
                <a:spLocks noChangeArrowheads="1"/>
              </p:cNvSpPr>
              <p:nvPr/>
            </p:nvSpPr>
            <p:spPr bwMode="auto">
              <a:xfrm>
                <a:off x="4660" y="2895"/>
                <a:ext cx="67" cy="79"/>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10" name="Rectangle 48">
                <a:extLst>
                  <a:ext uri="{FF2B5EF4-FFF2-40B4-BE49-F238E27FC236}">
                    <a16:creationId xmlns:a16="http://schemas.microsoft.com/office/drawing/2014/main" id="{D61FEE02-E926-A5C2-6AF3-ED0EF7C66E01}"/>
                  </a:ext>
                </a:extLst>
              </p:cNvPr>
              <p:cNvSpPr>
                <a:spLocks noChangeArrowheads="1"/>
              </p:cNvSpPr>
              <p:nvPr/>
            </p:nvSpPr>
            <p:spPr bwMode="auto">
              <a:xfrm>
                <a:off x="4886" y="2895"/>
                <a:ext cx="67" cy="79"/>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11" name="Rectangle 49">
                <a:extLst>
                  <a:ext uri="{FF2B5EF4-FFF2-40B4-BE49-F238E27FC236}">
                    <a16:creationId xmlns:a16="http://schemas.microsoft.com/office/drawing/2014/main" id="{F93B3CE5-BB65-BFAE-111B-E499C4AB761B}"/>
                  </a:ext>
                </a:extLst>
              </p:cNvPr>
              <p:cNvSpPr>
                <a:spLocks noChangeArrowheads="1"/>
              </p:cNvSpPr>
              <p:nvPr/>
            </p:nvSpPr>
            <p:spPr bwMode="auto">
              <a:xfrm>
                <a:off x="4660" y="3126"/>
                <a:ext cx="67" cy="79"/>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12" name="Rectangle 50">
                <a:extLst>
                  <a:ext uri="{FF2B5EF4-FFF2-40B4-BE49-F238E27FC236}">
                    <a16:creationId xmlns:a16="http://schemas.microsoft.com/office/drawing/2014/main" id="{45F2548F-74CD-A68C-B729-09DA2088D6C7}"/>
                  </a:ext>
                </a:extLst>
              </p:cNvPr>
              <p:cNvSpPr>
                <a:spLocks noChangeArrowheads="1"/>
              </p:cNvSpPr>
              <p:nvPr/>
            </p:nvSpPr>
            <p:spPr bwMode="auto">
              <a:xfrm>
                <a:off x="4886" y="3126"/>
                <a:ext cx="67" cy="79"/>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13" name="Line 51">
                <a:extLst>
                  <a:ext uri="{FF2B5EF4-FFF2-40B4-BE49-F238E27FC236}">
                    <a16:creationId xmlns:a16="http://schemas.microsoft.com/office/drawing/2014/main" id="{2B7A1E74-5261-5D18-D594-2BC0E55E2856}"/>
                  </a:ext>
                </a:extLst>
              </p:cNvPr>
              <p:cNvSpPr>
                <a:spLocks noChangeShapeType="1"/>
              </p:cNvSpPr>
              <p:nvPr/>
            </p:nvSpPr>
            <p:spPr bwMode="auto">
              <a:xfrm>
                <a:off x="4961" y="2920"/>
                <a:ext cx="6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14" name="Line 52">
                <a:extLst>
                  <a:ext uri="{FF2B5EF4-FFF2-40B4-BE49-F238E27FC236}">
                    <a16:creationId xmlns:a16="http://schemas.microsoft.com/office/drawing/2014/main" id="{AD30D0C7-408F-3C8B-1F19-41D588F063FE}"/>
                  </a:ext>
                </a:extLst>
              </p:cNvPr>
              <p:cNvSpPr>
                <a:spLocks noChangeShapeType="1"/>
              </p:cNvSpPr>
              <p:nvPr/>
            </p:nvSpPr>
            <p:spPr bwMode="auto">
              <a:xfrm>
                <a:off x="4961" y="3180"/>
                <a:ext cx="6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15" name="Rectangle 53">
                <a:extLst>
                  <a:ext uri="{FF2B5EF4-FFF2-40B4-BE49-F238E27FC236}">
                    <a16:creationId xmlns:a16="http://schemas.microsoft.com/office/drawing/2014/main" id="{CC371555-B465-7055-C867-6A71A0FC641D}"/>
                  </a:ext>
                </a:extLst>
              </p:cNvPr>
              <p:cNvSpPr>
                <a:spLocks noChangeArrowheads="1"/>
              </p:cNvSpPr>
              <p:nvPr/>
            </p:nvSpPr>
            <p:spPr bwMode="auto">
              <a:xfrm>
                <a:off x="5028" y="2819"/>
                <a:ext cx="256" cy="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eaLnBrk="0" hangingPunct="0"/>
                <a:r>
                  <a:rPr lang="en-CA" altLang="en-CH" sz="1200" b="1">
                    <a:latin typeface="Courier New" panose="02070309020205020404" pitchFamily="49" charset="0"/>
                  </a:rPr>
                  <a:t>n1</a:t>
                </a:r>
              </a:p>
            </p:txBody>
          </p:sp>
          <p:sp>
            <p:nvSpPr>
              <p:cNvPr id="16" name="Rectangle 54">
                <a:extLst>
                  <a:ext uri="{FF2B5EF4-FFF2-40B4-BE49-F238E27FC236}">
                    <a16:creationId xmlns:a16="http://schemas.microsoft.com/office/drawing/2014/main" id="{FA750062-7EDA-7C8B-2411-E38D1D2532DE}"/>
                  </a:ext>
                </a:extLst>
              </p:cNvPr>
              <p:cNvSpPr>
                <a:spLocks noChangeArrowheads="1"/>
              </p:cNvSpPr>
              <p:nvPr/>
            </p:nvSpPr>
            <p:spPr bwMode="auto">
              <a:xfrm>
                <a:off x="5028" y="3079"/>
                <a:ext cx="256" cy="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eaLnBrk="0" hangingPunct="0"/>
                <a:r>
                  <a:rPr lang="en-CA" altLang="en-CH" sz="1200" b="1">
                    <a:latin typeface="Courier New" panose="02070309020205020404" pitchFamily="49" charset="0"/>
                  </a:rPr>
                  <a:t>n2</a:t>
                </a:r>
              </a:p>
            </p:txBody>
          </p:sp>
          <p:sp>
            <p:nvSpPr>
              <p:cNvPr id="17" name="Line 55">
                <a:extLst>
                  <a:ext uri="{FF2B5EF4-FFF2-40B4-BE49-F238E27FC236}">
                    <a16:creationId xmlns:a16="http://schemas.microsoft.com/office/drawing/2014/main" id="{63FD158E-A050-5A01-ED70-41520456CFF0}"/>
                  </a:ext>
                </a:extLst>
              </p:cNvPr>
              <p:cNvSpPr>
                <a:spLocks noChangeShapeType="1"/>
              </p:cNvSpPr>
              <p:nvPr/>
            </p:nvSpPr>
            <p:spPr bwMode="auto">
              <a:xfrm>
                <a:off x="4735" y="2920"/>
                <a:ext cx="1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18" name="Line 56">
                <a:extLst>
                  <a:ext uri="{FF2B5EF4-FFF2-40B4-BE49-F238E27FC236}">
                    <a16:creationId xmlns:a16="http://schemas.microsoft.com/office/drawing/2014/main" id="{19AE2C25-89F8-41CD-FBA9-BDB95B667325}"/>
                  </a:ext>
                </a:extLst>
              </p:cNvPr>
              <p:cNvSpPr>
                <a:spLocks noChangeShapeType="1"/>
              </p:cNvSpPr>
              <p:nvPr/>
            </p:nvSpPr>
            <p:spPr bwMode="auto">
              <a:xfrm>
                <a:off x="4735" y="3180"/>
                <a:ext cx="1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19" name="Line 57">
                <a:extLst>
                  <a:ext uri="{FF2B5EF4-FFF2-40B4-BE49-F238E27FC236}">
                    <a16:creationId xmlns:a16="http://schemas.microsoft.com/office/drawing/2014/main" id="{8054AE89-12DD-2FC9-A3EF-B89F58EFE1D1}"/>
                  </a:ext>
                </a:extLst>
              </p:cNvPr>
              <p:cNvSpPr>
                <a:spLocks noChangeShapeType="1"/>
              </p:cNvSpPr>
              <p:nvPr/>
            </p:nvSpPr>
            <p:spPr bwMode="auto">
              <a:xfrm>
                <a:off x="4681" y="2982"/>
                <a:ext cx="0" cy="13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20" name="Line 58">
                <a:extLst>
                  <a:ext uri="{FF2B5EF4-FFF2-40B4-BE49-F238E27FC236}">
                    <a16:creationId xmlns:a16="http://schemas.microsoft.com/office/drawing/2014/main" id="{88F12E65-918D-9BAC-3274-9CAF5D27FCBB}"/>
                  </a:ext>
                </a:extLst>
              </p:cNvPr>
              <p:cNvSpPr>
                <a:spLocks noChangeShapeType="1"/>
              </p:cNvSpPr>
              <p:nvPr/>
            </p:nvSpPr>
            <p:spPr bwMode="auto">
              <a:xfrm>
                <a:off x="4932" y="2982"/>
                <a:ext cx="0" cy="13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grpSp>
      </p:grpSp>
      <p:sp>
        <p:nvSpPr>
          <p:cNvPr id="21" name="Rectangle 59">
            <a:extLst>
              <a:ext uri="{FF2B5EF4-FFF2-40B4-BE49-F238E27FC236}">
                <a16:creationId xmlns:a16="http://schemas.microsoft.com/office/drawing/2014/main" id="{F3ABDBCA-B8EA-2918-85EE-EA20FAFD4A69}"/>
              </a:ext>
            </a:extLst>
          </p:cNvPr>
          <p:cNvSpPr>
            <a:spLocks noChangeArrowheads="1"/>
          </p:cNvSpPr>
          <p:nvPr/>
        </p:nvSpPr>
        <p:spPr bwMode="auto">
          <a:xfrm>
            <a:off x="8318912" y="4040345"/>
            <a:ext cx="1890713" cy="854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eaLnBrk="0" hangingPunct="0"/>
            <a:r>
              <a:rPr lang="en-CA" altLang="en-CH" sz="1600" b="1">
                <a:latin typeface="Courier New" panose="02070309020205020404" pitchFamily="49" charset="0"/>
              </a:rPr>
              <a:t>area 2 topology database</a:t>
            </a:r>
          </a:p>
        </p:txBody>
      </p:sp>
      <p:sp>
        <p:nvSpPr>
          <p:cNvPr id="22" name="Rectangle 60">
            <a:extLst>
              <a:ext uri="{FF2B5EF4-FFF2-40B4-BE49-F238E27FC236}">
                <a16:creationId xmlns:a16="http://schemas.microsoft.com/office/drawing/2014/main" id="{B68BAC8D-00F7-2961-C83B-F4D4094183E5}"/>
              </a:ext>
            </a:extLst>
          </p:cNvPr>
          <p:cNvSpPr>
            <a:spLocks noChangeArrowheads="1"/>
          </p:cNvSpPr>
          <p:nvPr/>
        </p:nvSpPr>
        <p:spPr bwMode="auto">
          <a:xfrm>
            <a:off x="4472400" y="5307170"/>
            <a:ext cx="2974975"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eaLnBrk="0" hangingPunct="0"/>
            <a:r>
              <a:rPr lang="en-CA" altLang="en-CH" sz="1600" b="1">
                <a:latin typeface="Courier New" panose="02070309020205020404" pitchFamily="49" charset="0"/>
              </a:rPr>
              <a:t>area 0 topology database</a:t>
            </a:r>
          </a:p>
        </p:txBody>
      </p:sp>
      <p:grpSp>
        <p:nvGrpSpPr>
          <p:cNvPr id="23" name="Group 61">
            <a:extLst>
              <a:ext uri="{FF2B5EF4-FFF2-40B4-BE49-F238E27FC236}">
                <a16:creationId xmlns:a16="http://schemas.microsoft.com/office/drawing/2014/main" id="{FF14567C-21FC-EA1B-9CB8-9DE128820CDE}"/>
              </a:ext>
            </a:extLst>
          </p:cNvPr>
          <p:cNvGrpSpPr>
            <a:grpSpLocks/>
          </p:cNvGrpSpPr>
          <p:nvPr/>
        </p:nvGrpSpPr>
        <p:grpSpPr bwMode="auto">
          <a:xfrm>
            <a:off x="5175662" y="4067333"/>
            <a:ext cx="1501775" cy="1136650"/>
            <a:chOff x="2688" y="2772"/>
            <a:chExt cx="1104" cy="776"/>
          </a:xfrm>
        </p:grpSpPr>
        <p:sp>
          <p:nvSpPr>
            <p:cNvPr id="24" name="Rectangle 62">
              <a:extLst>
                <a:ext uri="{FF2B5EF4-FFF2-40B4-BE49-F238E27FC236}">
                  <a16:creationId xmlns:a16="http://schemas.microsoft.com/office/drawing/2014/main" id="{CBBC972A-1B05-AB5A-82B9-889E1FF8EB85}"/>
                </a:ext>
              </a:extLst>
            </p:cNvPr>
            <p:cNvSpPr>
              <a:spLocks noChangeArrowheads="1"/>
            </p:cNvSpPr>
            <p:nvPr/>
          </p:nvSpPr>
          <p:spPr bwMode="auto">
            <a:xfrm>
              <a:off x="2688" y="2772"/>
              <a:ext cx="1104" cy="768"/>
            </a:xfrm>
            <a:prstGeom prst="rect">
              <a:avLst/>
            </a:prstGeom>
            <a:solidFill>
              <a:schemeClr val="bg2"/>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grpSp>
          <p:nvGrpSpPr>
            <p:cNvPr id="25" name="Group 63">
              <a:extLst>
                <a:ext uri="{FF2B5EF4-FFF2-40B4-BE49-F238E27FC236}">
                  <a16:creationId xmlns:a16="http://schemas.microsoft.com/office/drawing/2014/main" id="{64B4449C-37DC-2B0E-3D0F-D476D6C4498B}"/>
                </a:ext>
              </a:extLst>
            </p:cNvPr>
            <p:cNvGrpSpPr>
              <a:grpSpLocks/>
            </p:cNvGrpSpPr>
            <p:nvPr/>
          </p:nvGrpSpPr>
          <p:grpSpPr bwMode="auto">
            <a:xfrm>
              <a:off x="2740" y="2847"/>
              <a:ext cx="1011" cy="701"/>
              <a:chOff x="2740" y="2847"/>
              <a:chExt cx="1011" cy="701"/>
            </a:xfrm>
          </p:grpSpPr>
          <p:sp>
            <p:nvSpPr>
              <p:cNvPr id="26" name="Rectangle 64">
                <a:extLst>
                  <a:ext uri="{FF2B5EF4-FFF2-40B4-BE49-F238E27FC236}">
                    <a16:creationId xmlns:a16="http://schemas.microsoft.com/office/drawing/2014/main" id="{D179F137-4A8B-7F86-10D8-3C31B9671B04}"/>
                  </a:ext>
                </a:extLst>
              </p:cNvPr>
              <p:cNvSpPr>
                <a:spLocks noChangeArrowheads="1"/>
              </p:cNvSpPr>
              <p:nvPr/>
            </p:nvSpPr>
            <p:spPr bwMode="auto">
              <a:xfrm>
                <a:off x="2740" y="3087"/>
                <a:ext cx="67" cy="79"/>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27" name="Rectangle 65">
                <a:extLst>
                  <a:ext uri="{FF2B5EF4-FFF2-40B4-BE49-F238E27FC236}">
                    <a16:creationId xmlns:a16="http://schemas.microsoft.com/office/drawing/2014/main" id="{68C857C0-D375-8BE6-4FA3-CDD553288307}"/>
                  </a:ext>
                </a:extLst>
              </p:cNvPr>
              <p:cNvSpPr>
                <a:spLocks noChangeArrowheads="1"/>
              </p:cNvSpPr>
              <p:nvPr/>
            </p:nvSpPr>
            <p:spPr bwMode="auto">
              <a:xfrm>
                <a:off x="2966" y="3087"/>
                <a:ext cx="67" cy="79"/>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28" name="Rectangle 66">
                <a:extLst>
                  <a:ext uri="{FF2B5EF4-FFF2-40B4-BE49-F238E27FC236}">
                    <a16:creationId xmlns:a16="http://schemas.microsoft.com/office/drawing/2014/main" id="{0C550BC7-8A75-52AB-A19F-F67E13EFBEF2}"/>
                  </a:ext>
                </a:extLst>
              </p:cNvPr>
              <p:cNvSpPr>
                <a:spLocks noChangeArrowheads="1"/>
              </p:cNvSpPr>
              <p:nvPr/>
            </p:nvSpPr>
            <p:spPr bwMode="auto">
              <a:xfrm>
                <a:off x="2740" y="3318"/>
                <a:ext cx="67" cy="79"/>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29" name="Rectangle 67">
                <a:extLst>
                  <a:ext uri="{FF2B5EF4-FFF2-40B4-BE49-F238E27FC236}">
                    <a16:creationId xmlns:a16="http://schemas.microsoft.com/office/drawing/2014/main" id="{5C5F4758-613B-8AC4-2622-2D02B6F8E4E6}"/>
                  </a:ext>
                </a:extLst>
              </p:cNvPr>
              <p:cNvSpPr>
                <a:spLocks noChangeArrowheads="1"/>
              </p:cNvSpPr>
              <p:nvPr/>
            </p:nvSpPr>
            <p:spPr bwMode="auto">
              <a:xfrm>
                <a:off x="2966" y="3318"/>
                <a:ext cx="67" cy="79"/>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30" name="Line 68">
                <a:extLst>
                  <a:ext uri="{FF2B5EF4-FFF2-40B4-BE49-F238E27FC236}">
                    <a16:creationId xmlns:a16="http://schemas.microsoft.com/office/drawing/2014/main" id="{9E7A19D2-9040-FEE9-9FAE-3DD63AFA452B}"/>
                  </a:ext>
                </a:extLst>
              </p:cNvPr>
              <p:cNvSpPr>
                <a:spLocks noChangeShapeType="1"/>
              </p:cNvSpPr>
              <p:nvPr/>
            </p:nvSpPr>
            <p:spPr bwMode="auto">
              <a:xfrm>
                <a:off x="3041" y="3112"/>
                <a:ext cx="6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31" name="Line 69">
                <a:extLst>
                  <a:ext uri="{FF2B5EF4-FFF2-40B4-BE49-F238E27FC236}">
                    <a16:creationId xmlns:a16="http://schemas.microsoft.com/office/drawing/2014/main" id="{1C134896-79D6-644F-C37C-E1D1550AAA2A}"/>
                  </a:ext>
                </a:extLst>
              </p:cNvPr>
              <p:cNvSpPr>
                <a:spLocks noChangeShapeType="1"/>
              </p:cNvSpPr>
              <p:nvPr/>
            </p:nvSpPr>
            <p:spPr bwMode="auto">
              <a:xfrm>
                <a:off x="3041" y="3372"/>
                <a:ext cx="6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32" name="Rectangle 70">
                <a:extLst>
                  <a:ext uri="{FF2B5EF4-FFF2-40B4-BE49-F238E27FC236}">
                    <a16:creationId xmlns:a16="http://schemas.microsoft.com/office/drawing/2014/main" id="{F7BCE64D-79E0-6289-8ED5-256C7C1A44AB}"/>
                  </a:ext>
                </a:extLst>
              </p:cNvPr>
              <p:cNvSpPr>
                <a:spLocks noChangeArrowheads="1"/>
              </p:cNvSpPr>
              <p:nvPr/>
            </p:nvSpPr>
            <p:spPr bwMode="auto">
              <a:xfrm>
                <a:off x="3105" y="2866"/>
                <a:ext cx="646" cy="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eaLnBrk="0" hangingPunct="0"/>
                <a:r>
                  <a:rPr lang="en-CA" altLang="en-CH" sz="1200" b="1">
                    <a:latin typeface="Courier New" panose="02070309020205020404" pitchFamily="49" charset="0"/>
                  </a:rPr>
                  <a:t>n1, d=10</a:t>
                </a:r>
              </a:p>
              <a:p>
                <a:pPr algn="ctr" eaLnBrk="0" hangingPunct="0"/>
                <a:r>
                  <a:rPr lang="en-CA" altLang="en-CH" sz="1200" b="1">
                    <a:latin typeface="Courier New" panose="02070309020205020404" pitchFamily="49" charset="0"/>
                  </a:rPr>
                  <a:t>n2, d=16</a:t>
                </a:r>
              </a:p>
            </p:txBody>
          </p:sp>
          <p:sp>
            <p:nvSpPr>
              <p:cNvPr id="33" name="Line 71">
                <a:extLst>
                  <a:ext uri="{FF2B5EF4-FFF2-40B4-BE49-F238E27FC236}">
                    <a16:creationId xmlns:a16="http://schemas.microsoft.com/office/drawing/2014/main" id="{AFA4B484-48A9-F2D8-F777-7E19A2D7FDC7}"/>
                  </a:ext>
                </a:extLst>
              </p:cNvPr>
              <p:cNvSpPr>
                <a:spLocks noChangeShapeType="1"/>
              </p:cNvSpPr>
              <p:nvPr/>
            </p:nvSpPr>
            <p:spPr bwMode="auto">
              <a:xfrm>
                <a:off x="2815" y="3372"/>
                <a:ext cx="1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34" name="Line 72">
                <a:extLst>
                  <a:ext uri="{FF2B5EF4-FFF2-40B4-BE49-F238E27FC236}">
                    <a16:creationId xmlns:a16="http://schemas.microsoft.com/office/drawing/2014/main" id="{4EC6DFBC-EBA5-D706-1F7B-E0FAD0CDC9E8}"/>
                  </a:ext>
                </a:extLst>
              </p:cNvPr>
              <p:cNvSpPr>
                <a:spLocks noChangeShapeType="1"/>
              </p:cNvSpPr>
              <p:nvPr/>
            </p:nvSpPr>
            <p:spPr bwMode="auto">
              <a:xfrm>
                <a:off x="2761" y="3174"/>
                <a:ext cx="0" cy="13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35" name="Line 73">
                <a:extLst>
                  <a:ext uri="{FF2B5EF4-FFF2-40B4-BE49-F238E27FC236}">
                    <a16:creationId xmlns:a16="http://schemas.microsoft.com/office/drawing/2014/main" id="{92B47FB8-0D5E-E0A8-9918-C191E81EC09F}"/>
                  </a:ext>
                </a:extLst>
              </p:cNvPr>
              <p:cNvSpPr>
                <a:spLocks noChangeShapeType="1"/>
              </p:cNvSpPr>
              <p:nvPr/>
            </p:nvSpPr>
            <p:spPr bwMode="auto">
              <a:xfrm>
                <a:off x="3012" y="3174"/>
                <a:ext cx="0" cy="13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36" name="Rectangle 74">
                <a:extLst>
                  <a:ext uri="{FF2B5EF4-FFF2-40B4-BE49-F238E27FC236}">
                    <a16:creationId xmlns:a16="http://schemas.microsoft.com/office/drawing/2014/main" id="{E670FEE0-006C-08A1-06EA-ACF644104A93}"/>
                  </a:ext>
                </a:extLst>
              </p:cNvPr>
              <p:cNvSpPr>
                <a:spLocks noChangeArrowheads="1"/>
              </p:cNvSpPr>
              <p:nvPr/>
            </p:nvSpPr>
            <p:spPr bwMode="auto">
              <a:xfrm>
                <a:off x="2740" y="2847"/>
                <a:ext cx="67" cy="79"/>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37" name="Rectangle 75">
                <a:extLst>
                  <a:ext uri="{FF2B5EF4-FFF2-40B4-BE49-F238E27FC236}">
                    <a16:creationId xmlns:a16="http://schemas.microsoft.com/office/drawing/2014/main" id="{C2A469A8-C512-11A3-A0F1-73CB3463F12A}"/>
                  </a:ext>
                </a:extLst>
              </p:cNvPr>
              <p:cNvSpPr>
                <a:spLocks noChangeArrowheads="1"/>
              </p:cNvSpPr>
              <p:nvPr/>
            </p:nvSpPr>
            <p:spPr bwMode="auto">
              <a:xfrm>
                <a:off x="2966" y="2847"/>
                <a:ext cx="67" cy="79"/>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38" name="Line 76">
                <a:extLst>
                  <a:ext uri="{FF2B5EF4-FFF2-40B4-BE49-F238E27FC236}">
                    <a16:creationId xmlns:a16="http://schemas.microsoft.com/office/drawing/2014/main" id="{6AAEB1D9-E19C-EB50-13FB-EA2FAE6947AC}"/>
                  </a:ext>
                </a:extLst>
              </p:cNvPr>
              <p:cNvSpPr>
                <a:spLocks noChangeShapeType="1"/>
              </p:cNvSpPr>
              <p:nvPr/>
            </p:nvSpPr>
            <p:spPr bwMode="auto">
              <a:xfrm>
                <a:off x="2815" y="2872"/>
                <a:ext cx="1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39" name="Line 77">
                <a:extLst>
                  <a:ext uri="{FF2B5EF4-FFF2-40B4-BE49-F238E27FC236}">
                    <a16:creationId xmlns:a16="http://schemas.microsoft.com/office/drawing/2014/main" id="{ECEFEF2C-E36A-9ED2-416D-9B1052CF50CF}"/>
                  </a:ext>
                </a:extLst>
              </p:cNvPr>
              <p:cNvSpPr>
                <a:spLocks noChangeShapeType="1"/>
              </p:cNvSpPr>
              <p:nvPr/>
            </p:nvSpPr>
            <p:spPr bwMode="auto">
              <a:xfrm>
                <a:off x="2761" y="2934"/>
                <a:ext cx="0" cy="13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40" name="Line 78">
                <a:extLst>
                  <a:ext uri="{FF2B5EF4-FFF2-40B4-BE49-F238E27FC236}">
                    <a16:creationId xmlns:a16="http://schemas.microsoft.com/office/drawing/2014/main" id="{4DC03C08-DA4C-C50B-DF6F-B48A2568264D}"/>
                  </a:ext>
                </a:extLst>
              </p:cNvPr>
              <p:cNvSpPr>
                <a:spLocks noChangeShapeType="1"/>
              </p:cNvSpPr>
              <p:nvPr/>
            </p:nvSpPr>
            <p:spPr bwMode="auto">
              <a:xfrm>
                <a:off x="3012" y="2934"/>
                <a:ext cx="0" cy="13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41" name="Rectangle 79">
                <a:extLst>
                  <a:ext uri="{FF2B5EF4-FFF2-40B4-BE49-F238E27FC236}">
                    <a16:creationId xmlns:a16="http://schemas.microsoft.com/office/drawing/2014/main" id="{EDBCE951-A02B-3571-8E9E-92942186503D}"/>
                  </a:ext>
                </a:extLst>
              </p:cNvPr>
              <p:cNvSpPr>
                <a:spLocks noChangeArrowheads="1"/>
              </p:cNvSpPr>
              <p:nvPr/>
            </p:nvSpPr>
            <p:spPr bwMode="auto">
              <a:xfrm>
                <a:off x="3105" y="3251"/>
                <a:ext cx="646" cy="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eaLnBrk="0" hangingPunct="0"/>
                <a:r>
                  <a:rPr lang="en-CA" altLang="en-CH" sz="1200" b="1">
                    <a:latin typeface="Courier New" panose="02070309020205020404" pitchFamily="49" charset="0"/>
                  </a:rPr>
                  <a:t>n1, d=16</a:t>
                </a:r>
              </a:p>
              <a:p>
                <a:pPr algn="ctr" eaLnBrk="0" hangingPunct="0"/>
                <a:r>
                  <a:rPr lang="en-CA" altLang="en-CH" sz="1200" b="1">
                    <a:latin typeface="Courier New" panose="02070309020205020404" pitchFamily="49" charset="0"/>
                  </a:rPr>
                  <a:t>n2, d=10</a:t>
                </a:r>
              </a:p>
            </p:txBody>
          </p:sp>
        </p:grpSp>
      </p:grpSp>
      <p:grpSp>
        <p:nvGrpSpPr>
          <p:cNvPr id="42" name="Group 80">
            <a:extLst>
              <a:ext uri="{FF2B5EF4-FFF2-40B4-BE49-F238E27FC236}">
                <a16:creationId xmlns:a16="http://schemas.microsoft.com/office/drawing/2014/main" id="{4F3FB34F-1DD5-6257-09D8-CD04EE4F1205}"/>
              </a:ext>
            </a:extLst>
          </p:cNvPr>
          <p:cNvGrpSpPr>
            <a:grpSpLocks/>
          </p:cNvGrpSpPr>
          <p:nvPr/>
        </p:nvGrpSpPr>
        <p:grpSpPr bwMode="auto">
          <a:xfrm>
            <a:off x="2954750" y="4065745"/>
            <a:ext cx="1520825" cy="1127125"/>
            <a:chOff x="1056" y="2771"/>
            <a:chExt cx="1117" cy="769"/>
          </a:xfrm>
        </p:grpSpPr>
        <p:sp>
          <p:nvSpPr>
            <p:cNvPr id="43" name="Rectangle 81">
              <a:extLst>
                <a:ext uri="{FF2B5EF4-FFF2-40B4-BE49-F238E27FC236}">
                  <a16:creationId xmlns:a16="http://schemas.microsoft.com/office/drawing/2014/main" id="{D046424D-911F-FF42-5D7F-1F65666D0610}"/>
                </a:ext>
              </a:extLst>
            </p:cNvPr>
            <p:cNvSpPr>
              <a:spLocks noChangeArrowheads="1"/>
            </p:cNvSpPr>
            <p:nvPr/>
          </p:nvSpPr>
          <p:spPr bwMode="auto">
            <a:xfrm>
              <a:off x="1056" y="2772"/>
              <a:ext cx="1104" cy="768"/>
            </a:xfrm>
            <a:prstGeom prst="rect">
              <a:avLst/>
            </a:prstGeom>
            <a:solidFill>
              <a:schemeClr val="bg2"/>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44" name="Rectangle 82">
              <a:extLst>
                <a:ext uri="{FF2B5EF4-FFF2-40B4-BE49-F238E27FC236}">
                  <a16:creationId xmlns:a16="http://schemas.microsoft.com/office/drawing/2014/main" id="{FB5DBC46-4097-2F6C-4666-AC95538D57E0}"/>
                </a:ext>
              </a:extLst>
            </p:cNvPr>
            <p:cNvSpPr>
              <a:spLocks noChangeArrowheads="1"/>
            </p:cNvSpPr>
            <p:nvPr/>
          </p:nvSpPr>
          <p:spPr bwMode="auto">
            <a:xfrm>
              <a:off x="1156" y="2991"/>
              <a:ext cx="67" cy="79"/>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45" name="Rectangle 83">
              <a:extLst>
                <a:ext uri="{FF2B5EF4-FFF2-40B4-BE49-F238E27FC236}">
                  <a16:creationId xmlns:a16="http://schemas.microsoft.com/office/drawing/2014/main" id="{1B79069B-EF84-1CC8-95D8-06FB00CD6021}"/>
                </a:ext>
              </a:extLst>
            </p:cNvPr>
            <p:cNvSpPr>
              <a:spLocks noChangeArrowheads="1"/>
            </p:cNvSpPr>
            <p:nvPr/>
          </p:nvSpPr>
          <p:spPr bwMode="auto">
            <a:xfrm>
              <a:off x="1382" y="2991"/>
              <a:ext cx="67" cy="79"/>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46" name="Rectangle 84">
              <a:extLst>
                <a:ext uri="{FF2B5EF4-FFF2-40B4-BE49-F238E27FC236}">
                  <a16:creationId xmlns:a16="http://schemas.microsoft.com/office/drawing/2014/main" id="{7ED6B280-8A77-E70E-FBF3-2A1A8ECC3C23}"/>
                </a:ext>
              </a:extLst>
            </p:cNvPr>
            <p:cNvSpPr>
              <a:spLocks noChangeArrowheads="1"/>
            </p:cNvSpPr>
            <p:nvPr/>
          </p:nvSpPr>
          <p:spPr bwMode="auto">
            <a:xfrm>
              <a:off x="1156" y="3222"/>
              <a:ext cx="67" cy="79"/>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47" name="Rectangle 85">
              <a:extLst>
                <a:ext uri="{FF2B5EF4-FFF2-40B4-BE49-F238E27FC236}">
                  <a16:creationId xmlns:a16="http://schemas.microsoft.com/office/drawing/2014/main" id="{80F91129-0EC5-323B-78F6-15EA0D7151BE}"/>
                </a:ext>
              </a:extLst>
            </p:cNvPr>
            <p:cNvSpPr>
              <a:spLocks noChangeArrowheads="1"/>
            </p:cNvSpPr>
            <p:nvPr/>
          </p:nvSpPr>
          <p:spPr bwMode="auto">
            <a:xfrm>
              <a:off x="1382" y="3222"/>
              <a:ext cx="67" cy="79"/>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48" name="Line 86">
              <a:extLst>
                <a:ext uri="{FF2B5EF4-FFF2-40B4-BE49-F238E27FC236}">
                  <a16:creationId xmlns:a16="http://schemas.microsoft.com/office/drawing/2014/main" id="{E5530E86-F87C-F282-91D8-B8EB66E06C78}"/>
                </a:ext>
              </a:extLst>
            </p:cNvPr>
            <p:cNvSpPr>
              <a:spLocks noChangeShapeType="1"/>
            </p:cNvSpPr>
            <p:nvPr/>
          </p:nvSpPr>
          <p:spPr bwMode="auto">
            <a:xfrm>
              <a:off x="1457" y="3016"/>
              <a:ext cx="6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49" name="Line 87">
              <a:extLst>
                <a:ext uri="{FF2B5EF4-FFF2-40B4-BE49-F238E27FC236}">
                  <a16:creationId xmlns:a16="http://schemas.microsoft.com/office/drawing/2014/main" id="{8A74BC64-B0CA-BEB5-83BC-976C4C62F510}"/>
                </a:ext>
              </a:extLst>
            </p:cNvPr>
            <p:cNvSpPr>
              <a:spLocks noChangeShapeType="1"/>
            </p:cNvSpPr>
            <p:nvPr/>
          </p:nvSpPr>
          <p:spPr bwMode="auto">
            <a:xfrm>
              <a:off x="1457" y="3276"/>
              <a:ext cx="6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50" name="Rectangle 88">
              <a:extLst>
                <a:ext uri="{FF2B5EF4-FFF2-40B4-BE49-F238E27FC236}">
                  <a16:creationId xmlns:a16="http://schemas.microsoft.com/office/drawing/2014/main" id="{70CA7339-AFCC-B5EC-4C67-9330D4EF3972}"/>
                </a:ext>
              </a:extLst>
            </p:cNvPr>
            <p:cNvSpPr>
              <a:spLocks noChangeArrowheads="1"/>
            </p:cNvSpPr>
            <p:nvPr/>
          </p:nvSpPr>
          <p:spPr bwMode="auto">
            <a:xfrm>
              <a:off x="1521" y="2771"/>
              <a:ext cx="646" cy="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eaLnBrk="0" hangingPunct="0"/>
              <a:r>
                <a:rPr lang="en-CA" altLang="en-CH" sz="1200" b="1">
                  <a:latin typeface="Courier New" panose="02070309020205020404" pitchFamily="49" charset="0"/>
                </a:rPr>
                <a:t>n1, d=28</a:t>
              </a:r>
            </a:p>
            <a:p>
              <a:pPr algn="ctr" eaLnBrk="0" hangingPunct="0"/>
              <a:r>
                <a:rPr lang="en-CA" altLang="en-CH" sz="1200" b="1">
                  <a:latin typeface="Courier New" panose="02070309020205020404" pitchFamily="49" charset="0"/>
                </a:rPr>
                <a:t>n2, d=22</a:t>
              </a:r>
            </a:p>
          </p:txBody>
        </p:sp>
        <p:sp>
          <p:nvSpPr>
            <p:cNvPr id="51" name="Line 89">
              <a:extLst>
                <a:ext uri="{FF2B5EF4-FFF2-40B4-BE49-F238E27FC236}">
                  <a16:creationId xmlns:a16="http://schemas.microsoft.com/office/drawing/2014/main" id="{E8D893BE-1516-8F0E-076B-7CFFB526744C}"/>
                </a:ext>
              </a:extLst>
            </p:cNvPr>
            <p:cNvSpPr>
              <a:spLocks noChangeShapeType="1"/>
            </p:cNvSpPr>
            <p:nvPr/>
          </p:nvSpPr>
          <p:spPr bwMode="auto">
            <a:xfrm>
              <a:off x="1231" y="3016"/>
              <a:ext cx="1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52" name="Line 90">
              <a:extLst>
                <a:ext uri="{FF2B5EF4-FFF2-40B4-BE49-F238E27FC236}">
                  <a16:creationId xmlns:a16="http://schemas.microsoft.com/office/drawing/2014/main" id="{6FDBFEC0-8A65-FA8B-134C-EFD84E084D8C}"/>
                </a:ext>
              </a:extLst>
            </p:cNvPr>
            <p:cNvSpPr>
              <a:spLocks noChangeShapeType="1"/>
            </p:cNvSpPr>
            <p:nvPr/>
          </p:nvSpPr>
          <p:spPr bwMode="auto">
            <a:xfrm>
              <a:off x="1231" y="3276"/>
              <a:ext cx="14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53" name="Line 91">
              <a:extLst>
                <a:ext uri="{FF2B5EF4-FFF2-40B4-BE49-F238E27FC236}">
                  <a16:creationId xmlns:a16="http://schemas.microsoft.com/office/drawing/2014/main" id="{04649A5F-F2ED-9C78-7588-B678C0F65BA5}"/>
                </a:ext>
              </a:extLst>
            </p:cNvPr>
            <p:cNvSpPr>
              <a:spLocks noChangeShapeType="1"/>
            </p:cNvSpPr>
            <p:nvPr/>
          </p:nvSpPr>
          <p:spPr bwMode="auto">
            <a:xfrm>
              <a:off x="1177" y="3078"/>
              <a:ext cx="0" cy="13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54" name="Line 92">
              <a:extLst>
                <a:ext uri="{FF2B5EF4-FFF2-40B4-BE49-F238E27FC236}">
                  <a16:creationId xmlns:a16="http://schemas.microsoft.com/office/drawing/2014/main" id="{52BEB0F8-A230-9B49-821B-07C2F5247A96}"/>
                </a:ext>
              </a:extLst>
            </p:cNvPr>
            <p:cNvSpPr>
              <a:spLocks noChangeShapeType="1"/>
            </p:cNvSpPr>
            <p:nvPr/>
          </p:nvSpPr>
          <p:spPr bwMode="auto">
            <a:xfrm>
              <a:off x="1428" y="3078"/>
              <a:ext cx="0" cy="13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p>
              <a:endParaRPr lang="en-CH"/>
            </a:p>
          </p:txBody>
        </p:sp>
        <p:sp>
          <p:nvSpPr>
            <p:cNvPr id="55" name="Rectangle 93">
              <a:extLst>
                <a:ext uri="{FF2B5EF4-FFF2-40B4-BE49-F238E27FC236}">
                  <a16:creationId xmlns:a16="http://schemas.microsoft.com/office/drawing/2014/main" id="{2070911B-5819-7309-FD09-012F3C700B12}"/>
                </a:ext>
              </a:extLst>
            </p:cNvPr>
            <p:cNvSpPr>
              <a:spLocks noChangeArrowheads="1"/>
            </p:cNvSpPr>
            <p:nvPr/>
          </p:nvSpPr>
          <p:spPr bwMode="auto">
            <a:xfrm>
              <a:off x="1515" y="3203"/>
              <a:ext cx="658" cy="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0744" tIns="34752" rIns="70744" bIns="34752">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eaLnBrk="0" hangingPunct="0"/>
              <a:r>
                <a:rPr lang="en-CA" altLang="en-CH" sz="1200" b="1">
                  <a:latin typeface="Courier New" panose="02070309020205020404" pitchFamily="49" charset="0"/>
                </a:rPr>
                <a:t>n1, d=22</a:t>
              </a:r>
            </a:p>
            <a:p>
              <a:pPr algn="ctr" eaLnBrk="0" hangingPunct="0"/>
              <a:r>
                <a:rPr lang="en-CA" altLang="en-CH" sz="1200" b="1">
                  <a:latin typeface="Courier New" panose="02070309020205020404" pitchFamily="49" charset="0"/>
                </a:rPr>
                <a:t>n2, d=16</a:t>
              </a:r>
            </a:p>
          </p:txBody>
        </p:sp>
      </p:grpSp>
      <p:sp>
        <p:nvSpPr>
          <p:cNvPr id="56" name="Rectangle 97">
            <a:extLst>
              <a:ext uri="{FF2B5EF4-FFF2-40B4-BE49-F238E27FC236}">
                <a16:creationId xmlns:a16="http://schemas.microsoft.com/office/drawing/2014/main" id="{590DE0FB-67F9-FC83-4F48-1F28E2363C09}"/>
              </a:ext>
            </a:extLst>
          </p:cNvPr>
          <p:cNvSpPr>
            <a:spLocks noChangeArrowheads="1"/>
          </p:cNvSpPr>
          <p:nvPr/>
        </p:nvSpPr>
        <p:spPr bwMode="auto">
          <a:xfrm>
            <a:off x="1579975" y="4040345"/>
            <a:ext cx="1509712" cy="854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eaLnBrk="0" hangingPunct="0"/>
            <a:r>
              <a:rPr lang="en-CA" altLang="en-CH" sz="1600" b="1">
                <a:latin typeface="Courier New" panose="02070309020205020404" pitchFamily="49" charset="0"/>
              </a:rPr>
              <a:t>area 1 topology database</a:t>
            </a:r>
          </a:p>
        </p:txBody>
      </p:sp>
    </p:spTree>
  </p:cSld>
  <p:clrMapOvr>
    <a:masterClrMapping/>
  </p:clrMapOvr>
  <p:transition/>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03A18741-4C7A-9B3F-B42E-282E283F03F5}"/>
              </a:ext>
            </a:extLst>
          </p:cNvPr>
          <p:cNvSpPr>
            <a:spLocks noGrp="1"/>
          </p:cNvSpPr>
          <p:nvPr>
            <p:ph type="ftr" sz="quarter" idx="10"/>
          </p:nvPr>
        </p:nvSpPr>
        <p:spPr/>
        <p:txBody>
          <a:bodyPr/>
          <a:lstStyle/>
          <a:p>
            <a:pPr eaLnBrk="1" hangingPunct="1"/>
            <a:fld id="{571E8F9A-50CF-42D7-977D-0106C2D4070E}" type="slidenum">
              <a:rPr lang="en-US" altLang="en-CH">
                <a:solidFill>
                  <a:srgbClr val="000000"/>
                </a:solidFill>
              </a:rPr>
              <a:pPr eaLnBrk="1" hangingPunct="1"/>
              <a:t>42</a:t>
            </a:fld>
            <a:endParaRPr lang="en-US" altLang="en-CH">
              <a:solidFill>
                <a:srgbClr val="000000"/>
              </a:solidFill>
            </a:endParaRPr>
          </a:p>
        </p:txBody>
      </p:sp>
      <p:sp>
        <p:nvSpPr>
          <p:cNvPr id="375810" name="Rectangle 2">
            <a:extLst>
              <a:ext uri="{FF2B5EF4-FFF2-40B4-BE49-F238E27FC236}">
                <a16:creationId xmlns:a16="http://schemas.microsoft.com/office/drawing/2014/main" id="{5F0C2670-17D7-63E0-0C4E-DB11B103BF08}"/>
              </a:ext>
            </a:extLst>
          </p:cNvPr>
          <p:cNvSpPr>
            <a:spLocks noGrp="1" noChangeArrowheads="1"/>
          </p:cNvSpPr>
          <p:nvPr>
            <p:ph type="title"/>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b" anchorCtr="0" compatLnSpc="1">
            <a:prstTxWarp prst="textNoShape">
              <a:avLst/>
            </a:prstTxWarp>
          </a:bodyPr>
          <a:lstStyle/>
          <a:p>
            <a:r>
              <a:rPr lang="en-CA" altLang="en-CH"/>
              <a:t>Comments</a:t>
            </a:r>
          </a:p>
        </p:txBody>
      </p:sp>
      <p:sp>
        <p:nvSpPr>
          <p:cNvPr id="375811" name="Rectangle 3">
            <a:extLst>
              <a:ext uri="{FF2B5EF4-FFF2-40B4-BE49-F238E27FC236}">
                <a16:creationId xmlns:a16="http://schemas.microsoft.com/office/drawing/2014/main" id="{74E98C11-C429-B3CC-FBAF-6BB88C08FA61}"/>
              </a:ext>
            </a:extLst>
          </p:cNvPr>
          <p:cNvSpPr>
            <a:spLocks noGrp="1" noChangeArrowheads="1"/>
          </p:cNvSpPr>
          <p:nvPr>
            <p:ph type="body" idx="1"/>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t" anchorCtr="0" compatLnSpc="1">
            <a:prstTxWarp prst="textNoShape">
              <a:avLst/>
            </a:prstTxWarp>
          </a:bodyPr>
          <a:lstStyle/>
          <a:p>
            <a:r>
              <a:rPr lang="en-CA" altLang="en-CH" dirty="0"/>
              <a:t>Distance vector computation causes none of the RIP problems</a:t>
            </a:r>
          </a:p>
          <a:p>
            <a:pPr lvl="1"/>
            <a:r>
              <a:rPr lang="en-CA" altLang="en-CH" b="1" dirty="0">
                <a:solidFill>
                  <a:srgbClr val="FF0000"/>
                </a:solidFill>
              </a:rPr>
              <a:t>strict hierarchy: no loop between areas</a:t>
            </a:r>
            <a:r>
              <a:rPr lang="en-CA" altLang="en-CH" dirty="0"/>
              <a:t>	</a:t>
            </a:r>
          </a:p>
          <a:p>
            <a:r>
              <a:rPr lang="en-CA" altLang="en-CH" dirty="0">
                <a:highlight>
                  <a:srgbClr val="FFFF00"/>
                </a:highlight>
              </a:rPr>
              <a:t>External and summary LSA </a:t>
            </a:r>
            <a:r>
              <a:rPr lang="en-CA" altLang="en-CH" dirty="0"/>
              <a:t>for all reachable networks </a:t>
            </a:r>
            <a:r>
              <a:rPr lang="en-CA" altLang="en-CH" dirty="0">
                <a:highlight>
                  <a:srgbClr val="FFFF00"/>
                </a:highlight>
              </a:rPr>
              <a:t>are present in all topology databases </a:t>
            </a:r>
            <a:r>
              <a:rPr lang="en-CA" altLang="en-CH" dirty="0"/>
              <a:t>of all areas</a:t>
            </a:r>
          </a:p>
          <a:p>
            <a:pPr lvl="1"/>
            <a:r>
              <a:rPr lang="en-CA" altLang="en-CH" dirty="0"/>
              <a:t>most LSAs are external</a:t>
            </a:r>
          </a:p>
          <a:p>
            <a:pPr lvl="1"/>
            <a:r>
              <a:rPr lang="en-CA" altLang="en-CH" b="1" dirty="0">
                <a:highlight>
                  <a:srgbClr val="FFFF00"/>
                </a:highlight>
              </a:rPr>
              <a:t>can be avoided in configuring some areas as terminal</a:t>
            </a:r>
            <a:r>
              <a:rPr lang="en-CA" altLang="en-CH" dirty="0">
                <a:highlight>
                  <a:srgbClr val="FFFF00"/>
                </a:highlight>
              </a:rPr>
              <a:t>: use </a:t>
            </a:r>
            <a:r>
              <a:rPr lang="en-CA" altLang="en-CH" b="1" dirty="0">
                <a:highlight>
                  <a:srgbClr val="FFFF00"/>
                </a:highlight>
                <a:latin typeface="Courier New" panose="02070309020205020404" pitchFamily="49" charset="0"/>
              </a:rPr>
              <a:t>default</a:t>
            </a:r>
            <a:r>
              <a:rPr lang="en-CA" altLang="en-CH" dirty="0">
                <a:highlight>
                  <a:srgbClr val="FFFF00"/>
                </a:highlight>
              </a:rPr>
              <a:t> entry to the backbone</a:t>
            </a:r>
          </a:p>
          <a:p>
            <a:r>
              <a:rPr lang="en-CA" altLang="en-CH" b="1" dirty="0">
                <a:highlight>
                  <a:srgbClr val="FFFF00"/>
                </a:highlight>
              </a:rPr>
              <a:t>Area partitions </a:t>
            </a:r>
            <a:r>
              <a:rPr lang="en-CA" altLang="en-CH" dirty="0"/>
              <a:t>require specific support</a:t>
            </a:r>
          </a:p>
          <a:p>
            <a:pPr lvl="1"/>
            <a:r>
              <a:rPr lang="en-CA" altLang="en-CH" dirty="0"/>
              <a:t>partition of non-backbone area is handled by having the area 0 topology database keep a map of all area connected components</a:t>
            </a:r>
          </a:p>
          <a:p>
            <a:pPr lvl="1"/>
            <a:r>
              <a:rPr lang="en-CA" altLang="en-CH" b="1" dirty="0"/>
              <a:t>partition of backbone cannot be repaired</a:t>
            </a:r>
            <a:r>
              <a:rPr lang="en-CA" altLang="en-CH" dirty="0"/>
              <a:t>; it must be avoided; can be </a:t>
            </a:r>
            <a:r>
              <a:rPr lang="en-CA" altLang="en-CH" dirty="0">
                <a:highlight>
                  <a:srgbClr val="FFFF00"/>
                </a:highlight>
              </a:rPr>
              <a:t>handled by backup virtual area 0 links through non backbone area</a:t>
            </a:r>
          </a:p>
        </p:txBody>
      </p:sp>
    </p:spTree>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D4CD184E-BFE0-B5AF-8F56-81C7937F9322}"/>
              </a:ext>
            </a:extLst>
          </p:cNvPr>
          <p:cNvSpPr>
            <a:spLocks noGrp="1"/>
          </p:cNvSpPr>
          <p:nvPr>
            <p:ph type="ftr" sz="quarter" idx="10"/>
          </p:nvPr>
        </p:nvSpPr>
        <p:spPr/>
        <p:txBody>
          <a:bodyPr/>
          <a:lstStyle/>
          <a:p>
            <a:pPr eaLnBrk="1" hangingPunct="1"/>
            <a:fld id="{7D3912EF-42CB-4E1E-9489-727B1EA9399D}" type="slidenum">
              <a:rPr lang="en-US" altLang="en-CH">
                <a:solidFill>
                  <a:srgbClr val="000000"/>
                </a:solidFill>
              </a:rPr>
              <a:pPr eaLnBrk="1" hangingPunct="1"/>
              <a:t>43</a:t>
            </a:fld>
            <a:endParaRPr lang="en-US" altLang="en-CH">
              <a:solidFill>
                <a:srgbClr val="000000"/>
              </a:solidFill>
            </a:endParaRPr>
          </a:p>
        </p:txBody>
      </p:sp>
      <p:sp>
        <p:nvSpPr>
          <p:cNvPr id="377858" name="Rectangle 1026">
            <a:extLst>
              <a:ext uri="{FF2B5EF4-FFF2-40B4-BE49-F238E27FC236}">
                <a16:creationId xmlns:a16="http://schemas.microsoft.com/office/drawing/2014/main" id="{D5D595AA-02DD-4398-F3CF-58FF9028A8CC}"/>
              </a:ext>
            </a:extLst>
          </p:cNvPr>
          <p:cNvSpPr>
            <a:spLocks noGrp="1" noChangeArrowheads="1"/>
          </p:cNvSpPr>
          <p:nvPr>
            <p:ph type="title"/>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b" anchorCtr="0" compatLnSpc="1">
            <a:prstTxWarp prst="textNoShape">
              <a:avLst/>
            </a:prstTxWarp>
          </a:bodyPr>
          <a:lstStyle/>
          <a:p>
            <a:r>
              <a:rPr lang="en-CA" altLang="en-CH"/>
              <a:t>Example of issue : partitioned backbone  </a:t>
            </a:r>
          </a:p>
        </p:txBody>
      </p:sp>
      <p:sp>
        <p:nvSpPr>
          <p:cNvPr id="377859" name="Rectangle 1027">
            <a:extLst>
              <a:ext uri="{FF2B5EF4-FFF2-40B4-BE49-F238E27FC236}">
                <a16:creationId xmlns:a16="http://schemas.microsoft.com/office/drawing/2014/main" id="{25B7B078-8037-2D90-D6FF-BD131BE5BA0B}"/>
              </a:ext>
            </a:extLst>
          </p:cNvPr>
          <p:cNvSpPr>
            <a:spLocks noChangeArrowheads="1"/>
          </p:cNvSpPr>
          <p:nvPr/>
        </p:nvSpPr>
        <p:spPr bwMode="auto">
          <a:xfrm>
            <a:off x="5294313" y="1433514"/>
            <a:ext cx="902168" cy="32559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area 0</a:t>
            </a:r>
          </a:p>
        </p:txBody>
      </p:sp>
      <p:sp>
        <p:nvSpPr>
          <p:cNvPr id="377861" name="Oval 1029">
            <a:extLst>
              <a:ext uri="{FF2B5EF4-FFF2-40B4-BE49-F238E27FC236}">
                <a16:creationId xmlns:a16="http://schemas.microsoft.com/office/drawing/2014/main" id="{2F5650C6-43C8-E158-A788-D6B72B160F1B}"/>
              </a:ext>
            </a:extLst>
          </p:cNvPr>
          <p:cNvSpPr>
            <a:spLocks noChangeArrowheads="1"/>
          </p:cNvSpPr>
          <p:nvPr/>
        </p:nvSpPr>
        <p:spPr bwMode="auto">
          <a:xfrm>
            <a:off x="6232525" y="2379663"/>
            <a:ext cx="2274888" cy="1606550"/>
          </a:xfrm>
          <a:prstGeom prst="ellipse">
            <a:avLst/>
          </a:prstGeom>
          <a:solidFill>
            <a:srgbClr val="FCD1C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7862" name="Oval 1030">
            <a:extLst>
              <a:ext uri="{FF2B5EF4-FFF2-40B4-BE49-F238E27FC236}">
                <a16:creationId xmlns:a16="http://schemas.microsoft.com/office/drawing/2014/main" id="{8E9C3B01-D45F-6F6F-2F1F-AAF7A0755DA9}"/>
              </a:ext>
            </a:extLst>
          </p:cNvPr>
          <p:cNvSpPr>
            <a:spLocks noChangeArrowheads="1"/>
          </p:cNvSpPr>
          <p:nvPr/>
        </p:nvSpPr>
        <p:spPr bwMode="auto">
          <a:xfrm>
            <a:off x="3032125" y="2449513"/>
            <a:ext cx="2209800" cy="1465262"/>
          </a:xfrm>
          <a:prstGeom prst="ellipse">
            <a:avLst/>
          </a:prstGeom>
          <a:solidFill>
            <a:srgbClr val="FCD1C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7863" name="Rectangle 1031">
            <a:extLst>
              <a:ext uri="{FF2B5EF4-FFF2-40B4-BE49-F238E27FC236}">
                <a16:creationId xmlns:a16="http://schemas.microsoft.com/office/drawing/2014/main" id="{A3650BE8-4A94-FC3B-3824-5DBC6C094CBA}"/>
              </a:ext>
            </a:extLst>
          </p:cNvPr>
          <p:cNvSpPr>
            <a:spLocks noChangeArrowheads="1"/>
          </p:cNvSpPr>
          <p:nvPr/>
        </p:nvSpPr>
        <p:spPr bwMode="auto">
          <a:xfrm>
            <a:off x="7842251" y="2417763"/>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B1</a:t>
            </a:r>
          </a:p>
        </p:txBody>
      </p:sp>
      <p:sp>
        <p:nvSpPr>
          <p:cNvPr id="377860" name="Oval 1028">
            <a:extLst>
              <a:ext uri="{FF2B5EF4-FFF2-40B4-BE49-F238E27FC236}">
                <a16:creationId xmlns:a16="http://schemas.microsoft.com/office/drawing/2014/main" id="{DBEF45FF-E6A0-B201-60B4-5DF6642358B6}"/>
              </a:ext>
            </a:extLst>
          </p:cNvPr>
          <p:cNvSpPr>
            <a:spLocks noChangeArrowheads="1"/>
          </p:cNvSpPr>
          <p:nvPr/>
        </p:nvSpPr>
        <p:spPr bwMode="auto">
          <a:xfrm>
            <a:off x="4860925" y="1887539"/>
            <a:ext cx="1752600" cy="2098675"/>
          </a:xfrm>
          <a:prstGeom prst="ellipse">
            <a:avLst/>
          </a:prstGeom>
          <a:gradFill rotWithShape="0">
            <a:gsLst>
              <a:gs pos="0">
                <a:srgbClr val="FC0128">
                  <a:gamma/>
                  <a:tint val="0"/>
                  <a:invGamma/>
                </a:srgbClr>
              </a:gs>
              <a:gs pos="100000">
                <a:srgbClr val="FC0128"/>
              </a:gs>
            </a:gsLst>
            <a:path path="shape">
              <a:fillToRect l="50000" t="50000" r="50000" b="50000"/>
            </a:path>
          </a:gra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7864" name="Rectangle 1032">
            <a:extLst>
              <a:ext uri="{FF2B5EF4-FFF2-40B4-BE49-F238E27FC236}">
                <a16:creationId xmlns:a16="http://schemas.microsoft.com/office/drawing/2014/main" id="{CED38485-C10E-4322-C655-624A53077132}"/>
              </a:ext>
            </a:extLst>
          </p:cNvPr>
          <p:cNvSpPr>
            <a:spLocks noChangeArrowheads="1"/>
          </p:cNvSpPr>
          <p:nvPr/>
        </p:nvSpPr>
        <p:spPr bwMode="auto">
          <a:xfrm>
            <a:off x="6208714" y="2559050"/>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X4</a:t>
            </a:r>
          </a:p>
        </p:txBody>
      </p:sp>
      <p:sp>
        <p:nvSpPr>
          <p:cNvPr id="377865" name="Rectangle 1033">
            <a:extLst>
              <a:ext uri="{FF2B5EF4-FFF2-40B4-BE49-F238E27FC236}">
                <a16:creationId xmlns:a16="http://schemas.microsoft.com/office/drawing/2014/main" id="{7FA25D03-38F5-259C-614B-1F6E98879936}"/>
              </a:ext>
            </a:extLst>
          </p:cNvPr>
          <p:cNvSpPr>
            <a:spLocks noChangeArrowheads="1"/>
          </p:cNvSpPr>
          <p:nvPr/>
        </p:nvSpPr>
        <p:spPr bwMode="auto">
          <a:xfrm>
            <a:off x="4837114" y="1855788"/>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X1</a:t>
            </a:r>
          </a:p>
        </p:txBody>
      </p:sp>
      <p:sp>
        <p:nvSpPr>
          <p:cNvPr id="377866" name="Rectangle 1034">
            <a:extLst>
              <a:ext uri="{FF2B5EF4-FFF2-40B4-BE49-F238E27FC236}">
                <a16:creationId xmlns:a16="http://schemas.microsoft.com/office/drawing/2014/main" id="{627914CC-F14A-0E6F-483E-0B9AFCDC1765}"/>
              </a:ext>
            </a:extLst>
          </p:cNvPr>
          <p:cNvSpPr>
            <a:spLocks noChangeArrowheads="1"/>
          </p:cNvSpPr>
          <p:nvPr/>
        </p:nvSpPr>
        <p:spPr bwMode="auto">
          <a:xfrm>
            <a:off x="4837114" y="2559050"/>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X3</a:t>
            </a:r>
          </a:p>
        </p:txBody>
      </p:sp>
      <p:sp>
        <p:nvSpPr>
          <p:cNvPr id="377867" name="Rectangle 1035">
            <a:extLst>
              <a:ext uri="{FF2B5EF4-FFF2-40B4-BE49-F238E27FC236}">
                <a16:creationId xmlns:a16="http://schemas.microsoft.com/office/drawing/2014/main" id="{E6E293F5-B920-43ED-D326-43F28F8995C6}"/>
              </a:ext>
            </a:extLst>
          </p:cNvPr>
          <p:cNvSpPr>
            <a:spLocks noChangeArrowheads="1"/>
          </p:cNvSpPr>
          <p:nvPr/>
        </p:nvSpPr>
        <p:spPr bwMode="auto">
          <a:xfrm>
            <a:off x="3205164" y="2487613"/>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A1</a:t>
            </a:r>
          </a:p>
        </p:txBody>
      </p:sp>
      <p:sp>
        <p:nvSpPr>
          <p:cNvPr id="377868" name="Rectangle 1036">
            <a:extLst>
              <a:ext uri="{FF2B5EF4-FFF2-40B4-BE49-F238E27FC236}">
                <a16:creationId xmlns:a16="http://schemas.microsoft.com/office/drawing/2014/main" id="{984D0941-EB1F-5D4A-23E7-5BC4232808EB}"/>
              </a:ext>
            </a:extLst>
          </p:cNvPr>
          <p:cNvSpPr>
            <a:spLocks noChangeArrowheads="1"/>
          </p:cNvSpPr>
          <p:nvPr/>
        </p:nvSpPr>
        <p:spPr bwMode="auto">
          <a:xfrm>
            <a:off x="6862763" y="2909889"/>
            <a:ext cx="902168" cy="32559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area 2</a:t>
            </a:r>
          </a:p>
        </p:txBody>
      </p:sp>
      <p:sp>
        <p:nvSpPr>
          <p:cNvPr id="377869" name="Rectangle 1037">
            <a:extLst>
              <a:ext uri="{FF2B5EF4-FFF2-40B4-BE49-F238E27FC236}">
                <a16:creationId xmlns:a16="http://schemas.microsoft.com/office/drawing/2014/main" id="{45B59D9C-F159-D8B8-C12D-4D86AA426CA0}"/>
              </a:ext>
            </a:extLst>
          </p:cNvPr>
          <p:cNvSpPr>
            <a:spLocks noChangeArrowheads="1"/>
          </p:cNvSpPr>
          <p:nvPr/>
        </p:nvSpPr>
        <p:spPr bwMode="auto">
          <a:xfrm>
            <a:off x="3792538" y="2909889"/>
            <a:ext cx="902168" cy="32559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area 1</a:t>
            </a:r>
          </a:p>
        </p:txBody>
      </p:sp>
      <p:sp>
        <p:nvSpPr>
          <p:cNvPr id="377870" name="Rectangle 1038">
            <a:extLst>
              <a:ext uri="{FF2B5EF4-FFF2-40B4-BE49-F238E27FC236}">
                <a16:creationId xmlns:a16="http://schemas.microsoft.com/office/drawing/2014/main" id="{56C041D7-4B32-2C66-0191-09BC6830B058}"/>
              </a:ext>
            </a:extLst>
          </p:cNvPr>
          <p:cNvSpPr>
            <a:spLocks noChangeArrowheads="1"/>
          </p:cNvSpPr>
          <p:nvPr/>
        </p:nvSpPr>
        <p:spPr bwMode="auto">
          <a:xfrm>
            <a:off x="6208714" y="1855788"/>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X2</a:t>
            </a:r>
          </a:p>
        </p:txBody>
      </p:sp>
      <p:sp>
        <p:nvSpPr>
          <p:cNvPr id="377871" name="Rectangle 1039">
            <a:extLst>
              <a:ext uri="{FF2B5EF4-FFF2-40B4-BE49-F238E27FC236}">
                <a16:creationId xmlns:a16="http://schemas.microsoft.com/office/drawing/2014/main" id="{D1150EE6-851F-6C35-A46E-F5106B5DF8BA}"/>
              </a:ext>
            </a:extLst>
          </p:cNvPr>
          <p:cNvSpPr>
            <a:spLocks noChangeArrowheads="1"/>
          </p:cNvSpPr>
          <p:nvPr/>
        </p:nvSpPr>
        <p:spPr bwMode="auto">
          <a:xfrm>
            <a:off x="6208714" y="3402013"/>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X6</a:t>
            </a:r>
          </a:p>
        </p:txBody>
      </p:sp>
      <p:sp>
        <p:nvSpPr>
          <p:cNvPr id="377872" name="Rectangle 1040">
            <a:extLst>
              <a:ext uri="{FF2B5EF4-FFF2-40B4-BE49-F238E27FC236}">
                <a16:creationId xmlns:a16="http://schemas.microsoft.com/office/drawing/2014/main" id="{81540005-1910-B236-7374-08235FEB571F}"/>
              </a:ext>
            </a:extLst>
          </p:cNvPr>
          <p:cNvSpPr>
            <a:spLocks noChangeArrowheads="1"/>
          </p:cNvSpPr>
          <p:nvPr/>
        </p:nvSpPr>
        <p:spPr bwMode="auto">
          <a:xfrm>
            <a:off x="4837114" y="3402013"/>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X5</a:t>
            </a:r>
          </a:p>
        </p:txBody>
      </p:sp>
      <p:sp>
        <p:nvSpPr>
          <p:cNvPr id="377873" name="Rectangle 1041">
            <a:extLst>
              <a:ext uri="{FF2B5EF4-FFF2-40B4-BE49-F238E27FC236}">
                <a16:creationId xmlns:a16="http://schemas.microsoft.com/office/drawing/2014/main" id="{05DE8296-8D30-3A1D-959D-6C5F7AFDFBFE}"/>
              </a:ext>
            </a:extLst>
          </p:cNvPr>
          <p:cNvSpPr>
            <a:spLocks noChangeArrowheads="1"/>
          </p:cNvSpPr>
          <p:nvPr/>
        </p:nvSpPr>
        <p:spPr bwMode="auto">
          <a:xfrm>
            <a:off x="7842251" y="3543300"/>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B2</a:t>
            </a:r>
          </a:p>
        </p:txBody>
      </p:sp>
      <p:sp>
        <p:nvSpPr>
          <p:cNvPr id="377874" name="Rectangle 1042">
            <a:extLst>
              <a:ext uri="{FF2B5EF4-FFF2-40B4-BE49-F238E27FC236}">
                <a16:creationId xmlns:a16="http://schemas.microsoft.com/office/drawing/2014/main" id="{2C11370F-27FA-8DAA-2EE4-D25FA09FFF64}"/>
              </a:ext>
            </a:extLst>
          </p:cNvPr>
          <p:cNvSpPr>
            <a:spLocks noChangeArrowheads="1"/>
          </p:cNvSpPr>
          <p:nvPr/>
        </p:nvSpPr>
        <p:spPr bwMode="auto">
          <a:xfrm>
            <a:off x="3205164" y="3613150"/>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A2</a:t>
            </a:r>
          </a:p>
        </p:txBody>
      </p:sp>
      <p:sp>
        <p:nvSpPr>
          <p:cNvPr id="377875" name="Line 1043">
            <a:extLst>
              <a:ext uri="{FF2B5EF4-FFF2-40B4-BE49-F238E27FC236}">
                <a16:creationId xmlns:a16="http://schemas.microsoft.com/office/drawing/2014/main" id="{BBAE7BD5-B140-EE7D-E251-97C0077FB9F5}"/>
              </a:ext>
            </a:extLst>
          </p:cNvPr>
          <p:cNvSpPr>
            <a:spLocks noChangeShapeType="1"/>
          </p:cNvSpPr>
          <p:nvPr/>
        </p:nvSpPr>
        <p:spPr bwMode="auto">
          <a:xfrm>
            <a:off x="3619501" y="2660650"/>
            <a:ext cx="1165225" cy="587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7876" name="Line 1044">
            <a:extLst>
              <a:ext uri="{FF2B5EF4-FFF2-40B4-BE49-F238E27FC236}">
                <a16:creationId xmlns:a16="http://schemas.microsoft.com/office/drawing/2014/main" id="{E488A1C0-9DCA-427F-70B1-D5955AA7B817}"/>
              </a:ext>
            </a:extLst>
          </p:cNvPr>
          <p:cNvSpPr>
            <a:spLocks noChangeShapeType="1"/>
          </p:cNvSpPr>
          <p:nvPr/>
        </p:nvSpPr>
        <p:spPr bwMode="auto">
          <a:xfrm>
            <a:off x="8054975" y="2801938"/>
            <a:ext cx="0" cy="692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7877" name="Line 1045">
            <a:extLst>
              <a:ext uri="{FF2B5EF4-FFF2-40B4-BE49-F238E27FC236}">
                <a16:creationId xmlns:a16="http://schemas.microsoft.com/office/drawing/2014/main" id="{5CB0235C-8A3B-B642-527A-7DCB566546D9}"/>
              </a:ext>
            </a:extLst>
          </p:cNvPr>
          <p:cNvSpPr>
            <a:spLocks noChangeShapeType="1"/>
          </p:cNvSpPr>
          <p:nvPr/>
        </p:nvSpPr>
        <p:spPr bwMode="auto">
          <a:xfrm flipV="1">
            <a:off x="3619501" y="3563938"/>
            <a:ext cx="1165225" cy="1524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7878" name="Line 1046">
            <a:extLst>
              <a:ext uri="{FF2B5EF4-FFF2-40B4-BE49-F238E27FC236}">
                <a16:creationId xmlns:a16="http://schemas.microsoft.com/office/drawing/2014/main" id="{795AC060-1742-2B85-93C1-364115BEDB94}"/>
              </a:ext>
            </a:extLst>
          </p:cNvPr>
          <p:cNvSpPr>
            <a:spLocks noChangeShapeType="1"/>
          </p:cNvSpPr>
          <p:nvPr/>
        </p:nvSpPr>
        <p:spPr bwMode="auto">
          <a:xfrm>
            <a:off x="4986338" y="2943226"/>
            <a:ext cx="0" cy="4794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7879" name="Line 1047">
            <a:extLst>
              <a:ext uri="{FF2B5EF4-FFF2-40B4-BE49-F238E27FC236}">
                <a16:creationId xmlns:a16="http://schemas.microsoft.com/office/drawing/2014/main" id="{2EC1AABB-459B-B4A4-115A-B36B0C193392}"/>
              </a:ext>
            </a:extLst>
          </p:cNvPr>
          <p:cNvSpPr>
            <a:spLocks noChangeShapeType="1"/>
          </p:cNvSpPr>
          <p:nvPr/>
        </p:nvSpPr>
        <p:spPr bwMode="auto">
          <a:xfrm flipV="1">
            <a:off x="6624639" y="2579688"/>
            <a:ext cx="1228725" cy="1524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7880" name="Line 1048">
            <a:extLst>
              <a:ext uri="{FF2B5EF4-FFF2-40B4-BE49-F238E27FC236}">
                <a16:creationId xmlns:a16="http://schemas.microsoft.com/office/drawing/2014/main" id="{38B544C3-1861-6692-7813-D23F116463FE}"/>
              </a:ext>
            </a:extLst>
          </p:cNvPr>
          <p:cNvSpPr>
            <a:spLocks noChangeShapeType="1"/>
          </p:cNvSpPr>
          <p:nvPr/>
        </p:nvSpPr>
        <p:spPr bwMode="auto">
          <a:xfrm>
            <a:off x="6624639" y="3575051"/>
            <a:ext cx="1228725" cy="200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7881" name="Line 1049">
            <a:extLst>
              <a:ext uri="{FF2B5EF4-FFF2-40B4-BE49-F238E27FC236}">
                <a16:creationId xmlns:a16="http://schemas.microsoft.com/office/drawing/2014/main" id="{409954D1-0518-8341-51B4-C68FAA4983D6}"/>
              </a:ext>
            </a:extLst>
          </p:cNvPr>
          <p:cNvSpPr>
            <a:spLocks noChangeShapeType="1"/>
          </p:cNvSpPr>
          <p:nvPr/>
        </p:nvSpPr>
        <p:spPr bwMode="auto">
          <a:xfrm>
            <a:off x="5253039" y="3575050"/>
            <a:ext cx="968375" cy="587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7882" name="Line 1050">
            <a:extLst>
              <a:ext uri="{FF2B5EF4-FFF2-40B4-BE49-F238E27FC236}">
                <a16:creationId xmlns:a16="http://schemas.microsoft.com/office/drawing/2014/main" id="{F7216A50-93F8-473D-6107-8AC12A827E38}"/>
              </a:ext>
            </a:extLst>
          </p:cNvPr>
          <p:cNvSpPr>
            <a:spLocks noChangeShapeType="1"/>
          </p:cNvSpPr>
          <p:nvPr/>
        </p:nvSpPr>
        <p:spPr bwMode="auto">
          <a:xfrm>
            <a:off x="5253039" y="2092325"/>
            <a:ext cx="9683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7883" name="Line 1051">
            <a:extLst>
              <a:ext uri="{FF2B5EF4-FFF2-40B4-BE49-F238E27FC236}">
                <a16:creationId xmlns:a16="http://schemas.microsoft.com/office/drawing/2014/main" id="{B43D3D3D-8141-8F92-9552-B83607E586B9}"/>
              </a:ext>
            </a:extLst>
          </p:cNvPr>
          <p:cNvSpPr>
            <a:spLocks noChangeShapeType="1"/>
          </p:cNvSpPr>
          <p:nvPr/>
        </p:nvSpPr>
        <p:spPr bwMode="auto">
          <a:xfrm>
            <a:off x="6423025" y="2238376"/>
            <a:ext cx="0" cy="3413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7884" name="Line 1052">
            <a:extLst>
              <a:ext uri="{FF2B5EF4-FFF2-40B4-BE49-F238E27FC236}">
                <a16:creationId xmlns:a16="http://schemas.microsoft.com/office/drawing/2014/main" id="{A2C4DE1E-0310-7E65-C648-C56885E0B95B}"/>
              </a:ext>
            </a:extLst>
          </p:cNvPr>
          <p:cNvSpPr>
            <a:spLocks noChangeShapeType="1"/>
          </p:cNvSpPr>
          <p:nvPr/>
        </p:nvSpPr>
        <p:spPr bwMode="auto">
          <a:xfrm flipV="1">
            <a:off x="8256589" y="2508250"/>
            <a:ext cx="250825" cy="825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7885" name="Rectangle 1053">
            <a:extLst>
              <a:ext uri="{FF2B5EF4-FFF2-40B4-BE49-F238E27FC236}">
                <a16:creationId xmlns:a16="http://schemas.microsoft.com/office/drawing/2014/main" id="{7CD95C2D-CF0A-0930-29F3-E6842ECF9E9C}"/>
              </a:ext>
            </a:extLst>
          </p:cNvPr>
          <p:cNvSpPr>
            <a:spLocks noChangeArrowheads="1"/>
          </p:cNvSpPr>
          <p:nvPr/>
        </p:nvSpPr>
        <p:spPr bwMode="auto">
          <a:xfrm>
            <a:off x="8504805" y="2347914"/>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n1</a:t>
            </a:r>
          </a:p>
        </p:txBody>
      </p:sp>
      <p:sp>
        <p:nvSpPr>
          <p:cNvPr id="377886" name="Line 1054">
            <a:extLst>
              <a:ext uri="{FF2B5EF4-FFF2-40B4-BE49-F238E27FC236}">
                <a16:creationId xmlns:a16="http://schemas.microsoft.com/office/drawing/2014/main" id="{7101B762-9D37-DF62-C3E9-D16903E82C14}"/>
              </a:ext>
            </a:extLst>
          </p:cNvPr>
          <p:cNvSpPr>
            <a:spLocks noChangeShapeType="1"/>
          </p:cNvSpPr>
          <p:nvPr/>
        </p:nvSpPr>
        <p:spPr bwMode="auto">
          <a:xfrm>
            <a:off x="8256589" y="3786189"/>
            <a:ext cx="250825" cy="587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7887" name="Rectangle 1055">
            <a:extLst>
              <a:ext uri="{FF2B5EF4-FFF2-40B4-BE49-F238E27FC236}">
                <a16:creationId xmlns:a16="http://schemas.microsoft.com/office/drawing/2014/main" id="{345C25A1-04C2-600A-EA78-F0B04163D7CB}"/>
              </a:ext>
            </a:extLst>
          </p:cNvPr>
          <p:cNvSpPr>
            <a:spLocks noChangeArrowheads="1"/>
          </p:cNvSpPr>
          <p:nvPr/>
        </p:nvSpPr>
        <p:spPr bwMode="auto">
          <a:xfrm>
            <a:off x="8504805" y="3684589"/>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n2</a:t>
            </a:r>
          </a:p>
        </p:txBody>
      </p:sp>
      <p:sp>
        <p:nvSpPr>
          <p:cNvPr id="377888" name="Rectangle 1056">
            <a:extLst>
              <a:ext uri="{FF2B5EF4-FFF2-40B4-BE49-F238E27FC236}">
                <a16:creationId xmlns:a16="http://schemas.microsoft.com/office/drawing/2014/main" id="{ACA4793E-C0A5-977B-5C2B-10292C0D3665}"/>
              </a:ext>
            </a:extLst>
          </p:cNvPr>
          <p:cNvSpPr>
            <a:spLocks noChangeArrowheads="1"/>
          </p:cNvSpPr>
          <p:nvPr/>
        </p:nvSpPr>
        <p:spPr bwMode="auto">
          <a:xfrm>
            <a:off x="7982517" y="2981326"/>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377889" name="Rectangle 1057">
            <a:extLst>
              <a:ext uri="{FF2B5EF4-FFF2-40B4-BE49-F238E27FC236}">
                <a16:creationId xmlns:a16="http://schemas.microsoft.com/office/drawing/2014/main" id="{C129E954-4F63-75C8-74B6-BF3067838F9C}"/>
              </a:ext>
            </a:extLst>
          </p:cNvPr>
          <p:cNvSpPr>
            <a:spLocks noChangeArrowheads="1"/>
          </p:cNvSpPr>
          <p:nvPr/>
        </p:nvSpPr>
        <p:spPr bwMode="auto">
          <a:xfrm>
            <a:off x="7001442" y="3684589"/>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377890" name="Rectangle 1058">
            <a:extLst>
              <a:ext uri="{FF2B5EF4-FFF2-40B4-BE49-F238E27FC236}">
                <a16:creationId xmlns:a16="http://schemas.microsoft.com/office/drawing/2014/main" id="{3A272198-73EA-4A91-7FDF-FCE44AB09FB9}"/>
              </a:ext>
            </a:extLst>
          </p:cNvPr>
          <p:cNvSpPr>
            <a:spLocks noChangeArrowheads="1"/>
          </p:cNvSpPr>
          <p:nvPr/>
        </p:nvSpPr>
        <p:spPr bwMode="auto">
          <a:xfrm>
            <a:off x="7001442" y="2417764"/>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377891" name="Rectangle 1059">
            <a:extLst>
              <a:ext uri="{FF2B5EF4-FFF2-40B4-BE49-F238E27FC236}">
                <a16:creationId xmlns:a16="http://schemas.microsoft.com/office/drawing/2014/main" id="{1DFB228E-F54D-5090-8EA2-5297B2B4069C}"/>
              </a:ext>
            </a:extLst>
          </p:cNvPr>
          <p:cNvSpPr>
            <a:spLocks noChangeArrowheads="1"/>
          </p:cNvSpPr>
          <p:nvPr/>
        </p:nvSpPr>
        <p:spPr bwMode="auto">
          <a:xfrm>
            <a:off x="5495501" y="3262314"/>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377892" name="Rectangle 1060">
            <a:extLst>
              <a:ext uri="{FF2B5EF4-FFF2-40B4-BE49-F238E27FC236}">
                <a16:creationId xmlns:a16="http://schemas.microsoft.com/office/drawing/2014/main" id="{FD85F037-3F33-5C5C-5210-E119F6B14D32}"/>
              </a:ext>
            </a:extLst>
          </p:cNvPr>
          <p:cNvSpPr>
            <a:spLocks noChangeArrowheads="1"/>
          </p:cNvSpPr>
          <p:nvPr/>
        </p:nvSpPr>
        <p:spPr bwMode="auto">
          <a:xfrm>
            <a:off x="6314542" y="3005139"/>
            <a:ext cx="307454"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sym typeface="Symbol" panose="05050102010706020507" pitchFamily="18" charset="2"/>
              </a:rPr>
              <a:t></a:t>
            </a:r>
          </a:p>
        </p:txBody>
      </p:sp>
      <p:sp>
        <p:nvSpPr>
          <p:cNvPr id="377893" name="Rectangle 1061">
            <a:extLst>
              <a:ext uri="{FF2B5EF4-FFF2-40B4-BE49-F238E27FC236}">
                <a16:creationId xmlns:a16="http://schemas.microsoft.com/office/drawing/2014/main" id="{9CF0B15C-E1E9-BD3C-7D27-35B326766E27}"/>
              </a:ext>
            </a:extLst>
          </p:cNvPr>
          <p:cNvSpPr>
            <a:spLocks noChangeArrowheads="1"/>
          </p:cNvSpPr>
          <p:nvPr/>
        </p:nvSpPr>
        <p:spPr bwMode="auto">
          <a:xfrm>
            <a:off x="6214638" y="2206626"/>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377894" name="Rectangle 1062">
            <a:extLst>
              <a:ext uri="{FF2B5EF4-FFF2-40B4-BE49-F238E27FC236}">
                <a16:creationId xmlns:a16="http://schemas.microsoft.com/office/drawing/2014/main" id="{0CDB25C5-5E02-ED2A-EE10-CC117C00945F}"/>
              </a:ext>
            </a:extLst>
          </p:cNvPr>
          <p:cNvSpPr>
            <a:spLocks noChangeArrowheads="1"/>
          </p:cNvSpPr>
          <p:nvPr/>
        </p:nvSpPr>
        <p:spPr bwMode="auto">
          <a:xfrm>
            <a:off x="5625676" y="2066926"/>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377895" name="Rectangle 1063">
            <a:extLst>
              <a:ext uri="{FF2B5EF4-FFF2-40B4-BE49-F238E27FC236}">
                <a16:creationId xmlns:a16="http://schemas.microsoft.com/office/drawing/2014/main" id="{8DA16514-D032-4591-2F3A-985BEFAE9741}"/>
              </a:ext>
            </a:extLst>
          </p:cNvPr>
          <p:cNvSpPr>
            <a:spLocks noChangeArrowheads="1"/>
          </p:cNvSpPr>
          <p:nvPr/>
        </p:nvSpPr>
        <p:spPr bwMode="auto">
          <a:xfrm>
            <a:off x="4969930" y="2230439"/>
            <a:ext cx="307454"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sym typeface="Symbol" panose="05050102010706020507" pitchFamily="18" charset="2"/>
              </a:rPr>
              <a:t></a:t>
            </a:r>
          </a:p>
        </p:txBody>
      </p:sp>
      <p:sp>
        <p:nvSpPr>
          <p:cNvPr id="377896" name="Rectangle 1064">
            <a:extLst>
              <a:ext uri="{FF2B5EF4-FFF2-40B4-BE49-F238E27FC236}">
                <a16:creationId xmlns:a16="http://schemas.microsoft.com/office/drawing/2014/main" id="{E7978FC2-E544-2718-5644-B8C47A4E61B0}"/>
              </a:ext>
            </a:extLst>
          </p:cNvPr>
          <p:cNvSpPr>
            <a:spLocks noChangeArrowheads="1"/>
          </p:cNvSpPr>
          <p:nvPr/>
        </p:nvSpPr>
        <p:spPr bwMode="auto">
          <a:xfrm>
            <a:off x="4973213" y="2981326"/>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377897" name="Rectangle 1065">
            <a:extLst>
              <a:ext uri="{FF2B5EF4-FFF2-40B4-BE49-F238E27FC236}">
                <a16:creationId xmlns:a16="http://schemas.microsoft.com/office/drawing/2014/main" id="{6CD83242-4219-274F-4339-F72A11194B50}"/>
              </a:ext>
            </a:extLst>
          </p:cNvPr>
          <p:cNvSpPr>
            <a:spLocks noChangeArrowheads="1"/>
          </p:cNvSpPr>
          <p:nvPr/>
        </p:nvSpPr>
        <p:spPr bwMode="auto">
          <a:xfrm>
            <a:off x="3867717" y="2417764"/>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377898" name="Rectangle 1066">
            <a:extLst>
              <a:ext uri="{FF2B5EF4-FFF2-40B4-BE49-F238E27FC236}">
                <a16:creationId xmlns:a16="http://schemas.microsoft.com/office/drawing/2014/main" id="{B092C32D-1F8D-2A12-14E3-192DB45A086E}"/>
              </a:ext>
            </a:extLst>
          </p:cNvPr>
          <p:cNvSpPr>
            <a:spLocks noChangeArrowheads="1"/>
          </p:cNvSpPr>
          <p:nvPr/>
        </p:nvSpPr>
        <p:spPr bwMode="auto">
          <a:xfrm>
            <a:off x="3997892" y="3332164"/>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377899" name="Rectangle 1067">
            <a:extLst>
              <a:ext uri="{FF2B5EF4-FFF2-40B4-BE49-F238E27FC236}">
                <a16:creationId xmlns:a16="http://schemas.microsoft.com/office/drawing/2014/main" id="{8667E223-79AD-69C8-F57A-FFDA7D26DE0F}"/>
              </a:ext>
            </a:extLst>
          </p:cNvPr>
          <p:cNvSpPr>
            <a:spLocks noGrp="1" noChangeArrowheads="1"/>
          </p:cNvSpPr>
          <p:nvPr>
            <p:ph type="body" idx="1"/>
          </p:nvPr>
        </p:nvSpPr>
        <p:spPr>
          <a:xfrm>
            <a:off x="2249488" y="4346575"/>
            <a:ext cx="7772400" cy="749300"/>
          </a:xfrm>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t" anchorCtr="0" compatLnSpc="1">
            <a:prstTxWarp prst="textNoShape">
              <a:avLst/>
            </a:prstTxWarp>
          </a:bodyPr>
          <a:lstStyle/>
          <a:p>
            <a:r>
              <a:rPr lang="en-CA" altLang="en-CH"/>
              <a:t>No connectivity between areas via backbone </a:t>
            </a:r>
          </a:p>
          <a:p>
            <a:r>
              <a:rPr lang="en-CA" altLang="en-CH"/>
              <a:t>There is a route through Area 2</a:t>
            </a:r>
          </a:p>
          <a:p>
            <a:r>
              <a:rPr lang="en-CA" altLang="en-CH"/>
              <a:t>Virtual link</a:t>
            </a:r>
          </a:p>
          <a:p>
            <a:pPr lvl="1"/>
            <a:r>
              <a:rPr lang="en-CA" altLang="en-CH"/>
              <a:t>X4 and X6 configure a virtual link through Area 2</a:t>
            </a:r>
          </a:p>
          <a:p>
            <a:pPr lvl="1"/>
            <a:r>
              <a:rPr lang="en-CA" altLang="en-CH"/>
              <a:t>virtual link entered into the database, metric = sum of links</a:t>
            </a:r>
          </a:p>
        </p:txBody>
      </p:sp>
      <p:sp>
        <p:nvSpPr>
          <p:cNvPr id="377900" name="Rectangle 1068">
            <a:extLst>
              <a:ext uri="{FF2B5EF4-FFF2-40B4-BE49-F238E27FC236}">
                <a16:creationId xmlns:a16="http://schemas.microsoft.com/office/drawing/2014/main" id="{2A9F3ECC-7B21-F53F-3B95-1A6C83A2D837}"/>
              </a:ext>
            </a:extLst>
          </p:cNvPr>
          <p:cNvSpPr>
            <a:spLocks noChangeArrowheads="1"/>
          </p:cNvSpPr>
          <p:nvPr/>
        </p:nvSpPr>
        <p:spPr bwMode="auto">
          <a:xfrm>
            <a:off x="7518400" y="541338"/>
            <a:ext cx="260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CH" sz="2400">
                <a:solidFill>
                  <a:srgbClr val="000000"/>
                </a:solidFill>
                <a:latin typeface="Times" panose="02020603050405020304" pitchFamily="18" charset="0"/>
              </a:rPr>
              <a:t> </a:t>
            </a:r>
          </a:p>
        </p:txBody>
      </p:sp>
      <p:sp>
        <p:nvSpPr>
          <p:cNvPr id="377901" name="Line 1069">
            <a:extLst>
              <a:ext uri="{FF2B5EF4-FFF2-40B4-BE49-F238E27FC236}">
                <a16:creationId xmlns:a16="http://schemas.microsoft.com/office/drawing/2014/main" id="{DD1F33FF-5974-C5A9-43B0-C1C0FDD4767A}"/>
              </a:ext>
            </a:extLst>
          </p:cNvPr>
          <p:cNvSpPr>
            <a:spLocks noChangeShapeType="1"/>
          </p:cNvSpPr>
          <p:nvPr/>
        </p:nvSpPr>
        <p:spPr bwMode="auto">
          <a:xfrm>
            <a:off x="3306763" y="2859089"/>
            <a:ext cx="0" cy="7397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377902" name="Rectangle 1070">
            <a:extLst>
              <a:ext uri="{FF2B5EF4-FFF2-40B4-BE49-F238E27FC236}">
                <a16:creationId xmlns:a16="http://schemas.microsoft.com/office/drawing/2014/main" id="{37399B70-BE2B-37A6-8113-85DF6E571624}"/>
              </a:ext>
            </a:extLst>
          </p:cNvPr>
          <p:cNvSpPr>
            <a:spLocks noChangeArrowheads="1"/>
          </p:cNvSpPr>
          <p:nvPr/>
        </p:nvSpPr>
        <p:spPr bwMode="auto">
          <a:xfrm>
            <a:off x="3234305" y="3086101"/>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Tree>
  </p:cSld>
  <p:clrMapOvr>
    <a:masterClrMapping/>
  </p:clrMapOvr>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EAE37F83-AB1C-683D-547C-5C8FF237D0E4}"/>
              </a:ext>
            </a:extLst>
          </p:cNvPr>
          <p:cNvSpPr>
            <a:spLocks noGrp="1"/>
          </p:cNvSpPr>
          <p:nvPr>
            <p:ph type="ftr" sz="quarter" idx="10"/>
          </p:nvPr>
        </p:nvSpPr>
        <p:spPr/>
        <p:txBody>
          <a:bodyPr/>
          <a:lstStyle/>
          <a:p>
            <a:pPr eaLnBrk="1" hangingPunct="1"/>
            <a:fld id="{81B5DB35-F3EA-4404-932B-E928191FB0E6}" type="slidenum">
              <a:rPr lang="en-US" altLang="en-CH">
                <a:solidFill>
                  <a:srgbClr val="000000"/>
                </a:solidFill>
              </a:rPr>
              <a:pPr eaLnBrk="1" hangingPunct="1"/>
              <a:t>44</a:t>
            </a:fld>
            <a:endParaRPr lang="en-US" altLang="en-CH">
              <a:solidFill>
                <a:srgbClr val="000000"/>
              </a:solidFill>
            </a:endParaRPr>
          </a:p>
        </p:txBody>
      </p:sp>
      <p:sp>
        <p:nvSpPr>
          <p:cNvPr id="486402" name="Rectangle 2">
            <a:extLst>
              <a:ext uri="{FF2B5EF4-FFF2-40B4-BE49-F238E27FC236}">
                <a16:creationId xmlns:a16="http://schemas.microsoft.com/office/drawing/2014/main" id="{7E311BFF-29E6-E564-F8A9-ACE7C75AF8C4}"/>
              </a:ext>
            </a:extLst>
          </p:cNvPr>
          <p:cNvSpPr>
            <a:spLocks noGrp="1" noChangeArrowheads="1"/>
          </p:cNvSpPr>
          <p:nvPr>
            <p:ph type="title"/>
          </p:nvPr>
        </p:nvSpPr>
        <p:spPr>
          <a:xfrm>
            <a:off x="2806700" y="247650"/>
            <a:ext cx="7640638" cy="998538"/>
          </a:xfrm>
        </p:spPr>
        <p:txBody>
          <a:bodyPr/>
          <a:lstStyle/>
          <a:p>
            <a:r>
              <a:rPr lang="en-CA" altLang="en-CH"/>
              <a:t>3. The OSPF Protocol</a:t>
            </a:r>
          </a:p>
        </p:txBody>
      </p:sp>
      <p:sp>
        <p:nvSpPr>
          <p:cNvPr id="486403" name="Rectangle 3">
            <a:extLst>
              <a:ext uri="{FF2B5EF4-FFF2-40B4-BE49-F238E27FC236}">
                <a16:creationId xmlns:a16="http://schemas.microsoft.com/office/drawing/2014/main" id="{3E67FBCD-9BCF-8AE8-00A4-64F7131790AA}"/>
              </a:ext>
            </a:extLst>
          </p:cNvPr>
          <p:cNvSpPr>
            <a:spLocks noGrp="1" noChangeArrowheads="1"/>
          </p:cNvSpPr>
          <p:nvPr>
            <p:ph type="body" idx="1"/>
          </p:nvPr>
        </p:nvSpPr>
        <p:spPr/>
        <p:txBody>
          <a:bodyPr/>
          <a:lstStyle/>
          <a:p>
            <a:r>
              <a:rPr lang="en-CA" altLang="en-CH" dirty="0"/>
              <a:t>OSPF (Open Shortest Path First)</a:t>
            </a:r>
          </a:p>
          <a:p>
            <a:pPr lvl="1"/>
            <a:r>
              <a:rPr lang="en-CA" altLang="en-CH" dirty="0"/>
              <a:t>IETF standard for internal routing</a:t>
            </a:r>
          </a:p>
          <a:p>
            <a:pPr lvl="1"/>
            <a:r>
              <a:rPr lang="en-CA" altLang="en-CH" b="1" dirty="0">
                <a:solidFill>
                  <a:srgbClr val="FF0000"/>
                </a:solidFill>
              </a:rPr>
              <a:t>used in large networks (ISPs)</a:t>
            </a:r>
          </a:p>
          <a:p>
            <a:pPr lvl="1">
              <a:buFont typeface="Wingdings" panose="05000000000000000000" pitchFamily="2" charset="2"/>
              <a:buNone/>
            </a:pPr>
            <a:endParaRPr lang="en-CA" altLang="en-CH" dirty="0"/>
          </a:p>
          <a:p>
            <a:pPr lvl="1"/>
            <a:endParaRPr lang="en-CA" altLang="en-CH" dirty="0"/>
          </a:p>
          <a:p>
            <a:r>
              <a:rPr lang="en-CA" altLang="en-CH" dirty="0"/>
              <a:t>Link State protocol + Hierarchical</a:t>
            </a:r>
          </a:p>
        </p:txBody>
      </p:sp>
    </p:spTree>
  </p:cSld>
  <p:clrMapOvr>
    <a:masterClrMapping/>
  </p:clrMapOvr>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5D7FF544-65C3-7ADB-913D-9DD56041FC8A}"/>
              </a:ext>
            </a:extLst>
          </p:cNvPr>
          <p:cNvSpPr>
            <a:spLocks noGrp="1"/>
          </p:cNvSpPr>
          <p:nvPr>
            <p:ph type="ftr" sz="quarter" idx="10"/>
          </p:nvPr>
        </p:nvSpPr>
        <p:spPr/>
        <p:txBody>
          <a:bodyPr/>
          <a:lstStyle/>
          <a:p>
            <a:pPr eaLnBrk="1" hangingPunct="1"/>
            <a:fld id="{32D908CA-233E-4C9A-BFFE-6FD0CFFC2324}" type="slidenum">
              <a:rPr lang="en-US" altLang="en-CH">
                <a:solidFill>
                  <a:srgbClr val="000000"/>
                </a:solidFill>
              </a:rPr>
              <a:pPr eaLnBrk="1" hangingPunct="1"/>
              <a:t>45</a:t>
            </a:fld>
            <a:endParaRPr lang="en-US" altLang="en-CH">
              <a:solidFill>
                <a:srgbClr val="000000"/>
              </a:solidFill>
            </a:endParaRPr>
          </a:p>
        </p:txBody>
      </p:sp>
      <p:sp>
        <p:nvSpPr>
          <p:cNvPr id="490498" name="Rectangle 2">
            <a:extLst>
              <a:ext uri="{FF2B5EF4-FFF2-40B4-BE49-F238E27FC236}">
                <a16:creationId xmlns:a16="http://schemas.microsoft.com/office/drawing/2014/main" id="{FEAC3B4B-98A7-C6E8-51FA-D47FBB463568}"/>
              </a:ext>
            </a:extLst>
          </p:cNvPr>
          <p:cNvSpPr>
            <a:spLocks noGrp="1" noChangeArrowheads="1"/>
          </p:cNvSpPr>
          <p:nvPr>
            <p:ph type="title"/>
          </p:nvPr>
        </p:nvSpPr>
        <p:spPr>
          <a:xfrm>
            <a:off x="2806700" y="247650"/>
            <a:ext cx="7640638" cy="998538"/>
          </a:xfrm>
        </p:spPr>
        <p:txBody>
          <a:bodyPr/>
          <a:lstStyle/>
          <a:p>
            <a:r>
              <a:rPr lang="en-CA" altLang="en-CH"/>
              <a:t>Designated routers</a:t>
            </a:r>
          </a:p>
        </p:txBody>
      </p:sp>
      <p:sp>
        <p:nvSpPr>
          <p:cNvPr id="490499" name="Rectangle 3">
            <a:extLst>
              <a:ext uri="{FF2B5EF4-FFF2-40B4-BE49-F238E27FC236}">
                <a16:creationId xmlns:a16="http://schemas.microsoft.com/office/drawing/2014/main" id="{EB2CA8DC-4D20-0340-4EC8-09DD937A80D7}"/>
              </a:ext>
            </a:extLst>
          </p:cNvPr>
          <p:cNvSpPr>
            <a:spLocks noGrp="1" noChangeArrowheads="1"/>
          </p:cNvSpPr>
          <p:nvPr>
            <p:ph type="body" idx="1"/>
          </p:nvPr>
        </p:nvSpPr>
        <p:spPr>
          <a:xfrm>
            <a:off x="1803401" y="2601914"/>
            <a:ext cx="7059613" cy="2351087"/>
          </a:xfrm>
        </p:spPr>
        <p:txBody>
          <a:bodyPr/>
          <a:lstStyle/>
          <a:p>
            <a:r>
              <a:rPr lang="en-CA" altLang="en-CH"/>
              <a:t>Number of neighbours</a:t>
            </a:r>
          </a:p>
          <a:p>
            <a:pPr lvl="1"/>
            <a:r>
              <a:rPr lang="en-CA" altLang="en-CH"/>
              <a:t>if </a:t>
            </a:r>
            <a:r>
              <a:rPr lang="en-CA" altLang="en-CH" i="1"/>
              <a:t>n</a:t>
            </a:r>
            <a:r>
              <a:rPr lang="en-CA" altLang="en-CH"/>
              <a:t> routers, </a:t>
            </a:r>
            <a:r>
              <a:rPr lang="en-CA" altLang="en-CH" i="1"/>
              <a:t>n</a:t>
            </a:r>
            <a:r>
              <a:rPr lang="en-CA" altLang="en-CH"/>
              <a:t>(</a:t>
            </a:r>
            <a:r>
              <a:rPr lang="en-CA" altLang="en-CH" i="1"/>
              <a:t>n</a:t>
            </a:r>
            <a:r>
              <a:rPr lang="en-CA" altLang="en-CH"/>
              <a:t>-1)/2 neighbors</a:t>
            </a:r>
          </a:p>
          <a:p>
            <a:r>
              <a:rPr lang="en-CA" altLang="en-CH"/>
              <a:t>Designated router on a LAN is used to save flooding </a:t>
            </a:r>
          </a:p>
          <a:p>
            <a:pPr lvl="1"/>
            <a:r>
              <a:rPr lang="en-CA" altLang="en-CH" i="1"/>
              <a:t>n</a:t>
            </a:r>
            <a:r>
              <a:rPr lang="en-CA" altLang="en-CH"/>
              <a:t>-1 neighbors</a:t>
            </a:r>
          </a:p>
          <a:p>
            <a:pPr lvl="1"/>
            <a:r>
              <a:rPr lang="en-CA" altLang="en-CH"/>
              <a:t>elected automatically</a:t>
            </a:r>
          </a:p>
          <a:p>
            <a:pPr lvl="1"/>
            <a:r>
              <a:rPr lang="en-CA" altLang="en-CH"/>
              <a:t>flooding</a:t>
            </a:r>
          </a:p>
          <a:p>
            <a:pPr lvl="2"/>
            <a:r>
              <a:rPr lang="en-CA" altLang="en-CH"/>
              <a:t>advertise to </a:t>
            </a:r>
            <a:r>
              <a:rPr lang="en-CA" altLang="en-CH" b="1">
                <a:latin typeface="Courier New" panose="02070309020205020404" pitchFamily="49" charset="0"/>
              </a:rPr>
              <a:t>224.0.0.6</a:t>
            </a:r>
            <a:r>
              <a:rPr lang="en-CA" altLang="en-CH"/>
              <a:t> (all designated routers)</a:t>
            </a:r>
          </a:p>
          <a:p>
            <a:pPr lvl="2"/>
            <a:r>
              <a:rPr lang="en-CA" altLang="en-CH"/>
              <a:t>flooded to </a:t>
            </a:r>
            <a:r>
              <a:rPr lang="en-CA" altLang="en-CH" b="1">
                <a:latin typeface="Courier New" panose="02070309020205020404" pitchFamily="49" charset="0"/>
              </a:rPr>
              <a:t>224.0.0.5</a:t>
            </a:r>
            <a:r>
              <a:rPr lang="en-CA" altLang="en-CH"/>
              <a:t> (all routers)</a:t>
            </a:r>
          </a:p>
          <a:p>
            <a:pPr lvl="1"/>
            <a:r>
              <a:rPr lang="en-CA" altLang="en-CH"/>
              <a:t>back-up designated router</a:t>
            </a:r>
          </a:p>
          <a:p>
            <a:pPr lvl="2"/>
            <a:r>
              <a:rPr lang="en-CA" altLang="en-CH"/>
              <a:t>listens to advertisements, but does not flood</a:t>
            </a:r>
          </a:p>
          <a:p>
            <a:pPr lvl="2"/>
            <a:r>
              <a:rPr lang="en-CA" altLang="en-CH"/>
              <a:t>failure of the designated router detected by Hello</a:t>
            </a:r>
          </a:p>
          <a:p>
            <a:pPr lvl="3"/>
            <a:r>
              <a:rPr lang="en-CA" altLang="en-CH"/>
              <a:t>back-up becomes designated router</a:t>
            </a:r>
          </a:p>
        </p:txBody>
      </p:sp>
      <p:sp>
        <p:nvSpPr>
          <p:cNvPr id="490500" name="Rectangle 4">
            <a:extLst>
              <a:ext uri="{FF2B5EF4-FFF2-40B4-BE49-F238E27FC236}">
                <a16:creationId xmlns:a16="http://schemas.microsoft.com/office/drawing/2014/main" id="{42B3A799-3D24-3589-4D92-4FE1FF8F75AB}"/>
              </a:ext>
            </a:extLst>
          </p:cNvPr>
          <p:cNvSpPr>
            <a:spLocks noChangeArrowheads="1"/>
          </p:cNvSpPr>
          <p:nvPr/>
        </p:nvSpPr>
        <p:spPr bwMode="auto">
          <a:xfrm>
            <a:off x="3119439" y="2151063"/>
            <a:ext cx="315135" cy="279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l1</a:t>
            </a:r>
          </a:p>
        </p:txBody>
      </p:sp>
      <p:sp>
        <p:nvSpPr>
          <p:cNvPr id="490501" name="Rectangle 5">
            <a:extLst>
              <a:ext uri="{FF2B5EF4-FFF2-40B4-BE49-F238E27FC236}">
                <a16:creationId xmlns:a16="http://schemas.microsoft.com/office/drawing/2014/main" id="{7E8C357C-3F3D-4E34-4FA6-187F75092CDD}"/>
              </a:ext>
            </a:extLst>
          </p:cNvPr>
          <p:cNvSpPr>
            <a:spLocks noChangeArrowheads="1"/>
          </p:cNvSpPr>
          <p:nvPr/>
        </p:nvSpPr>
        <p:spPr bwMode="auto">
          <a:xfrm>
            <a:off x="2233613" y="1716089"/>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A </a:t>
            </a:r>
          </a:p>
        </p:txBody>
      </p:sp>
      <p:sp>
        <p:nvSpPr>
          <p:cNvPr id="490502" name="Line 6">
            <a:extLst>
              <a:ext uri="{FF2B5EF4-FFF2-40B4-BE49-F238E27FC236}">
                <a16:creationId xmlns:a16="http://schemas.microsoft.com/office/drawing/2014/main" id="{60BF0293-1569-A270-B521-7E7A3C500AA3}"/>
              </a:ext>
            </a:extLst>
          </p:cNvPr>
          <p:cNvSpPr>
            <a:spLocks noChangeShapeType="1"/>
          </p:cNvSpPr>
          <p:nvPr/>
        </p:nvSpPr>
        <p:spPr bwMode="auto">
          <a:xfrm>
            <a:off x="2454275" y="2017713"/>
            <a:ext cx="0" cy="4365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490503" name="Rectangle 7">
            <a:extLst>
              <a:ext uri="{FF2B5EF4-FFF2-40B4-BE49-F238E27FC236}">
                <a16:creationId xmlns:a16="http://schemas.microsoft.com/office/drawing/2014/main" id="{AEDE6DAA-2FB5-84B8-F52A-4BEA53BA3E82}"/>
              </a:ext>
            </a:extLst>
          </p:cNvPr>
          <p:cNvSpPr>
            <a:spLocks noChangeArrowheads="1"/>
          </p:cNvSpPr>
          <p:nvPr/>
        </p:nvSpPr>
        <p:spPr bwMode="auto">
          <a:xfrm>
            <a:off x="3714750" y="1716089"/>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B </a:t>
            </a:r>
          </a:p>
        </p:txBody>
      </p:sp>
      <p:sp>
        <p:nvSpPr>
          <p:cNvPr id="490504" name="Rectangle 8">
            <a:extLst>
              <a:ext uri="{FF2B5EF4-FFF2-40B4-BE49-F238E27FC236}">
                <a16:creationId xmlns:a16="http://schemas.microsoft.com/office/drawing/2014/main" id="{BF585687-D366-0E81-CA77-A2FE5239E757}"/>
              </a:ext>
            </a:extLst>
          </p:cNvPr>
          <p:cNvSpPr>
            <a:spLocks noChangeArrowheads="1"/>
          </p:cNvSpPr>
          <p:nvPr/>
        </p:nvSpPr>
        <p:spPr bwMode="auto">
          <a:xfrm>
            <a:off x="6897688" y="1716089"/>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D </a:t>
            </a:r>
          </a:p>
        </p:txBody>
      </p:sp>
      <p:sp>
        <p:nvSpPr>
          <p:cNvPr id="490505" name="Line 9">
            <a:extLst>
              <a:ext uri="{FF2B5EF4-FFF2-40B4-BE49-F238E27FC236}">
                <a16:creationId xmlns:a16="http://schemas.microsoft.com/office/drawing/2014/main" id="{7EEB68B6-8645-7D2B-658E-3E559B084C07}"/>
              </a:ext>
            </a:extLst>
          </p:cNvPr>
          <p:cNvSpPr>
            <a:spLocks noChangeShapeType="1"/>
          </p:cNvSpPr>
          <p:nvPr/>
        </p:nvSpPr>
        <p:spPr bwMode="auto">
          <a:xfrm>
            <a:off x="1989138" y="2452688"/>
            <a:ext cx="5702300"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490506" name="Line 10">
            <a:extLst>
              <a:ext uri="{FF2B5EF4-FFF2-40B4-BE49-F238E27FC236}">
                <a16:creationId xmlns:a16="http://schemas.microsoft.com/office/drawing/2014/main" id="{940B002B-F7BA-06CB-DCA7-B4E32225DB74}"/>
              </a:ext>
            </a:extLst>
          </p:cNvPr>
          <p:cNvSpPr>
            <a:spLocks noChangeShapeType="1"/>
          </p:cNvSpPr>
          <p:nvPr/>
        </p:nvSpPr>
        <p:spPr bwMode="auto">
          <a:xfrm>
            <a:off x="3924300" y="2014538"/>
            <a:ext cx="0" cy="4365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490507" name="Line 11">
            <a:extLst>
              <a:ext uri="{FF2B5EF4-FFF2-40B4-BE49-F238E27FC236}">
                <a16:creationId xmlns:a16="http://schemas.microsoft.com/office/drawing/2014/main" id="{4EBE50E0-81C9-47D0-CACA-E8C8D85508BC}"/>
              </a:ext>
            </a:extLst>
          </p:cNvPr>
          <p:cNvSpPr>
            <a:spLocks noChangeShapeType="1"/>
          </p:cNvSpPr>
          <p:nvPr/>
        </p:nvSpPr>
        <p:spPr bwMode="auto">
          <a:xfrm>
            <a:off x="7096125" y="2011363"/>
            <a:ext cx="0" cy="4365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490508" name="Rectangle 12">
            <a:extLst>
              <a:ext uri="{FF2B5EF4-FFF2-40B4-BE49-F238E27FC236}">
                <a16:creationId xmlns:a16="http://schemas.microsoft.com/office/drawing/2014/main" id="{122003E3-1611-62CE-96C7-D2699FDE766E}"/>
              </a:ext>
            </a:extLst>
          </p:cNvPr>
          <p:cNvSpPr>
            <a:spLocks noChangeArrowheads="1"/>
          </p:cNvSpPr>
          <p:nvPr/>
        </p:nvSpPr>
        <p:spPr bwMode="auto">
          <a:xfrm>
            <a:off x="5316538" y="1712914"/>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C </a:t>
            </a:r>
          </a:p>
        </p:txBody>
      </p:sp>
      <p:sp>
        <p:nvSpPr>
          <p:cNvPr id="490509" name="Line 13">
            <a:extLst>
              <a:ext uri="{FF2B5EF4-FFF2-40B4-BE49-F238E27FC236}">
                <a16:creationId xmlns:a16="http://schemas.microsoft.com/office/drawing/2014/main" id="{5E6C404B-CD98-0C69-C419-9F8248F8B549}"/>
              </a:ext>
            </a:extLst>
          </p:cNvPr>
          <p:cNvSpPr>
            <a:spLocks noChangeShapeType="1"/>
          </p:cNvSpPr>
          <p:nvPr/>
        </p:nvSpPr>
        <p:spPr bwMode="auto">
          <a:xfrm>
            <a:off x="5526088" y="2011363"/>
            <a:ext cx="0" cy="4365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490510" name="Rectangle 14">
            <a:extLst>
              <a:ext uri="{FF2B5EF4-FFF2-40B4-BE49-F238E27FC236}">
                <a16:creationId xmlns:a16="http://schemas.microsoft.com/office/drawing/2014/main" id="{4E7B697B-B4F6-7AFB-AF70-E830453C3DF3}"/>
              </a:ext>
            </a:extLst>
          </p:cNvPr>
          <p:cNvSpPr>
            <a:spLocks noChangeArrowheads="1"/>
          </p:cNvSpPr>
          <p:nvPr/>
        </p:nvSpPr>
        <p:spPr bwMode="auto">
          <a:xfrm>
            <a:off x="8535988" y="1612901"/>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A </a:t>
            </a:r>
          </a:p>
        </p:txBody>
      </p:sp>
      <p:sp>
        <p:nvSpPr>
          <p:cNvPr id="490511" name="Rectangle 15">
            <a:extLst>
              <a:ext uri="{FF2B5EF4-FFF2-40B4-BE49-F238E27FC236}">
                <a16:creationId xmlns:a16="http://schemas.microsoft.com/office/drawing/2014/main" id="{E5B65978-C311-7813-E059-2C503FAE2821}"/>
              </a:ext>
            </a:extLst>
          </p:cNvPr>
          <p:cNvSpPr>
            <a:spLocks noChangeArrowheads="1"/>
          </p:cNvSpPr>
          <p:nvPr/>
        </p:nvSpPr>
        <p:spPr bwMode="auto">
          <a:xfrm>
            <a:off x="9545638" y="1612901"/>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B </a:t>
            </a:r>
          </a:p>
        </p:txBody>
      </p:sp>
      <p:sp>
        <p:nvSpPr>
          <p:cNvPr id="490512" name="Rectangle 16">
            <a:extLst>
              <a:ext uri="{FF2B5EF4-FFF2-40B4-BE49-F238E27FC236}">
                <a16:creationId xmlns:a16="http://schemas.microsoft.com/office/drawing/2014/main" id="{95EE1547-C378-E9B3-C6D4-A98C1D27EE28}"/>
              </a:ext>
            </a:extLst>
          </p:cNvPr>
          <p:cNvSpPr>
            <a:spLocks noChangeArrowheads="1"/>
          </p:cNvSpPr>
          <p:nvPr/>
        </p:nvSpPr>
        <p:spPr bwMode="auto">
          <a:xfrm>
            <a:off x="9545638" y="2520951"/>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D </a:t>
            </a:r>
          </a:p>
        </p:txBody>
      </p:sp>
      <p:sp>
        <p:nvSpPr>
          <p:cNvPr id="490513" name="Rectangle 17">
            <a:extLst>
              <a:ext uri="{FF2B5EF4-FFF2-40B4-BE49-F238E27FC236}">
                <a16:creationId xmlns:a16="http://schemas.microsoft.com/office/drawing/2014/main" id="{E33C495F-B596-38F0-472F-4FF67EAC394E}"/>
              </a:ext>
            </a:extLst>
          </p:cNvPr>
          <p:cNvSpPr>
            <a:spLocks noChangeArrowheads="1"/>
          </p:cNvSpPr>
          <p:nvPr/>
        </p:nvSpPr>
        <p:spPr bwMode="auto">
          <a:xfrm>
            <a:off x="8535988" y="2520951"/>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C </a:t>
            </a:r>
          </a:p>
        </p:txBody>
      </p:sp>
      <p:sp>
        <p:nvSpPr>
          <p:cNvPr id="490514" name="Line 18">
            <a:extLst>
              <a:ext uri="{FF2B5EF4-FFF2-40B4-BE49-F238E27FC236}">
                <a16:creationId xmlns:a16="http://schemas.microsoft.com/office/drawing/2014/main" id="{E12D0EA7-3318-13B0-AAC4-082D1F780D2A}"/>
              </a:ext>
            </a:extLst>
          </p:cNvPr>
          <p:cNvSpPr>
            <a:spLocks noChangeShapeType="1"/>
          </p:cNvSpPr>
          <p:nvPr/>
        </p:nvSpPr>
        <p:spPr bwMode="auto">
          <a:xfrm>
            <a:off x="8770938" y="1897063"/>
            <a:ext cx="0" cy="6270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490515" name="Line 19">
            <a:extLst>
              <a:ext uri="{FF2B5EF4-FFF2-40B4-BE49-F238E27FC236}">
                <a16:creationId xmlns:a16="http://schemas.microsoft.com/office/drawing/2014/main" id="{0B5A4565-BEE9-D439-6887-88F5FD49DD97}"/>
              </a:ext>
            </a:extLst>
          </p:cNvPr>
          <p:cNvSpPr>
            <a:spLocks noChangeShapeType="1"/>
          </p:cNvSpPr>
          <p:nvPr/>
        </p:nvSpPr>
        <p:spPr bwMode="auto">
          <a:xfrm>
            <a:off x="9774238" y="1893888"/>
            <a:ext cx="0" cy="6270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490516" name="Line 20">
            <a:extLst>
              <a:ext uri="{FF2B5EF4-FFF2-40B4-BE49-F238E27FC236}">
                <a16:creationId xmlns:a16="http://schemas.microsoft.com/office/drawing/2014/main" id="{1EDE9A89-6F6A-9E34-548E-3DB9E6FF6275}"/>
              </a:ext>
            </a:extLst>
          </p:cNvPr>
          <p:cNvSpPr>
            <a:spLocks noChangeShapeType="1"/>
          </p:cNvSpPr>
          <p:nvPr/>
        </p:nvSpPr>
        <p:spPr bwMode="auto">
          <a:xfrm rot="16200000">
            <a:off x="9276557" y="1493045"/>
            <a:ext cx="0" cy="5540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490517" name="Line 21">
            <a:extLst>
              <a:ext uri="{FF2B5EF4-FFF2-40B4-BE49-F238E27FC236}">
                <a16:creationId xmlns:a16="http://schemas.microsoft.com/office/drawing/2014/main" id="{F05EA8E8-968A-44CE-00C9-6F588E85B2DE}"/>
              </a:ext>
            </a:extLst>
          </p:cNvPr>
          <p:cNvSpPr>
            <a:spLocks noChangeShapeType="1"/>
          </p:cNvSpPr>
          <p:nvPr/>
        </p:nvSpPr>
        <p:spPr bwMode="auto">
          <a:xfrm rot="16200000">
            <a:off x="9284494" y="2401094"/>
            <a:ext cx="0" cy="5540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490518" name="Line 22">
            <a:extLst>
              <a:ext uri="{FF2B5EF4-FFF2-40B4-BE49-F238E27FC236}">
                <a16:creationId xmlns:a16="http://schemas.microsoft.com/office/drawing/2014/main" id="{28E8928A-F1AA-0DD9-AC28-10457B9C0CED}"/>
              </a:ext>
            </a:extLst>
          </p:cNvPr>
          <p:cNvSpPr>
            <a:spLocks noChangeShapeType="1"/>
          </p:cNvSpPr>
          <p:nvPr/>
        </p:nvSpPr>
        <p:spPr bwMode="auto">
          <a:xfrm>
            <a:off x="8970964" y="1928814"/>
            <a:ext cx="585787" cy="5794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490519" name="Line 23">
            <a:extLst>
              <a:ext uri="{FF2B5EF4-FFF2-40B4-BE49-F238E27FC236}">
                <a16:creationId xmlns:a16="http://schemas.microsoft.com/office/drawing/2014/main" id="{537DA2FA-E93A-2BB9-C47D-93E2627E753F}"/>
              </a:ext>
            </a:extLst>
          </p:cNvPr>
          <p:cNvSpPr>
            <a:spLocks noChangeShapeType="1"/>
          </p:cNvSpPr>
          <p:nvPr/>
        </p:nvSpPr>
        <p:spPr bwMode="auto">
          <a:xfrm rot="16200000">
            <a:off x="8980488" y="1936751"/>
            <a:ext cx="585788" cy="5794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490520" name="Rectangle 24">
            <a:extLst>
              <a:ext uri="{FF2B5EF4-FFF2-40B4-BE49-F238E27FC236}">
                <a16:creationId xmlns:a16="http://schemas.microsoft.com/office/drawing/2014/main" id="{F3974642-BE0F-99D2-D7D8-A732AE5219C3}"/>
              </a:ext>
            </a:extLst>
          </p:cNvPr>
          <p:cNvSpPr>
            <a:spLocks noChangeArrowheads="1"/>
          </p:cNvSpPr>
          <p:nvPr/>
        </p:nvSpPr>
        <p:spPr bwMode="auto">
          <a:xfrm>
            <a:off x="8558213" y="3144839"/>
            <a:ext cx="444500" cy="288925"/>
          </a:xfrm>
          <a:prstGeom prst="rect">
            <a:avLst/>
          </a:prstGeom>
          <a:solidFill>
            <a:schemeClr val="hlink"/>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A </a:t>
            </a:r>
          </a:p>
        </p:txBody>
      </p:sp>
      <p:sp>
        <p:nvSpPr>
          <p:cNvPr id="490521" name="Rectangle 25">
            <a:extLst>
              <a:ext uri="{FF2B5EF4-FFF2-40B4-BE49-F238E27FC236}">
                <a16:creationId xmlns:a16="http://schemas.microsoft.com/office/drawing/2014/main" id="{648EB3F8-EAB2-E0B3-9ABE-0D7F15BC9446}"/>
              </a:ext>
            </a:extLst>
          </p:cNvPr>
          <p:cNvSpPr>
            <a:spLocks noChangeArrowheads="1"/>
          </p:cNvSpPr>
          <p:nvPr/>
        </p:nvSpPr>
        <p:spPr bwMode="auto">
          <a:xfrm>
            <a:off x="9567863" y="3144839"/>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B </a:t>
            </a:r>
          </a:p>
        </p:txBody>
      </p:sp>
      <p:sp>
        <p:nvSpPr>
          <p:cNvPr id="490522" name="Rectangle 26">
            <a:extLst>
              <a:ext uri="{FF2B5EF4-FFF2-40B4-BE49-F238E27FC236}">
                <a16:creationId xmlns:a16="http://schemas.microsoft.com/office/drawing/2014/main" id="{B473F377-9799-EE56-6FBD-EB4EAE6B3D51}"/>
              </a:ext>
            </a:extLst>
          </p:cNvPr>
          <p:cNvSpPr>
            <a:spLocks noChangeArrowheads="1"/>
          </p:cNvSpPr>
          <p:nvPr/>
        </p:nvSpPr>
        <p:spPr bwMode="auto">
          <a:xfrm>
            <a:off x="9567863" y="4052889"/>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D </a:t>
            </a:r>
          </a:p>
        </p:txBody>
      </p:sp>
      <p:sp>
        <p:nvSpPr>
          <p:cNvPr id="490523" name="Rectangle 27">
            <a:extLst>
              <a:ext uri="{FF2B5EF4-FFF2-40B4-BE49-F238E27FC236}">
                <a16:creationId xmlns:a16="http://schemas.microsoft.com/office/drawing/2014/main" id="{F04253A4-8C61-D763-2541-8A19DC54B8E9}"/>
              </a:ext>
            </a:extLst>
          </p:cNvPr>
          <p:cNvSpPr>
            <a:spLocks noChangeArrowheads="1"/>
          </p:cNvSpPr>
          <p:nvPr/>
        </p:nvSpPr>
        <p:spPr bwMode="auto">
          <a:xfrm>
            <a:off x="8558213" y="4052889"/>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C </a:t>
            </a:r>
          </a:p>
        </p:txBody>
      </p:sp>
      <p:sp>
        <p:nvSpPr>
          <p:cNvPr id="490524" name="Line 28">
            <a:extLst>
              <a:ext uri="{FF2B5EF4-FFF2-40B4-BE49-F238E27FC236}">
                <a16:creationId xmlns:a16="http://schemas.microsoft.com/office/drawing/2014/main" id="{FDFAA355-B0D6-13A6-E2C5-F0BE1521088C}"/>
              </a:ext>
            </a:extLst>
          </p:cNvPr>
          <p:cNvSpPr>
            <a:spLocks noChangeShapeType="1"/>
          </p:cNvSpPr>
          <p:nvPr/>
        </p:nvSpPr>
        <p:spPr bwMode="auto">
          <a:xfrm>
            <a:off x="8793163" y="3429001"/>
            <a:ext cx="0" cy="6270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490525" name="Line 29">
            <a:extLst>
              <a:ext uri="{FF2B5EF4-FFF2-40B4-BE49-F238E27FC236}">
                <a16:creationId xmlns:a16="http://schemas.microsoft.com/office/drawing/2014/main" id="{7C0B13F0-BC45-10A5-5A38-E567D35812C5}"/>
              </a:ext>
            </a:extLst>
          </p:cNvPr>
          <p:cNvSpPr>
            <a:spLocks noChangeShapeType="1"/>
          </p:cNvSpPr>
          <p:nvPr/>
        </p:nvSpPr>
        <p:spPr bwMode="auto">
          <a:xfrm rot="16200000">
            <a:off x="9298782" y="3024982"/>
            <a:ext cx="0" cy="5540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490526" name="Line 30">
            <a:extLst>
              <a:ext uri="{FF2B5EF4-FFF2-40B4-BE49-F238E27FC236}">
                <a16:creationId xmlns:a16="http://schemas.microsoft.com/office/drawing/2014/main" id="{11887397-67DB-2644-567D-B05984F329F9}"/>
              </a:ext>
            </a:extLst>
          </p:cNvPr>
          <p:cNvSpPr>
            <a:spLocks noChangeShapeType="1"/>
          </p:cNvSpPr>
          <p:nvPr/>
        </p:nvSpPr>
        <p:spPr bwMode="auto">
          <a:xfrm>
            <a:off x="8993189" y="3460750"/>
            <a:ext cx="585787" cy="5794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490527" name="Rectangle 31">
            <a:extLst>
              <a:ext uri="{FF2B5EF4-FFF2-40B4-BE49-F238E27FC236}">
                <a16:creationId xmlns:a16="http://schemas.microsoft.com/office/drawing/2014/main" id="{02EEED38-01B2-AC81-3A7F-E0A5E9562593}"/>
              </a:ext>
            </a:extLst>
          </p:cNvPr>
          <p:cNvSpPr>
            <a:spLocks noChangeArrowheads="1"/>
          </p:cNvSpPr>
          <p:nvPr/>
        </p:nvSpPr>
        <p:spPr bwMode="auto">
          <a:xfrm>
            <a:off x="8578850" y="4722814"/>
            <a:ext cx="444500" cy="288925"/>
          </a:xfrm>
          <a:prstGeom prst="rect">
            <a:avLst/>
          </a:prstGeom>
          <a:solidFill>
            <a:schemeClr val="hlink"/>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A </a:t>
            </a:r>
          </a:p>
        </p:txBody>
      </p:sp>
      <p:sp>
        <p:nvSpPr>
          <p:cNvPr id="490528" name="Rectangle 32">
            <a:extLst>
              <a:ext uri="{FF2B5EF4-FFF2-40B4-BE49-F238E27FC236}">
                <a16:creationId xmlns:a16="http://schemas.microsoft.com/office/drawing/2014/main" id="{5B7FCD8E-B911-5C70-1069-49389CCFF5A9}"/>
              </a:ext>
            </a:extLst>
          </p:cNvPr>
          <p:cNvSpPr>
            <a:spLocks noChangeArrowheads="1"/>
          </p:cNvSpPr>
          <p:nvPr/>
        </p:nvSpPr>
        <p:spPr bwMode="auto">
          <a:xfrm>
            <a:off x="9588500" y="4722814"/>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B </a:t>
            </a:r>
          </a:p>
        </p:txBody>
      </p:sp>
      <p:sp>
        <p:nvSpPr>
          <p:cNvPr id="490529" name="Rectangle 33">
            <a:extLst>
              <a:ext uri="{FF2B5EF4-FFF2-40B4-BE49-F238E27FC236}">
                <a16:creationId xmlns:a16="http://schemas.microsoft.com/office/drawing/2014/main" id="{A2AED92C-662A-C2DC-39FD-D04415CA2648}"/>
              </a:ext>
            </a:extLst>
          </p:cNvPr>
          <p:cNvSpPr>
            <a:spLocks noChangeArrowheads="1"/>
          </p:cNvSpPr>
          <p:nvPr/>
        </p:nvSpPr>
        <p:spPr bwMode="auto">
          <a:xfrm>
            <a:off x="9588500" y="5630864"/>
            <a:ext cx="444500" cy="288925"/>
          </a:xfrm>
          <a:prstGeom prst="rect">
            <a:avLst/>
          </a:prstGeom>
          <a:solidFill>
            <a:schemeClr val="accent2"/>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D </a:t>
            </a:r>
          </a:p>
        </p:txBody>
      </p:sp>
      <p:sp>
        <p:nvSpPr>
          <p:cNvPr id="490530" name="Rectangle 34">
            <a:extLst>
              <a:ext uri="{FF2B5EF4-FFF2-40B4-BE49-F238E27FC236}">
                <a16:creationId xmlns:a16="http://schemas.microsoft.com/office/drawing/2014/main" id="{489675C8-A3AB-6CB7-121E-CAB721AA2032}"/>
              </a:ext>
            </a:extLst>
          </p:cNvPr>
          <p:cNvSpPr>
            <a:spLocks noChangeArrowheads="1"/>
          </p:cNvSpPr>
          <p:nvPr/>
        </p:nvSpPr>
        <p:spPr bwMode="auto">
          <a:xfrm>
            <a:off x="8578850" y="5630864"/>
            <a:ext cx="444500" cy="288925"/>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33806" tIns="16607" rIns="33806" bIns="16607">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 C </a:t>
            </a:r>
          </a:p>
        </p:txBody>
      </p:sp>
      <p:sp>
        <p:nvSpPr>
          <p:cNvPr id="490531" name="Line 35">
            <a:extLst>
              <a:ext uri="{FF2B5EF4-FFF2-40B4-BE49-F238E27FC236}">
                <a16:creationId xmlns:a16="http://schemas.microsoft.com/office/drawing/2014/main" id="{2E0658A1-5F80-F49D-1840-656FA0E68D17}"/>
              </a:ext>
            </a:extLst>
          </p:cNvPr>
          <p:cNvSpPr>
            <a:spLocks noChangeShapeType="1"/>
          </p:cNvSpPr>
          <p:nvPr/>
        </p:nvSpPr>
        <p:spPr bwMode="auto">
          <a:xfrm>
            <a:off x="8813800" y="5006976"/>
            <a:ext cx="0" cy="6270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490532" name="Line 36">
            <a:extLst>
              <a:ext uri="{FF2B5EF4-FFF2-40B4-BE49-F238E27FC236}">
                <a16:creationId xmlns:a16="http://schemas.microsoft.com/office/drawing/2014/main" id="{ACE39B1D-18E2-4C11-C41C-7F4C2D257C61}"/>
              </a:ext>
            </a:extLst>
          </p:cNvPr>
          <p:cNvSpPr>
            <a:spLocks noChangeShapeType="1"/>
          </p:cNvSpPr>
          <p:nvPr/>
        </p:nvSpPr>
        <p:spPr bwMode="auto">
          <a:xfrm rot="16200000">
            <a:off x="9319419" y="4602956"/>
            <a:ext cx="0" cy="5540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490533" name="Line 37">
            <a:extLst>
              <a:ext uri="{FF2B5EF4-FFF2-40B4-BE49-F238E27FC236}">
                <a16:creationId xmlns:a16="http://schemas.microsoft.com/office/drawing/2014/main" id="{EB773146-7A12-7458-6F72-831E4B968723}"/>
              </a:ext>
            </a:extLst>
          </p:cNvPr>
          <p:cNvSpPr>
            <a:spLocks noChangeShapeType="1"/>
          </p:cNvSpPr>
          <p:nvPr/>
        </p:nvSpPr>
        <p:spPr bwMode="auto">
          <a:xfrm>
            <a:off x="9002713" y="5014913"/>
            <a:ext cx="596900" cy="6032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490534" name="Line 38">
            <a:extLst>
              <a:ext uri="{FF2B5EF4-FFF2-40B4-BE49-F238E27FC236}">
                <a16:creationId xmlns:a16="http://schemas.microsoft.com/office/drawing/2014/main" id="{F01E177A-51AE-3E37-23F7-39690CF639B1}"/>
              </a:ext>
            </a:extLst>
          </p:cNvPr>
          <p:cNvSpPr>
            <a:spLocks noChangeShapeType="1"/>
          </p:cNvSpPr>
          <p:nvPr/>
        </p:nvSpPr>
        <p:spPr bwMode="auto">
          <a:xfrm>
            <a:off x="9807575" y="4994276"/>
            <a:ext cx="0" cy="6270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
        <p:nvSpPr>
          <p:cNvPr id="490535" name="Line 39">
            <a:extLst>
              <a:ext uri="{FF2B5EF4-FFF2-40B4-BE49-F238E27FC236}">
                <a16:creationId xmlns:a16="http://schemas.microsoft.com/office/drawing/2014/main" id="{B8FEBD9D-084E-6250-264D-5C9B2F26BF39}"/>
              </a:ext>
            </a:extLst>
          </p:cNvPr>
          <p:cNvSpPr>
            <a:spLocks noChangeShapeType="1"/>
          </p:cNvSpPr>
          <p:nvPr/>
        </p:nvSpPr>
        <p:spPr bwMode="auto">
          <a:xfrm rot="16200000">
            <a:off x="9317832" y="5501482"/>
            <a:ext cx="0" cy="5540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3806" tIns="16607" rIns="33806" bIns="16607">
            <a:spAutoFit/>
          </a:bodyPr>
          <a:lstStyle/>
          <a:p>
            <a:pPr eaLnBrk="1" hangingPunct="1"/>
            <a:endParaRPr lang="en-CH">
              <a:solidFill>
                <a:srgbClr val="000000"/>
              </a:solidFill>
              <a:latin typeface="Times New Roman" panose="02020603050405020304" pitchFamily="18" charset="0"/>
            </a:endParaRPr>
          </a:p>
        </p:txBody>
      </p:sp>
    </p:spTree>
  </p:cSld>
  <p:clrMapOvr>
    <a:masterClrMapping/>
  </p:clrMapOvr>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23308CC8-5235-987E-6AB1-F2F179A4B750}"/>
              </a:ext>
            </a:extLst>
          </p:cNvPr>
          <p:cNvSpPr>
            <a:spLocks noGrp="1"/>
          </p:cNvSpPr>
          <p:nvPr>
            <p:ph type="ftr" sz="quarter" idx="10"/>
          </p:nvPr>
        </p:nvSpPr>
        <p:spPr/>
        <p:txBody>
          <a:bodyPr/>
          <a:lstStyle/>
          <a:p>
            <a:pPr eaLnBrk="1" hangingPunct="1"/>
            <a:fld id="{DF695E24-6236-4F33-B2CB-9EE0765D9530}" type="slidenum">
              <a:rPr lang="en-US" altLang="en-CH">
                <a:solidFill>
                  <a:srgbClr val="000000"/>
                </a:solidFill>
              </a:rPr>
              <a:pPr eaLnBrk="1" hangingPunct="1"/>
              <a:t>46</a:t>
            </a:fld>
            <a:endParaRPr lang="en-US" altLang="en-CH">
              <a:solidFill>
                <a:srgbClr val="000000"/>
              </a:solidFill>
            </a:endParaRPr>
          </a:p>
        </p:txBody>
      </p:sp>
      <p:sp>
        <p:nvSpPr>
          <p:cNvPr id="384002" name="Rectangle 2">
            <a:extLst>
              <a:ext uri="{FF2B5EF4-FFF2-40B4-BE49-F238E27FC236}">
                <a16:creationId xmlns:a16="http://schemas.microsoft.com/office/drawing/2014/main" id="{64E6A788-CD75-B612-69EB-36459377C4AC}"/>
              </a:ext>
            </a:extLst>
          </p:cNvPr>
          <p:cNvSpPr>
            <a:spLocks noGrp="1" noChangeArrowheads="1"/>
          </p:cNvSpPr>
          <p:nvPr>
            <p:ph type="title"/>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b" anchorCtr="0" compatLnSpc="1">
            <a:prstTxWarp prst="textNoShape">
              <a:avLst/>
            </a:prstTxWarp>
          </a:bodyPr>
          <a:lstStyle/>
          <a:p>
            <a:r>
              <a:rPr lang="en-CA" altLang="en-CH"/>
              <a:t>OSPF Components</a:t>
            </a:r>
          </a:p>
        </p:txBody>
      </p:sp>
      <p:sp>
        <p:nvSpPr>
          <p:cNvPr id="384003" name="Rectangle 3">
            <a:extLst>
              <a:ext uri="{FF2B5EF4-FFF2-40B4-BE49-F238E27FC236}">
                <a16:creationId xmlns:a16="http://schemas.microsoft.com/office/drawing/2014/main" id="{2ED9D997-FA85-2274-C782-E46E6EAF6766}"/>
              </a:ext>
            </a:extLst>
          </p:cNvPr>
          <p:cNvSpPr>
            <a:spLocks noGrp="1" noChangeArrowheads="1"/>
          </p:cNvSpPr>
          <p:nvPr>
            <p:ph type="body" idx="1"/>
          </p:nvPr>
        </p:nvSpPr>
        <p:spPr>
          <a:xfrm>
            <a:off x="2597151" y="1316038"/>
            <a:ext cx="7675563" cy="749300"/>
          </a:xfrm>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t" anchorCtr="0" compatLnSpc="1">
            <a:prstTxWarp prst="textNoShape">
              <a:avLst/>
            </a:prstTxWarp>
          </a:bodyPr>
          <a:lstStyle/>
          <a:p>
            <a:r>
              <a:rPr lang="en-CA" altLang="en-CH"/>
              <a:t>On top of IP (protocol type = 89)</a:t>
            </a:r>
          </a:p>
          <a:p>
            <a:r>
              <a:rPr lang="en-CA" altLang="en-CH"/>
              <a:t>Multicast </a:t>
            </a:r>
          </a:p>
          <a:p>
            <a:pPr lvl="1"/>
            <a:r>
              <a:rPr lang="en-CA" altLang="en-CH" b="1">
                <a:latin typeface="Courier New" panose="02070309020205020404" pitchFamily="49" charset="0"/>
              </a:rPr>
              <a:t>224.0.0.5</a:t>
            </a:r>
            <a:r>
              <a:rPr lang="en-CA" altLang="en-CH"/>
              <a:t> - all routers of a link</a:t>
            </a:r>
          </a:p>
          <a:p>
            <a:pPr lvl="1"/>
            <a:r>
              <a:rPr lang="en-CA" altLang="en-CH" b="1">
                <a:latin typeface="Courier New" panose="02070309020205020404" pitchFamily="49" charset="0"/>
              </a:rPr>
              <a:t>224.0.0.6</a:t>
            </a:r>
            <a:r>
              <a:rPr lang="en-CA" altLang="en-CH"/>
              <a:t> - all designated and backup routers</a:t>
            </a:r>
          </a:p>
          <a:p>
            <a:r>
              <a:rPr lang="en-CA" altLang="en-CH"/>
              <a:t>Sub-protocols</a:t>
            </a:r>
          </a:p>
          <a:p>
            <a:pPr lvl="1"/>
            <a:r>
              <a:rPr lang="en-CA" altLang="en-CH" b="1"/>
              <a:t>Hello</a:t>
            </a:r>
            <a:r>
              <a:rPr lang="en-CA" altLang="en-CH"/>
              <a:t> to identify neighbors, elect a designated and a  backup router</a:t>
            </a:r>
          </a:p>
          <a:p>
            <a:pPr lvl="1"/>
            <a:r>
              <a:rPr lang="en-CA" altLang="en-CH" b="1"/>
              <a:t>Database description</a:t>
            </a:r>
            <a:r>
              <a:rPr lang="en-CA" altLang="en-CH"/>
              <a:t> to diffuse the topology between adjacent routers</a:t>
            </a:r>
          </a:p>
          <a:p>
            <a:pPr lvl="1"/>
            <a:r>
              <a:rPr lang="en-CA" altLang="en-CH" b="1"/>
              <a:t>Link State</a:t>
            </a:r>
            <a:r>
              <a:rPr lang="en-CA" altLang="en-CH"/>
              <a:t> to request, update, and ack the information on a link </a:t>
            </a:r>
            <a:r>
              <a:rPr lang="en-US" altLang="en-CH"/>
              <a:t>(LSA - Link State Advertisement)</a:t>
            </a:r>
          </a:p>
          <a:p>
            <a:r>
              <a:rPr lang="en-CA" altLang="en-CH"/>
              <a:t>LSA</a:t>
            </a:r>
          </a:p>
          <a:p>
            <a:pPr lvl="1"/>
            <a:r>
              <a:rPr lang="en-CA" altLang="en-CH"/>
              <a:t>tagged with the router Id and checksum</a:t>
            </a:r>
          </a:p>
          <a:p>
            <a:pPr lvl="1"/>
            <a:r>
              <a:rPr lang="en-CA" altLang="en-CH"/>
              <a:t>5 different types</a:t>
            </a:r>
          </a:p>
        </p:txBody>
      </p:sp>
    </p:spTree>
  </p:cSld>
  <p:clrMapOvr>
    <a:masterClrMapping/>
  </p:clrMapOvr>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2A2D34BB-0A5F-8C97-D7BC-3E644E0CA4DB}"/>
              </a:ext>
            </a:extLst>
          </p:cNvPr>
          <p:cNvSpPr>
            <a:spLocks noGrp="1"/>
          </p:cNvSpPr>
          <p:nvPr>
            <p:ph type="ftr" sz="quarter" idx="10"/>
          </p:nvPr>
        </p:nvSpPr>
        <p:spPr/>
        <p:txBody>
          <a:bodyPr/>
          <a:lstStyle/>
          <a:p>
            <a:pPr eaLnBrk="1" hangingPunct="1"/>
            <a:fld id="{66E456A9-1075-4471-BD66-70B9E56A4BED}" type="slidenum">
              <a:rPr lang="en-US" altLang="en-CH">
                <a:solidFill>
                  <a:srgbClr val="000000"/>
                </a:solidFill>
              </a:rPr>
              <a:pPr eaLnBrk="1" hangingPunct="1"/>
              <a:t>47</a:t>
            </a:fld>
            <a:endParaRPr lang="en-US" altLang="en-CH">
              <a:solidFill>
                <a:srgbClr val="000000"/>
              </a:solidFill>
            </a:endParaRPr>
          </a:p>
        </p:txBody>
      </p:sp>
      <p:sp>
        <p:nvSpPr>
          <p:cNvPr id="502786" name="Rectangle 2">
            <a:extLst>
              <a:ext uri="{FF2B5EF4-FFF2-40B4-BE49-F238E27FC236}">
                <a16:creationId xmlns:a16="http://schemas.microsoft.com/office/drawing/2014/main" id="{E815A2FD-CCFF-1CD8-D251-784774FE0052}"/>
              </a:ext>
            </a:extLst>
          </p:cNvPr>
          <p:cNvSpPr>
            <a:spLocks noGrp="1" noChangeArrowheads="1"/>
          </p:cNvSpPr>
          <p:nvPr>
            <p:ph type="title"/>
          </p:nvPr>
        </p:nvSpPr>
        <p:spPr>
          <a:xfrm>
            <a:off x="2806700" y="247650"/>
            <a:ext cx="7640638" cy="998538"/>
          </a:xfrm>
        </p:spPr>
        <p:txBody>
          <a:bodyPr/>
          <a:lstStyle/>
          <a:p>
            <a:r>
              <a:rPr lang="en-CA" altLang="en-CH"/>
              <a:t>Classification of routers</a:t>
            </a:r>
          </a:p>
        </p:txBody>
      </p:sp>
      <p:sp>
        <p:nvSpPr>
          <p:cNvPr id="502787" name="Rectangle 3">
            <a:extLst>
              <a:ext uri="{FF2B5EF4-FFF2-40B4-BE49-F238E27FC236}">
                <a16:creationId xmlns:a16="http://schemas.microsoft.com/office/drawing/2014/main" id="{21B04BCE-EE69-64C2-6B01-F935EF2A7494}"/>
              </a:ext>
            </a:extLst>
          </p:cNvPr>
          <p:cNvSpPr>
            <a:spLocks noGrp="1" noChangeArrowheads="1"/>
          </p:cNvSpPr>
          <p:nvPr>
            <p:ph type="body" idx="1"/>
          </p:nvPr>
        </p:nvSpPr>
        <p:spPr>
          <a:xfrm>
            <a:off x="2379663" y="1484314"/>
            <a:ext cx="7677150" cy="2351087"/>
          </a:xfrm>
        </p:spPr>
        <p:txBody>
          <a:bodyPr/>
          <a:lstStyle/>
          <a:p>
            <a:r>
              <a:rPr lang="en-CA" altLang="en-CH"/>
              <a:t>Internal routers</a:t>
            </a:r>
          </a:p>
          <a:p>
            <a:pPr lvl="1"/>
            <a:r>
              <a:rPr lang="en-CA" altLang="en-CH"/>
              <a:t>a router with all directly connected networks belonging to the same area</a:t>
            </a:r>
          </a:p>
          <a:p>
            <a:r>
              <a:rPr lang="en-CA" altLang="en-CH"/>
              <a:t>Area border routers</a:t>
            </a:r>
          </a:p>
          <a:p>
            <a:pPr lvl="1"/>
            <a:r>
              <a:rPr lang="en-CA" altLang="en-CH"/>
              <a:t>attached to multiple areas </a:t>
            </a:r>
          </a:p>
          <a:p>
            <a:pPr lvl="1"/>
            <a:r>
              <a:rPr lang="en-CA" altLang="en-CH"/>
              <a:t>condense LSA of their attached areas for distribution to the backbone</a:t>
            </a:r>
          </a:p>
          <a:p>
            <a:r>
              <a:rPr lang="en-CA" altLang="en-CH"/>
              <a:t>Backbone routers</a:t>
            </a:r>
          </a:p>
          <a:p>
            <a:pPr lvl="1"/>
            <a:r>
              <a:rPr lang="en-CA" altLang="en-CH"/>
              <a:t>a router that has an interface to the backbone area</a:t>
            </a:r>
          </a:p>
          <a:p>
            <a:r>
              <a:rPr lang="en-CA" altLang="en-CH"/>
              <a:t>AS boundary routers</a:t>
            </a:r>
          </a:p>
          <a:p>
            <a:pPr lvl="1"/>
            <a:r>
              <a:rPr lang="en-CA" altLang="en-CH"/>
              <a:t>exchange routing information with routers belonging to other AS</a:t>
            </a:r>
          </a:p>
        </p:txBody>
      </p:sp>
    </p:spTree>
  </p:cSld>
  <p:clrMapOvr>
    <a:masterClrMapping/>
  </p:clrMapOvr>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7DEFFD9E-B24F-2322-8D57-C4D4E7F5B282}"/>
              </a:ext>
            </a:extLst>
          </p:cNvPr>
          <p:cNvSpPr>
            <a:spLocks noGrp="1"/>
          </p:cNvSpPr>
          <p:nvPr>
            <p:ph type="ftr" sz="quarter" idx="10"/>
          </p:nvPr>
        </p:nvSpPr>
        <p:spPr/>
        <p:txBody>
          <a:bodyPr/>
          <a:lstStyle/>
          <a:p>
            <a:pPr eaLnBrk="1" hangingPunct="1"/>
            <a:fld id="{5324AFFE-4EC1-41C0-93D7-33D8CC562897}" type="slidenum">
              <a:rPr lang="en-US" altLang="en-CH">
                <a:solidFill>
                  <a:srgbClr val="000000"/>
                </a:solidFill>
              </a:rPr>
              <a:pPr eaLnBrk="1" hangingPunct="1"/>
              <a:t>48</a:t>
            </a:fld>
            <a:endParaRPr lang="en-US" altLang="en-CH">
              <a:solidFill>
                <a:srgbClr val="000000"/>
              </a:solidFill>
            </a:endParaRPr>
          </a:p>
        </p:txBody>
      </p:sp>
      <p:sp>
        <p:nvSpPr>
          <p:cNvPr id="504834" name="Rectangle 1026">
            <a:extLst>
              <a:ext uri="{FF2B5EF4-FFF2-40B4-BE49-F238E27FC236}">
                <a16:creationId xmlns:a16="http://schemas.microsoft.com/office/drawing/2014/main" id="{14E8A4DD-65DC-5E63-A5BD-CD2ABA3BF333}"/>
              </a:ext>
            </a:extLst>
          </p:cNvPr>
          <p:cNvSpPr>
            <a:spLocks noGrp="1" noChangeArrowheads="1"/>
          </p:cNvSpPr>
          <p:nvPr>
            <p:ph type="title"/>
          </p:nvPr>
        </p:nvSpPr>
        <p:spPr>
          <a:xfrm>
            <a:off x="2806700" y="247650"/>
            <a:ext cx="7640638" cy="998538"/>
          </a:xfrm>
        </p:spPr>
        <p:txBody>
          <a:bodyPr/>
          <a:lstStyle/>
          <a:p>
            <a:r>
              <a:rPr lang="en-CA" altLang="en-CH"/>
              <a:t>Classification of routers</a:t>
            </a:r>
          </a:p>
        </p:txBody>
      </p:sp>
      <p:sp>
        <p:nvSpPr>
          <p:cNvPr id="504835" name="Rectangle 1027">
            <a:extLst>
              <a:ext uri="{FF2B5EF4-FFF2-40B4-BE49-F238E27FC236}">
                <a16:creationId xmlns:a16="http://schemas.microsoft.com/office/drawing/2014/main" id="{B5D580BC-6AA3-B856-63E8-B3161DB0242A}"/>
              </a:ext>
            </a:extLst>
          </p:cNvPr>
          <p:cNvSpPr>
            <a:spLocks noChangeArrowheads="1"/>
          </p:cNvSpPr>
          <p:nvPr/>
        </p:nvSpPr>
        <p:spPr bwMode="auto">
          <a:xfrm>
            <a:off x="5307013" y="4805364"/>
            <a:ext cx="902168" cy="32559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area 0</a:t>
            </a:r>
          </a:p>
        </p:txBody>
      </p:sp>
      <p:sp>
        <p:nvSpPr>
          <p:cNvPr id="504836" name="Oval 1028">
            <a:extLst>
              <a:ext uri="{FF2B5EF4-FFF2-40B4-BE49-F238E27FC236}">
                <a16:creationId xmlns:a16="http://schemas.microsoft.com/office/drawing/2014/main" id="{F5FF5F0D-CAF7-2648-CE46-FDE6C01D9B60}"/>
              </a:ext>
            </a:extLst>
          </p:cNvPr>
          <p:cNvSpPr>
            <a:spLocks noChangeArrowheads="1"/>
          </p:cNvSpPr>
          <p:nvPr/>
        </p:nvSpPr>
        <p:spPr bwMode="auto">
          <a:xfrm>
            <a:off x="4837113" y="2646364"/>
            <a:ext cx="1752600" cy="2098675"/>
          </a:xfrm>
          <a:prstGeom prst="ellipse">
            <a:avLst/>
          </a:prstGeom>
          <a:gradFill rotWithShape="0">
            <a:gsLst>
              <a:gs pos="0">
                <a:srgbClr val="FC0128">
                  <a:gamma/>
                  <a:tint val="0"/>
                  <a:invGamma/>
                </a:srgbClr>
              </a:gs>
              <a:gs pos="100000">
                <a:srgbClr val="FC0128"/>
              </a:gs>
            </a:gsLst>
            <a:path path="shape">
              <a:fillToRect l="50000" t="50000" r="50000" b="50000"/>
            </a:path>
          </a:gra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4837" name="Oval 1029">
            <a:extLst>
              <a:ext uri="{FF2B5EF4-FFF2-40B4-BE49-F238E27FC236}">
                <a16:creationId xmlns:a16="http://schemas.microsoft.com/office/drawing/2014/main" id="{757CE0A0-998D-511C-30B2-8730A5C493BF}"/>
              </a:ext>
            </a:extLst>
          </p:cNvPr>
          <p:cNvSpPr>
            <a:spLocks noChangeArrowheads="1"/>
          </p:cNvSpPr>
          <p:nvPr/>
        </p:nvSpPr>
        <p:spPr bwMode="auto">
          <a:xfrm>
            <a:off x="6208714" y="3140076"/>
            <a:ext cx="2274887" cy="1604963"/>
          </a:xfrm>
          <a:prstGeom prst="ellipse">
            <a:avLst/>
          </a:prstGeom>
          <a:solidFill>
            <a:srgbClr val="FCD1C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4838" name="Oval 1030">
            <a:extLst>
              <a:ext uri="{FF2B5EF4-FFF2-40B4-BE49-F238E27FC236}">
                <a16:creationId xmlns:a16="http://schemas.microsoft.com/office/drawing/2014/main" id="{D5301F71-7AA5-8443-18C9-678A917B327A}"/>
              </a:ext>
            </a:extLst>
          </p:cNvPr>
          <p:cNvSpPr>
            <a:spLocks noChangeArrowheads="1"/>
          </p:cNvSpPr>
          <p:nvPr/>
        </p:nvSpPr>
        <p:spPr bwMode="auto">
          <a:xfrm>
            <a:off x="3008313" y="3209926"/>
            <a:ext cx="2209800" cy="1465263"/>
          </a:xfrm>
          <a:prstGeom prst="ellipse">
            <a:avLst/>
          </a:prstGeom>
          <a:solidFill>
            <a:srgbClr val="FCD1C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4839" name="Rectangle 1031">
            <a:extLst>
              <a:ext uri="{FF2B5EF4-FFF2-40B4-BE49-F238E27FC236}">
                <a16:creationId xmlns:a16="http://schemas.microsoft.com/office/drawing/2014/main" id="{EE0740C3-311C-B67D-8802-EA1F39F3C7F2}"/>
              </a:ext>
            </a:extLst>
          </p:cNvPr>
          <p:cNvSpPr>
            <a:spLocks noChangeArrowheads="1"/>
          </p:cNvSpPr>
          <p:nvPr/>
        </p:nvSpPr>
        <p:spPr bwMode="auto">
          <a:xfrm>
            <a:off x="7818439" y="3178175"/>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B1</a:t>
            </a:r>
          </a:p>
        </p:txBody>
      </p:sp>
      <p:sp>
        <p:nvSpPr>
          <p:cNvPr id="504840" name="Rectangle 1032">
            <a:extLst>
              <a:ext uri="{FF2B5EF4-FFF2-40B4-BE49-F238E27FC236}">
                <a16:creationId xmlns:a16="http://schemas.microsoft.com/office/drawing/2014/main" id="{0B971DA4-368C-E6E1-9D7A-EF714FB1A564}"/>
              </a:ext>
            </a:extLst>
          </p:cNvPr>
          <p:cNvSpPr>
            <a:spLocks noChangeArrowheads="1"/>
          </p:cNvSpPr>
          <p:nvPr/>
        </p:nvSpPr>
        <p:spPr bwMode="auto">
          <a:xfrm>
            <a:off x="6184901" y="3317875"/>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X4</a:t>
            </a:r>
          </a:p>
        </p:txBody>
      </p:sp>
      <p:sp>
        <p:nvSpPr>
          <p:cNvPr id="504841" name="Rectangle 1033">
            <a:extLst>
              <a:ext uri="{FF2B5EF4-FFF2-40B4-BE49-F238E27FC236}">
                <a16:creationId xmlns:a16="http://schemas.microsoft.com/office/drawing/2014/main" id="{B08EED73-D2DC-4F4C-4CC6-09EDE7391920}"/>
              </a:ext>
            </a:extLst>
          </p:cNvPr>
          <p:cNvSpPr>
            <a:spLocks noChangeArrowheads="1"/>
          </p:cNvSpPr>
          <p:nvPr/>
        </p:nvSpPr>
        <p:spPr bwMode="auto">
          <a:xfrm>
            <a:off x="4813301" y="2614613"/>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X1</a:t>
            </a:r>
          </a:p>
        </p:txBody>
      </p:sp>
      <p:sp>
        <p:nvSpPr>
          <p:cNvPr id="504842" name="Rectangle 1034">
            <a:extLst>
              <a:ext uri="{FF2B5EF4-FFF2-40B4-BE49-F238E27FC236}">
                <a16:creationId xmlns:a16="http://schemas.microsoft.com/office/drawing/2014/main" id="{2C17F565-E5DB-B138-85AA-DCFC75B71D1A}"/>
              </a:ext>
            </a:extLst>
          </p:cNvPr>
          <p:cNvSpPr>
            <a:spLocks noChangeArrowheads="1"/>
          </p:cNvSpPr>
          <p:nvPr/>
        </p:nvSpPr>
        <p:spPr bwMode="auto">
          <a:xfrm>
            <a:off x="4813301" y="3317875"/>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X3</a:t>
            </a:r>
          </a:p>
        </p:txBody>
      </p:sp>
      <p:sp>
        <p:nvSpPr>
          <p:cNvPr id="504843" name="Rectangle 1035">
            <a:extLst>
              <a:ext uri="{FF2B5EF4-FFF2-40B4-BE49-F238E27FC236}">
                <a16:creationId xmlns:a16="http://schemas.microsoft.com/office/drawing/2014/main" id="{C2148F22-603D-C89A-63F4-A1841715F4E6}"/>
              </a:ext>
            </a:extLst>
          </p:cNvPr>
          <p:cNvSpPr>
            <a:spLocks noChangeArrowheads="1"/>
          </p:cNvSpPr>
          <p:nvPr/>
        </p:nvSpPr>
        <p:spPr bwMode="auto">
          <a:xfrm>
            <a:off x="3181351" y="3248025"/>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A1</a:t>
            </a:r>
          </a:p>
        </p:txBody>
      </p:sp>
      <p:sp>
        <p:nvSpPr>
          <p:cNvPr id="504844" name="Rectangle 1036">
            <a:extLst>
              <a:ext uri="{FF2B5EF4-FFF2-40B4-BE49-F238E27FC236}">
                <a16:creationId xmlns:a16="http://schemas.microsoft.com/office/drawing/2014/main" id="{06F5CB63-4927-32A9-95F1-64ED36D84453}"/>
              </a:ext>
            </a:extLst>
          </p:cNvPr>
          <p:cNvSpPr>
            <a:spLocks noChangeArrowheads="1"/>
          </p:cNvSpPr>
          <p:nvPr/>
        </p:nvSpPr>
        <p:spPr bwMode="auto">
          <a:xfrm>
            <a:off x="6838950" y="3670301"/>
            <a:ext cx="902168" cy="32559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area 2</a:t>
            </a:r>
          </a:p>
        </p:txBody>
      </p:sp>
      <p:sp>
        <p:nvSpPr>
          <p:cNvPr id="504845" name="Rectangle 1037">
            <a:extLst>
              <a:ext uri="{FF2B5EF4-FFF2-40B4-BE49-F238E27FC236}">
                <a16:creationId xmlns:a16="http://schemas.microsoft.com/office/drawing/2014/main" id="{FA5693D0-CB26-67F2-21D6-880753D01ABF}"/>
              </a:ext>
            </a:extLst>
          </p:cNvPr>
          <p:cNvSpPr>
            <a:spLocks noChangeArrowheads="1"/>
          </p:cNvSpPr>
          <p:nvPr/>
        </p:nvSpPr>
        <p:spPr bwMode="auto">
          <a:xfrm>
            <a:off x="3768725" y="3670301"/>
            <a:ext cx="902168" cy="32559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area 1</a:t>
            </a:r>
          </a:p>
        </p:txBody>
      </p:sp>
      <p:sp>
        <p:nvSpPr>
          <p:cNvPr id="504846" name="Rectangle 1038">
            <a:extLst>
              <a:ext uri="{FF2B5EF4-FFF2-40B4-BE49-F238E27FC236}">
                <a16:creationId xmlns:a16="http://schemas.microsoft.com/office/drawing/2014/main" id="{AFD7AB9E-5486-72FF-2CA4-A889D7941DA6}"/>
              </a:ext>
            </a:extLst>
          </p:cNvPr>
          <p:cNvSpPr>
            <a:spLocks noChangeArrowheads="1"/>
          </p:cNvSpPr>
          <p:nvPr/>
        </p:nvSpPr>
        <p:spPr bwMode="auto">
          <a:xfrm>
            <a:off x="6184901" y="2614613"/>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X2</a:t>
            </a:r>
          </a:p>
        </p:txBody>
      </p:sp>
      <p:sp>
        <p:nvSpPr>
          <p:cNvPr id="504847" name="Rectangle 1039">
            <a:extLst>
              <a:ext uri="{FF2B5EF4-FFF2-40B4-BE49-F238E27FC236}">
                <a16:creationId xmlns:a16="http://schemas.microsoft.com/office/drawing/2014/main" id="{2A730B85-F22A-71DB-BF6A-AD4058988327}"/>
              </a:ext>
            </a:extLst>
          </p:cNvPr>
          <p:cNvSpPr>
            <a:spLocks noChangeArrowheads="1"/>
          </p:cNvSpPr>
          <p:nvPr/>
        </p:nvSpPr>
        <p:spPr bwMode="auto">
          <a:xfrm>
            <a:off x="6184901" y="4162425"/>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X6</a:t>
            </a:r>
          </a:p>
        </p:txBody>
      </p:sp>
      <p:sp>
        <p:nvSpPr>
          <p:cNvPr id="504848" name="Rectangle 1040">
            <a:extLst>
              <a:ext uri="{FF2B5EF4-FFF2-40B4-BE49-F238E27FC236}">
                <a16:creationId xmlns:a16="http://schemas.microsoft.com/office/drawing/2014/main" id="{9C96B6AE-DE2D-54F2-CED3-15F1628B875C}"/>
              </a:ext>
            </a:extLst>
          </p:cNvPr>
          <p:cNvSpPr>
            <a:spLocks noChangeArrowheads="1"/>
          </p:cNvSpPr>
          <p:nvPr/>
        </p:nvSpPr>
        <p:spPr bwMode="auto">
          <a:xfrm>
            <a:off x="4813301" y="4162425"/>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X5</a:t>
            </a:r>
          </a:p>
        </p:txBody>
      </p:sp>
      <p:sp>
        <p:nvSpPr>
          <p:cNvPr id="504849" name="Rectangle 1041">
            <a:extLst>
              <a:ext uri="{FF2B5EF4-FFF2-40B4-BE49-F238E27FC236}">
                <a16:creationId xmlns:a16="http://schemas.microsoft.com/office/drawing/2014/main" id="{49E398D1-A70A-C3EB-57C7-5657ED9A94DC}"/>
              </a:ext>
            </a:extLst>
          </p:cNvPr>
          <p:cNvSpPr>
            <a:spLocks noChangeArrowheads="1"/>
          </p:cNvSpPr>
          <p:nvPr/>
        </p:nvSpPr>
        <p:spPr bwMode="auto">
          <a:xfrm>
            <a:off x="7818439" y="4303713"/>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B2</a:t>
            </a:r>
          </a:p>
        </p:txBody>
      </p:sp>
      <p:sp>
        <p:nvSpPr>
          <p:cNvPr id="504850" name="Rectangle 1042">
            <a:extLst>
              <a:ext uri="{FF2B5EF4-FFF2-40B4-BE49-F238E27FC236}">
                <a16:creationId xmlns:a16="http://schemas.microsoft.com/office/drawing/2014/main" id="{4D7C20BC-8DF8-244D-0E9F-C4B7F5168A29}"/>
              </a:ext>
            </a:extLst>
          </p:cNvPr>
          <p:cNvSpPr>
            <a:spLocks noChangeArrowheads="1"/>
          </p:cNvSpPr>
          <p:nvPr/>
        </p:nvSpPr>
        <p:spPr bwMode="auto">
          <a:xfrm>
            <a:off x="3181351" y="4373563"/>
            <a:ext cx="415925" cy="336550"/>
          </a:xfrm>
          <a:prstGeom prst="rect">
            <a:avLst/>
          </a:prstGeom>
          <a:solidFill>
            <a:srgbClr val="A2C1FE"/>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r>
              <a:rPr lang="en-CA" altLang="en-CH" sz="1600" b="1">
                <a:solidFill>
                  <a:srgbClr val="000000"/>
                </a:solidFill>
                <a:latin typeface="Courier New" panose="02070309020205020404" pitchFamily="49" charset="0"/>
              </a:rPr>
              <a:t>A2</a:t>
            </a:r>
          </a:p>
        </p:txBody>
      </p:sp>
      <p:sp>
        <p:nvSpPr>
          <p:cNvPr id="504851" name="Line 1043">
            <a:extLst>
              <a:ext uri="{FF2B5EF4-FFF2-40B4-BE49-F238E27FC236}">
                <a16:creationId xmlns:a16="http://schemas.microsoft.com/office/drawing/2014/main" id="{BA9A2F56-D1E9-3FEC-1856-2CCD5DF28A0A}"/>
              </a:ext>
            </a:extLst>
          </p:cNvPr>
          <p:cNvSpPr>
            <a:spLocks noChangeShapeType="1"/>
          </p:cNvSpPr>
          <p:nvPr/>
        </p:nvSpPr>
        <p:spPr bwMode="auto">
          <a:xfrm>
            <a:off x="3595689" y="3421064"/>
            <a:ext cx="1165225" cy="587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4852" name="Line 1044">
            <a:extLst>
              <a:ext uri="{FF2B5EF4-FFF2-40B4-BE49-F238E27FC236}">
                <a16:creationId xmlns:a16="http://schemas.microsoft.com/office/drawing/2014/main" id="{34C5E09A-E1EB-0BE4-D653-545BF76A8011}"/>
              </a:ext>
            </a:extLst>
          </p:cNvPr>
          <p:cNvSpPr>
            <a:spLocks noChangeShapeType="1"/>
          </p:cNvSpPr>
          <p:nvPr/>
        </p:nvSpPr>
        <p:spPr bwMode="auto">
          <a:xfrm>
            <a:off x="3328988" y="3632201"/>
            <a:ext cx="0" cy="6905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4853" name="Line 1045">
            <a:extLst>
              <a:ext uri="{FF2B5EF4-FFF2-40B4-BE49-F238E27FC236}">
                <a16:creationId xmlns:a16="http://schemas.microsoft.com/office/drawing/2014/main" id="{838B3851-05B5-D098-1531-EB4FC925F0F2}"/>
              </a:ext>
            </a:extLst>
          </p:cNvPr>
          <p:cNvSpPr>
            <a:spLocks noChangeShapeType="1"/>
          </p:cNvSpPr>
          <p:nvPr/>
        </p:nvSpPr>
        <p:spPr bwMode="auto">
          <a:xfrm>
            <a:off x="8031163" y="3560763"/>
            <a:ext cx="0" cy="692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4854" name="Line 1046">
            <a:extLst>
              <a:ext uri="{FF2B5EF4-FFF2-40B4-BE49-F238E27FC236}">
                <a16:creationId xmlns:a16="http://schemas.microsoft.com/office/drawing/2014/main" id="{0EAB99FA-15F2-7799-2095-F95025D45B63}"/>
              </a:ext>
            </a:extLst>
          </p:cNvPr>
          <p:cNvSpPr>
            <a:spLocks noChangeShapeType="1"/>
          </p:cNvSpPr>
          <p:nvPr/>
        </p:nvSpPr>
        <p:spPr bwMode="auto">
          <a:xfrm flipV="1">
            <a:off x="3595689" y="4322763"/>
            <a:ext cx="1165225" cy="1524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4855" name="Line 1047">
            <a:extLst>
              <a:ext uri="{FF2B5EF4-FFF2-40B4-BE49-F238E27FC236}">
                <a16:creationId xmlns:a16="http://schemas.microsoft.com/office/drawing/2014/main" id="{1807C646-FC58-07B3-5063-A46D36F06030}"/>
              </a:ext>
            </a:extLst>
          </p:cNvPr>
          <p:cNvSpPr>
            <a:spLocks noChangeShapeType="1"/>
          </p:cNvSpPr>
          <p:nvPr/>
        </p:nvSpPr>
        <p:spPr bwMode="auto">
          <a:xfrm>
            <a:off x="4962525" y="3702051"/>
            <a:ext cx="0" cy="4111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4856" name="Line 1048">
            <a:extLst>
              <a:ext uri="{FF2B5EF4-FFF2-40B4-BE49-F238E27FC236}">
                <a16:creationId xmlns:a16="http://schemas.microsoft.com/office/drawing/2014/main" id="{41BFBAAB-A4BC-C509-4717-5F60F7F9F694}"/>
              </a:ext>
            </a:extLst>
          </p:cNvPr>
          <p:cNvSpPr>
            <a:spLocks noChangeShapeType="1"/>
          </p:cNvSpPr>
          <p:nvPr/>
        </p:nvSpPr>
        <p:spPr bwMode="auto">
          <a:xfrm flipV="1">
            <a:off x="6600826" y="3338513"/>
            <a:ext cx="1228725" cy="1524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4857" name="Line 1049">
            <a:extLst>
              <a:ext uri="{FF2B5EF4-FFF2-40B4-BE49-F238E27FC236}">
                <a16:creationId xmlns:a16="http://schemas.microsoft.com/office/drawing/2014/main" id="{F5811D8D-A7DC-52F3-0C76-3ED017FC3DAC}"/>
              </a:ext>
            </a:extLst>
          </p:cNvPr>
          <p:cNvSpPr>
            <a:spLocks noChangeShapeType="1"/>
          </p:cNvSpPr>
          <p:nvPr/>
        </p:nvSpPr>
        <p:spPr bwMode="auto">
          <a:xfrm>
            <a:off x="6600826" y="4335464"/>
            <a:ext cx="1228725" cy="1984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4858" name="Line 1050">
            <a:extLst>
              <a:ext uri="{FF2B5EF4-FFF2-40B4-BE49-F238E27FC236}">
                <a16:creationId xmlns:a16="http://schemas.microsoft.com/office/drawing/2014/main" id="{3A1ACC72-1DD3-BEEB-86DF-D520E7F34D6B}"/>
              </a:ext>
            </a:extLst>
          </p:cNvPr>
          <p:cNvSpPr>
            <a:spLocks noChangeShapeType="1"/>
          </p:cNvSpPr>
          <p:nvPr/>
        </p:nvSpPr>
        <p:spPr bwMode="auto">
          <a:xfrm>
            <a:off x="6399213" y="3702051"/>
            <a:ext cx="0" cy="4111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4859" name="Line 1051">
            <a:extLst>
              <a:ext uri="{FF2B5EF4-FFF2-40B4-BE49-F238E27FC236}">
                <a16:creationId xmlns:a16="http://schemas.microsoft.com/office/drawing/2014/main" id="{7F2F0D69-2A1C-497C-A3D5-2BB8F09B5A3F}"/>
              </a:ext>
            </a:extLst>
          </p:cNvPr>
          <p:cNvSpPr>
            <a:spLocks noChangeShapeType="1"/>
          </p:cNvSpPr>
          <p:nvPr/>
        </p:nvSpPr>
        <p:spPr bwMode="auto">
          <a:xfrm>
            <a:off x="5229226" y="4335464"/>
            <a:ext cx="968375" cy="587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4860" name="Line 1052">
            <a:extLst>
              <a:ext uri="{FF2B5EF4-FFF2-40B4-BE49-F238E27FC236}">
                <a16:creationId xmlns:a16="http://schemas.microsoft.com/office/drawing/2014/main" id="{33A51DC8-AFC0-C30F-15F1-3C8AA34B21DE}"/>
              </a:ext>
            </a:extLst>
          </p:cNvPr>
          <p:cNvSpPr>
            <a:spLocks noChangeShapeType="1"/>
          </p:cNvSpPr>
          <p:nvPr/>
        </p:nvSpPr>
        <p:spPr bwMode="auto">
          <a:xfrm>
            <a:off x="5229226" y="2852738"/>
            <a:ext cx="9683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4861" name="Line 1053">
            <a:extLst>
              <a:ext uri="{FF2B5EF4-FFF2-40B4-BE49-F238E27FC236}">
                <a16:creationId xmlns:a16="http://schemas.microsoft.com/office/drawing/2014/main" id="{74628D03-C104-6ED9-42F7-7E70FB4386B1}"/>
              </a:ext>
            </a:extLst>
          </p:cNvPr>
          <p:cNvSpPr>
            <a:spLocks noChangeShapeType="1"/>
          </p:cNvSpPr>
          <p:nvPr/>
        </p:nvSpPr>
        <p:spPr bwMode="auto">
          <a:xfrm>
            <a:off x="5092700" y="2998789"/>
            <a:ext cx="0" cy="2698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4862" name="Line 1054">
            <a:extLst>
              <a:ext uri="{FF2B5EF4-FFF2-40B4-BE49-F238E27FC236}">
                <a16:creationId xmlns:a16="http://schemas.microsoft.com/office/drawing/2014/main" id="{5D2DD265-6B34-C584-4F84-76876AAF4BFB}"/>
              </a:ext>
            </a:extLst>
          </p:cNvPr>
          <p:cNvSpPr>
            <a:spLocks noChangeShapeType="1"/>
          </p:cNvSpPr>
          <p:nvPr/>
        </p:nvSpPr>
        <p:spPr bwMode="auto">
          <a:xfrm>
            <a:off x="6399213" y="2998789"/>
            <a:ext cx="0" cy="2698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4863" name="Line 1055">
            <a:extLst>
              <a:ext uri="{FF2B5EF4-FFF2-40B4-BE49-F238E27FC236}">
                <a16:creationId xmlns:a16="http://schemas.microsoft.com/office/drawing/2014/main" id="{7C41DC53-0737-F0AA-BD10-582E96C94D40}"/>
              </a:ext>
            </a:extLst>
          </p:cNvPr>
          <p:cNvSpPr>
            <a:spLocks noChangeShapeType="1"/>
          </p:cNvSpPr>
          <p:nvPr/>
        </p:nvSpPr>
        <p:spPr bwMode="auto">
          <a:xfrm flipV="1">
            <a:off x="8232776" y="3268663"/>
            <a:ext cx="250825" cy="825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4864" name="Rectangle 1056">
            <a:extLst>
              <a:ext uri="{FF2B5EF4-FFF2-40B4-BE49-F238E27FC236}">
                <a16:creationId xmlns:a16="http://schemas.microsoft.com/office/drawing/2014/main" id="{B161D1DE-37F0-C512-EE8B-CB30280B9C87}"/>
              </a:ext>
            </a:extLst>
          </p:cNvPr>
          <p:cNvSpPr>
            <a:spLocks noChangeArrowheads="1"/>
          </p:cNvSpPr>
          <p:nvPr/>
        </p:nvSpPr>
        <p:spPr bwMode="auto">
          <a:xfrm>
            <a:off x="8480992" y="3106739"/>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n1</a:t>
            </a:r>
          </a:p>
        </p:txBody>
      </p:sp>
      <p:sp>
        <p:nvSpPr>
          <p:cNvPr id="504865" name="Line 1057">
            <a:extLst>
              <a:ext uri="{FF2B5EF4-FFF2-40B4-BE49-F238E27FC236}">
                <a16:creationId xmlns:a16="http://schemas.microsoft.com/office/drawing/2014/main" id="{71393FCA-BA92-83BB-B918-9E97015AC5A3}"/>
              </a:ext>
            </a:extLst>
          </p:cNvPr>
          <p:cNvSpPr>
            <a:spLocks noChangeShapeType="1"/>
          </p:cNvSpPr>
          <p:nvPr/>
        </p:nvSpPr>
        <p:spPr bwMode="auto">
          <a:xfrm>
            <a:off x="8232776" y="4546600"/>
            <a:ext cx="250825" cy="587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4866" name="Rectangle 1058">
            <a:extLst>
              <a:ext uri="{FF2B5EF4-FFF2-40B4-BE49-F238E27FC236}">
                <a16:creationId xmlns:a16="http://schemas.microsoft.com/office/drawing/2014/main" id="{8F340CBE-347E-27D9-35B0-245F04B58BCE}"/>
              </a:ext>
            </a:extLst>
          </p:cNvPr>
          <p:cNvSpPr>
            <a:spLocks noChangeArrowheads="1"/>
          </p:cNvSpPr>
          <p:nvPr/>
        </p:nvSpPr>
        <p:spPr bwMode="auto">
          <a:xfrm>
            <a:off x="8480992" y="4443414"/>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n2</a:t>
            </a:r>
          </a:p>
        </p:txBody>
      </p:sp>
      <p:sp>
        <p:nvSpPr>
          <p:cNvPr id="504867" name="Rectangle 1059">
            <a:extLst>
              <a:ext uri="{FF2B5EF4-FFF2-40B4-BE49-F238E27FC236}">
                <a16:creationId xmlns:a16="http://schemas.microsoft.com/office/drawing/2014/main" id="{13C06DC2-C9CA-A389-9121-F4ED7F9A9124}"/>
              </a:ext>
            </a:extLst>
          </p:cNvPr>
          <p:cNvSpPr>
            <a:spLocks noChangeArrowheads="1"/>
          </p:cNvSpPr>
          <p:nvPr/>
        </p:nvSpPr>
        <p:spPr bwMode="auto">
          <a:xfrm>
            <a:off x="7958705" y="3740151"/>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504868" name="Rectangle 1060">
            <a:extLst>
              <a:ext uri="{FF2B5EF4-FFF2-40B4-BE49-F238E27FC236}">
                <a16:creationId xmlns:a16="http://schemas.microsoft.com/office/drawing/2014/main" id="{AE55BB52-3641-F4F7-12F2-BB1113602CBC}"/>
              </a:ext>
            </a:extLst>
          </p:cNvPr>
          <p:cNvSpPr>
            <a:spLocks noChangeArrowheads="1"/>
          </p:cNvSpPr>
          <p:nvPr/>
        </p:nvSpPr>
        <p:spPr bwMode="auto">
          <a:xfrm>
            <a:off x="6977630" y="4443414"/>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504869" name="Rectangle 1061">
            <a:extLst>
              <a:ext uri="{FF2B5EF4-FFF2-40B4-BE49-F238E27FC236}">
                <a16:creationId xmlns:a16="http://schemas.microsoft.com/office/drawing/2014/main" id="{2B8FBF3B-81F4-D7AC-6643-44088E5FA392}"/>
              </a:ext>
            </a:extLst>
          </p:cNvPr>
          <p:cNvSpPr>
            <a:spLocks noChangeArrowheads="1"/>
          </p:cNvSpPr>
          <p:nvPr/>
        </p:nvSpPr>
        <p:spPr bwMode="auto">
          <a:xfrm>
            <a:off x="6977630" y="3178176"/>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504870" name="Rectangle 1062">
            <a:extLst>
              <a:ext uri="{FF2B5EF4-FFF2-40B4-BE49-F238E27FC236}">
                <a16:creationId xmlns:a16="http://schemas.microsoft.com/office/drawing/2014/main" id="{0D9EA4F1-059D-86FD-48F0-2B6CD98DAEB5}"/>
              </a:ext>
            </a:extLst>
          </p:cNvPr>
          <p:cNvSpPr>
            <a:spLocks noChangeArrowheads="1"/>
          </p:cNvSpPr>
          <p:nvPr/>
        </p:nvSpPr>
        <p:spPr bwMode="auto">
          <a:xfrm>
            <a:off x="5471688" y="4021139"/>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504871" name="Rectangle 1063">
            <a:extLst>
              <a:ext uri="{FF2B5EF4-FFF2-40B4-BE49-F238E27FC236}">
                <a16:creationId xmlns:a16="http://schemas.microsoft.com/office/drawing/2014/main" id="{E302B025-DD67-4F8D-5CA6-AC00DE80FE37}"/>
              </a:ext>
            </a:extLst>
          </p:cNvPr>
          <p:cNvSpPr>
            <a:spLocks noChangeArrowheads="1"/>
          </p:cNvSpPr>
          <p:nvPr/>
        </p:nvSpPr>
        <p:spPr bwMode="auto">
          <a:xfrm>
            <a:off x="6386088" y="3740151"/>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504872" name="Rectangle 1064">
            <a:extLst>
              <a:ext uri="{FF2B5EF4-FFF2-40B4-BE49-F238E27FC236}">
                <a16:creationId xmlns:a16="http://schemas.microsoft.com/office/drawing/2014/main" id="{D51267D8-F363-D9F3-107B-DCE27CDB64EE}"/>
              </a:ext>
            </a:extLst>
          </p:cNvPr>
          <p:cNvSpPr>
            <a:spLocks noChangeArrowheads="1"/>
          </p:cNvSpPr>
          <p:nvPr/>
        </p:nvSpPr>
        <p:spPr bwMode="auto">
          <a:xfrm>
            <a:off x="6190826" y="2967039"/>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504873" name="Rectangle 1065">
            <a:extLst>
              <a:ext uri="{FF2B5EF4-FFF2-40B4-BE49-F238E27FC236}">
                <a16:creationId xmlns:a16="http://schemas.microsoft.com/office/drawing/2014/main" id="{ECEA1694-DDC2-1088-9377-32CAF9278164}"/>
              </a:ext>
            </a:extLst>
          </p:cNvPr>
          <p:cNvSpPr>
            <a:spLocks noChangeArrowheads="1"/>
          </p:cNvSpPr>
          <p:nvPr/>
        </p:nvSpPr>
        <p:spPr bwMode="auto">
          <a:xfrm>
            <a:off x="5601863" y="2825751"/>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504874" name="Rectangle 1066">
            <a:extLst>
              <a:ext uri="{FF2B5EF4-FFF2-40B4-BE49-F238E27FC236}">
                <a16:creationId xmlns:a16="http://schemas.microsoft.com/office/drawing/2014/main" id="{B7285F3D-67DE-F97D-F9CB-50D6850CA276}"/>
              </a:ext>
            </a:extLst>
          </p:cNvPr>
          <p:cNvSpPr>
            <a:spLocks noChangeArrowheads="1"/>
          </p:cNvSpPr>
          <p:nvPr/>
        </p:nvSpPr>
        <p:spPr bwMode="auto">
          <a:xfrm>
            <a:off x="5079576" y="2967039"/>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504875" name="Rectangle 1067">
            <a:extLst>
              <a:ext uri="{FF2B5EF4-FFF2-40B4-BE49-F238E27FC236}">
                <a16:creationId xmlns:a16="http://schemas.microsoft.com/office/drawing/2014/main" id="{D18F0870-79F2-7EAC-46D9-38903F3205F3}"/>
              </a:ext>
            </a:extLst>
          </p:cNvPr>
          <p:cNvSpPr>
            <a:spLocks noChangeArrowheads="1"/>
          </p:cNvSpPr>
          <p:nvPr/>
        </p:nvSpPr>
        <p:spPr bwMode="auto">
          <a:xfrm>
            <a:off x="4949401" y="3740151"/>
            <a:ext cx="285012"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6</a:t>
            </a:r>
          </a:p>
        </p:txBody>
      </p:sp>
      <p:sp>
        <p:nvSpPr>
          <p:cNvPr id="504876" name="Rectangle 1068">
            <a:extLst>
              <a:ext uri="{FF2B5EF4-FFF2-40B4-BE49-F238E27FC236}">
                <a16:creationId xmlns:a16="http://schemas.microsoft.com/office/drawing/2014/main" id="{68352066-2E19-1BAB-FE14-515BAF596B4A}"/>
              </a:ext>
            </a:extLst>
          </p:cNvPr>
          <p:cNvSpPr>
            <a:spLocks noChangeArrowheads="1"/>
          </p:cNvSpPr>
          <p:nvPr/>
        </p:nvSpPr>
        <p:spPr bwMode="auto">
          <a:xfrm>
            <a:off x="3843905" y="3178176"/>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504877" name="Rectangle 1069">
            <a:extLst>
              <a:ext uri="{FF2B5EF4-FFF2-40B4-BE49-F238E27FC236}">
                <a16:creationId xmlns:a16="http://schemas.microsoft.com/office/drawing/2014/main" id="{C2CADF3E-860D-DE6C-266D-6FC13BF5131F}"/>
              </a:ext>
            </a:extLst>
          </p:cNvPr>
          <p:cNvSpPr>
            <a:spLocks noChangeArrowheads="1"/>
          </p:cNvSpPr>
          <p:nvPr/>
        </p:nvSpPr>
        <p:spPr bwMode="auto">
          <a:xfrm>
            <a:off x="3254942" y="3740151"/>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504878" name="Rectangle 1070">
            <a:extLst>
              <a:ext uri="{FF2B5EF4-FFF2-40B4-BE49-F238E27FC236}">
                <a16:creationId xmlns:a16="http://schemas.microsoft.com/office/drawing/2014/main" id="{26ED5F84-6958-638D-0CC1-7004D45A4812}"/>
              </a:ext>
            </a:extLst>
          </p:cNvPr>
          <p:cNvSpPr>
            <a:spLocks noChangeArrowheads="1"/>
          </p:cNvSpPr>
          <p:nvPr/>
        </p:nvSpPr>
        <p:spPr bwMode="auto">
          <a:xfrm>
            <a:off x="3974080" y="4092576"/>
            <a:ext cx="408443" cy="32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0009" tIns="39303" rIns="80009" bIns="39303">
            <a:spAutoFit/>
          </a:bodyPr>
          <a:lstStyle>
            <a:lvl1pPr defTabSz="808038">
              <a:defRPr>
                <a:solidFill>
                  <a:schemeClr val="tx1"/>
                </a:solidFill>
                <a:latin typeface="Arial" panose="020B0604020202020204" pitchFamily="34" charset="0"/>
              </a:defRPr>
            </a:lvl1pPr>
            <a:lvl2pPr marL="404813" defTabSz="808038">
              <a:defRPr>
                <a:solidFill>
                  <a:schemeClr val="tx1"/>
                </a:solidFill>
                <a:latin typeface="Arial" panose="020B0604020202020204" pitchFamily="34" charset="0"/>
              </a:defRPr>
            </a:lvl2pPr>
            <a:lvl3pPr marL="808038" defTabSz="808038">
              <a:defRPr>
                <a:solidFill>
                  <a:schemeClr val="tx1"/>
                </a:solidFill>
                <a:latin typeface="Arial" panose="020B0604020202020204" pitchFamily="34" charset="0"/>
              </a:defRPr>
            </a:lvl3pPr>
            <a:lvl4pPr marL="1212850" defTabSz="808038">
              <a:defRPr>
                <a:solidFill>
                  <a:schemeClr val="tx1"/>
                </a:solidFill>
                <a:latin typeface="Arial" panose="020B0604020202020204" pitchFamily="34" charset="0"/>
              </a:defRPr>
            </a:lvl4pPr>
            <a:lvl5pPr marL="1617663" defTabSz="808038">
              <a:defRPr>
                <a:solidFill>
                  <a:schemeClr val="tx1"/>
                </a:solidFill>
                <a:latin typeface="Arial" panose="020B0604020202020204" pitchFamily="34" charset="0"/>
              </a:defRPr>
            </a:lvl5pPr>
            <a:lvl6pPr marL="2074863" defTabSz="808038" fontAlgn="base">
              <a:spcBef>
                <a:spcPct val="0"/>
              </a:spcBef>
              <a:spcAft>
                <a:spcPct val="0"/>
              </a:spcAft>
              <a:defRPr>
                <a:solidFill>
                  <a:schemeClr val="tx1"/>
                </a:solidFill>
                <a:latin typeface="Arial" panose="020B0604020202020204" pitchFamily="34" charset="0"/>
              </a:defRPr>
            </a:lvl6pPr>
            <a:lvl7pPr marL="2532063" defTabSz="808038" fontAlgn="base">
              <a:spcBef>
                <a:spcPct val="0"/>
              </a:spcBef>
              <a:spcAft>
                <a:spcPct val="0"/>
              </a:spcAft>
              <a:defRPr>
                <a:solidFill>
                  <a:schemeClr val="tx1"/>
                </a:solidFill>
                <a:latin typeface="Arial" panose="020B0604020202020204" pitchFamily="34" charset="0"/>
              </a:defRPr>
            </a:lvl7pPr>
            <a:lvl8pPr marL="2989263" defTabSz="808038" fontAlgn="base">
              <a:spcBef>
                <a:spcPct val="0"/>
              </a:spcBef>
              <a:spcAft>
                <a:spcPct val="0"/>
              </a:spcAft>
              <a:defRPr>
                <a:solidFill>
                  <a:schemeClr val="tx1"/>
                </a:solidFill>
                <a:latin typeface="Arial" panose="020B0604020202020204" pitchFamily="34" charset="0"/>
              </a:defRPr>
            </a:lvl8pPr>
            <a:lvl9pPr marL="3446463" defTabSz="808038" fontAlgn="base">
              <a:spcBef>
                <a:spcPct val="0"/>
              </a:spcBef>
              <a:spcAft>
                <a:spcPct val="0"/>
              </a:spcAft>
              <a:defRPr>
                <a:solidFill>
                  <a:schemeClr val="tx1"/>
                </a:solidFill>
                <a:latin typeface="Arial" panose="020B0604020202020204" pitchFamily="34" charset="0"/>
              </a:defRPr>
            </a:lvl9pPr>
          </a:lstStyle>
          <a:p>
            <a:pPr algn="ctr"/>
            <a:r>
              <a:rPr lang="en-CA" altLang="en-CH" sz="1600" b="1">
                <a:solidFill>
                  <a:srgbClr val="000000"/>
                </a:solidFill>
                <a:latin typeface="Courier New" panose="02070309020205020404" pitchFamily="49" charset="0"/>
              </a:rPr>
              <a:t>10</a:t>
            </a:r>
          </a:p>
        </p:txBody>
      </p:sp>
      <p:sp>
        <p:nvSpPr>
          <p:cNvPr id="504879" name="Text Box 1071">
            <a:extLst>
              <a:ext uri="{FF2B5EF4-FFF2-40B4-BE49-F238E27FC236}">
                <a16:creationId xmlns:a16="http://schemas.microsoft.com/office/drawing/2014/main" id="{8D3D923D-8777-62FA-47F1-890E2E902922}"/>
              </a:ext>
            </a:extLst>
          </p:cNvPr>
          <p:cNvSpPr txBox="1">
            <a:spLocks noChangeArrowheads="1"/>
          </p:cNvSpPr>
          <p:nvPr/>
        </p:nvSpPr>
        <p:spPr bwMode="auto">
          <a:xfrm>
            <a:off x="8166100" y="2085975"/>
            <a:ext cx="2393950" cy="40798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CH" sz="2000">
                <a:solidFill>
                  <a:srgbClr val="000000"/>
                </a:solidFill>
                <a:latin typeface="Tahoma" panose="020B0604030504040204" pitchFamily="34" charset="0"/>
              </a:rPr>
              <a:t>AS-boundary router</a:t>
            </a:r>
          </a:p>
        </p:txBody>
      </p:sp>
      <p:sp>
        <p:nvSpPr>
          <p:cNvPr id="504880" name="Line 1072">
            <a:extLst>
              <a:ext uri="{FF2B5EF4-FFF2-40B4-BE49-F238E27FC236}">
                <a16:creationId xmlns:a16="http://schemas.microsoft.com/office/drawing/2014/main" id="{50FCE20A-5BAE-3DC8-6717-83FDEC65D0DE}"/>
              </a:ext>
            </a:extLst>
          </p:cNvPr>
          <p:cNvSpPr>
            <a:spLocks noChangeShapeType="1"/>
          </p:cNvSpPr>
          <p:nvPr/>
        </p:nvSpPr>
        <p:spPr bwMode="auto">
          <a:xfrm flipH="1">
            <a:off x="8113713" y="2492376"/>
            <a:ext cx="430212" cy="68262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4881" name="Text Box 1073">
            <a:extLst>
              <a:ext uri="{FF2B5EF4-FFF2-40B4-BE49-F238E27FC236}">
                <a16:creationId xmlns:a16="http://schemas.microsoft.com/office/drawing/2014/main" id="{E8EEF595-32E2-95C2-C77D-96704B24EA25}"/>
              </a:ext>
            </a:extLst>
          </p:cNvPr>
          <p:cNvSpPr txBox="1">
            <a:spLocks noChangeArrowheads="1"/>
          </p:cNvSpPr>
          <p:nvPr/>
        </p:nvSpPr>
        <p:spPr bwMode="auto">
          <a:xfrm>
            <a:off x="5000625" y="1508125"/>
            <a:ext cx="2025650" cy="40798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CH" sz="2000">
                <a:solidFill>
                  <a:srgbClr val="000000"/>
                </a:solidFill>
                <a:latin typeface="Tahoma" panose="020B0604030504040204" pitchFamily="34" charset="0"/>
              </a:rPr>
              <a:t>backbone router</a:t>
            </a:r>
          </a:p>
        </p:txBody>
      </p:sp>
      <p:sp>
        <p:nvSpPr>
          <p:cNvPr id="504882" name="Line 1074">
            <a:extLst>
              <a:ext uri="{FF2B5EF4-FFF2-40B4-BE49-F238E27FC236}">
                <a16:creationId xmlns:a16="http://schemas.microsoft.com/office/drawing/2014/main" id="{713301DA-0718-8183-D29C-1C35FE401504}"/>
              </a:ext>
            </a:extLst>
          </p:cNvPr>
          <p:cNvSpPr>
            <a:spLocks noChangeShapeType="1"/>
          </p:cNvSpPr>
          <p:nvPr/>
        </p:nvSpPr>
        <p:spPr bwMode="auto">
          <a:xfrm flipH="1">
            <a:off x="4948238" y="1914526"/>
            <a:ext cx="430212" cy="68262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4883" name="Text Box 1075">
            <a:extLst>
              <a:ext uri="{FF2B5EF4-FFF2-40B4-BE49-F238E27FC236}">
                <a16:creationId xmlns:a16="http://schemas.microsoft.com/office/drawing/2014/main" id="{A1E4990C-13BC-F66A-76B8-EE27E386E021}"/>
              </a:ext>
            </a:extLst>
          </p:cNvPr>
          <p:cNvSpPr txBox="1">
            <a:spLocks noChangeArrowheads="1"/>
          </p:cNvSpPr>
          <p:nvPr/>
        </p:nvSpPr>
        <p:spPr bwMode="auto">
          <a:xfrm>
            <a:off x="6553200" y="5302250"/>
            <a:ext cx="2260600" cy="40798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CH" sz="2000">
                <a:solidFill>
                  <a:srgbClr val="000000"/>
                </a:solidFill>
                <a:latin typeface="Tahoma" panose="020B0604030504040204" pitchFamily="34" charset="0"/>
              </a:rPr>
              <a:t>area border router</a:t>
            </a:r>
          </a:p>
        </p:txBody>
      </p:sp>
      <p:sp>
        <p:nvSpPr>
          <p:cNvPr id="504884" name="Line 1076">
            <a:extLst>
              <a:ext uri="{FF2B5EF4-FFF2-40B4-BE49-F238E27FC236}">
                <a16:creationId xmlns:a16="http://schemas.microsoft.com/office/drawing/2014/main" id="{AD2FD794-A24B-5DCA-D986-9BEAE9FF8622}"/>
              </a:ext>
            </a:extLst>
          </p:cNvPr>
          <p:cNvSpPr>
            <a:spLocks noChangeShapeType="1"/>
          </p:cNvSpPr>
          <p:nvPr/>
        </p:nvSpPr>
        <p:spPr bwMode="auto">
          <a:xfrm flipH="1" flipV="1">
            <a:off x="6405564" y="4486275"/>
            <a:ext cx="454025" cy="83978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
        <p:nvSpPr>
          <p:cNvPr id="504885" name="Text Box 1077">
            <a:extLst>
              <a:ext uri="{FF2B5EF4-FFF2-40B4-BE49-F238E27FC236}">
                <a16:creationId xmlns:a16="http://schemas.microsoft.com/office/drawing/2014/main" id="{3B01B25A-1B2B-84F6-65CF-7D60C67AA5B5}"/>
              </a:ext>
            </a:extLst>
          </p:cNvPr>
          <p:cNvSpPr txBox="1">
            <a:spLocks noChangeArrowheads="1"/>
          </p:cNvSpPr>
          <p:nvPr/>
        </p:nvSpPr>
        <p:spPr bwMode="auto">
          <a:xfrm>
            <a:off x="3422650" y="5527675"/>
            <a:ext cx="1797050" cy="40798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CH" sz="2000">
                <a:solidFill>
                  <a:srgbClr val="000000"/>
                </a:solidFill>
                <a:latin typeface="Tahoma" panose="020B0604030504040204" pitchFamily="34" charset="0"/>
              </a:rPr>
              <a:t>internal router</a:t>
            </a:r>
          </a:p>
        </p:txBody>
      </p:sp>
      <p:sp>
        <p:nvSpPr>
          <p:cNvPr id="504886" name="Line 1078">
            <a:extLst>
              <a:ext uri="{FF2B5EF4-FFF2-40B4-BE49-F238E27FC236}">
                <a16:creationId xmlns:a16="http://schemas.microsoft.com/office/drawing/2014/main" id="{BCB6EA03-9084-565D-A604-134EAF670DDA}"/>
              </a:ext>
            </a:extLst>
          </p:cNvPr>
          <p:cNvSpPr>
            <a:spLocks noChangeShapeType="1"/>
          </p:cNvSpPr>
          <p:nvPr/>
        </p:nvSpPr>
        <p:spPr bwMode="auto">
          <a:xfrm flipH="1" flipV="1">
            <a:off x="3430588" y="4724400"/>
            <a:ext cx="298450" cy="82708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en-CH">
              <a:solidFill>
                <a:srgbClr val="000000"/>
              </a:solidFill>
              <a:latin typeface="Times New Roman" panose="02020603050405020304" pitchFamily="18" charset="0"/>
            </a:endParaRPr>
          </a:p>
        </p:txBody>
      </p:sp>
    </p:spTree>
  </p:cSld>
  <p:clrMapOvr>
    <a:masterClrMapping/>
  </p:clrMapOvr>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2C49BEA9-4777-2E86-EDE2-5D484B3AF20E}"/>
              </a:ext>
            </a:extLst>
          </p:cNvPr>
          <p:cNvSpPr>
            <a:spLocks noGrp="1"/>
          </p:cNvSpPr>
          <p:nvPr>
            <p:ph type="ftr" sz="quarter" idx="10"/>
          </p:nvPr>
        </p:nvSpPr>
        <p:spPr/>
        <p:txBody>
          <a:bodyPr/>
          <a:lstStyle/>
          <a:p>
            <a:pPr eaLnBrk="1" hangingPunct="1"/>
            <a:fld id="{B0FCC1BC-EC69-462E-A09F-9E46A8BA2D2B}" type="slidenum">
              <a:rPr lang="en-US" altLang="en-CH">
                <a:solidFill>
                  <a:srgbClr val="000000"/>
                </a:solidFill>
              </a:rPr>
              <a:pPr eaLnBrk="1" hangingPunct="1"/>
              <a:t>49</a:t>
            </a:fld>
            <a:endParaRPr lang="en-US" altLang="en-CH">
              <a:solidFill>
                <a:srgbClr val="000000"/>
              </a:solidFill>
            </a:endParaRPr>
          </a:p>
        </p:txBody>
      </p:sp>
      <p:sp>
        <p:nvSpPr>
          <p:cNvPr id="385026" name="Rectangle 2">
            <a:extLst>
              <a:ext uri="{FF2B5EF4-FFF2-40B4-BE49-F238E27FC236}">
                <a16:creationId xmlns:a16="http://schemas.microsoft.com/office/drawing/2014/main" id="{ED6F444D-262B-6D0B-D2A3-252BB0FD52C5}"/>
              </a:ext>
            </a:extLst>
          </p:cNvPr>
          <p:cNvSpPr>
            <a:spLocks noGrp="1" noChangeArrowheads="1"/>
          </p:cNvSpPr>
          <p:nvPr>
            <p:ph type="title"/>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b" anchorCtr="0" compatLnSpc="1">
            <a:prstTxWarp prst="textNoShape">
              <a:avLst/>
            </a:prstTxWarp>
          </a:bodyPr>
          <a:lstStyle/>
          <a:p>
            <a:r>
              <a:rPr lang="en-CA" altLang="en-CH"/>
              <a:t>OSPF protocol PDUs </a:t>
            </a:r>
          </a:p>
        </p:txBody>
      </p:sp>
      <p:sp>
        <p:nvSpPr>
          <p:cNvPr id="385027" name="Rectangle 3">
            <a:extLst>
              <a:ext uri="{FF2B5EF4-FFF2-40B4-BE49-F238E27FC236}">
                <a16:creationId xmlns:a16="http://schemas.microsoft.com/office/drawing/2014/main" id="{EC8D05D2-B0E8-D676-F349-9A3E0A2F7FB0}"/>
              </a:ext>
            </a:extLst>
          </p:cNvPr>
          <p:cNvSpPr>
            <a:spLocks noGrp="1" noChangeArrowheads="1"/>
          </p:cNvSpPr>
          <p:nvPr>
            <p:ph type="body" idx="1"/>
          </p:nvPr>
        </p:nvSpPr>
        <p:spPr>
          <a:xfrm>
            <a:off x="2609851" y="1649414"/>
            <a:ext cx="6659563" cy="3252787"/>
          </a:xfrm>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t" anchorCtr="0" compatLnSpc="1">
            <a:prstTxWarp prst="textNoShape">
              <a:avLst/>
            </a:prstTxWarp>
          </a:bodyPr>
          <a:lstStyle/>
          <a:p>
            <a:r>
              <a:rPr lang="en-CA" altLang="en-CH"/>
              <a:t>OSPF protocol type = 1</a:t>
            </a:r>
          </a:p>
          <a:p>
            <a:pPr lvl="1"/>
            <a:r>
              <a:rPr lang="en-CA" altLang="en-CH"/>
              <a:t>Hello</a:t>
            </a:r>
          </a:p>
          <a:p>
            <a:r>
              <a:rPr lang="en-CA" altLang="en-CH"/>
              <a:t>OSPF protocol type = 2</a:t>
            </a:r>
          </a:p>
          <a:p>
            <a:pPr lvl="1"/>
            <a:r>
              <a:rPr lang="en-CA" altLang="en-CH"/>
              <a:t>Database description</a:t>
            </a:r>
          </a:p>
          <a:p>
            <a:r>
              <a:rPr lang="en-CA" altLang="en-CH"/>
              <a:t>OSPF protocol type = 3</a:t>
            </a:r>
          </a:p>
          <a:p>
            <a:pPr lvl="1"/>
            <a:r>
              <a:rPr lang="en-CA" altLang="en-CH"/>
              <a:t>Link State Request</a:t>
            </a:r>
          </a:p>
          <a:p>
            <a:r>
              <a:rPr lang="en-CA" altLang="en-CH"/>
              <a:t>OSPF protocol type = 4</a:t>
            </a:r>
          </a:p>
          <a:p>
            <a:pPr lvl="1"/>
            <a:r>
              <a:rPr lang="en-CA" altLang="en-CH"/>
              <a:t>Link State Update</a:t>
            </a:r>
          </a:p>
          <a:p>
            <a:r>
              <a:rPr lang="en-CA" altLang="en-CH"/>
              <a:t>OSPF protocol type = 5</a:t>
            </a:r>
          </a:p>
          <a:p>
            <a:pPr lvl="1"/>
            <a:r>
              <a:rPr lang="en-CA" altLang="en-CH"/>
              <a:t>Link State Ack</a:t>
            </a:r>
          </a:p>
        </p:txBody>
      </p:sp>
    </p:spTree>
  </p:cSld>
  <p:clrMapOvr>
    <a:masterClrMapping/>
  </p:clrMapOvr>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10E3C4E1-3AA8-E45C-E16F-7933E39A2DB8}"/>
              </a:ext>
            </a:extLst>
          </p:cNvPr>
          <p:cNvSpPr>
            <a:spLocks noGrp="1"/>
          </p:cNvSpPr>
          <p:nvPr>
            <p:ph type="ftr" sz="quarter" idx="10"/>
          </p:nvPr>
        </p:nvSpPr>
        <p:spPr/>
        <p:txBody>
          <a:bodyPr/>
          <a:lstStyle/>
          <a:p>
            <a:pPr eaLnBrk="1" hangingPunct="1"/>
            <a:fld id="{117CA85F-B3E8-47E2-95D5-A3ED149D228E}" type="slidenum">
              <a:rPr lang="en-US" altLang="en-CH">
                <a:solidFill>
                  <a:srgbClr val="000000"/>
                </a:solidFill>
              </a:rPr>
              <a:pPr eaLnBrk="1" hangingPunct="1"/>
              <a:t>50</a:t>
            </a:fld>
            <a:endParaRPr lang="en-US" altLang="en-CH">
              <a:solidFill>
                <a:srgbClr val="000000"/>
              </a:solidFill>
            </a:endParaRPr>
          </a:p>
        </p:txBody>
      </p:sp>
      <p:sp>
        <p:nvSpPr>
          <p:cNvPr id="428034" name="Rectangle 2">
            <a:extLst>
              <a:ext uri="{FF2B5EF4-FFF2-40B4-BE49-F238E27FC236}">
                <a16:creationId xmlns:a16="http://schemas.microsoft.com/office/drawing/2014/main" id="{312131AB-3CEA-6966-AB5F-E94C5F8C5DD1}"/>
              </a:ext>
            </a:extLst>
          </p:cNvPr>
          <p:cNvSpPr>
            <a:spLocks noGrp="1" noChangeArrowheads="1"/>
          </p:cNvSpPr>
          <p:nvPr>
            <p:ph type="title"/>
          </p:nvPr>
        </p:nvSpPr>
        <p:spPr>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b" anchorCtr="0" compatLnSpc="1">
            <a:prstTxWarp prst="textNoShape">
              <a:avLst/>
            </a:prstTxWarp>
          </a:bodyPr>
          <a:lstStyle/>
          <a:p>
            <a:r>
              <a:rPr lang="en-CA" altLang="en-CH"/>
              <a:t>TOS and metric</a:t>
            </a:r>
          </a:p>
        </p:txBody>
      </p:sp>
      <p:sp>
        <p:nvSpPr>
          <p:cNvPr id="428035" name="Rectangle 3">
            <a:extLst>
              <a:ext uri="{FF2B5EF4-FFF2-40B4-BE49-F238E27FC236}">
                <a16:creationId xmlns:a16="http://schemas.microsoft.com/office/drawing/2014/main" id="{B2023972-7FF3-B729-E851-A8A431831535}"/>
              </a:ext>
            </a:extLst>
          </p:cNvPr>
          <p:cNvSpPr>
            <a:spLocks noGrp="1" noChangeArrowheads="1"/>
          </p:cNvSpPr>
          <p:nvPr>
            <p:ph type="body" idx="1"/>
          </p:nvPr>
        </p:nvSpPr>
        <p:spPr>
          <a:xfrm>
            <a:off x="2609851" y="1649414"/>
            <a:ext cx="6659563" cy="3252787"/>
          </a:xfrm>
          <a:noFill/>
          <a:ln/>
          <a:extLst>
            <a:ext uri="{91240B29-F687-4F45-9708-019B960494DF}">
              <a14:hiddenLine xmlns:a14="http://schemas.microsoft.com/office/drawing/2010/main" w="12700">
                <a:solidFill>
                  <a:schemeClr val="tx1"/>
                </a:solidFill>
                <a:miter lim="800000"/>
                <a:headEnd/>
                <a:tailEnd/>
              </a14:hiddenLine>
            </a:ext>
          </a:extLst>
        </p:spPr>
        <p:txBody>
          <a:bodyPr vert="horz" wrap="square" lIns="88431" tIns="43513" rIns="88431" bIns="43513" numCol="1" anchor="t" anchorCtr="0" compatLnSpc="1">
            <a:prstTxWarp prst="textNoShape">
              <a:avLst/>
            </a:prstTxWarp>
          </a:bodyPr>
          <a:lstStyle/>
          <a:p>
            <a:r>
              <a:rPr lang="en-CA" altLang="en-CH" dirty="0"/>
              <a:t>TOS</a:t>
            </a:r>
          </a:p>
          <a:p>
            <a:pPr lvl="1"/>
            <a:r>
              <a:rPr lang="en-CA" altLang="en-CH" dirty="0"/>
              <a:t>mapping of 4 IP TOS bits to a decimal integer</a:t>
            </a:r>
          </a:p>
          <a:p>
            <a:pPr lvl="1"/>
            <a:r>
              <a:rPr lang="en-CA" altLang="en-CH" dirty="0"/>
              <a:t>0 - normal service</a:t>
            </a:r>
          </a:p>
          <a:p>
            <a:pPr lvl="1"/>
            <a:r>
              <a:rPr lang="en-CA" altLang="en-CH" dirty="0"/>
              <a:t>2 - minimize monetary cost</a:t>
            </a:r>
          </a:p>
          <a:p>
            <a:pPr lvl="1"/>
            <a:r>
              <a:rPr lang="en-CA" altLang="en-CH" dirty="0"/>
              <a:t>4 - maximize reliability</a:t>
            </a:r>
          </a:p>
          <a:p>
            <a:pPr lvl="1"/>
            <a:r>
              <a:rPr lang="en-CA" altLang="en-CH" dirty="0"/>
              <a:t>8 - maximize throughput</a:t>
            </a:r>
          </a:p>
          <a:p>
            <a:pPr lvl="1"/>
            <a:r>
              <a:rPr lang="en-CA" altLang="en-CH" dirty="0"/>
              <a:t>16 - minimize delay</a:t>
            </a:r>
          </a:p>
          <a:p>
            <a:r>
              <a:rPr lang="en-CA" altLang="en-CH" dirty="0"/>
              <a:t>Metric</a:t>
            </a:r>
          </a:p>
          <a:p>
            <a:pPr lvl="1"/>
            <a:r>
              <a:rPr lang="en-CA" altLang="en-CH" dirty="0"/>
              <a:t>time to send 100 Mb over the interface</a:t>
            </a:r>
          </a:p>
          <a:p>
            <a:pPr lvl="1"/>
            <a:r>
              <a:rPr lang="en-CA" altLang="en-CH" dirty="0"/>
              <a:t>C = 10</a:t>
            </a:r>
            <a:r>
              <a:rPr lang="en-CA" altLang="en-CH" baseline="30000" dirty="0"/>
              <a:t>8</a:t>
            </a:r>
            <a:r>
              <a:rPr lang="en-CA" altLang="en-CH" dirty="0"/>
              <a:t>/bandwidth</a:t>
            </a:r>
          </a:p>
          <a:p>
            <a:pPr lvl="1"/>
            <a:r>
              <a:rPr lang="en-CA" altLang="en-CH" dirty="0"/>
              <a:t>1 if greater than 100 Mb/s</a:t>
            </a:r>
          </a:p>
          <a:p>
            <a:pPr lvl="1"/>
            <a:r>
              <a:rPr lang="en-CA" altLang="en-CH" dirty="0"/>
              <a:t>can be configured by administrator</a:t>
            </a:r>
          </a:p>
        </p:txBody>
      </p:sp>
    </p:spTree>
  </p:cSld>
  <p:clrMapOvr>
    <a:masterClrMapping/>
  </p:clrMapOvr>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21FD99-166A-9237-042D-981F29DB50F1}"/>
              </a:ext>
            </a:extLst>
          </p:cNvPr>
          <p:cNvSpPr>
            <a:spLocks noGrp="1"/>
          </p:cNvSpPr>
          <p:nvPr>
            <p:ph type="title"/>
          </p:nvPr>
        </p:nvSpPr>
        <p:spPr/>
        <p:txBody>
          <a:bodyPr/>
          <a:lstStyle/>
          <a:p>
            <a:r>
              <a:rPr lang="en-CH" dirty="0"/>
              <a:t>Convergence</a:t>
            </a:r>
          </a:p>
        </p:txBody>
      </p:sp>
      <p:graphicFrame>
        <p:nvGraphicFramePr>
          <p:cNvPr id="5" name="Content Placeholder 4">
            <a:extLst>
              <a:ext uri="{FF2B5EF4-FFF2-40B4-BE49-F238E27FC236}">
                <a16:creationId xmlns:a16="http://schemas.microsoft.com/office/drawing/2014/main" id="{0555FD4C-794A-B65A-4D81-682510464E1D}"/>
              </a:ext>
            </a:extLst>
          </p:cNvPr>
          <p:cNvGraphicFramePr>
            <a:graphicFrameLocks noGrp="1"/>
          </p:cNvGraphicFramePr>
          <p:nvPr>
            <p:ph idx="1"/>
            <p:extLst>
              <p:ext uri="{D42A27DB-BD31-4B8C-83A1-F6EECF244321}">
                <p14:modId xmlns:p14="http://schemas.microsoft.com/office/powerpoint/2010/main" val="3879369243"/>
              </p:ext>
            </p:extLst>
          </p:nvPr>
        </p:nvGraphicFramePr>
        <p:xfrm>
          <a:off x="239713" y="1611313"/>
          <a:ext cx="11807826" cy="4572000"/>
        </p:xfrm>
        <a:graphic>
          <a:graphicData uri="http://schemas.openxmlformats.org/drawingml/2006/table">
            <a:tbl>
              <a:tblPr/>
              <a:tblGrid>
                <a:gridCol w="3935942">
                  <a:extLst>
                    <a:ext uri="{9D8B030D-6E8A-4147-A177-3AD203B41FA5}">
                      <a16:colId xmlns:a16="http://schemas.microsoft.com/office/drawing/2014/main" val="1943364730"/>
                    </a:ext>
                  </a:extLst>
                </a:gridCol>
                <a:gridCol w="3935942">
                  <a:extLst>
                    <a:ext uri="{9D8B030D-6E8A-4147-A177-3AD203B41FA5}">
                      <a16:colId xmlns:a16="http://schemas.microsoft.com/office/drawing/2014/main" val="3675392746"/>
                    </a:ext>
                  </a:extLst>
                </a:gridCol>
                <a:gridCol w="3935942">
                  <a:extLst>
                    <a:ext uri="{9D8B030D-6E8A-4147-A177-3AD203B41FA5}">
                      <a16:colId xmlns:a16="http://schemas.microsoft.com/office/drawing/2014/main" val="3335184169"/>
                    </a:ext>
                  </a:extLst>
                </a:gridCol>
              </a:tblGrid>
              <a:tr h="350520">
                <a:tc>
                  <a:txBody>
                    <a:bodyPr/>
                    <a:lstStyle/>
                    <a:p>
                      <a:pPr algn="l">
                        <a:buNone/>
                      </a:pPr>
                      <a:r>
                        <a:rPr lang="fr-FR" sz="1800">
                          <a:effectLst/>
                        </a:rPr>
                        <a:t>Timer</a:t>
                      </a: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solidFill>
                      <a:srgbClr val="F2F2F2"/>
                    </a:solidFill>
                  </a:tcPr>
                </a:tc>
                <a:tc>
                  <a:txBody>
                    <a:bodyPr/>
                    <a:lstStyle/>
                    <a:p>
                      <a:pPr algn="l">
                        <a:buNone/>
                      </a:pPr>
                      <a:r>
                        <a:rPr lang="fr-FR" sz="1800">
                          <a:effectLst/>
                        </a:rPr>
                        <a:t>Value</a:t>
                      </a: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solidFill>
                      <a:srgbClr val="F2F2F2"/>
                    </a:solidFill>
                  </a:tcPr>
                </a:tc>
                <a:tc>
                  <a:txBody>
                    <a:bodyPr/>
                    <a:lstStyle/>
                    <a:p>
                      <a:pPr algn="l">
                        <a:buNone/>
                      </a:pPr>
                      <a:r>
                        <a:rPr lang="fr-FR" sz="1800">
                          <a:effectLst/>
                        </a:rPr>
                        <a:t>Purpose</a:t>
                      </a: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solidFill>
                      <a:srgbClr val="F2F2F2"/>
                    </a:solidFill>
                  </a:tcPr>
                </a:tc>
                <a:extLst>
                  <a:ext uri="{0D108BD9-81ED-4DB2-BD59-A6C34878D82A}">
                    <a16:rowId xmlns:a16="http://schemas.microsoft.com/office/drawing/2014/main" val="1419573817"/>
                  </a:ext>
                </a:extLst>
              </a:tr>
              <a:tr h="899160">
                <a:tc>
                  <a:txBody>
                    <a:bodyPr/>
                    <a:lstStyle/>
                    <a:p>
                      <a:pPr algn="l">
                        <a:buNone/>
                      </a:pPr>
                      <a:r>
                        <a:rPr lang="fr-FR" sz="1800" b="1">
                          <a:effectLst/>
                        </a:rPr>
                        <a:t>LS Refresh</a:t>
                      </a:r>
                      <a:endParaRPr lang="fr-FR" sz="1800">
                        <a:effectLst/>
                      </a:endParaRP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tc>
                  <a:txBody>
                    <a:bodyPr/>
                    <a:lstStyle/>
                    <a:p>
                      <a:pPr algn="l">
                        <a:buNone/>
                      </a:pPr>
                      <a:r>
                        <a:rPr lang="fr-FR" sz="1800">
                          <a:effectLst/>
                        </a:rPr>
                        <a:t>30 min (1800 sec)</a:t>
                      </a: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tc>
                  <a:txBody>
                    <a:bodyPr/>
                    <a:lstStyle/>
                    <a:p>
                      <a:pPr algn="l">
                        <a:buNone/>
                      </a:pPr>
                      <a:r>
                        <a:rPr lang="en-GB" sz="1800" dirty="0">
                          <a:effectLst/>
                        </a:rPr>
                        <a:t>OSPF routers flood updated LSAs domain-wide to prevent aging out. </a:t>
                      </a: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3150750379"/>
                  </a:ext>
                </a:extLst>
              </a:tr>
              <a:tr h="624840">
                <a:tc>
                  <a:txBody>
                    <a:bodyPr/>
                    <a:lstStyle/>
                    <a:p>
                      <a:pPr algn="l">
                        <a:buNone/>
                      </a:pPr>
                      <a:r>
                        <a:rPr lang="fr-FR" sz="1800" b="1" dirty="0">
                          <a:effectLst/>
                        </a:rPr>
                        <a:t>MaxAge (Route Timeout)</a:t>
                      </a:r>
                      <a:endParaRPr lang="fr-FR" sz="1800" dirty="0">
                        <a:effectLst/>
                      </a:endParaRP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tc>
                  <a:txBody>
                    <a:bodyPr/>
                    <a:lstStyle/>
                    <a:p>
                      <a:pPr algn="l">
                        <a:buNone/>
                      </a:pPr>
                      <a:r>
                        <a:rPr lang="fr-FR" sz="1800">
                          <a:effectLst/>
                        </a:rPr>
                        <a:t>1 hour (3600 sec)</a:t>
                      </a: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tc>
                  <a:txBody>
                    <a:bodyPr/>
                    <a:lstStyle/>
                    <a:p>
                      <a:pPr algn="l">
                        <a:buNone/>
                      </a:pPr>
                      <a:r>
                        <a:rPr lang="en-GB" sz="1800" dirty="0">
                          <a:effectLst/>
                        </a:rPr>
                        <a:t>LSAs invalid after this; removed from LSDB if not refreshed.</a:t>
                      </a: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40310776"/>
                  </a:ext>
                </a:extLst>
              </a:tr>
              <a:tr h="899160">
                <a:tc>
                  <a:txBody>
                    <a:bodyPr/>
                    <a:lstStyle/>
                    <a:p>
                      <a:pPr algn="l">
                        <a:buNone/>
                      </a:pPr>
                      <a:r>
                        <a:rPr lang="fr-FR" sz="1800" b="1" dirty="0">
                          <a:effectLst/>
                        </a:rPr>
                        <a:t>Dead Interval (Failure Detection)</a:t>
                      </a:r>
                      <a:endParaRPr lang="fr-FR" sz="1800" dirty="0">
                        <a:effectLst/>
                      </a:endParaRP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tc>
                  <a:txBody>
                    <a:bodyPr/>
                    <a:lstStyle/>
                    <a:p>
                      <a:pPr algn="l">
                        <a:buNone/>
                      </a:pPr>
                      <a:r>
                        <a:rPr lang="fr-FR" sz="1800">
                          <a:effectLst/>
                        </a:rPr>
                        <a:t>40 sec (4 × Hello)</a:t>
                      </a: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tc>
                  <a:txBody>
                    <a:bodyPr/>
                    <a:lstStyle/>
                    <a:p>
                      <a:pPr algn="l">
                        <a:buNone/>
                      </a:pPr>
                      <a:r>
                        <a:rPr lang="en-GB" sz="1800" dirty="0" err="1">
                          <a:effectLst/>
                        </a:rPr>
                        <a:t>Neighbor</a:t>
                      </a:r>
                      <a:r>
                        <a:rPr lang="en-GB" sz="1800" dirty="0">
                          <a:effectLst/>
                        </a:rPr>
                        <a:t> declared down if no Hello received; triggers SPF </a:t>
                      </a:r>
                      <a:r>
                        <a:rPr lang="en-GB" sz="1800" dirty="0" err="1">
                          <a:effectLst/>
                        </a:rPr>
                        <a:t>recalc</a:t>
                      </a:r>
                      <a:r>
                        <a:rPr lang="en-GB" sz="1800" dirty="0">
                          <a:effectLst/>
                        </a:rPr>
                        <a:t>.</a:t>
                      </a: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7269973"/>
                  </a:ext>
                </a:extLst>
              </a:tr>
              <a:tr h="899160">
                <a:tc>
                  <a:txBody>
                    <a:bodyPr/>
                    <a:lstStyle/>
                    <a:p>
                      <a:pPr algn="l">
                        <a:buNone/>
                      </a:pPr>
                      <a:r>
                        <a:rPr lang="fr-FR" sz="1800" b="1">
                          <a:effectLst/>
                        </a:rPr>
                        <a:t>SPF Throttle (Dijkstra Interval)</a:t>
                      </a:r>
                      <a:endParaRPr lang="fr-FR" sz="1800">
                        <a:effectLst/>
                      </a:endParaRP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tc>
                  <a:txBody>
                    <a:bodyPr/>
                    <a:lstStyle/>
                    <a:p>
                      <a:pPr algn="l">
                        <a:buNone/>
                      </a:pPr>
                      <a:r>
                        <a:rPr lang="fr-FR" sz="1800">
                          <a:effectLst/>
                        </a:rPr>
                        <a:t>30 sec (min)</a:t>
                      </a: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tc>
                  <a:txBody>
                    <a:bodyPr/>
                    <a:lstStyle/>
                    <a:p>
                      <a:pPr algn="l">
                        <a:buNone/>
                      </a:pPr>
                      <a:r>
                        <a:rPr lang="en-GB" sz="1800" dirty="0">
                          <a:effectLst/>
                        </a:rPr>
                        <a:t>Minimum time between SPF </a:t>
                      </a:r>
                      <a:r>
                        <a:rPr lang="en-GB" sz="1800" dirty="0" err="1">
                          <a:effectLst/>
                        </a:rPr>
                        <a:t>recomputations</a:t>
                      </a:r>
                      <a:r>
                        <a:rPr lang="en-GB" sz="1800" dirty="0">
                          <a:effectLst/>
                        </a:rPr>
                        <a:t> to avoid overload.</a:t>
                      </a: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2210906634"/>
                  </a:ext>
                </a:extLst>
              </a:tr>
              <a:tr h="899160">
                <a:tc>
                  <a:txBody>
                    <a:bodyPr/>
                    <a:lstStyle/>
                    <a:p>
                      <a:pPr algn="l">
                        <a:buNone/>
                      </a:pPr>
                      <a:r>
                        <a:rPr lang="fr-FR" sz="1800" b="1">
                          <a:effectLst/>
                        </a:rPr>
                        <a:t>Reconfiguration Time</a:t>
                      </a:r>
                      <a:endParaRPr lang="fr-FR" sz="1800">
                        <a:effectLst/>
                      </a:endParaRP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tc>
                  <a:txBody>
                    <a:bodyPr/>
                    <a:lstStyle/>
                    <a:p>
                      <a:pPr algn="l">
                        <a:buNone/>
                      </a:pPr>
                      <a:r>
                        <a:rPr lang="fr-FR" sz="1800">
                          <a:effectLst/>
                        </a:rPr>
                        <a:t>~70 sec</a:t>
                      </a: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tc>
                  <a:txBody>
                    <a:bodyPr/>
                    <a:lstStyle/>
                    <a:p>
                      <a:pPr algn="l">
                        <a:buNone/>
                      </a:pPr>
                      <a:r>
                        <a:rPr lang="en-GB" sz="1800" dirty="0">
                          <a:effectLst/>
                        </a:rPr>
                        <a:t>Total convergence after config change (Hello dead + SPF delays). </a:t>
                      </a: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2083691842"/>
                  </a:ext>
                </a:extLst>
              </a:tr>
            </a:tbl>
          </a:graphicData>
        </a:graphic>
      </p:graphicFrame>
      <p:sp>
        <p:nvSpPr>
          <p:cNvPr id="4" name="Footer Placeholder 3">
            <a:extLst>
              <a:ext uri="{FF2B5EF4-FFF2-40B4-BE49-F238E27FC236}">
                <a16:creationId xmlns:a16="http://schemas.microsoft.com/office/drawing/2014/main" id="{7B5055CE-5415-7E25-DEF2-37455F0C528A}"/>
              </a:ext>
            </a:extLst>
          </p:cNvPr>
          <p:cNvSpPr>
            <a:spLocks noGrp="1"/>
          </p:cNvSpPr>
          <p:nvPr>
            <p:ph type="ftr" sz="quarter" idx="10"/>
          </p:nvPr>
        </p:nvSpPr>
        <p:spPr/>
        <p:txBody>
          <a:bodyPr/>
          <a:lstStyle/>
          <a:p>
            <a:fld id="{2411D3D5-6C3D-4686-82C0-52436BB000EB}" type="slidenum">
              <a:rPr lang="en-US" altLang="en-CH" smtClean="0"/>
              <a:pPr/>
              <a:t>51</a:t>
            </a:fld>
            <a:endParaRPr lang="en-US" altLang="en-CH"/>
          </a:p>
        </p:txBody>
      </p:sp>
    </p:spTree>
    <p:extLst>
      <p:ext uri="{BB962C8B-B14F-4D97-AF65-F5344CB8AC3E}">
        <p14:creationId xmlns:p14="http://schemas.microsoft.com/office/powerpoint/2010/main" val="1922885742"/>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41C9C1-A430-DE8E-9A20-4CC89FF7257A}"/>
              </a:ext>
            </a:extLst>
          </p:cNvPr>
          <p:cNvSpPr>
            <a:spLocks noGrp="1"/>
          </p:cNvSpPr>
          <p:nvPr>
            <p:ph type="title"/>
          </p:nvPr>
        </p:nvSpPr>
        <p:spPr/>
        <p:txBody>
          <a:bodyPr/>
          <a:lstStyle/>
          <a:p>
            <a:r>
              <a:rPr lang="en-CH" dirty="0"/>
              <a:t>Convergence - Proposals</a:t>
            </a:r>
          </a:p>
        </p:txBody>
      </p:sp>
      <p:graphicFrame>
        <p:nvGraphicFramePr>
          <p:cNvPr id="5" name="Content Placeholder 4">
            <a:extLst>
              <a:ext uri="{FF2B5EF4-FFF2-40B4-BE49-F238E27FC236}">
                <a16:creationId xmlns:a16="http://schemas.microsoft.com/office/drawing/2014/main" id="{36D00983-25F5-22A5-A5BE-5E8E8B323548}"/>
              </a:ext>
            </a:extLst>
          </p:cNvPr>
          <p:cNvGraphicFramePr>
            <a:graphicFrameLocks noGrp="1"/>
          </p:cNvGraphicFramePr>
          <p:nvPr>
            <p:ph idx="1"/>
            <p:extLst>
              <p:ext uri="{D42A27DB-BD31-4B8C-83A1-F6EECF244321}">
                <p14:modId xmlns:p14="http://schemas.microsoft.com/office/powerpoint/2010/main" val="1794753355"/>
              </p:ext>
            </p:extLst>
          </p:nvPr>
        </p:nvGraphicFramePr>
        <p:xfrm>
          <a:off x="96837" y="2868960"/>
          <a:ext cx="11807826" cy="1600200"/>
        </p:xfrm>
        <a:graphic>
          <a:graphicData uri="http://schemas.openxmlformats.org/drawingml/2006/table">
            <a:tbl>
              <a:tblPr/>
              <a:tblGrid>
                <a:gridCol w="3935942">
                  <a:extLst>
                    <a:ext uri="{9D8B030D-6E8A-4147-A177-3AD203B41FA5}">
                      <a16:colId xmlns:a16="http://schemas.microsoft.com/office/drawing/2014/main" val="389251507"/>
                    </a:ext>
                  </a:extLst>
                </a:gridCol>
                <a:gridCol w="3935942">
                  <a:extLst>
                    <a:ext uri="{9D8B030D-6E8A-4147-A177-3AD203B41FA5}">
                      <a16:colId xmlns:a16="http://schemas.microsoft.com/office/drawing/2014/main" val="433213231"/>
                    </a:ext>
                  </a:extLst>
                </a:gridCol>
                <a:gridCol w="3935942">
                  <a:extLst>
                    <a:ext uri="{9D8B030D-6E8A-4147-A177-3AD203B41FA5}">
                      <a16:colId xmlns:a16="http://schemas.microsoft.com/office/drawing/2014/main" val="1762424099"/>
                    </a:ext>
                  </a:extLst>
                </a:gridCol>
              </a:tblGrid>
              <a:tr h="350520">
                <a:tc>
                  <a:txBody>
                    <a:bodyPr/>
                    <a:lstStyle/>
                    <a:p>
                      <a:pPr algn="l">
                        <a:buNone/>
                      </a:pPr>
                      <a:r>
                        <a:rPr lang="fr-FR" sz="1800">
                          <a:effectLst/>
                        </a:rPr>
                        <a:t>Proposal</a:t>
                      </a: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solidFill>
                      <a:srgbClr val="F2F2F2"/>
                    </a:solidFill>
                  </a:tcPr>
                </a:tc>
                <a:tc>
                  <a:txBody>
                    <a:bodyPr/>
                    <a:lstStyle/>
                    <a:p>
                      <a:pPr algn="l">
                        <a:buNone/>
                      </a:pPr>
                      <a:r>
                        <a:rPr lang="fr-FR" sz="1800">
                          <a:effectLst/>
                        </a:rPr>
                        <a:t>Value</a:t>
                      </a: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solidFill>
                      <a:srgbClr val="F2F2F2"/>
                    </a:solidFill>
                  </a:tcPr>
                </a:tc>
                <a:tc>
                  <a:txBody>
                    <a:bodyPr/>
                    <a:lstStyle/>
                    <a:p>
                      <a:pPr algn="l">
                        <a:buNone/>
                      </a:pPr>
                      <a:r>
                        <a:rPr lang="fr-FR" sz="1800">
                          <a:effectLst/>
                        </a:rPr>
                        <a:t>Benefit</a:t>
                      </a: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solidFill>
                      <a:srgbClr val="F2F2F2"/>
                    </a:solidFill>
                  </a:tcPr>
                </a:tc>
                <a:extLst>
                  <a:ext uri="{0D108BD9-81ED-4DB2-BD59-A6C34878D82A}">
                    <a16:rowId xmlns:a16="http://schemas.microsoft.com/office/drawing/2014/main" val="525913055"/>
                  </a:ext>
                </a:extLst>
              </a:tr>
              <a:tr h="624840">
                <a:tc>
                  <a:txBody>
                    <a:bodyPr/>
                    <a:lstStyle/>
                    <a:p>
                      <a:pPr algn="l">
                        <a:buNone/>
                      </a:pPr>
                      <a:r>
                        <a:rPr lang="fr-FR" sz="1800" b="1">
                          <a:effectLst/>
                        </a:rPr>
                        <a:t>Hello</a:t>
                      </a:r>
                      <a:endParaRPr lang="fr-FR" sz="1800">
                        <a:effectLst/>
                      </a:endParaRP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tc>
                  <a:txBody>
                    <a:bodyPr/>
                    <a:lstStyle/>
                    <a:p>
                      <a:pPr algn="l">
                        <a:buNone/>
                      </a:pPr>
                      <a:r>
                        <a:rPr lang="fr-FR" sz="1800">
                          <a:effectLst/>
                        </a:rPr>
                        <a:t>Every 100 ms</a:t>
                      </a: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tc>
                  <a:txBody>
                    <a:bodyPr/>
                    <a:lstStyle/>
                    <a:p>
                      <a:pPr algn="l">
                        <a:buNone/>
                      </a:pPr>
                      <a:r>
                        <a:rPr lang="en-GB" sz="1800" dirty="0">
                          <a:effectLst/>
                        </a:rPr>
                        <a:t>Ultra-fast </a:t>
                      </a:r>
                      <a:r>
                        <a:rPr lang="en-GB" sz="1800" dirty="0" err="1">
                          <a:effectLst/>
                        </a:rPr>
                        <a:t>neighbor</a:t>
                      </a:r>
                      <a:r>
                        <a:rPr lang="en-GB" sz="1800" dirty="0">
                          <a:effectLst/>
                        </a:rPr>
                        <a:t> detection.</a:t>
                      </a: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3902743788"/>
                  </a:ext>
                </a:extLst>
              </a:tr>
              <a:tr h="624840">
                <a:tc>
                  <a:txBody>
                    <a:bodyPr/>
                    <a:lstStyle/>
                    <a:p>
                      <a:pPr algn="l">
                        <a:buNone/>
                      </a:pPr>
                      <a:r>
                        <a:rPr lang="fr-FR" sz="1800" b="1">
                          <a:effectLst/>
                        </a:rPr>
                        <a:t>SPF</a:t>
                      </a:r>
                      <a:endParaRPr lang="fr-FR" sz="1800">
                        <a:effectLst/>
                      </a:endParaRP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tc>
                  <a:txBody>
                    <a:bodyPr/>
                    <a:lstStyle/>
                    <a:p>
                      <a:pPr algn="l">
                        <a:buNone/>
                      </a:pPr>
                      <a:r>
                        <a:rPr lang="fr-FR" sz="1800" dirty="0">
                          <a:effectLst/>
                        </a:rPr>
                        <a:t>Immediately (on change)</a:t>
                      </a: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tc>
                  <a:txBody>
                    <a:bodyPr/>
                    <a:lstStyle/>
                    <a:p>
                      <a:pPr algn="l">
                        <a:buNone/>
                      </a:pPr>
                      <a:r>
                        <a:rPr lang="fr-FR" sz="1800" dirty="0">
                          <a:effectLst/>
                        </a:rPr>
                        <a:t>Instant Dijkstra recompute, no throttling.</a:t>
                      </a:r>
                    </a:p>
                  </a:txBody>
                  <a:tcPr marL="38100" marR="38100" marT="38100" marB="38100" anchor="ctr">
                    <a:lnL w="4763" cap="flat" cmpd="sng" algn="ctr">
                      <a:solidFill>
                        <a:srgbClr val="DDDDDD"/>
                      </a:solidFill>
                      <a:prstDash val="solid"/>
                      <a:round/>
                      <a:headEnd type="none" w="med" len="med"/>
                      <a:tailEnd type="none" w="med" len="med"/>
                    </a:lnL>
                    <a:lnR w="4763" cap="flat" cmpd="sng" algn="ctr">
                      <a:solidFill>
                        <a:srgbClr val="DDDDDD"/>
                      </a:solidFill>
                      <a:prstDash val="solid"/>
                      <a:round/>
                      <a:headEnd type="none" w="med" len="med"/>
                      <a:tailEnd type="none" w="med" len="med"/>
                    </a:lnR>
                    <a:lnT w="4763" cap="flat" cmpd="sng" algn="ctr">
                      <a:solidFill>
                        <a:srgbClr val="DDDDDD"/>
                      </a:solidFill>
                      <a:prstDash val="solid"/>
                      <a:round/>
                      <a:headEnd type="none" w="med" len="med"/>
                      <a:tailEnd type="none" w="med" len="med"/>
                    </a:lnT>
                    <a:lnB w="4763" cap="flat" cmpd="sng" algn="ctr">
                      <a:solidFill>
                        <a:srgbClr val="DDDDDD"/>
                      </a:solidFill>
                      <a:prstDash val="solid"/>
                      <a:round/>
                      <a:headEnd type="none" w="med" len="med"/>
                      <a:tailEnd type="none" w="med" len="med"/>
                    </a:lnB>
                    <a:noFill/>
                  </a:tcPr>
                </a:tc>
                <a:extLst>
                  <a:ext uri="{0D108BD9-81ED-4DB2-BD59-A6C34878D82A}">
                    <a16:rowId xmlns:a16="http://schemas.microsoft.com/office/drawing/2014/main" val="1682428176"/>
                  </a:ext>
                </a:extLst>
              </a:tr>
            </a:tbl>
          </a:graphicData>
        </a:graphic>
      </p:graphicFrame>
      <p:sp>
        <p:nvSpPr>
          <p:cNvPr id="4" name="Footer Placeholder 3">
            <a:extLst>
              <a:ext uri="{FF2B5EF4-FFF2-40B4-BE49-F238E27FC236}">
                <a16:creationId xmlns:a16="http://schemas.microsoft.com/office/drawing/2014/main" id="{1913799C-C7A5-2657-BC39-508BA24F745F}"/>
              </a:ext>
            </a:extLst>
          </p:cNvPr>
          <p:cNvSpPr>
            <a:spLocks noGrp="1"/>
          </p:cNvSpPr>
          <p:nvPr>
            <p:ph type="ftr" sz="quarter" idx="10"/>
          </p:nvPr>
        </p:nvSpPr>
        <p:spPr/>
        <p:txBody>
          <a:bodyPr/>
          <a:lstStyle/>
          <a:p>
            <a:fld id="{2411D3D5-6C3D-4686-82C0-52436BB000EB}" type="slidenum">
              <a:rPr lang="en-US" altLang="en-CH" smtClean="0"/>
              <a:pPr/>
              <a:t>52</a:t>
            </a:fld>
            <a:endParaRPr lang="en-US" altLang="en-CH"/>
          </a:p>
        </p:txBody>
      </p:sp>
      <p:sp>
        <p:nvSpPr>
          <p:cNvPr id="7" name="TextBox 6">
            <a:extLst>
              <a:ext uri="{FF2B5EF4-FFF2-40B4-BE49-F238E27FC236}">
                <a16:creationId xmlns:a16="http://schemas.microsoft.com/office/drawing/2014/main" id="{7177A389-8CF4-72D8-155A-DD3D75E71B0F}"/>
              </a:ext>
            </a:extLst>
          </p:cNvPr>
          <p:cNvSpPr txBox="1"/>
          <p:nvPr/>
        </p:nvSpPr>
        <p:spPr>
          <a:xfrm>
            <a:off x="407368" y="1196752"/>
            <a:ext cx="10753693" cy="954107"/>
          </a:xfrm>
          <a:prstGeom prst="rect">
            <a:avLst/>
          </a:prstGeom>
          <a:noFill/>
        </p:spPr>
        <p:txBody>
          <a:bodyPr wrap="square">
            <a:spAutoFit/>
          </a:bodyPr>
          <a:lstStyle/>
          <a:p>
            <a:r>
              <a:rPr lang="en-GB" sz="2800" dirty="0"/>
              <a:t>Proposals cut reconvergence from ~70 sec to sub-second using Bidirectional Forwarding Detection (BFD) for Hellos</a:t>
            </a:r>
            <a:endParaRPr lang="en-CH" sz="2800" dirty="0"/>
          </a:p>
        </p:txBody>
      </p:sp>
    </p:spTree>
    <p:extLst>
      <p:ext uri="{BB962C8B-B14F-4D97-AF65-F5344CB8AC3E}">
        <p14:creationId xmlns:p14="http://schemas.microsoft.com/office/powerpoint/2010/main" val="197293622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3">
            <a:extLst>
              <a:ext uri="{FF2B5EF4-FFF2-40B4-BE49-F238E27FC236}">
                <a16:creationId xmlns:a16="http://schemas.microsoft.com/office/drawing/2014/main" id="{47D9A788-2FE6-F897-9749-641571D82F63}"/>
              </a:ext>
            </a:extLst>
          </p:cNvPr>
          <p:cNvSpPr>
            <a:spLocks noGrp="1"/>
          </p:cNvSpPr>
          <p:nvPr>
            <p:ph type="ftr" sz="quarter" idx="10"/>
          </p:nvPr>
        </p:nvSpPr>
        <p:spPr/>
        <p:txBody>
          <a:bodyPr/>
          <a:lstStyle/>
          <a:p>
            <a:pPr eaLnBrk="1" hangingPunct="1"/>
            <a:fld id="{AB9A019E-76A3-4FD9-B725-85761CF3D809}" type="slidenum">
              <a:rPr lang="en-US" altLang="en-CH">
                <a:solidFill>
                  <a:srgbClr val="000000"/>
                </a:solidFill>
              </a:rPr>
              <a:pPr eaLnBrk="1" hangingPunct="1"/>
              <a:t>53</a:t>
            </a:fld>
            <a:endParaRPr lang="en-US" altLang="en-CH">
              <a:solidFill>
                <a:srgbClr val="000000"/>
              </a:solidFill>
            </a:endParaRPr>
          </a:p>
        </p:txBody>
      </p:sp>
      <p:sp>
        <p:nvSpPr>
          <p:cNvPr id="470018" name="Rectangle 2">
            <a:extLst>
              <a:ext uri="{FF2B5EF4-FFF2-40B4-BE49-F238E27FC236}">
                <a16:creationId xmlns:a16="http://schemas.microsoft.com/office/drawing/2014/main" id="{C8E4E905-6133-8D7B-AC6D-92E59C37E09C}"/>
              </a:ext>
            </a:extLst>
          </p:cNvPr>
          <p:cNvSpPr>
            <a:spLocks noGrp="1" noChangeArrowheads="1"/>
          </p:cNvSpPr>
          <p:nvPr>
            <p:ph type="title"/>
          </p:nvPr>
        </p:nvSpPr>
        <p:spPr/>
        <p:txBody>
          <a:bodyPr/>
          <a:lstStyle/>
          <a:p>
            <a:r>
              <a:rPr lang="en-US" altLang="en-CH"/>
              <a:t>Conclusion</a:t>
            </a:r>
          </a:p>
        </p:txBody>
      </p:sp>
      <p:sp>
        <p:nvSpPr>
          <p:cNvPr id="470019" name="Rectangle 3">
            <a:extLst>
              <a:ext uri="{FF2B5EF4-FFF2-40B4-BE49-F238E27FC236}">
                <a16:creationId xmlns:a16="http://schemas.microsoft.com/office/drawing/2014/main" id="{781B972F-38A9-11E6-2BDA-C409155D4D34}"/>
              </a:ext>
            </a:extLst>
          </p:cNvPr>
          <p:cNvSpPr>
            <a:spLocks noGrp="1" noChangeArrowheads="1"/>
          </p:cNvSpPr>
          <p:nvPr>
            <p:ph type="body" idx="1"/>
          </p:nvPr>
        </p:nvSpPr>
        <p:spPr/>
        <p:txBody>
          <a:bodyPr/>
          <a:lstStyle/>
          <a:p>
            <a:r>
              <a:rPr lang="en-US" altLang="en-CH"/>
              <a:t>OSPF vs. RIP</a:t>
            </a:r>
          </a:p>
          <a:p>
            <a:pPr lvl="1"/>
            <a:r>
              <a:rPr lang="en-US" altLang="en-CH"/>
              <a:t>much more complex, but presents many advantages</a:t>
            </a:r>
          </a:p>
          <a:p>
            <a:pPr lvl="2"/>
            <a:r>
              <a:rPr lang="en-US" altLang="en-CH"/>
              <a:t>no count to infinity</a:t>
            </a:r>
          </a:p>
          <a:p>
            <a:pPr lvl="2"/>
            <a:r>
              <a:rPr lang="en-US" altLang="en-CH"/>
              <a:t>no limit on the number of hops (OSPF topologies limited by Network and Router LSA size (max 64KB) to O(5000) links)</a:t>
            </a:r>
          </a:p>
          <a:p>
            <a:pPr lvl="2"/>
            <a:r>
              <a:rPr lang="en-US" altLang="en-CH"/>
              <a:t>less signaling traffic (LS Update every 30 min)</a:t>
            </a:r>
          </a:p>
          <a:p>
            <a:pPr lvl="2"/>
            <a:r>
              <a:rPr lang="en-US" altLang="en-CH"/>
              <a:t>advanced metric</a:t>
            </a:r>
          </a:p>
          <a:p>
            <a:pPr lvl="2"/>
            <a:r>
              <a:rPr lang="en-US" altLang="en-CH"/>
              <a:t>large networks - hierarchical routing</a:t>
            </a:r>
          </a:p>
          <a:p>
            <a:pPr lvl="1"/>
            <a:r>
              <a:rPr lang="en-US" altLang="en-CH"/>
              <a:t>most of the traffic when change in topology</a:t>
            </a:r>
          </a:p>
          <a:p>
            <a:pPr lvl="2"/>
            <a:r>
              <a:rPr lang="en-US" altLang="en-CH"/>
              <a:t>but periodic Hello messages</a:t>
            </a:r>
          </a:p>
          <a:p>
            <a:pPr lvl="2"/>
            <a:r>
              <a:rPr lang="en-US" altLang="en-CH"/>
              <a:t>in RIP: periodic routing information traffic</a:t>
            </a:r>
          </a:p>
          <a:p>
            <a:pPr lvl="1"/>
            <a:r>
              <a:rPr lang="en-US" altLang="en-CH"/>
              <a:t>drawback</a:t>
            </a:r>
          </a:p>
          <a:p>
            <a:pPr lvl="2"/>
            <a:r>
              <a:rPr lang="en-US" altLang="en-CH"/>
              <a:t>difficult to configure</a:t>
            </a:r>
          </a:p>
          <a:p>
            <a:pPr lvl="1">
              <a:buFont typeface="Wingdings" panose="05000000000000000000" pitchFamily="2" charset="2"/>
              <a:buNone/>
            </a:pPr>
            <a:endParaRPr lang="en-US" altLang="en-CH"/>
          </a:p>
          <a:p>
            <a:pPr lvl="2"/>
            <a:endParaRPr lang="en-US" altLang="en-CH"/>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4">
            <a:extLst>
              <a:ext uri="{FF2B5EF4-FFF2-40B4-BE49-F238E27FC236}">
                <a16:creationId xmlns:a16="http://schemas.microsoft.com/office/drawing/2014/main" id="{4F93639E-4D56-C70C-7669-5B171DCBD2DA}"/>
              </a:ext>
            </a:extLst>
          </p:cNvPr>
          <p:cNvSpPr>
            <a:spLocks noGrp="1" noChangeArrowheads="1"/>
          </p:cNvSpPr>
          <p:nvPr>
            <p:ph type="title"/>
          </p:nvPr>
        </p:nvSpPr>
        <p:spPr/>
        <p:txBody>
          <a:bodyPr/>
          <a:lstStyle/>
          <a:p>
            <a:pPr eaLnBrk="1" hangingPunct="1"/>
            <a:r>
              <a:rPr lang="it-IT" altLang="it-IT" sz="4800" dirty="0"/>
              <a:t>a </a:t>
            </a:r>
            <a:r>
              <a:rPr lang="it-IT" altLang="it-IT" sz="4800" dirty="0" err="1"/>
              <a:t>simple</a:t>
            </a:r>
            <a:r>
              <a:rPr lang="it-IT" altLang="it-IT" sz="4800" dirty="0"/>
              <a:t> </a:t>
            </a:r>
            <a:r>
              <a:rPr lang="it-IT" altLang="it-IT" sz="4800" dirty="0" err="1"/>
              <a:t>ospf</a:t>
            </a:r>
            <a:r>
              <a:rPr lang="it-IT" altLang="it-IT" sz="4800" dirty="0"/>
              <a:t> lab</a:t>
            </a:r>
          </a:p>
        </p:txBody>
      </p:sp>
      <p:sp>
        <p:nvSpPr>
          <p:cNvPr id="10243" name="Rectangle 5">
            <a:extLst>
              <a:ext uri="{FF2B5EF4-FFF2-40B4-BE49-F238E27FC236}">
                <a16:creationId xmlns:a16="http://schemas.microsoft.com/office/drawing/2014/main" id="{778F3B59-DCFF-9984-6C4D-129F697DD280}"/>
              </a:ext>
            </a:extLst>
          </p:cNvPr>
          <p:cNvSpPr>
            <a:spLocks noGrp="1" noChangeArrowheads="1"/>
          </p:cNvSpPr>
          <p:nvPr>
            <p:ph type="subTitle" idx="1"/>
          </p:nvPr>
        </p:nvSpPr>
        <p:spPr/>
        <p:txBody>
          <a:bodyPr/>
          <a:lstStyle/>
          <a:p>
            <a:pPr eaLnBrk="1" hangingPunct="1"/>
            <a:r>
              <a:rPr lang="it-IT" altLang="it-IT"/>
              <a:t>single-area</a:t>
            </a:r>
          </a:p>
        </p:txBody>
      </p:sp>
      <p:sp>
        <p:nvSpPr>
          <p:cNvPr id="2" name="Date Placeholder 1">
            <a:extLst>
              <a:ext uri="{FF2B5EF4-FFF2-40B4-BE49-F238E27FC236}">
                <a16:creationId xmlns:a16="http://schemas.microsoft.com/office/drawing/2014/main" id="{C7A6E928-1DDF-B78B-722C-6C9E7AB53BB7}"/>
              </a:ext>
            </a:extLst>
          </p:cNvPr>
          <p:cNvSpPr>
            <a:spLocks noGrp="1"/>
          </p:cNvSpPr>
          <p:nvPr>
            <p:ph type="dt" sz="half" idx="10"/>
          </p:nvPr>
        </p:nvSpPr>
        <p:spPr/>
        <p:txBody>
          <a:bodyPr/>
          <a:lstStyle/>
          <a:p>
            <a:r>
              <a:rPr lang="it-IT" altLang="en-IT"/>
              <a:t>last update: Oct 2023</a:t>
            </a:r>
          </a:p>
        </p:txBody>
      </p:sp>
      <p:sp>
        <p:nvSpPr>
          <p:cNvPr id="3" name="Footer Placeholder 2">
            <a:extLst>
              <a:ext uri="{FF2B5EF4-FFF2-40B4-BE49-F238E27FC236}">
                <a16:creationId xmlns:a16="http://schemas.microsoft.com/office/drawing/2014/main" id="{BA84F80C-E896-308F-E90D-8ECF0F35D7DF}"/>
              </a:ext>
            </a:extLst>
          </p:cNvPr>
          <p:cNvSpPr>
            <a:spLocks noGrp="1"/>
          </p:cNvSpPr>
          <p:nvPr>
            <p:ph type="ftr" sz="quarter" idx="11"/>
          </p:nvPr>
        </p:nvSpPr>
        <p:spPr/>
        <p:txBody>
          <a:bodyPr/>
          <a:lstStyle/>
          <a:p>
            <a:r>
              <a:rPr lang="it-IT" altLang="en-IT"/>
              <a:t>kathara – [ labs: ospf_frr ]</a:t>
            </a: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9" name="Rectangle 176">
            <a:extLst>
              <a:ext uri="{FF2B5EF4-FFF2-40B4-BE49-F238E27FC236}">
                <a16:creationId xmlns:a16="http://schemas.microsoft.com/office/drawing/2014/main" id="{95F7DB70-0D11-A1F6-2411-716C4705E8BA}"/>
              </a:ext>
            </a:extLst>
          </p:cNvPr>
          <p:cNvSpPr>
            <a:spLocks noGrp="1" noChangeArrowheads="1"/>
          </p:cNvSpPr>
          <p:nvPr>
            <p:ph type="title"/>
          </p:nvPr>
        </p:nvSpPr>
        <p:spPr/>
        <p:txBody>
          <a:bodyPr/>
          <a:lstStyle/>
          <a:p>
            <a:pPr eaLnBrk="1" hangingPunct="1"/>
            <a:r>
              <a:rPr lang="it-IT" altLang="it-IT"/>
              <a:t>lab topology</a:t>
            </a:r>
          </a:p>
        </p:txBody>
      </p:sp>
      <p:sp>
        <p:nvSpPr>
          <p:cNvPr id="2" name="Rectangle 4">
            <a:extLst>
              <a:ext uri="{FF2B5EF4-FFF2-40B4-BE49-F238E27FC236}">
                <a16:creationId xmlns:a16="http://schemas.microsoft.com/office/drawing/2014/main" id="{3178FE22-7FB8-2830-F528-D1976359A86C}"/>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D7E5809D-7377-D73F-53AE-38BF359941E0}"/>
              </a:ext>
            </a:extLst>
          </p:cNvPr>
          <p:cNvSpPr>
            <a:spLocks noGrp="1" noChangeArrowheads="1"/>
          </p:cNvSpPr>
          <p:nvPr>
            <p:ph type="ftr" sz="quarter" idx="11"/>
          </p:nvPr>
        </p:nvSpPr>
        <p:spPr>
          <a:ln/>
        </p:spPr>
        <p:txBody>
          <a:bodyPr/>
          <a:lstStyle/>
          <a:p>
            <a:r>
              <a:rPr lang="it-IT" altLang="en-IT"/>
              <a:t>kathara – [ labs: ospf_frr ]</a:t>
            </a:r>
          </a:p>
        </p:txBody>
      </p:sp>
      <p:sp>
        <p:nvSpPr>
          <p:cNvPr id="11268" name="AutoShape 102">
            <a:extLst>
              <a:ext uri="{FF2B5EF4-FFF2-40B4-BE49-F238E27FC236}">
                <a16:creationId xmlns:a16="http://schemas.microsoft.com/office/drawing/2014/main" id="{37A0976D-6E67-123F-4838-664D60886435}"/>
              </a:ext>
            </a:extLst>
          </p:cNvPr>
          <p:cNvSpPr>
            <a:spLocks noChangeArrowheads="1"/>
          </p:cNvSpPr>
          <p:nvPr/>
        </p:nvSpPr>
        <p:spPr bwMode="auto">
          <a:xfrm>
            <a:off x="1631950" y="5284789"/>
            <a:ext cx="1011238"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Area ID</a:t>
            </a:r>
          </a:p>
        </p:txBody>
      </p:sp>
      <p:grpSp>
        <p:nvGrpSpPr>
          <p:cNvPr id="11270" name="Group 195">
            <a:extLst>
              <a:ext uri="{FF2B5EF4-FFF2-40B4-BE49-F238E27FC236}">
                <a16:creationId xmlns:a16="http://schemas.microsoft.com/office/drawing/2014/main" id="{EAFB3E39-C8AB-85E2-011C-F93F484FD77D}"/>
              </a:ext>
            </a:extLst>
          </p:cNvPr>
          <p:cNvGrpSpPr>
            <a:grpSpLocks/>
          </p:cNvGrpSpPr>
          <p:nvPr/>
        </p:nvGrpSpPr>
        <p:grpSpPr bwMode="auto">
          <a:xfrm>
            <a:off x="1524001" y="1661825"/>
            <a:ext cx="9144000" cy="4508500"/>
            <a:chOff x="-177" y="1030"/>
            <a:chExt cx="5760" cy="2840"/>
          </a:xfrm>
        </p:grpSpPr>
        <p:grpSp>
          <p:nvGrpSpPr>
            <p:cNvPr id="11442" name="Group 194">
              <a:extLst>
                <a:ext uri="{FF2B5EF4-FFF2-40B4-BE49-F238E27FC236}">
                  <a16:creationId xmlns:a16="http://schemas.microsoft.com/office/drawing/2014/main" id="{1FC6D2FC-4B07-60BC-8167-E51FE878FE1A}"/>
                </a:ext>
              </a:extLst>
            </p:cNvPr>
            <p:cNvGrpSpPr>
              <a:grpSpLocks/>
            </p:cNvGrpSpPr>
            <p:nvPr/>
          </p:nvGrpSpPr>
          <p:grpSpPr bwMode="auto">
            <a:xfrm>
              <a:off x="-177" y="1221"/>
              <a:ext cx="5760" cy="2649"/>
              <a:chOff x="-177" y="1221"/>
              <a:chExt cx="5760" cy="2649"/>
            </a:xfrm>
          </p:grpSpPr>
          <p:sp>
            <p:nvSpPr>
              <p:cNvPr id="11444" name="Oval 5">
                <a:extLst>
                  <a:ext uri="{FF2B5EF4-FFF2-40B4-BE49-F238E27FC236}">
                    <a16:creationId xmlns:a16="http://schemas.microsoft.com/office/drawing/2014/main" id="{7502B73C-1D20-CE1B-52FA-665F463B7242}"/>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1445" name="Oval 6">
                <a:extLst>
                  <a:ext uri="{FF2B5EF4-FFF2-40B4-BE49-F238E27FC236}">
                    <a16:creationId xmlns:a16="http://schemas.microsoft.com/office/drawing/2014/main" id="{3E7F2292-8D2A-4AEF-66CC-62BFCEC6A39C}"/>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1446" name="Oval 7">
                <a:extLst>
                  <a:ext uri="{FF2B5EF4-FFF2-40B4-BE49-F238E27FC236}">
                    <a16:creationId xmlns:a16="http://schemas.microsoft.com/office/drawing/2014/main" id="{3D7CF64D-9239-A6E0-A422-AB90FDB80FBD}"/>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1447" name="Oval 8">
                <a:extLst>
                  <a:ext uri="{FF2B5EF4-FFF2-40B4-BE49-F238E27FC236}">
                    <a16:creationId xmlns:a16="http://schemas.microsoft.com/office/drawing/2014/main" id="{664C3ACC-DF11-3330-62AE-0A027809F06C}"/>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1448" name="Oval 9">
                <a:extLst>
                  <a:ext uri="{FF2B5EF4-FFF2-40B4-BE49-F238E27FC236}">
                    <a16:creationId xmlns:a16="http://schemas.microsoft.com/office/drawing/2014/main" id="{0B32F74C-23CF-81D4-DD82-FE6B2482A179}"/>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1449" name="Oval 10">
                <a:extLst>
                  <a:ext uri="{FF2B5EF4-FFF2-40B4-BE49-F238E27FC236}">
                    <a16:creationId xmlns:a16="http://schemas.microsoft.com/office/drawing/2014/main" id="{D4F3F67F-05E6-F1C8-C072-3FF53D67FDE5}"/>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1450" name="Oval 11">
                <a:extLst>
                  <a:ext uri="{FF2B5EF4-FFF2-40B4-BE49-F238E27FC236}">
                    <a16:creationId xmlns:a16="http://schemas.microsoft.com/office/drawing/2014/main" id="{5DE4FA29-DF3B-F6D0-41FE-BE448D11BDC9}"/>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1451" name="Oval 12">
                <a:extLst>
                  <a:ext uri="{FF2B5EF4-FFF2-40B4-BE49-F238E27FC236}">
                    <a16:creationId xmlns:a16="http://schemas.microsoft.com/office/drawing/2014/main" id="{BE149C5E-D5F4-81D4-D921-0682F26FBFDA}"/>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1452" name="Oval 13">
                <a:extLst>
                  <a:ext uri="{FF2B5EF4-FFF2-40B4-BE49-F238E27FC236}">
                    <a16:creationId xmlns:a16="http://schemas.microsoft.com/office/drawing/2014/main" id="{734EDBEF-F449-3D54-B90D-5A37011D7515}"/>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11443" name="Oval 14">
              <a:extLst>
                <a:ext uri="{FF2B5EF4-FFF2-40B4-BE49-F238E27FC236}">
                  <a16:creationId xmlns:a16="http://schemas.microsoft.com/office/drawing/2014/main" id="{2F481A7C-C9B2-9FAA-41DD-1764579C3872}"/>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11271" name="Line 15">
            <a:extLst>
              <a:ext uri="{FF2B5EF4-FFF2-40B4-BE49-F238E27FC236}">
                <a16:creationId xmlns:a16="http://schemas.microsoft.com/office/drawing/2014/main" id="{682DE6AA-046C-63AB-301C-A07D96E72D05}"/>
              </a:ext>
            </a:extLst>
          </p:cNvPr>
          <p:cNvSpPr>
            <a:spLocks noChangeShapeType="1"/>
          </p:cNvSpPr>
          <p:nvPr/>
        </p:nvSpPr>
        <p:spPr bwMode="auto">
          <a:xfrm flipH="1">
            <a:off x="2752726" y="3921125"/>
            <a:ext cx="968375" cy="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11272" name="Line 16">
            <a:extLst>
              <a:ext uri="{FF2B5EF4-FFF2-40B4-BE49-F238E27FC236}">
                <a16:creationId xmlns:a16="http://schemas.microsoft.com/office/drawing/2014/main" id="{36C45B2C-2503-0254-31B8-1D154B8BA7A5}"/>
              </a:ext>
            </a:extLst>
          </p:cNvPr>
          <p:cNvSpPr>
            <a:spLocks noChangeShapeType="1"/>
          </p:cNvSpPr>
          <p:nvPr/>
        </p:nvSpPr>
        <p:spPr bwMode="auto">
          <a:xfrm flipH="1">
            <a:off x="8197851" y="3921125"/>
            <a:ext cx="885825" cy="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11273" name="Text Box 17">
            <a:extLst>
              <a:ext uri="{FF2B5EF4-FFF2-40B4-BE49-F238E27FC236}">
                <a16:creationId xmlns:a16="http://schemas.microsoft.com/office/drawing/2014/main" id="{6F40C8EB-A539-3122-38A4-9A0EC5D2897B}"/>
              </a:ext>
            </a:extLst>
          </p:cNvPr>
          <p:cNvSpPr txBox="1">
            <a:spLocks noChangeArrowheads="1"/>
          </p:cNvSpPr>
          <p:nvPr/>
        </p:nvSpPr>
        <p:spPr bwMode="auto">
          <a:xfrm>
            <a:off x="2041526" y="3787776"/>
            <a:ext cx="1095375"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10.0.3.0/24</a:t>
            </a:r>
          </a:p>
        </p:txBody>
      </p:sp>
      <p:sp>
        <p:nvSpPr>
          <p:cNvPr id="11274" name="Text Box 18">
            <a:extLst>
              <a:ext uri="{FF2B5EF4-FFF2-40B4-BE49-F238E27FC236}">
                <a16:creationId xmlns:a16="http://schemas.microsoft.com/office/drawing/2014/main" id="{CCB12249-B805-CADB-718E-2939E4AC29CC}"/>
              </a:ext>
            </a:extLst>
          </p:cNvPr>
          <p:cNvSpPr txBox="1">
            <a:spLocks noChangeArrowheads="1"/>
          </p:cNvSpPr>
          <p:nvPr/>
        </p:nvSpPr>
        <p:spPr bwMode="auto">
          <a:xfrm>
            <a:off x="8940801" y="3787776"/>
            <a:ext cx="1095375"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10.0.1.0/24</a:t>
            </a:r>
          </a:p>
        </p:txBody>
      </p:sp>
      <p:sp>
        <p:nvSpPr>
          <p:cNvPr id="11275" name="Line 19">
            <a:extLst>
              <a:ext uri="{FF2B5EF4-FFF2-40B4-BE49-F238E27FC236}">
                <a16:creationId xmlns:a16="http://schemas.microsoft.com/office/drawing/2014/main" id="{501E89AB-2529-B4B7-542C-A6A93DB234BB}"/>
              </a:ext>
            </a:extLst>
          </p:cNvPr>
          <p:cNvSpPr>
            <a:spLocks noChangeShapeType="1"/>
          </p:cNvSpPr>
          <p:nvPr/>
        </p:nvSpPr>
        <p:spPr bwMode="auto">
          <a:xfrm flipH="1" flipV="1">
            <a:off x="6049963" y="5189538"/>
            <a:ext cx="0" cy="60960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11276" name="Rectangle 20">
            <a:extLst>
              <a:ext uri="{FF2B5EF4-FFF2-40B4-BE49-F238E27FC236}">
                <a16:creationId xmlns:a16="http://schemas.microsoft.com/office/drawing/2014/main" id="{BEF87F4C-05EB-D872-42A8-C38A139118C8}"/>
              </a:ext>
            </a:extLst>
          </p:cNvPr>
          <p:cNvSpPr>
            <a:spLocks noChangeArrowheads="1"/>
          </p:cNvSpPr>
          <p:nvPr/>
        </p:nvSpPr>
        <p:spPr bwMode="auto">
          <a:xfrm>
            <a:off x="3824288" y="2752725"/>
            <a:ext cx="4449762" cy="23685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1277" name="Text Box 44">
            <a:extLst>
              <a:ext uri="{FF2B5EF4-FFF2-40B4-BE49-F238E27FC236}">
                <a16:creationId xmlns:a16="http://schemas.microsoft.com/office/drawing/2014/main" id="{D8FCD7F5-B02D-A436-1E26-52CF9A77EAAE}"/>
              </a:ext>
            </a:extLst>
          </p:cNvPr>
          <p:cNvSpPr txBox="1">
            <a:spLocks noChangeArrowheads="1"/>
          </p:cNvSpPr>
          <p:nvPr/>
        </p:nvSpPr>
        <p:spPr bwMode="auto">
          <a:xfrm>
            <a:off x="5502276" y="5661026"/>
            <a:ext cx="1095375"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10.0.2.0/24</a:t>
            </a:r>
          </a:p>
        </p:txBody>
      </p:sp>
      <p:sp>
        <p:nvSpPr>
          <p:cNvPr id="11278" name="Line 45">
            <a:extLst>
              <a:ext uri="{FF2B5EF4-FFF2-40B4-BE49-F238E27FC236}">
                <a16:creationId xmlns:a16="http://schemas.microsoft.com/office/drawing/2014/main" id="{7AA2BEF6-9A30-3748-4E75-8D6CC011D686}"/>
              </a:ext>
            </a:extLst>
          </p:cNvPr>
          <p:cNvSpPr>
            <a:spLocks noChangeShapeType="1"/>
          </p:cNvSpPr>
          <p:nvPr/>
        </p:nvSpPr>
        <p:spPr bwMode="auto">
          <a:xfrm>
            <a:off x="6049963" y="2752726"/>
            <a:ext cx="0" cy="24034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11279" name="Group 46">
            <a:extLst>
              <a:ext uri="{FF2B5EF4-FFF2-40B4-BE49-F238E27FC236}">
                <a16:creationId xmlns:a16="http://schemas.microsoft.com/office/drawing/2014/main" id="{BE8678CB-FE76-0973-AD3E-046AB6D623C2}"/>
              </a:ext>
            </a:extLst>
          </p:cNvPr>
          <p:cNvGrpSpPr>
            <a:grpSpLocks noChangeAspect="1"/>
          </p:cNvGrpSpPr>
          <p:nvPr/>
        </p:nvGrpSpPr>
        <p:grpSpPr bwMode="auto">
          <a:xfrm>
            <a:off x="5688013" y="3706814"/>
            <a:ext cx="723900" cy="460375"/>
            <a:chOff x="3312" y="2160"/>
            <a:chExt cx="960" cy="528"/>
          </a:xfrm>
        </p:grpSpPr>
        <p:grpSp>
          <p:nvGrpSpPr>
            <p:cNvPr id="11420" name="Group 47">
              <a:extLst>
                <a:ext uri="{FF2B5EF4-FFF2-40B4-BE49-F238E27FC236}">
                  <a16:creationId xmlns:a16="http://schemas.microsoft.com/office/drawing/2014/main" id="{AF631BB5-0B03-D4CA-856A-7800A109C464}"/>
                </a:ext>
              </a:extLst>
            </p:cNvPr>
            <p:cNvGrpSpPr>
              <a:grpSpLocks noChangeAspect="1"/>
            </p:cNvGrpSpPr>
            <p:nvPr/>
          </p:nvGrpSpPr>
          <p:grpSpPr bwMode="auto">
            <a:xfrm>
              <a:off x="3312" y="2160"/>
              <a:ext cx="960" cy="528"/>
              <a:chOff x="3312" y="2160"/>
              <a:chExt cx="960" cy="528"/>
            </a:xfrm>
          </p:grpSpPr>
          <p:sp>
            <p:nvSpPr>
              <p:cNvPr id="11422" name="AutoShape 48">
                <a:extLst>
                  <a:ext uri="{FF2B5EF4-FFF2-40B4-BE49-F238E27FC236}">
                    <a16:creationId xmlns:a16="http://schemas.microsoft.com/office/drawing/2014/main" id="{D6933EE1-2F2A-D1E5-5C87-972C3E0346E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1423" name="Group 49">
                <a:extLst>
                  <a:ext uri="{FF2B5EF4-FFF2-40B4-BE49-F238E27FC236}">
                    <a16:creationId xmlns:a16="http://schemas.microsoft.com/office/drawing/2014/main" id="{1CB06D42-B163-8C91-4D8B-0D42B67768AE}"/>
                  </a:ext>
                </a:extLst>
              </p:cNvPr>
              <p:cNvGrpSpPr>
                <a:grpSpLocks noChangeAspect="1"/>
              </p:cNvGrpSpPr>
              <p:nvPr/>
            </p:nvGrpSpPr>
            <p:grpSpPr bwMode="auto">
              <a:xfrm>
                <a:off x="3488" y="2193"/>
                <a:ext cx="599" cy="207"/>
                <a:chOff x="422" y="1632"/>
                <a:chExt cx="829" cy="298"/>
              </a:xfrm>
            </p:grpSpPr>
            <p:grpSp>
              <p:nvGrpSpPr>
                <p:cNvPr id="11424" name="Group 50">
                  <a:extLst>
                    <a:ext uri="{FF2B5EF4-FFF2-40B4-BE49-F238E27FC236}">
                      <a16:creationId xmlns:a16="http://schemas.microsoft.com/office/drawing/2014/main" id="{E57B9B9B-EF1A-4DC8-C4C6-9B1C0A0E3634}"/>
                    </a:ext>
                  </a:extLst>
                </p:cNvPr>
                <p:cNvGrpSpPr>
                  <a:grpSpLocks noChangeAspect="1"/>
                </p:cNvGrpSpPr>
                <p:nvPr/>
              </p:nvGrpSpPr>
              <p:grpSpPr bwMode="auto">
                <a:xfrm>
                  <a:off x="422" y="1632"/>
                  <a:ext cx="822" cy="291"/>
                  <a:chOff x="422" y="1632"/>
                  <a:chExt cx="822" cy="291"/>
                </a:xfrm>
              </p:grpSpPr>
              <p:sp>
                <p:nvSpPr>
                  <p:cNvPr id="11434" name="Freeform 51">
                    <a:extLst>
                      <a:ext uri="{FF2B5EF4-FFF2-40B4-BE49-F238E27FC236}">
                        <a16:creationId xmlns:a16="http://schemas.microsoft.com/office/drawing/2014/main" id="{16658878-0D14-320F-DBFA-2F4E1B805C9C}"/>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35" name="Freeform 52">
                    <a:extLst>
                      <a:ext uri="{FF2B5EF4-FFF2-40B4-BE49-F238E27FC236}">
                        <a16:creationId xmlns:a16="http://schemas.microsoft.com/office/drawing/2014/main" id="{410BFFBF-925A-BF25-50C2-3F25C3A42E1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36" name="Freeform 53">
                    <a:extLst>
                      <a:ext uri="{FF2B5EF4-FFF2-40B4-BE49-F238E27FC236}">
                        <a16:creationId xmlns:a16="http://schemas.microsoft.com/office/drawing/2014/main" id="{B155679A-EBCD-A0B4-D7A0-7D9F5596EC2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37" name="Freeform 54">
                    <a:extLst>
                      <a:ext uri="{FF2B5EF4-FFF2-40B4-BE49-F238E27FC236}">
                        <a16:creationId xmlns:a16="http://schemas.microsoft.com/office/drawing/2014/main" id="{1E0B5E98-5388-5158-41CA-D4A80B0CE82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38" name="Freeform 55">
                    <a:extLst>
                      <a:ext uri="{FF2B5EF4-FFF2-40B4-BE49-F238E27FC236}">
                        <a16:creationId xmlns:a16="http://schemas.microsoft.com/office/drawing/2014/main" id="{A66DA47C-032F-D9AA-3CED-77DE91C2531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39" name="Freeform 56">
                    <a:extLst>
                      <a:ext uri="{FF2B5EF4-FFF2-40B4-BE49-F238E27FC236}">
                        <a16:creationId xmlns:a16="http://schemas.microsoft.com/office/drawing/2014/main" id="{1E0EC618-F74D-3989-04D3-828E0BEECCF3}"/>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40" name="Freeform 57">
                    <a:extLst>
                      <a:ext uri="{FF2B5EF4-FFF2-40B4-BE49-F238E27FC236}">
                        <a16:creationId xmlns:a16="http://schemas.microsoft.com/office/drawing/2014/main" id="{1E133B47-729B-0108-8262-C9744526FB1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41" name="Freeform 58">
                    <a:extLst>
                      <a:ext uri="{FF2B5EF4-FFF2-40B4-BE49-F238E27FC236}">
                        <a16:creationId xmlns:a16="http://schemas.microsoft.com/office/drawing/2014/main" id="{D5EAA1C3-8EEC-4906-ADAE-0A5B721C6CEA}"/>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1425" name="Group 59">
                  <a:extLst>
                    <a:ext uri="{FF2B5EF4-FFF2-40B4-BE49-F238E27FC236}">
                      <a16:creationId xmlns:a16="http://schemas.microsoft.com/office/drawing/2014/main" id="{A5F4B15A-8D28-2B56-EF42-1293C0F60F5D}"/>
                    </a:ext>
                  </a:extLst>
                </p:cNvPr>
                <p:cNvGrpSpPr>
                  <a:grpSpLocks noChangeAspect="1"/>
                </p:cNvGrpSpPr>
                <p:nvPr/>
              </p:nvGrpSpPr>
              <p:grpSpPr bwMode="auto">
                <a:xfrm>
                  <a:off x="429" y="1639"/>
                  <a:ext cx="822" cy="291"/>
                  <a:chOff x="429" y="1639"/>
                  <a:chExt cx="822" cy="291"/>
                </a:xfrm>
              </p:grpSpPr>
              <p:sp>
                <p:nvSpPr>
                  <p:cNvPr id="11426" name="Freeform 60">
                    <a:extLst>
                      <a:ext uri="{FF2B5EF4-FFF2-40B4-BE49-F238E27FC236}">
                        <a16:creationId xmlns:a16="http://schemas.microsoft.com/office/drawing/2014/main" id="{41733DF0-1FFF-E878-8D14-D2217A2B7CF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27" name="Freeform 61">
                    <a:extLst>
                      <a:ext uri="{FF2B5EF4-FFF2-40B4-BE49-F238E27FC236}">
                        <a16:creationId xmlns:a16="http://schemas.microsoft.com/office/drawing/2014/main" id="{B7E1098E-2473-9037-93E2-5ACF8BAA0973}"/>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28" name="Freeform 62">
                    <a:extLst>
                      <a:ext uri="{FF2B5EF4-FFF2-40B4-BE49-F238E27FC236}">
                        <a16:creationId xmlns:a16="http://schemas.microsoft.com/office/drawing/2014/main" id="{E0BD67A6-E175-BD96-3A32-C721FFBBF65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29" name="Freeform 63">
                    <a:extLst>
                      <a:ext uri="{FF2B5EF4-FFF2-40B4-BE49-F238E27FC236}">
                        <a16:creationId xmlns:a16="http://schemas.microsoft.com/office/drawing/2014/main" id="{5584ACFD-81D0-5E5A-5EC4-7FC0836B75F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30" name="Freeform 64">
                    <a:extLst>
                      <a:ext uri="{FF2B5EF4-FFF2-40B4-BE49-F238E27FC236}">
                        <a16:creationId xmlns:a16="http://schemas.microsoft.com/office/drawing/2014/main" id="{DF87E4A5-38E7-6771-2E51-A98CBC6FCA5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31" name="Freeform 65">
                    <a:extLst>
                      <a:ext uri="{FF2B5EF4-FFF2-40B4-BE49-F238E27FC236}">
                        <a16:creationId xmlns:a16="http://schemas.microsoft.com/office/drawing/2014/main" id="{592D6FB2-895E-81D0-050F-F8CA72DBBCFF}"/>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32" name="Freeform 66">
                    <a:extLst>
                      <a:ext uri="{FF2B5EF4-FFF2-40B4-BE49-F238E27FC236}">
                        <a16:creationId xmlns:a16="http://schemas.microsoft.com/office/drawing/2014/main" id="{7B8A4934-5BFF-EC61-D0CB-21756347B320}"/>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33" name="Freeform 67">
                    <a:extLst>
                      <a:ext uri="{FF2B5EF4-FFF2-40B4-BE49-F238E27FC236}">
                        <a16:creationId xmlns:a16="http://schemas.microsoft.com/office/drawing/2014/main" id="{C56C99A8-CDEA-B720-5F2D-3ED3631DB91D}"/>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1421" name="WordArt 68">
              <a:extLst>
                <a:ext uri="{FF2B5EF4-FFF2-40B4-BE49-F238E27FC236}">
                  <a16:creationId xmlns:a16="http://schemas.microsoft.com/office/drawing/2014/main" id="{80F044DC-4352-ECFD-ADF4-5220FE109B1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grpSp>
        <p:nvGrpSpPr>
          <p:cNvPr id="11280" name="Group 69">
            <a:extLst>
              <a:ext uri="{FF2B5EF4-FFF2-40B4-BE49-F238E27FC236}">
                <a16:creationId xmlns:a16="http://schemas.microsoft.com/office/drawing/2014/main" id="{466527EE-D11B-C778-609C-69F0CBB5F03B}"/>
              </a:ext>
            </a:extLst>
          </p:cNvPr>
          <p:cNvGrpSpPr>
            <a:grpSpLocks/>
          </p:cNvGrpSpPr>
          <p:nvPr/>
        </p:nvGrpSpPr>
        <p:grpSpPr bwMode="auto">
          <a:xfrm>
            <a:off x="6249988" y="3357564"/>
            <a:ext cx="406400" cy="339725"/>
            <a:chOff x="144" y="3264"/>
            <a:chExt cx="288" cy="240"/>
          </a:xfrm>
        </p:grpSpPr>
        <p:sp>
          <p:nvSpPr>
            <p:cNvPr id="11418" name="Rectangle 70">
              <a:extLst>
                <a:ext uri="{FF2B5EF4-FFF2-40B4-BE49-F238E27FC236}">
                  <a16:creationId xmlns:a16="http://schemas.microsoft.com/office/drawing/2014/main" id="{336227A6-7877-6145-3A84-C4B0E43902F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11419" name="Rectangle 71">
              <a:extLst>
                <a:ext uri="{FF2B5EF4-FFF2-40B4-BE49-F238E27FC236}">
                  <a16:creationId xmlns:a16="http://schemas.microsoft.com/office/drawing/2014/main" id="{D931CDE5-6CD6-A391-333C-2B5CF04E2A9E}"/>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grpSp>
        <p:nvGrpSpPr>
          <p:cNvPr id="11281" name="Group 72">
            <a:extLst>
              <a:ext uri="{FF2B5EF4-FFF2-40B4-BE49-F238E27FC236}">
                <a16:creationId xmlns:a16="http://schemas.microsoft.com/office/drawing/2014/main" id="{4548CADE-E2B4-7A27-D32D-31A9F2CDDFF2}"/>
              </a:ext>
            </a:extLst>
          </p:cNvPr>
          <p:cNvGrpSpPr>
            <a:grpSpLocks/>
          </p:cNvGrpSpPr>
          <p:nvPr/>
        </p:nvGrpSpPr>
        <p:grpSpPr bwMode="auto">
          <a:xfrm>
            <a:off x="6249988" y="4191001"/>
            <a:ext cx="406400" cy="339725"/>
            <a:chOff x="144" y="3264"/>
            <a:chExt cx="288" cy="240"/>
          </a:xfrm>
        </p:grpSpPr>
        <p:sp>
          <p:nvSpPr>
            <p:cNvPr id="11416" name="Rectangle 73">
              <a:extLst>
                <a:ext uri="{FF2B5EF4-FFF2-40B4-BE49-F238E27FC236}">
                  <a16:creationId xmlns:a16="http://schemas.microsoft.com/office/drawing/2014/main" id="{D2022287-0C82-2EAE-D6AF-8126722B8330}"/>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11417" name="Rectangle 74">
              <a:extLst>
                <a:ext uri="{FF2B5EF4-FFF2-40B4-BE49-F238E27FC236}">
                  <a16:creationId xmlns:a16="http://schemas.microsoft.com/office/drawing/2014/main" id="{343FAA51-A7DB-C475-5D92-C191218B1C3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sp>
        <p:nvSpPr>
          <p:cNvPr id="11282" name="Oval 75">
            <a:extLst>
              <a:ext uri="{FF2B5EF4-FFF2-40B4-BE49-F238E27FC236}">
                <a16:creationId xmlns:a16="http://schemas.microsoft.com/office/drawing/2014/main" id="{8BAED039-23AB-E552-57F3-1BEAE227D4E7}"/>
              </a:ext>
            </a:extLst>
          </p:cNvPr>
          <p:cNvSpPr>
            <a:spLocks noChangeArrowheads="1"/>
          </p:cNvSpPr>
          <p:nvPr/>
        </p:nvSpPr>
        <p:spPr bwMode="auto">
          <a:xfrm flipH="1">
            <a:off x="3660775" y="3768725"/>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D</a:t>
            </a:r>
          </a:p>
        </p:txBody>
      </p:sp>
      <p:sp>
        <p:nvSpPr>
          <p:cNvPr id="11283" name="Oval 76">
            <a:extLst>
              <a:ext uri="{FF2B5EF4-FFF2-40B4-BE49-F238E27FC236}">
                <a16:creationId xmlns:a16="http://schemas.microsoft.com/office/drawing/2014/main" id="{37BD7456-75A7-A019-D48E-BEE5368C5874}"/>
              </a:ext>
            </a:extLst>
          </p:cNvPr>
          <p:cNvSpPr>
            <a:spLocks noChangeArrowheads="1"/>
          </p:cNvSpPr>
          <p:nvPr/>
        </p:nvSpPr>
        <p:spPr bwMode="auto">
          <a:xfrm flipH="1">
            <a:off x="8120063" y="3768725"/>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B</a:t>
            </a:r>
          </a:p>
        </p:txBody>
      </p:sp>
      <p:sp>
        <p:nvSpPr>
          <p:cNvPr id="11284" name="Oval 77">
            <a:extLst>
              <a:ext uri="{FF2B5EF4-FFF2-40B4-BE49-F238E27FC236}">
                <a16:creationId xmlns:a16="http://schemas.microsoft.com/office/drawing/2014/main" id="{8EBDB64D-6A45-DCC2-6247-436A33954A82}"/>
              </a:ext>
            </a:extLst>
          </p:cNvPr>
          <p:cNvSpPr>
            <a:spLocks noChangeArrowheads="1"/>
          </p:cNvSpPr>
          <p:nvPr/>
        </p:nvSpPr>
        <p:spPr bwMode="auto">
          <a:xfrm flipH="1">
            <a:off x="5897563" y="497998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C</a:t>
            </a:r>
          </a:p>
        </p:txBody>
      </p:sp>
      <p:sp>
        <p:nvSpPr>
          <p:cNvPr id="11285" name="AutoShape 78">
            <a:extLst>
              <a:ext uri="{FF2B5EF4-FFF2-40B4-BE49-F238E27FC236}">
                <a16:creationId xmlns:a16="http://schemas.microsoft.com/office/drawing/2014/main" id="{C616CE79-BF40-5491-55FC-D6F741050B83}"/>
              </a:ext>
            </a:extLst>
          </p:cNvPr>
          <p:cNvSpPr>
            <a:spLocks noChangeArrowheads="1"/>
          </p:cNvSpPr>
          <p:nvPr/>
        </p:nvSpPr>
        <p:spPr bwMode="auto">
          <a:xfrm>
            <a:off x="1992314" y="2836864"/>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0.0.0.0</a:t>
            </a:r>
          </a:p>
        </p:txBody>
      </p:sp>
      <p:sp>
        <p:nvSpPr>
          <p:cNvPr id="11286" name="Line 173">
            <a:extLst>
              <a:ext uri="{FF2B5EF4-FFF2-40B4-BE49-F238E27FC236}">
                <a16:creationId xmlns:a16="http://schemas.microsoft.com/office/drawing/2014/main" id="{5038753A-B96E-C990-888C-05C12BD101FF}"/>
              </a:ext>
            </a:extLst>
          </p:cNvPr>
          <p:cNvSpPr>
            <a:spLocks noChangeShapeType="1"/>
          </p:cNvSpPr>
          <p:nvPr/>
        </p:nvSpPr>
        <p:spPr bwMode="auto">
          <a:xfrm flipV="1">
            <a:off x="6049963" y="2017713"/>
            <a:ext cx="0" cy="620712"/>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11287" name="Text Box 174">
            <a:extLst>
              <a:ext uri="{FF2B5EF4-FFF2-40B4-BE49-F238E27FC236}">
                <a16:creationId xmlns:a16="http://schemas.microsoft.com/office/drawing/2014/main" id="{93B75299-BF03-7C51-1180-E5D229D3B7CC}"/>
              </a:ext>
            </a:extLst>
          </p:cNvPr>
          <p:cNvSpPr txBox="1">
            <a:spLocks noChangeArrowheads="1"/>
          </p:cNvSpPr>
          <p:nvPr/>
        </p:nvSpPr>
        <p:spPr bwMode="auto">
          <a:xfrm>
            <a:off x="5502276" y="1912938"/>
            <a:ext cx="1095375"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10.0.0.0/24</a:t>
            </a:r>
          </a:p>
        </p:txBody>
      </p:sp>
      <p:sp>
        <p:nvSpPr>
          <p:cNvPr id="11288" name="Oval 175">
            <a:extLst>
              <a:ext uri="{FF2B5EF4-FFF2-40B4-BE49-F238E27FC236}">
                <a16:creationId xmlns:a16="http://schemas.microsoft.com/office/drawing/2014/main" id="{385BBAEC-267A-873E-9608-9CC8A6717B62}"/>
              </a:ext>
            </a:extLst>
          </p:cNvPr>
          <p:cNvSpPr>
            <a:spLocks noChangeArrowheads="1"/>
          </p:cNvSpPr>
          <p:nvPr/>
        </p:nvSpPr>
        <p:spPr bwMode="auto">
          <a:xfrm flipH="1">
            <a:off x="5897563" y="2600325"/>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A</a:t>
            </a:r>
          </a:p>
        </p:txBody>
      </p:sp>
      <p:grpSp>
        <p:nvGrpSpPr>
          <p:cNvPr id="11289" name="Group 79">
            <a:extLst>
              <a:ext uri="{FF2B5EF4-FFF2-40B4-BE49-F238E27FC236}">
                <a16:creationId xmlns:a16="http://schemas.microsoft.com/office/drawing/2014/main" id="{AE70EF09-013F-D45C-58A3-0E2B772FF29E}"/>
              </a:ext>
            </a:extLst>
          </p:cNvPr>
          <p:cNvGrpSpPr>
            <a:grpSpLocks noChangeAspect="1"/>
          </p:cNvGrpSpPr>
          <p:nvPr/>
        </p:nvGrpSpPr>
        <p:grpSpPr bwMode="auto">
          <a:xfrm>
            <a:off x="3454400" y="2486026"/>
            <a:ext cx="723900" cy="460375"/>
            <a:chOff x="3312" y="2160"/>
            <a:chExt cx="960" cy="528"/>
          </a:xfrm>
        </p:grpSpPr>
        <p:grpSp>
          <p:nvGrpSpPr>
            <p:cNvPr id="11394" name="Group 80">
              <a:extLst>
                <a:ext uri="{FF2B5EF4-FFF2-40B4-BE49-F238E27FC236}">
                  <a16:creationId xmlns:a16="http://schemas.microsoft.com/office/drawing/2014/main" id="{691B3F18-EDCB-1BB1-D023-EC92118FAEB2}"/>
                </a:ext>
              </a:extLst>
            </p:cNvPr>
            <p:cNvGrpSpPr>
              <a:grpSpLocks noChangeAspect="1"/>
            </p:cNvGrpSpPr>
            <p:nvPr/>
          </p:nvGrpSpPr>
          <p:grpSpPr bwMode="auto">
            <a:xfrm>
              <a:off x="3312" y="2160"/>
              <a:ext cx="960" cy="528"/>
              <a:chOff x="3312" y="2160"/>
              <a:chExt cx="960" cy="528"/>
            </a:xfrm>
          </p:grpSpPr>
          <p:sp>
            <p:nvSpPr>
              <p:cNvPr id="11396" name="AutoShape 81">
                <a:extLst>
                  <a:ext uri="{FF2B5EF4-FFF2-40B4-BE49-F238E27FC236}">
                    <a16:creationId xmlns:a16="http://schemas.microsoft.com/office/drawing/2014/main" id="{97055A7F-8E0E-4419-23F1-35660281F3F8}"/>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1397" name="Group 82">
                <a:extLst>
                  <a:ext uri="{FF2B5EF4-FFF2-40B4-BE49-F238E27FC236}">
                    <a16:creationId xmlns:a16="http://schemas.microsoft.com/office/drawing/2014/main" id="{2C6D6026-3D6B-3FF0-936C-A6DE1FBF9DA8}"/>
                  </a:ext>
                </a:extLst>
              </p:cNvPr>
              <p:cNvGrpSpPr>
                <a:grpSpLocks noChangeAspect="1"/>
              </p:cNvGrpSpPr>
              <p:nvPr/>
            </p:nvGrpSpPr>
            <p:grpSpPr bwMode="auto">
              <a:xfrm>
                <a:off x="3488" y="2193"/>
                <a:ext cx="599" cy="207"/>
                <a:chOff x="422" y="1632"/>
                <a:chExt cx="829" cy="298"/>
              </a:xfrm>
            </p:grpSpPr>
            <p:grpSp>
              <p:nvGrpSpPr>
                <p:cNvPr id="11398" name="Group 83">
                  <a:extLst>
                    <a:ext uri="{FF2B5EF4-FFF2-40B4-BE49-F238E27FC236}">
                      <a16:creationId xmlns:a16="http://schemas.microsoft.com/office/drawing/2014/main" id="{39023F15-A5CD-941E-3057-A7594914A6A1}"/>
                    </a:ext>
                  </a:extLst>
                </p:cNvPr>
                <p:cNvGrpSpPr>
                  <a:grpSpLocks noChangeAspect="1"/>
                </p:cNvGrpSpPr>
                <p:nvPr/>
              </p:nvGrpSpPr>
              <p:grpSpPr bwMode="auto">
                <a:xfrm>
                  <a:off x="422" y="1632"/>
                  <a:ext cx="822" cy="291"/>
                  <a:chOff x="422" y="1632"/>
                  <a:chExt cx="822" cy="291"/>
                </a:xfrm>
              </p:grpSpPr>
              <p:sp>
                <p:nvSpPr>
                  <p:cNvPr id="11408" name="Freeform 84">
                    <a:extLst>
                      <a:ext uri="{FF2B5EF4-FFF2-40B4-BE49-F238E27FC236}">
                        <a16:creationId xmlns:a16="http://schemas.microsoft.com/office/drawing/2014/main" id="{59BEA031-47EC-A03B-8BAE-6AC0CEF047E3}"/>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09" name="Freeform 85">
                    <a:extLst>
                      <a:ext uri="{FF2B5EF4-FFF2-40B4-BE49-F238E27FC236}">
                        <a16:creationId xmlns:a16="http://schemas.microsoft.com/office/drawing/2014/main" id="{1152E776-EEE0-7800-F5C1-455F6A66DCED}"/>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10" name="Freeform 86">
                    <a:extLst>
                      <a:ext uri="{FF2B5EF4-FFF2-40B4-BE49-F238E27FC236}">
                        <a16:creationId xmlns:a16="http://schemas.microsoft.com/office/drawing/2014/main" id="{5766759B-231D-8667-C186-605375DDA254}"/>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11" name="Freeform 87">
                    <a:extLst>
                      <a:ext uri="{FF2B5EF4-FFF2-40B4-BE49-F238E27FC236}">
                        <a16:creationId xmlns:a16="http://schemas.microsoft.com/office/drawing/2014/main" id="{0008D36C-4D38-0660-AE6A-D9B059E51F86}"/>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12" name="Freeform 88">
                    <a:extLst>
                      <a:ext uri="{FF2B5EF4-FFF2-40B4-BE49-F238E27FC236}">
                        <a16:creationId xmlns:a16="http://schemas.microsoft.com/office/drawing/2014/main" id="{82ADF759-6C99-4171-B17B-FD28009F98BE}"/>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13" name="Freeform 89">
                    <a:extLst>
                      <a:ext uri="{FF2B5EF4-FFF2-40B4-BE49-F238E27FC236}">
                        <a16:creationId xmlns:a16="http://schemas.microsoft.com/office/drawing/2014/main" id="{7AF5E5DC-CB7F-BB2C-8F10-42E23A27109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14" name="Freeform 90">
                    <a:extLst>
                      <a:ext uri="{FF2B5EF4-FFF2-40B4-BE49-F238E27FC236}">
                        <a16:creationId xmlns:a16="http://schemas.microsoft.com/office/drawing/2014/main" id="{05728346-CD50-981F-5BB3-64716286F530}"/>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15" name="Freeform 91">
                    <a:extLst>
                      <a:ext uri="{FF2B5EF4-FFF2-40B4-BE49-F238E27FC236}">
                        <a16:creationId xmlns:a16="http://schemas.microsoft.com/office/drawing/2014/main" id="{AD2AB203-F21B-CA6D-A66B-2BACE5968FEB}"/>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1399" name="Group 92">
                  <a:extLst>
                    <a:ext uri="{FF2B5EF4-FFF2-40B4-BE49-F238E27FC236}">
                      <a16:creationId xmlns:a16="http://schemas.microsoft.com/office/drawing/2014/main" id="{E0C4C22B-AB31-C4DB-C6B2-AC778DB6B4C2}"/>
                    </a:ext>
                  </a:extLst>
                </p:cNvPr>
                <p:cNvGrpSpPr>
                  <a:grpSpLocks noChangeAspect="1"/>
                </p:cNvGrpSpPr>
                <p:nvPr/>
              </p:nvGrpSpPr>
              <p:grpSpPr bwMode="auto">
                <a:xfrm>
                  <a:off x="429" y="1639"/>
                  <a:ext cx="822" cy="291"/>
                  <a:chOff x="429" y="1639"/>
                  <a:chExt cx="822" cy="291"/>
                </a:xfrm>
              </p:grpSpPr>
              <p:sp>
                <p:nvSpPr>
                  <p:cNvPr id="11400" name="Freeform 93">
                    <a:extLst>
                      <a:ext uri="{FF2B5EF4-FFF2-40B4-BE49-F238E27FC236}">
                        <a16:creationId xmlns:a16="http://schemas.microsoft.com/office/drawing/2014/main" id="{0B4E8FB1-D7B5-BC1E-4E10-285633ED588C}"/>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01" name="Freeform 94">
                    <a:extLst>
                      <a:ext uri="{FF2B5EF4-FFF2-40B4-BE49-F238E27FC236}">
                        <a16:creationId xmlns:a16="http://schemas.microsoft.com/office/drawing/2014/main" id="{22A8E406-7E07-B016-DBC6-20A28A5B5374}"/>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02" name="Freeform 95">
                    <a:extLst>
                      <a:ext uri="{FF2B5EF4-FFF2-40B4-BE49-F238E27FC236}">
                        <a16:creationId xmlns:a16="http://schemas.microsoft.com/office/drawing/2014/main" id="{48555D58-7D35-9F75-1531-C42B1F29891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03" name="Freeform 96">
                    <a:extLst>
                      <a:ext uri="{FF2B5EF4-FFF2-40B4-BE49-F238E27FC236}">
                        <a16:creationId xmlns:a16="http://schemas.microsoft.com/office/drawing/2014/main" id="{B29A7758-3C59-9F2A-8F53-D38B39CDC893}"/>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04" name="Freeform 97">
                    <a:extLst>
                      <a:ext uri="{FF2B5EF4-FFF2-40B4-BE49-F238E27FC236}">
                        <a16:creationId xmlns:a16="http://schemas.microsoft.com/office/drawing/2014/main" id="{D1B35510-B31C-DA66-EEFE-CFFFCFBCB4C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05" name="Freeform 98">
                    <a:extLst>
                      <a:ext uri="{FF2B5EF4-FFF2-40B4-BE49-F238E27FC236}">
                        <a16:creationId xmlns:a16="http://schemas.microsoft.com/office/drawing/2014/main" id="{052BD8CE-89F2-D09B-1550-82980D5FFDF8}"/>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06" name="Freeform 99">
                    <a:extLst>
                      <a:ext uri="{FF2B5EF4-FFF2-40B4-BE49-F238E27FC236}">
                        <a16:creationId xmlns:a16="http://schemas.microsoft.com/office/drawing/2014/main" id="{5513D199-FE69-9E72-7367-594F99805ECA}"/>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407" name="Freeform 100">
                    <a:extLst>
                      <a:ext uri="{FF2B5EF4-FFF2-40B4-BE49-F238E27FC236}">
                        <a16:creationId xmlns:a16="http://schemas.microsoft.com/office/drawing/2014/main" id="{1E85160B-5A8D-72EE-BA34-C32F6D714F24}"/>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1395" name="WordArt 101">
              <a:extLst>
                <a:ext uri="{FF2B5EF4-FFF2-40B4-BE49-F238E27FC236}">
                  <a16:creationId xmlns:a16="http://schemas.microsoft.com/office/drawing/2014/main" id="{3756F4DF-42BA-106D-BFF5-5245F6C38AD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grpSp>
        <p:nvGrpSpPr>
          <p:cNvPr id="11290" name="Group 103">
            <a:extLst>
              <a:ext uri="{FF2B5EF4-FFF2-40B4-BE49-F238E27FC236}">
                <a16:creationId xmlns:a16="http://schemas.microsoft.com/office/drawing/2014/main" id="{7F3004BF-5902-E125-B23E-D20EE9C355E2}"/>
              </a:ext>
            </a:extLst>
          </p:cNvPr>
          <p:cNvGrpSpPr>
            <a:grpSpLocks/>
          </p:cNvGrpSpPr>
          <p:nvPr/>
        </p:nvGrpSpPr>
        <p:grpSpPr bwMode="auto">
          <a:xfrm>
            <a:off x="4221163" y="2235201"/>
            <a:ext cx="406400" cy="339725"/>
            <a:chOff x="144" y="3264"/>
            <a:chExt cx="288" cy="240"/>
          </a:xfrm>
        </p:grpSpPr>
        <p:sp>
          <p:nvSpPr>
            <p:cNvPr id="11392" name="Rectangle 104">
              <a:extLst>
                <a:ext uri="{FF2B5EF4-FFF2-40B4-BE49-F238E27FC236}">
                  <a16:creationId xmlns:a16="http://schemas.microsoft.com/office/drawing/2014/main" id="{5F5EA95E-08C8-C320-2154-87BC789AECCE}"/>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11393" name="Rectangle 105">
              <a:extLst>
                <a:ext uri="{FF2B5EF4-FFF2-40B4-BE49-F238E27FC236}">
                  <a16:creationId xmlns:a16="http://schemas.microsoft.com/office/drawing/2014/main" id="{DAE7AC45-997F-BB1E-7C4A-9B41D28BA1F1}"/>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11291" name="Group 112">
            <a:extLst>
              <a:ext uri="{FF2B5EF4-FFF2-40B4-BE49-F238E27FC236}">
                <a16:creationId xmlns:a16="http://schemas.microsoft.com/office/drawing/2014/main" id="{43FFAC01-B511-55DD-C219-1EAEFA2A5CE8}"/>
              </a:ext>
            </a:extLst>
          </p:cNvPr>
          <p:cNvGrpSpPr>
            <a:grpSpLocks/>
          </p:cNvGrpSpPr>
          <p:nvPr/>
        </p:nvGrpSpPr>
        <p:grpSpPr bwMode="auto">
          <a:xfrm>
            <a:off x="3236913" y="2970214"/>
            <a:ext cx="406400" cy="339725"/>
            <a:chOff x="144" y="3264"/>
            <a:chExt cx="288" cy="240"/>
          </a:xfrm>
        </p:grpSpPr>
        <p:sp>
          <p:nvSpPr>
            <p:cNvPr id="11390" name="Rectangle 113">
              <a:extLst>
                <a:ext uri="{FF2B5EF4-FFF2-40B4-BE49-F238E27FC236}">
                  <a16:creationId xmlns:a16="http://schemas.microsoft.com/office/drawing/2014/main" id="{483C7B1B-FD59-662D-4854-196DDBF8E059}"/>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11391" name="Rectangle 114">
              <a:extLst>
                <a:ext uri="{FF2B5EF4-FFF2-40B4-BE49-F238E27FC236}">
                  <a16:creationId xmlns:a16="http://schemas.microsoft.com/office/drawing/2014/main" id="{E107458C-CC95-537B-2D19-2B74E8FEA91E}"/>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11292" name="Rectangle 179">
            <a:extLst>
              <a:ext uri="{FF2B5EF4-FFF2-40B4-BE49-F238E27FC236}">
                <a16:creationId xmlns:a16="http://schemas.microsoft.com/office/drawing/2014/main" id="{38EE01B6-5A7C-827B-63B7-88E0132177D6}"/>
              </a:ext>
            </a:extLst>
          </p:cNvPr>
          <p:cNvSpPr>
            <a:spLocks noChangeArrowheads="1"/>
          </p:cNvSpPr>
          <p:nvPr/>
        </p:nvSpPr>
        <p:spPr bwMode="auto">
          <a:xfrm>
            <a:off x="3676651" y="2994026"/>
            <a:ext cx="295275" cy="22701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45</a:t>
            </a:r>
          </a:p>
        </p:txBody>
      </p:sp>
      <p:sp>
        <p:nvSpPr>
          <p:cNvPr id="11293" name="Rectangle 180">
            <a:extLst>
              <a:ext uri="{FF2B5EF4-FFF2-40B4-BE49-F238E27FC236}">
                <a16:creationId xmlns:a16="http://schemas.microsoft.com/office/drawing/2014/main" id="{508F3867-41FF-4AB8-E3B6-0A7694614B25}"/>
              </a:ext>
            </a:extLst>
          </p:cNvPr>
          <p:cNvSpPr>
            <a:spLocks noChangeArrowheads="1"/>
          </p:cNvSpPr>
          <p:nvPr/>
        </p:nvSpPr>
        <p:spPr bwMode="auto">
          <a:xfrm>
            <a:off x="4222751" y="2625726"/>
            <a:ext cx="295275" cy="22701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10</a:t>
            </a:r>
          </a:p>
        </p:txBody>
      </p:sp>
      <p:grpSp>
        <p:nvGrpSpPr>
          <p:cNvPr id="11294" name="Group 106">
            <a:extLst>
              <a:ext uri="{FF2B5EF4-FFF2-40B4-BE49-F238E27FC236}">
                <a16:creationId xmlns:a16="http://schemas.microsoft.com/office/drawing/2014/main" id="{A308F82B-81E7-0987-9153-EF89040CEDB1}"/>
              </a:ext>
            </a:extLst>
          </p:cNvPr>
          <p:cNvGrpSpPr>
            <a:grpSpLocks/>
          </p:cNvGrpSpPr>
          <p:nvPr/>
        </p:nvGrpSpPr>
        <p:grpSpPr bwMode="auto">
          <a:xfrm>
            <a:off x="7483475" y="2235201"/>
            <a:ext cx="406400" cy="339725"/>
            <a:chOff x="144" y="3264"/>
            <a:chExt cx="288" cy="240"/>
          </a:xfrm>
        </p:grpSpPr>
        <p:sp>
          <p:nvSpPr>
            <p:cNvPr id="11388" name="Rectangle 107">
              <a:extLst>
                <a:ext uri="{FF2B5EF4-FFF2-40B4-BE49-F238E27FC236}">
                  <a16:creationId xmlns:a16="http://schemas.microsoft.com/office/drawing/2014/main" id="{AE8F9243-2DB0-2B85-B9B9-AE293D75820A}"/>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11389" name="Rectangle 108">
              <a:extLst>
                <a:ext uri="{FF2B5EF4-FFF2-40B4-BE49-F238E27FC236}">
                  <a16:creationId xmlns:a16="http://schemas.microsoft.com/office/drawing/2014/main" id="{776A7036-4199-B781-75D6-CEA50057206A}"/>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11295" name="Group 121">
            <a:extLst>
              <a:ext uri="{FF2B5EF4-FFF2-40B4-BE49-F238E27FC236}">
                <a16:creationId xmlns:a16="http://schemas.microsoft.com/office/drawing/2014/main" id="{789DA074-02C7-366F-2C9C-9A05A15FFCBC}"/>
              </a:ext>
            </a:extLst>
          </p:cNvPr>
          <p:cNvGrpSpPr>
            <a:grpSpLocks/>
          </p:cNvGrpSpPr>
          <p:nvPr/>
        </p:nvGrpSpPr>
        <p:grpSpPr bwMode="auto">
          <a:xfrm>
            <a:off x="8469313" y="2963864"/>
            <a:ext cx="406400" cy="339725"/>
            <a:chOff x="144" y="3264"/>
            <a:chExt cx="288" cy="240"/>
          </a:xfrm>
        </p:grpSpPr>
        <p:sp>
          <p:nvSpPr>
            <p:cNvPr id="11386" name="Rectangle 122">
              <a:extLst>
                <a:ext uri="{FF2B5EF4-FFF2-40B4-BE49-F238E27FC236}">
                  <a16:creationId xmlns:a16="http://schemas.microsoft.com/office/drawing/2014/main" id="{8F949163-4DC9-5807-9EDE-61C8A77C0F99}"/>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11387" name="Rectangle 123">
              <a:extLst>
                <a:ext uri="{FF2B5EF4-FFF2-40B4-BE49-F238E27FC236}">
                  <a16:creationId xmlns:a16="http://schemas.microsoft.com/office/drawing/2014/main" id="{CD5F4113-ABA9-1165-3D0E-AA3F026F8467}"/>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11296" name="Group 150">
            <a:extLst>
              <a:ext uri="{FF2B5EF4-FFF2-40B4-BE49-F238E27FC236}">
                <a16:creationId xmlns:a16="http://schemas.microsoft.com/office/drawing/2014/main" id="{4EF2028F-3B78-67A5-6A94-389EEB20518F}"/>
              </a:ext>
            </a:extLst>
          </p:cNvPr>
          <p:cNvGrpSpPr>
            <a:grpSpLocks noChangeAspect="1"/>
          </p:cNvGrpSpPr>
          <p:nvPr/>
        </p:nvGrpSpPr>
        <p:grpSpPr bwMode="auto">
          <a:xfrm>
            <a:off x="7923213" y="2486026"/>
            <a:ext cx="723900" cy="460375"/>
            <a:chOff x="3312" y="2160"/>
            <a:chExt cx="960" cy="528"/>
          </a:xfrm>
        </p:grpSpPr>
        <p:grpSp>
          <p:nvGrpSpPr>
            <p:cNvPr id="11364" name="Group 151">
              <a:extLst>
                <a:ext uri="{FF2B5EF4-FFF2-40B4-BE49-F238E27FC236}">
                  <a16:creationId xmlns:a16="http://schemas.microsoft.com/office/drawing/2014/main" id="{DE3317DB-2ED3-24BD-C231-4ACE3C4B8F75}"/>
                </a:ext>
              </a:extLst>
            </p:cNvPr>
            <p:cNvGrpSpPr>
              <a:grpSpLocks noChangeAspect="1"/>
            </p:cNvGrpSpPr>
            <p:nvPr/>
          </p:nvGrpSpPr>
          <p:grpSpPr bwMode="auto">
            <a:xfrm>
              <a:off x="3312" y="2160"/>
              <a:ext cx="960" cy="528"/>
              <a:chOff x="3312" y="2160"/>
              <a:chExt cx="960" cy="528"/>
            </a:xfrm>
          </p:grpSpPr>
          <p:sp>
            <p:nvSpPr>
              <p:cNvPr id="11366" name="AutoShape 152">
                <a:extLst>
                  <a:ext uri="{FF2B5EF4-FFF2-40B4-BE49-F238E27FC236}">
                    <a16:creationId xmlns:a16="http://schemas.microsoft.com/office/drawing/2014/main" id="{E93679B7-0B70-DDC3-9028-D7980C09072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1367" name="Group 153">
                <a:extLst>
                  <a:ext uri="{FF2B5EF4-FFF2-40B4-BE49-F238E27FC236}">
                    <a16:creationId xmlns:a16="http://schemas.microsoft.com/office/drawing/2014/main" id="{30AFC7A6-5B4C-9343-6750-4545935DBDEE}"/>
                  </a:ext>
                </a:extLst>
              </p:cNvPr>
              <p:cNvGrpSpPr>
                <a:grpSpLocks noChangeAspect="1"/>
              </p:cNvGrpSpPr>
              <p:nvPr/>
            </p:nvGrpSpPr>
            <p:grpSpPr bwMode="auto">
              <a:xfrm>
                <a:off x="3488" y="2193"/>
                <a:ext cx="599" cy="207"/>
                <a:chOff x="422" y="1632"/>
                <a:chExt cx="829" cy="298"/>
              </a:xfrm>
            </p:grpSpPr>
            <p:grpSp>
              <p:nvGrpSpPr>
                <p:cNvPr id="11368" name="Group 154">
                  <a:extLst>
                    <a:ext uri="{FF2B5EF4-FFF2-40B4-BE49-F238E27FC236}">
                      <a16:creationId xmlns:a16="http://schemas.microsoft.com/office/drawing/2014/main" id="{69C33800-C2D5-F3CA-1245-DD365FD9E57B}"/>
                    </a:ext>
                  </a:extLst>
                </p:cNvPr>
                <p:cNvGrpSpPr>
                  <a:grpSpLocks noChangeAspect="1"/>
                </p:cNvGrpSpPr>
                <p:nvPr/>
              </p:nvGrpSpPr>
              <p:grpSpPr bwMode="auto">
                <a:xfrm>
                  <a:off x="422" y="1632"/>
                  <a:ext cx="822" cy="291"/>
                  <a:chOff x="422" y="1632"/>
                  <a:chExt cx="822" cy="291"/>
                </a:xfrm>
              </p:grpSpPr>
              <p:sp>
                <p:nvSpPr>
                  <p:cNvPr id="11378" name="Freeform 155">
                    <a:extLst>
                      <a:ext uri="{FF2B5EF4-FFF2-40B4-BE49-F238E27FC236}">
                        <a16:creationId xmlns:a16="http://schemas.microsoft.com/office/drawing/2014/main" id="{D54F2DE1-C1FB-BB5F-C482-2D11AD01EDC3}"/>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79" name="Freeform 156">
                    <a:extLst>
                      <a:ext uri="{FF2B5EF4-FFF2-40B4-BE49-F238E27FC236}">
                        <a16:creationId xmlns:a16="http://schemas.microsoft.com/office/drawing/2014/main" id="{4FEF90C2-3E5F-76F0-6A2F-5D4A645D7E00}"/>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80" name="Freeform 157">
                    <a:extLst>
                      <a:ext uri="{FF2B5EF4-FFF2-40B4-BE49-F238E27FC236}">
                        <a16:creationId xmlns:a16="http://schemas.microsoft.com/office/drawing/2014/main" id="{21EF2955-5116-E721-E541-070C65117D9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81" name="Freeform 158">
                    <a:extLst>
                      <a:ext uri="{FF2B5EF4-FFF2-40B4-BE49-F238E27FC236}">
                        <a16:creationId xmlns:a16="http://schemas.microsoft.com/office/drawing/2014/main" id="{A96CB12B-3486-1783-64B5-E0F8D5959B0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82" name="Freeform 159">
                    <a:extLst>
                      <a:ext uri="{FF2B5EF4-FFF2-40B4-BE49-F238E27FC236}">
                        <a16:creationId xmlns:a16="http://schemas.microsoft.com/office/drawing/2014/main" id="{DA537B4A-5095-B774-BAF8-49FEFA574A46}"/>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83" name="Freeform 160">
                    <a:extLst>
                      <a:ext uri="{FF2B5EF4-FFF2-40B4-BE49-F238E27FC236}">
                        <a16:creationId xmlns:a16="http://schemas.microsoft.com/office/drawing/2014/main" id="{EECB6C69-AE13-32B5-B286-84DAC99E1350}"/>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84" name="Freeform 161">
                    <a:extLst>
                      <a:ext uri="{FF2B5EF4-FFF2-40B4-BE49-F238E27FC236}">
                        <a16:creationId xmlns:a16="http://schemas.microsoft.com/office/drawing/2014/main" id="{5AEDBE2E-FA37-2C49-2524-89579C874D9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85" name="Freeform 162">
                    <a:extLst>
                      <a:ext uri="{FF2B5EF4-FFF2-40B4-BE49-F238E27FC236}">
                        <a16:creationId xmlns:a16="http://schemas.microsoft.com/office/drawing/2014/main" id="{710F9E1D-EBD7-027D-75BD-0B502059D43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1369" name="Group 163">
                  <a:extLst>
                    <a:ext uri="{FF2B5EF4-FFF2-40B4-BE49-F238E27FC236}">
                      <a16:creationId xmlns:a16="http://schemas.microsoft.com/office/drawing/2014/main" id="{6AD65BC5-9FD0-4FFF-9EB2-9F60FE595E3B}"/>
                    </a:ext>
                  </a:extLst>
                </p:cNvPr>
                <p:cNvGrpSpPr>
                  <a:grpSpLocks noChangeAspect="1"/>
                </p:cNvGrpSpPr>
                <p:nvPr/>
              </p:nvGrpSpPr>
              <p:grpSpPr bwMode="auto">
                <a:xfrm>
                  <a:off x="429" y="1639"/>
                  <a:ext cx="822" cy="291"/>
                  <a:chOff x="429" y="1639"/>
                  <a:chExt cx="822" cy="291"/>
                </a:xfrm>
              </p:grpSpPr>
              <p:sp>
                <p:nvSpPr>
                  <p:cNvPr id="11370" name="Freeform 164">
                    <a:extLst>
                      <a:ext uri="{FF2B5EF4-FFF2-40B4-BE49-F238E27FC236}">
                        <a16:creationId xmlns:a16="http://schemas.microsoft.com/office/drawing/2014/main" id="{A6A8D236-D06E-D97D-BC1E-CB5AD0C8C7D7}"/>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71" name="Freeform 165">
                    <a:extLst>
                      <a:ext uri="{FF2B5EF4-FFF2-40B4-BE49-F238E27FC236}">
                        <a16:creationId xmlns:a16="http://schemas.microsoft.com/office/drawing/2014/main" id="{CA7CA63D-BBD2-E890-8ECA-721E9C9A2D7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72" name="Freeform 166">
                    <a:extLst>
                      <a:ext uri="{FF2B5EF4-FFF2-40B4-BE49-F238E27FC236}">
                        <a16:creationId xmlns:a16="http://schemas.microsoft.com/office/drawing/2014/main" id="{7CFA95EA-9E55-4BAA-A310-7B888266847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73" name="Freeform 167">
                    <a:extLst>
                      <a:ext uri="{FF2B5EF4-FFF2-40B4-BE49-F238E27FC236}">
                        <a16:creationId xmlns:a16="http://schemas.microsoft.com/office/drawing/2014/main" id="{7864B003-539C-BC3E-0BC0-EAD7DC4FB68B}"/>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74" name="Freeform 168">
                    <a:extLst>
                      <a:ext uri="{FF2B5EF4-FFF2-40B4-BE49-F238E27FC236}">
                        <a16:creationId xmlns:a16="http://schemas.microsoft.com/office/drawing/2014/main" id="{E4DBEF50-ECE1-99D4-F7A7-CB50EA2155A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75" name="Freeform 169">
                    <a:extLst>
                      <a:ext uri="{FF2B5EF4-FFF2-40B4-BE49-F238E27FC236}">
                        <a16:creationId xmlns:a16="http://schemas.microsoft.com/office/drawing/2014/main" id="{6579185F-8497-AF49-4A4B-807D9F936A57}"/>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76" name="Freeform 170">
                    <a:extLst>
                      <a:ext uri="{FF2B5EF4-FFF2-40B4-BE49-F238E27FC236}">
                        <a16:creationId xmlns:a16="http://schemas.microsoft.com/office/drawing/2014/main" id="{B799B3CA-2425-F062-8209-BBA434E076E6}"/>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77" name="Freeform 171">
                    <a:extLst>
                      <a:ext uri="{FF2B5EF4-FFF2-40B4-BE49-F238E27FC236}">
                        <a16:creationId xmlns:a16="http://schemas.microsoft.com/office/drawing/2014/main" id="{5CE06FE0-BA14-1761-E802-73F42D295390}"/>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1365" name="WordArt 172">
              <a:extLst>
                <a:ext uri="{FF2B5EF4-FFF2-40B4-BE49-F238E27FC236}">
                  <a16:creationId xmlns:a16="http://schemas.microsoft.com/office/drawing/2014/main" id="{18FD62C5-79B9-0801-2D37-7EE1DDEA8D8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sp>
        <p:nvSpPr>
          <p:cNvPr id="11297" name="Rectangle 181">
            <a:extLst>
              <a:ext uri="{FF2B5EF4-FFF2-40B4-BE49-F238E27FC236}">
                <a16:creationId xmlns:a16="http://schemas.microsoft.com/office/drawing/2014/main" id="{836F3D99-AC5C-2A3E-180A-487FDB3CC94A}"/>
              </a:ext>
            </a:extLst>
          </p:cNvPr>
          <p:cNvSpPr>
            <a:spLocks noChangeArrowheads="1"/>
          </p:cNvSpPr>
          <p:nvPr/>
        </p:nvSpPr>
        <p:spPr bwMode="auto">
          <a:xfrm>
            <a:off x="7591426" y="2625726"/>
            <a:ext cx="295275" cy="22701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10</a:t>
            </a:r>
          </a:p>
        </p:txBody>
      </p:sp>
      <p:sp>
        <p:nvSpPr>
          <p:cNvPr id="11298" name="Rectangle 182">
            <a:extLst>
              <a:ext uri="{FF2B5EF4-FFF2-40B4-BE49-F238E27FC236}">
                <a16:creationId xmlns:a16="http://schemas.microsoft.com/office/drawing/2014/main" id="{F6C32000-EF3C-5618-4EC2-C0102DB82351}"/>
              </a:ext>
            </a:extLst>
          </p:cNvPr>
          <p:cNvSpPr>
            <a:spLocks noChangeArrowheads="1"/>
          </p:cNvSpPr>
          <p:nvPr/>
        </p:nvSpPr>
        <p:spPr bwMode="auto">
          <a:xfrm>
            <a:off x="8129589" y="2994026"/>
            <a:ext cx="295275" cy="22701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10</a:t>
            </a:r>
          </a:p>
        </p:txBody>
      </p:sp>
      <p:grpSp>
        <p:nvGrpSpPr>
          <p:cNvPr id="11299" name="Group 118">
            <a:extLst>
              <a:ext uri="{FF2B5EF4-FFF2-40B4-BE49-F238E27FC236}">
                <a16:creationId xmlns:a16="http://schemas.microsoft.com/office/drawing/2014/main" id="{FE35134D-1EB7-AA1C-951F-E7931D6D2BB5}"/>
              </a:ext>
            </a:extLst>
          </p:cNvPr>
          <p:cNvGrpSpPr>
            <a:grpSpLocks/>
          </p:cNvGrpSpPr>
          <p:nvPr/>
        </p:nvGrpSpPr>
        <p:grpSpPr bwMode="auto">
          <a:xfrm>
            <a:off x="7516813" y="5273676"/>
            <a:ext cx="406400" cy="339725"/>
            <a:chOff x="144" y="3264"/>
            <a:chExt cx="288" cy="240"/>
          </a:xfrm>
        </p:grpSpPr>
        <p:sp>
          <p:nvSpPr>
            <p:cNvPr id="11362" name="Rectangle 119">
              <a:extLst>
                <a:ext uri="{FF2B5EF4-FFF2-40B4-BE49-F238E27FC236}">
                  <a16:creationId xmlns:a16="http://schemas.microsoft.com/office/drawing/2014/main" id="{FB7FB16A-6429-2FEA-A7C0-0D50C952E1E7}"/>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11363" name="Rectangle 120">
              <a:extLst>
                <a:ext uri="{FF2B5EF4-FFF2-40B4-BE49-F238E27FC236}">
                  <a16:creationId xmlns:a16="http://schemas.microsoft.com/office/drawing/2014/main" id="{6DFA8F4C-E123-393D-DD31-4FA2D9A0028D}"/>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11300" name="Group 124">
            <a:extLst>
              <a:ext uri="{FF2B5EF4-FFF2-40B4-BE49-F238E27FC236}">
                <a16:creationId xmlns:a16="http://schemas.microsoft.com/office/drawing/2014/main" id="{C2AE2D5C-8FA2-6A26-83C7-7161213CD640}"/>
              </a:ext>
            </a:extLst>
          </p:cNvPr>
          <p:cNvGrpSpPr>
            <a:grpSpLocks/>
          </p:cNvGrpSpPr>
          <p:nvPr/>
        </p:nvGrpSpPr>
        <p:grpSpPr bwMode="auto">
          <a:xfrm>
            <a:off x="8469313" y="4530726"/>
            <a:ext cx="406400" cy="339725"/>
            <a:chOff x="144" y="3264"/>
            <a:chExt cx="288" cy="240"/>
          </a:xfrm>
        </p:grpSpPr>
        <p:sp>
          <p:nvSpPr>
            <p:cNvPr id="11360" name="Rectangle 125">
              <a:extLst>
                <a:ext uri="{FF2B5EF4-FFF2-40B4-BE49-F238E27FC236}">
                  <a16:creationId xmlns:a16="http://schemas.microsoft.com/office/drawing/2014/main" id="{0A3E58F8-9BBC-EE25-0A57-32184BDDF3DC}"/>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11361" name="Rectangle 126">
              <a:extLst>
                <a:ext uri="{FF2B5EF4-FFF2-40B4-BE49-F238E27FC236}">
                  <a16:creationId xmlns:a16="http://schemas.microsoft.com/office/drawing/2014/main" id="{B8F68BB1-4415-2DC7-1A6D-4BCC8CC17BFA}"/>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11301" name="Group 127">
            <a:extLst>
              <a:ext uri="{FF2B5EF4-FFF2-40B4-BE49-F238E27FC236}">
                <a16:creationId xmlns:a16="http://schemas.microsoft.com/office/drawing/2014/main" id="{142600B6-2C8F-8115-AE5B-7C1B0EC68FF6}"/>
              </a:ext>
            </a:extLst>
          </p:cNvPr>
          <p:cNvGrpSpPr>
            <a:grpSpLocks noChangeAspect="1"/>
          </p:cNvGrpSpPr>
          <p:nvPr/>
        </p:nvGrpSpPr>
        <p:grpSpPr bwMode="auto">
          <a:xfrm>
            <a:off x="7923213" y="4895851"/>
            <a:ext cx="723900" cy="460375"/>
            <a:chOff x="3312" y="2160"/>
            <a:chExt cx="960" cy="528"/>
          </a:xfrm>
        </p:grpSpPr>
        <p:grpSp>
          <p:nvGrpSpPr>
            <p:cNvPr id="11338" name="Group 128">
              <a:extLst>
                <a:ext uri="{FF2B5EF4-FFF2-40B4-BE49-F238E27FC236}">
                  <a16:creationId xmlns:a16="http://schemas.microsoft.com/office/drawing/2014/main" id="{16053546-353F-3ABB-3772-F1995F9953B8}"/>
                </a:ext>
              </a:extLst>
            </p:cNvPr>
            <p:cNvGrpSpPr>
              <a:grpSpLocks noChangeAspect="1"/>
            </p:cNvGrpSpPr>
            <p:nvPr/>
          </p:nvGrpSpPr>
          <p:grpSpPr bwMode="auto">
            <a:xfrm>
              <a:off x="3312" y="2160"/>
              <a:ext cx="960" cy="528"/>
              <a:chOff x="3312" y="2160"/>
              <a:chExt cx="960" cy="528"/>
            </a:xfrm>
          </p:grpSpPr>
          <p:sp>
            <p:nvSpPr>
              <p:cNvPr id="11340" name="AutoShape 129">
                <a:extLst>
                  <a:ext uri="{FF2B5EF4-FFF2-40B4-BE49-F238E27FC236}">
                    <a16:creationId xmlns:a16="http://schemas.microsoft.com/office/drawing/2014/main" id="{BDD83BA5-D9D0-29AE-D022-3002E1E73422}"/>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1341" name="Group 130">
                <a:extLst>
                  <a:ext uri="{FF2B5EF4-FFF2-40B4-BE49-F238E27FC236}">
                    <a16:creationId xmlns:a16="http://schemas.microsoft.com/office/drawing/2014/main" id="{8DEB03C2-FAB9-EE88-1D3C-B7B5DB6803EF}"/>
                  </a:ext>
                </a:extLst>
              </p:cNvPr>
              <p:cNvGrpSpPr>
                <a:grpSpLocks noChangeAspect="1"/>
              </p:cNvGrpSpPr>
              <p:nvPr/>
            </p:nvGrpSpPr>
            <p:grpSpPr bwMode="auto">
              <a:xfrm>
                <a:off x="3488" y="2193"/>
                <a:ext cx="599" cy="207"/>
                <a:chOff x="422" y="1632"/>
                <a:chExt cx="829" cy="298"/>
              </a:xfrm>
            </p:grpSpPr>
            <p:grpSp>
              <p:nvGrpSpPr>
                <p:cNvPr id="11342" name="Group 131">
                  <a:extLst>
                    <a:ext uri="{FF2B5EF4-FFF2-40B4-BE49-F238E27FC236}">
                      <a16:creationId xmlns:a16="http://schemas.microsoft.com/office/drawing/2014/main" id="{4CF00FCD-7516-EACA-D340-77CED6D33F02}"/>
                    </a:ext>
                  </a:extLst>
                </p:cNvPr>
                <p:cNvGrpSpPr>
                  <a:grpSpLocks noChangeAspect="1"/>
                </p:cNvGrpSpPr>
                <p:nvPr/>
              </p:nvGrpSpPr>
              <p:grpSpPr bwMode="auto">
                <a:xfrm>
                  <a:off x="422" y="1632"/>
                  <a:ext cx="822" cy="291"/>
                  <a:chOff x="422" y="1632"/>
                  <a:chExt cx="822" cy="291"/>
                </a:xfrm>
              </p:grpSpPr>
              <p:sp>
                <p:nvSpPr>
                  <p:cNvPr id="11352" name="Freeform 132">
                    <a:extLst>
                      <a:ext uri="{FF2B5EF4-FFF2-40B4-BE49-F238E27FC236}">
                        <a16:creationId xmlns:a16="http://schemas.microsoft.com/office/drawing/2014/main" id="{377CAF1E-FCC9-B595-664C-C6D40BE4A4BF}"/>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53" name="Freeform 133">
                    <a:extLst>
                      <a:ext uri="{FF2B5EF4-FFF2-40B4-BE49-F238E27FC236}">
                        <a16:creationId xmlns:a16="http://schemas.microsoft.com/office/drawing/2014/main" id="{6FF77BF6-2C72-5B6E-D581-B017763F740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54" name="Freeform 134">
                    <a:extLst>
                      <a:ext uri="{FF2B5EF4-FFF2-40B4-BE49-F238E27FC236}">
                        <a16:creationId xmlns:a16="http://schemas.microsoft.com/office/drawing/2014/main" id="{6CE19D30-6D04-8C14-8035-6041184FD56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55" name="Freeform 135">
                    <a:extLst>
                      <a:ext uri="{FF2B5EF4-FFF2-40B4-BE49-F238E27FC236}">
                        <a16:creationId xmlns:a16="http://schemas.microsoft.com/office/drawing/2014/main" id="{E060948A-4F32-48E9-0BF1-06D9D2D5A744}"/>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56" name="Freeform 136">
                    <a:extLst>
                      <a:ext uri="{FF2B5EF4-FFF2-40B4-BE49-F238E27FC236}">
                        <a16:creationId xmlns:a16="http://schemas.microsoft.com/office/drawing/2014/main" id="{BC14754E-26F3-B107-25E0-E53201B2C090}"/>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57" name="Freeform 137">
                    <a:extLst>
                      <a:ext uri="{FF2B5EF4-FFF2-40B4-BE49-F238E27FC236}">
                        <a16:creationId xmlns:a16="http://schemas.microsoft.com/office/drawing/2014/main" id="{CCCBCEEB-FA80-6992-CF39-4FCFB1173CE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58" name="Freeform 138">
                    <a:extLst>
                      <a:ext uri="{FF2B5EF4-FFF2-40B4-BE49-F238E27FC236}">
                        <a16:creationId xmlns:a16="http://schemas.microsoft.com/office/drawing/2014/main" id="{9B599A16-3F97-5B3D-8B7B-E57C6EB689FE}"/>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59" name="Freeform 139">
                    <a:extLst>
                      <a:ext uri="{FF2B5EF4-FFF2-40B4-BE49-F238E27FC236}">
                        <a16:creationId xmlns:a16="http://schemas.microsoft.com/office/drawing/2014/main" id="{5A723838-F347-B754-BD10-95ACC409EEE0}"/>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1343" name="Group 140">
                  <a:extLst>
                    <a:ext uri="{FF2B5EF4-FFF2-40B4-BE49-F238E27FC236}">
                      <a16:creationId xmlns:a16="http://schemas.microsoft.com/office/drawing/2014/main" id="{16712DF3-F5A6-8A5D-1786-7C990CC31B20}"/>
                    </a:ext>
                  </a:extLst>
                </p:cNvPr>
                <p:cNvGrpSpPr>
                  <a:grpSpLocks noChangeAspect="1"/>
                </p:cNvGrpSpPr>
                <p:nvPr/>
              </p:nvGrpSpPr>
              <p:grpSpPr bwMode="auto">
                <a:xfrm>
                  <a:off x="429" y="1639"/>
                  <a:ext cx="822" cy="291"/>
                  <a:chOff x="429" y="1639"/>
                  <a:chExt cx="822" cy="291"/>
                </a:xfrm>
              </p:grpSpPr>
              <p:sp>
                <p:nvSpPr>
                  <p:cNvPr id="11344" name="Freeform 141">
                    <a:extLst>
                      <a:ext uri="{FF2B5EF4-FFF2-40B4-BE49-F238E27FC236}">
                        <a16:creationId xmlns:a16="http://schemas.microsoft.com/office/drawing/2014/main" id="{D6EF280B-CEB3-974A-38EA-F111EC44F1D3}"/>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45" name="Freeform 142">
                    <a:extLst>
                      <a:ext uri="{FF2B5EF4-FFF2-40B4-BE49-F238E27FC236}">
                        <a16:creationId xmlns:a16="http://schemas.microsoft.com/office/drawing/2014/main" id="{74A26A11-76EB-4A8C-141F-9495FF3F7BD3}"/>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46" name="Freeform 143">
                    <a:extLst>
                      <a:ext uri="{FF2B5EF4-FFF2-40B4-BE49-F238E27FC236}">
                        <a16:creationId xmlns:a16="http://schemas.microsoft.com/office/drawing/2014/main" id="{52122FAD-EE6C-20B0-58CC-33142866D92F}"/>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47" name="Freeform 144">
                    <a:extLst>
                      <a:ext uri="{FF2B5EF4-FFF2-40B4-BE49-F238E27FC236}">
                        <a16:creationId xmlns:a16="http://schemas.microsoft.com/office/drawing/2014/main" id="{0C5DA400-75F7-5AD4-4DA9-55764346C9F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48" name="Freeform 145">
                    <a:extLst>
                      <a:ext uri="{FF2B5EF4-FFF2-40B4-BE49-F238E27FC236}">
                        <a16:creationId xmlns:a16="http://schemas.microsoft.com/office/drawing/2014/main" id="{D2F0DA96-1E22-65EE-541D-475FDAA5571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49" name="Freeform 146">
                    <a:extLst>
                      <a:ext uri="{FF2B5EF4-FFF2-40B4-BE49-F238E27FC236}">
                        <a16:creationId xmlns:a16="http://schemas.microsoft.com/office/drawing/2014/main" id="{91BEA0FD-04AB-3F0D-7016-F5F3777971EA}"/>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50" name="Freeform 147">
                    <a:extLst>
                      <a:ext uri="{FF2B5EF4-FFF2-40B4-BE49-F238E27FC236}">
                        <a16:creationId xmlns:a16="http://schemas.microsoft.com/office/drawing/2014/main" id="{248D8A31-3C08-0885-C870-200C09F5E9C7}"/>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51" name="Freeform 148">
                    <a:extLst>
                      <a:ext uri="{FF2B5EF4-FFF2-40B4-BE49-F238E27FC236}">
                        <a16:creationId xmlns:a16="http://schemas.microsoft.com/office/drawing/2014/main" id="{5CA59216-6C3E-316A-DC0E-13ED320AF0AB}"/>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1339" name="WordArt 149">
              <a:extLst>
                <a:ext uri="{FF2B5EF4-FFF2-40B4-BE49-F238E27FC236}">
                  <a16:creationId xmlns:a16="http://schemas.microsoft.com/office/drawing/2014/main" id="{7FEB268A-EFE0-91AF-9C9E-3D1A0735CC94}"/>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sp>
        <p:nvSpPr>
          <p:cNvPr id="11302" name="Rectangle 183">
            <a:extLst>
              <a:ext uri="{FF2B5EF4-FFF2-40B4-BE49-F238E27FC236}">
                <a16:creationId xmlns:a16="http://schemas.microsoft.com/office/drawing/2014/main" id="{6994E9AC-ED16-1AD0-B7F3-21212687CEC0}"/>
              </a:ext>
            </a:extLst>
          </p:cNvPr>
          <p:cNvSpPr>
            <a:spLocks noChangeArrowheads="1"/>
          </p:cNvSpPr>
          <p:nvPr/>
        </p:nvSpPr>
        <p:spPr bwMode="auto">
          <a:xfrm>
            <a:off x="8120064" y="4638676"/>
            <a:ext cx="295275" cy="22701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7</a:t>
            </a:r>
          </a:p>
        </p:txBody>
      </p:sp>
      <p:sp>
        <p:nvSpPr>
          <p:cNvPr id="11303" name="Rectangle 184">
            <a:extLst>
              <a:ext uri="{FF2B5EF4-FFF2-40B4-BE49-F238E27FC236}">
                <a16:creationId xmlns:a16="http://schemas.microsoft.com/office/drawing/2014/main" id="{E13E5234-5BEA-7E93-7881-8264B82BC917}"/>
              </a:ext>
            </a:extLst>
          </p:cNvPr>
          <p:cNvSpPr>
            <a:spLocks noChangeArrowheads="1"/>
          </p:cNvSpPr>
          <p:nvPr/>
        </p:nvSpPr>
        <p:spPr bwMode="auto">
          <a:xfrm>
            <a:off x="7594601" y="5000626"/>
            <a:ext cx="295275" cy="22701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10</a:t>
            </a:r>
          </a:p>
        </p:txBody>
      </p:sp>
      <p:grpSp>
        <p:nvGrpSpPr>
          <p:cNvPr id="11304" name="Group 21">
            <a:extLst>
              <a:ext uri="{FF2B5EF4-FFF2-40B4-BE49-F238E27FC236}">
                <a16:creationId xmlns:a16="http://schemas.microsoft.com/office/drawing/2014/main" id="{DE816F77-EA3A-BD51-79EA-F827955B971D}"/>
              </a:ext>
            </a:extLst>
          </p:cNvPr>
          <p:cNvGrpSpPr>
            <a:grpSpLocks noChangeAspect="1"/>
          </p:cNvGrpSpPr>
          <p:nvPr/>
        </p:nvGrpSpPr>
        <p:grpSpPr bwMode="auto">
          <a:xfrm>
            <a:off x="3454400" y="4895851"/>
            <a:ext cx="723900" cy="460375"/>
            <a:chOff x="3312" y="2160"/>
            <a:chExt cx="960" cy="528"/>
          </a:xfrm>
        </p:grpSpPr>
        <p:grpSp>
          <p:nvGrpSpPr>
            <p:cNvPr id="11316" name="Group 22">
              <a:extLst>
                <a:ext uri="{FF2B5EF4-FFF2-40B4-BE49-F238E27FC236}">
                  <a16:creationId xmlns:a16="http://schemas.microsoft.com/office/drawing/2014/main" id="{94ADE253-C71C-EE4E-1A6F-2D3872A5FF2E}"/>
                </a:ext>
              </a:extLst>
            </p:cNvPr>
            <p:cNvGrpSpPr>
              <a:grpSpLocks noChangeAspect="1"/>
            </p:cNvGrpSpPr>
            <p:nvPr/>
          </p:nvGrpSpPr>
          <p:grpSpPr bwMode="auto">
            <a:xfrm>
              <a:off x="3312" y="2160"/>
              <a:ext cx="960" cy="528"/>
              <a:chOff x="3312" y="2160"/>
              <a:chExt cx="960" cy="528"/>
            </a:xfrm>
          </p:grpSpPr>
          <p:sp>
            <p:nvSpPr>
              <p:cNvPr id="11318" name="AutoShape 23">
                <a:extLst>
                  <a:ext uri="{FF2B5EF4-FFF2-40B4-BE49-F238E27FC236}">
                    <a16:creationId xmlns:a16="http://schemas.microsoft.com/office/drawing/2014/main" id="{623C1B5F-AF1A-2127-AA29-48280DC2D508}"/>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1319" name="Group 24">
                <a:extLst>
                  <a:ext uri="{FF2B5EF4-FFF2-40B4-BE49-F238E27FC236}">
                    <a16:creationId xmlns:a16="http://schemas.microsoft.com/office/drawing/2014/main" id="{0EE561C7-69D6-1FB7-1EA5-059855628DE5}"/>
                  </a:ext>
                </a:extLst>
              </p:cNvPr>
              <p:cNvGrpSpPr>
                <a:grpSpLocks noChangeAspect="1"/>
              </p:cNvGrpSpPr>
              <p:nvPr/>
            </p:nvGrpSpPr>
            <p:grpSpPr bwMode="auto">
              <a:xfrm>
                <a:off x="3488" y="2193"/>
                <a:ext cx="599" cy="207"/>
                <a:chOff x="422" y="1632"/>
                <a:chExt cx="829" cy="298"/>
              </a:xfrm>
            </p:grpSpPr>
            <p:grpSp>
              <p:nvGrpSpPr>
                <p:cNvPr id="11320" name="Group 25">
                  <a:extLst>
                    <a:ext uri="{FF2B5EF4-FFF2-40B4-BE49-F238E27FC236}">
                      <a16:creationId xmlns:a16="http://schemas.microsoft.com/office/drawing/2014/main" id="{45FA232F-3FB7-213F-98BA-5A1449AEBD14}"/>
                    </a:ext>
                  </a:extLst>
                </p:cNvPr>
                <p:cNvGrpSpPr>
                  <a:grpSpLocks noChangeAspect="1"/>
                </p:cNvGrpSpPr>
                <p:nvPr/>
              </p:nvGrpSpPr>
              <p:grpSpPr bwMode="auto">
                <a:xfrm>
                  <a:off x="422" y="1632"/>
                  <a:ext cx="822" cy="291"/>
                  <a:chOff x="422" y="1632"/>
                  <a:chExt cx="822" cy="291"/>
                </a:xfrm>
              </p:grpSpPr>
              <p:sp>
                <p:nvSpPr>
                  <p:cNvPr id="11330" name="Freeform 26">
                    <a:extLst>
                      <a:ext uri="{FF2B5EF4-FFF2-40B4-BE49-F238E27FC236}">
                        <a16:creationId xmlns:a16="http://schemas.microsoft.com/office/drawing/2014/main" id="{1BE808B4-A091-4E67-CF25-031F65C3657F}"/>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31" name="Freeform 27">
                    <a:extLst>
                      <a:ext uri="{FF2B5EF4-FFF2-40B4-BE49-F238E27FC236}">
                        <a16:creationId xmlns:a16="http://schemas.microsoft.com/office/drawing/2014/main" id="{0AE2E901-52EE-37CF-B23C-BE35A685A05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32" name="Freeform 28">
                    <a:extLst>
                      <a:ext uri="{FF2B5EF4-FFF2-40B4-BE49-F238E27FC236}">
                        <a16:creationId xmlns:a16="http://schemas.microsoft.com/office/drawing/2014/main" id="{E7B06DAF-AD1B-15EF-FA09-EA85A6D09C2C}"/>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33" name="Freeform 29">
                    <a:extLst>
                      <a:ext uri="{FF2B5EF4-FFF2-40B4-BE49-F238E27FC236}">
                        <a16:creationId xmlns:a16="http://schemas.microsoft.com/office/drawing/2014/main" id="{A0A86B27-32C3-567B-5D00-47C55EF6EBE0}"/>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34" name="Freeform 30">
                    <a:extLst>
                      <a:ext uri="{FF2B5EF4-FFF2-40B4-BE49-F238E27FC236}">
                        <a16:creationId xmlns:a16="http://schemas.microsoft.com/office/drawing/2014/main" id="{005CD107-B7F4-E928-186C-5ADC5F2B44D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35" name="Freeform 31">
                    <a:extLst>
                      <a:ext uri="{FF2B5EF4-FFF2-40B4-BE49-F238E27FC236}">
                        <a16:creationId xmlns:a16="http://schemas.microsoft.com/office/drawing/2014/main" id="{7EFFB086-53B5-DF24-935A-1CA1F89E3C12}"/>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36" name="Freeform 32">
                    <a:extLst>
                      <a:ext uri="{FF2B5EF4-FFF2-40B4-BE49-F238E27FC236}">
                        <a16:creationId xmlns:a16="http://schemas.microsoft.com/office/drawing/2014/main" id="{2C3273CB-1244-68C1-A6FF-A4BAB1C5452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37" name="Freeform 33">
                    <a:extLst>
                      <a:ext uri="{FF2B5EF4-FFF2-40B4-BE49-F238E27FC236}">
                        <a16:creationId xmlns:a16="http://schemas.microsoft.com/office/drawing/2014/main" id="{974AB2C1-58D3-6C7B-AC06-9A97596C22E9}"/>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1321" name="Group 34">
                  <a:extLst>
                    <a:ext uri="{FF2B5EF4-FFF2-40B4-BE49-F238E27FC236}">
                      <a16:creationId xmlns:a16="http://schemas.microsoft.com/office/drawing/2014/main" id="{A1AEAAAE-EA43-885C-B22B-91DFECDD4E33}"/>
                    </a:ext>
                  </a:extLst>
                </p:cNvPr>
                <p:cNvGrpSpPr>
                  <a:grpSpLocks noChangeAspect="1"/>
                </p:cNvGrpSpPr>
                <p:nvPr/>
              </p:nvGrpSpPr>
              <p:grpSpPr bwMode="auto">
                <a:xfrm>
                  <a:off x="429" y="1639"/>
                  <a:ext cx="822" cy="291"/>
                  <a:chOff x="429" y="1639"/>
                  <a:chExt cx="822" cy="291"/>
                </a:xfrm>
              </p:grpSpPr>
              <p:sp>
                <p:nvSpPr>
                  <p:cNvPr id="11322" name="Freeform 35">
                    <a:extLst>
                      <a:ext uri="{FF2B5EF4-FFF2-40B4-BE49-F238E27FC236}">
                        <a16:creationId xmlns:a16="http://schemas.microsoft.com/office/drawing/2014/main" id="{A19D510C-F3F9-998F-3A62-AD51BFF406FA}"/>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23" name="Freeform 36">
                    <a:extLst>
                      <a:ext uri="{FF2B5EF4-FFF2-40B4-BE49-F238E27FC236}">
                        <a16:creationId xmlns:a16="http://schemas.microsoft.com/office/drawing/2014/main" id="{8573F716-30BF-591D-13CB-86DBD28F3B0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24" name="Freeform 37">
                    <a:extLst>
                      <a:ext uri="{FF2B5EF4-FFF2-40B4-BE49-F238E27FC236}">
                        <a16:creationId xmlns:a16="http://schemas.microsoft.com/office/drawing/2014/main" id="{F61D5A96-0D7E-DB89-829A-1CFA086312D3}"/>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25" name="Freeform 38">
                    <a:extLst>
                      <a:ext uri="{FF2B5EF4-FFF2-40B4-BE49-F238E27FC236}">
                        <a16:creationId xmlns:a16="http://schemas.microsoft.com/office/drawing/2014/main" id="{FCE2560D-2B3D-BE62-7416-A90E4887C7D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26" name="Freeform 39">
                    <a:extLst>
                      <a:ext uri="{FF2B5EF4-FFF2-40B4-BE49-F238E27FC236}">
                        <a16:creationId xmlns:a16="http://schemas.microsoft.com/office/drawing/2014/main" id="{6E484256-63E8-9B5F-EBEF-AE092E911041}"/>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27" name="Freeform 40">
                    <a:extLst>
                      <a:ext uri="{FF2B5EF4-FFF2-40B4-BE49-F238E27FC236}">
                        <a16:creationId xmlns:a16="http://schemas.microsoft.com/office/drawing/2014/main" id="{9D068164-C1B5-B4C6-A40A-0D8F7FFB658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28" name="Freeform 41">
                    <a:extLst>
                      <a:ext uri="{FF2B5EF4-FFF2-40B4-BE49-F238E27FC236}">
                        <a16:creationId xmlns:a16="http://schemas.microsoft.com/office/drawing/2014/main" id="{AB6FA5C3-F7F4-613B-CA03-9142954D0BD6}"/>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1329" name="Freeform 42">
                    <a:extLst>
                      <a:ext uri="{FF2B5EF4-FFF2-40B4-BE49-F238E27FC236}">
                        <a16:creationId xmlns:a16="http://schemas.microsoft.com/office/drawing/2014/main" id="{1A1DA0AC-F5CC-75CA-A0AF-2DB8E59F1104}"/>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1317" name="WordArt 43">
              <a:extLst>
                <a:ext uri="{FF2B5EF4-FFF2-40B4-BE49-F238E27FC236}">
                  <a16:creationId xmlns:a16="http://schemas.microsoft.com/office/drawing/2014/main" id="{7C4DE803-B54A-A408-DA4F-7AC5A240A935}"/>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grpSp>
        <p:nvGrpSpPr>
          <p:cNvPr id="11305" name="Group 109">
            <a:extLst>
              <a:ext uri="{FF2B5EF4-FFF2-40B4-BE49-F238E27FC236}">
                <a16:creationId xmlns:a16="http://schemas.microsoft.com/office/drawing/2014/main" id="{F348DA6D-FCC0-7B90-E338-287EB99C4AAB}"/>
              </a:ext>
            </a:extLst>
          </p:cNvPr>
          <p:cNvGrpSpPr>
            <a:grpSpLocks/>
          </p:cNvGrpSpPr>
          <p:nvPr/>
        </p:nvGrpSpPr>
        <p:grpSpPr bwMode="auto">
          <a:xfrm>
            <a:off x="3236913" y="4530726"/>
            <a:ext cx="406400" cy="339725"/>
            <a:chOff x="144" y="3264"/>
            <a:chExt cx="288" cy="240"/>
          </a:xfrm>
        </p:grpSpPr>
        <p:sp>
          <p:nvSpPr>
            <p:cNvPr id="11314" name="Rectangle 110">
              <a:extLst>
                <a:ext uri="{FF2B5EF4-FFF2-40B4-BE49-F238E27FC236}">
                  <a16:creationId xmlns:a16="http://schemas.microsoft.com/office/drawing/2014/main" id="{1D1EC4F4-289E-507A-2E11-D9F0978B60EF}"/>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11315" name="Rectangle 111">
              <a:extLst>
                <a:ext uri="{FF2B5EF4-FFF2-40B4-BE49-F238E27FC236}">
                  <a16:creationId xmlns:a16="http://schemas.microsoft.com/office/drawing/2014/main" id="{50413236-D102-3447-4C00-F6108E6C73A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11306" name="Group 115">
            <a:extLst>
              <a:ext uri="{FF2B5EF4-FFF2-40B4-BE49-F238E27FC236}">
                <a16:creationId xmlns:a16="http://schemas.microsoft.com/office/drawing/2014/main" id="{A051CCFD-8D2D-E42E-7B3D-9CDCFD3C431E}"/>
              </a:ext>
            </a:extLst>
          </p:cNvPr>
          <p:cNvGrpSpPr>
            <a:grpSpLocks/>
          </p:cNvGrpSpPr>
          <p:nvPr/>
        </p:nvGrpSpPr>
        <p:grpSpPr bwMode="auto">
          <a:xfrm>
            <a:off x="4173538" y="5273676"/>
            <a:ext cx="406400" cy="339725"/>
            <a:chOff x="144" y="3264"/>
            <a:chExt cx="288" cy="240"/>
          </a:xfrm>
        </p:grpSpPr>
        <p:sp>
          <p:nvSpPr>
            <p:cNvPr id="11312" name="Rectangle 116">
              <a:extLst>
                <a:ext uri="{FF2B5EF4-FFF2-40B4-BE49-F238E27FC236}">
                  <a16:creationId xmlns:a16="http://schemas.microsoft.com/office/drawing/2014/main" id="{1609A29F-EECE-1C45-86AF-ADE9F495B818}"/>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11313" name="Rectangle 117">
              <a:extLst>
                <a:ext uri="{FF2B5EF4-FFF2-40B4-BE49-F238E27FC236}">
                  <a16:creationId xmlns:a16="http://schemas.microsoft.com/office/drawing/2014/main" id="{BDDEE3FB-395D-CB3C-0119-7F1C60703B75}"/>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11307" name="Rectangle 178">
            <a:extLst>
              <a:ext uri="{FF2B5EF4-FFF2-40B4-BE49-F238E27FC236}">
                <a16:creationId xmlns:a16="http://schemas.microsoft.com/office/drawing/2014/main" id="{5FD0B67F-1D84-E9E2-2F64-299009A4A39A}"/>
              </a:ext>
            </a:extLst>
          </p:cNvPr>
          <p:cNvSpPr>
            <a:spLocks noChangeArrowheads="1"/>
          </p:cNvSpPr>
          <p:nvPr/>
        </p:nvSpPr>
        <p:spPr bwMode="auto">
          <a:xfrm>
            <a:off x="3687764" y="4614863"/>
            <a:ext cx="295275" cy="227012"/>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10</a:t>
            </a:r>
          </a:p>
        </p:txBody>
      </p:sp>
      <p:sp>
        <p:nvSpPr>
          <p:cNvPr id="11308" name="Rectangle 185">
            <a:extLst>
              <a:ext uri="{FF2B5EF4-FFF2-40B4-BE49-F238E27FC236}">
                <a16:creationId xmlns:a16="http://schemas.microsoft.com/office/drawing/2014/main" id="{A55439A8-98C0-803E-BE95-427E520180A1}"/>
              </a:ext>
            </a:extLst>
          </p:cNvPr>
          <p:cNvSpPr>
            <a:spLocks noChangeArrowheads="1"/>
          </p:cNvSpPr>
          <p:nvPr/>
        </p:nvSpPr>
        <p:spPr bwMode="auto">
          <a:xfrm>
            <a:off x="4240214" y="5000626"/>
            <a:ext cx="295275" cy="22701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10</a:t>
            </a:r>
          </a:p>
        </p:txBody>
      </p:sp>
      <p:sp>
        <p:nvSpPr>
          <p:cNvPr id="11309" name="Rectangle 186">
            <a:extLst>
              <a:ext uri="{FF2B5EF4-FFF2-40B4-BE49-F238E27FC236}">
                <a16:creationId xmlns:a16="http://schemas.microsoft.com/office/drawing/2014/main" id="{4D2878CD-63F2-562A-CCCB-8C9BD7F0A936}"/>
              </a:ext>
            </a:extLst>
          </p:cNvPr>
          <p:cNvSpPr>
            <a:spLocks noChangeArrowheads="1"/>
          </p:cNvSpPr>
          <p:nvPr/>
        </p:nvSpPr>
        <p:spPr bwMode="auto">
          <a:xfrm>
            <a:off x="5907089" y="4191001"/>
            <a:ext cx="295275" cy="22701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36</a:t>
            </a:r>
          </a:p>
        </p:txBody>
      </p:sp>
      <p:sp>
        <p:nvSpPr>
          <p:cNvPr id="11310" name="Rectangle 187">
            <a:extLst>
              <a:ext uri="{FF2B5EF4-FFF2-40B4-BE49-F238E27FC236}">
                <a16:creationId xmlns:a16="http://schemas.microsoft.com/office/drawing/2014/main" id="{58D0A7EA-79BF-EADB-A180-B0C9DE763C4D}"/>
              </a:ext>
            </a:extLst>
          </p:cNvPr>
          <p:cNvSpPr>
            <a:spLocks noChangeArrowheads="1"/>
          </p:cNvSpPr>
          <p:nvPr/>
        </p:nvSpPr>
        <p:spPr bwMode="auto">
          <a:xfrm>
            <a:off x="5907089" y="3432176"/>
            <a:ext cx="295275" cy="22701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21</a:t>
            </a:r>
          </a:p>
        </p:txBody>
      </p:sp>
      <p:sp>
        <p:nvSpPr>
          <p:cNvPr id="11311" name="Rectangle 189">
            <a:extLst>
              <a:ext uri="{FF2B5EF4-FFF2-40B4-BE49-F238E27FC236}">
                <a16:creationId xmlns:a16="http://schemas.microsoft.com/office/drawing/2014/main" id="{56A32BE4-F6BA-CD4C-6EAE-FD85E33C69B8}"/>
              </a:ext>
            </a:extLst>
          </p:cNvPr>
          <p:cNvSpPr>
            <a:spLocks noChangeArrowheads="1"/>
          </p:cNvSpPr>
          <p:nvPr/>
        </p:nvSpPr>
        <p:spPr bwMode="auto">
          <a:xfrm>
            <a:off x="1631950" y="5797550"/>
            <a:ext cx="1974850" cy="590550"/>
          </a:xfrm>
          <a:prstGeom prst="rect">
            <a:avLst/>
          </a:prstGeom>
          <a:solidFill>
            <a:schemeClr val="accent2"/>
          </a:solidFill>
          <a:ln w="9525">
            <a:solidFill>
              <a:schemeClr val="tx1"/>
            </a:solidFill>
            <a:miter lim="800000"/>
            <a:headEnd/>
            <a:tailEnd/>
          </a:ln>
        </p:spPr>
        <p:txBody>
          <a:bodyPr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a:latin typeface="Arial" panose="020B0604020202020204" pitchFamily="34" charset="0"/>
              </a:rPr>
              <a:t>ospf cost for exiting the interface</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2" name="Rectangle 2">
            <a:extLst>
              <a:ext uri="{FF2B5EF4-FFF2-40B4-BE49-F238E27FC236}">
                <a16:creationId xmlns:a16="http://schemas.microsoft.com/office/drawing/2014/main" id="{0BA9BD0F-BCF9-8EDC-E66B-F9420F5E3945}"/>
              </a:ext>
            </a:extLst>
          </p:cNvPr>
          <p:cNvSpPr>
            <a:spLocks noGrp="1" noChangeArrowheads="1"/>
          </p:cNvSpPr>
          <p:nvPr>
            <p:ph type="title"/>
          </p:nvPr>
        </p:nvSpPr>
        <p:spPr/>
        <p:txBody>
          <a:bodyPr/>
          <a:lstStyle/>
          <a:p>
            <a:pPr eaLnBrk="1" hangingPunct="1"/>
            <a:r>
              <a:rPr lang="it-IT" altLang="it-IT" dirty="0"/>
              <a:t>lab </a:t>
            </a:r>
            <a:r>
              <a:rPr lang="it-IT" altLang="it-IT" dirty="0" err="1"/>
              <a:t>description</a:t>
            </a:r>
            <a:endParaRPr lang="it-IT" altLang="it-IT" dirty="0"/>
          </a:p>
        </p:txBody>
      </p:sp>
      <p:sp>
        <p:nvSpPr>
          <p:cNvPr id="12293" name="Rectangle 3">
            <a:extLst>
              <a:ext uri="{FF2B5EF4-FFF2-40B4-BE49-F238E27FC236}">
                <a16:creationId xmlns:a16="http://schemas.microsoft.com/office/drawing/2014/main" id="{215FDCEB-876C-F7DB-8ACF-FD30EFE4D083}"/>
              </a:ext>
            </a:extLst>
          </p:cNvPr>
          <p:cNvSpPr>
            <a:spLocks noGrp="1" noChangeArrowheads="1"/>
          </p:cNvSpPr>
          <p:nvPr>
            <p:ph idx="1"/>
          </p:nvPr>
        </p:nvSpPr>
        <p:spPr/>
        <p:txBody>
          <a:bodyPr/>
          <a:lstStyle/>
          <a:p>
            <a:pPr eaLnBrk="1" hangingPunct="1"/>
            <a:r>
              <a:rPr lang="it-IT" altLang="it-IT" dirty="0"/>
              <a:t>single (</a:t>
            </a:r>
            <a:r>
              <a:rPr lang="it-IT" altLang="it-IT" dirty="0" err="1"/>
              <a:t>backbone</a:t>
            </a:r>
            <a:r>
              <a:rPr lang="it-IT" altLang="it-IT" dirty="0"/>
              <a:t>) area (0.0.0.0)</a:t>
            </a:r>
          </a:p>
          <a:p>
            <a:pPr eaLnBrk="1" hangingPunct="1"/>
            <a:r>
              <a:rPr lang="it-IT" altLang="it-IT" dirty="0" err="1"/>
              <a:t>each</a:t>
            </a:r>
            <a:r>
              <a:rPr lang="it-IT" altLang="it-IT" dirty="0"/>
              <a:t> </a:t>
            </a:r>
            <a:r>
              <a:rPr lang="it-IT" altLang="it-IT" dirty="0" err="1"/>
              <a:t>interface</a:t>
            </a:r>
            <a:r>
              <a:rPr lang="it-IT" altLang="it-IT" dirty="0"/>
              <a:t> </a:t>
            </a:r>
            <a:r>
              <a:rPr lang="it-IT" altLang="it-IT" dirty="0" err="1"/>
              <a:t>is</a:t>
            </a:r>
            <a:r>
              <a:rPr lang="it-IT" altLang="it-IT" dirty="0"/>
              <a:t> </a:t>
            </a:r>
            <a:r>
              <a:rPr lang="it-IT" altLang="it-IT" dirty="0" err="1"/>
              <a:t>assigned</a:t>
            </a:r>
            <a:r>
              <a:rPr lang="it-IT" altLang="it-IT" dirty="0"/>
              <a:t> an </a:t>
            </a:r>
            <a:r>
              <a:rPr lang="it-IT" altLang="it-IT" dirty="0" err="1"/>
              <a:t>ospf</a:t>
            </a:r>
            <a:r>
              <a:rPr lang="it-IT" altLang="it-IT" dirty="0"/>
              <a:t> cost</a:t>
            </a:r>
          </a:p>
          <a:p>
            <a:pPr lvl="1" eaLnBrk="1" hangingPunct="1"/>
            <a:r>
              <a:rPr lang="it-IT" altLang="it-IT" dirty="0"/>
              <a:t>default: 10</a:t>
            </a:r>
          </a:p>
          <a:p>
            <a:pPr lvl="1" eaLnBrk="1" hangingPunct="1"/>
            <a:r>
              <a:rPr lang="it-IT" altLang="it-IT" dirty="0" err="1"/>
              <a:t>we</a:t>
            </a:r>
            <a:r>
              <a:rPr lang="it-IT" altLang="it-IT" dirty="0"/>
              <a:t> </a:t>
            </a:r>
            <a:r>
              <a:rPr lang="it-IT" altLang="it-IT" dirty="0" err="1"/>
              <a:t>have</a:t>
            </a:r>
            <a:r>
              <a:rPr lang="it-IT" altLang="it-IT" dirty="0"/>
              <a:t> </a:t>
            </a:r>
            <a:r>
              <a:rPr lang="it-IT" altLang="it-IT" dirty="0" err="1"/>
              <a:t>tweaked</a:t>
            </a:r>
            <a:r>
              <a:rPr lang="it-IT" altLang="it-IT" dirty="0"/>
              <a:t> the costs to force </a:t>
            </a:r>
            <a:r>
              <a:rPr lang="it-IT" altLang="it-IT" dirty="0" err="1"/>
              <a:t>paths</a:t>
            </a:r>
            <a:r>
              <a:rPr lang="it-IT" altLang="it-IT" dirty="0"/>
              <a:t> </a:t>
            </a:r>
            <a:r>
              <a:rPr lang="it-IT" altLang="it-IT" dirty="0" err="1"/>
              <a:t>taken</a:t>
            </a:r>
            <a:r>
              <a:rPr lang="it-IT" altLang="it-IT" dirty="0"/>
              <a:t> by </a:t>
            </a:r>
            <a:r>
              <a:rPr lang="it-IT" altLang="it-IT" dirty="0" err="1"/>
              <a:t>traffic</a:t>
            </a:r>
            <a:endParaRPr lang="it-IT" altLang="it-IT" dirty="0"/>
          </a:p>
          <a:p>
            <a:pPr eaLnBrk="1" hangingPunct="1"/>
            <a:r>
              <a:rPr lang="it-IT" altLang="it-IT" dirty="0"/>
              <a:t>to set </a:t>
            </a:r>
            <a:r>
              <a:rPr lang="it-IT" altLang="it-IT" dirty="0" err="1"/>
              <a:t>interface</a:t>
            </a:r>
            <a:r>
              <a:rPr lang="it-IT" altLang="it-IT" dirty="0"/>
              <a:t> costs:</a:t>
            </a:r>
          </a:p>
          <a:p>
            <a:pPr lvl="1" eaLnBrk="1" hangingPunct="1">
              <a:buFont typeface="Wingdings" pitchFamily="2" charset="2"/>
              <a:buNone/>
            </a:pPr>
            <a:r>
              <a:rPr lang="it-IT" altLang="it-IT" dirty="0"/>
              <a:t>	</a:t>
            </a:r>
            <a:r>
              <a:rPr lang="it-IT" altLang="it-IT" b="1" dirty="0" err="1">
                <a:latin typeface="Courier New" panose="02070309020205020404" pitchFamily="49" charset="0"/>
              </a:rPr>
              <a:t>interface</a:t>
            </a:r>
            <a:r>
              <a:rPr lang="it-IT" altLang="it-IT" b="1" dirty="0">
                <a:latin typeface="Courier New" panose="02070309020205020404" pitchFamily="49" charset="0"/>
              </a:rPr>
              <a:t> eth1</a:t>
            </a:r>
            <a:br>
              <a:rPr lang="it-IT" altLang="it-IT" b="1" dirty="0">
                <a:latin typeface="Courier New" panose="02070309020205020404" pitchFamily="49" charset="0"/>
              </a:rPr>
            </a:br>
            <a:r>
              <a:rPr lang="it-IT" altLang="it-IT" b="1" dirty="0" err="1">
                <a:latin typeface="Courier New" panose="02070309020205020404" pitchFamily="49" charset="0"/>
              </a:rPr>
              <a:t>ospf</a:t>
            </a:r>
            <a:r>
              <a:rPr lang="it-IT" altLang="it-IT" b="1" dirty="0">
                <a:latin typeface="Courier New" panose="02070309020205020404" pitchFamily="49" charset="0"/>
              </a:rPr>
              <a:t> cost 45</a:t>
            </a:r>
          </a:p>
        </p:txBody>
      </p:sp>
      <p:sp>
        <p:nvSpPr>
          <p:cNvPr id="2" name="Rectangle 4">
            <a:extLst>
              <a:ext uri="{FF2B5EF4-FFF2-40B4-BE49-F238E27FC236}">
                <a16:creationId xmlns:a16="http://schemas.microsoft.com/office/drawing/2014/main" id="{9103F46D-2D7C-DD06-109F-38D665AE10B8}"/>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269EB09C-C213-7070-1BBF-E488AACF30EE}"/>
              </a:ext>
            </a:extLst>
          </p:cNvPr>
          <p:cNvSpPr>
            <a:spLocks noGrp="1" noChangeArrowheads="1"/>
          </p:cNvSpPr>
          <p:nvPr>
            <p:ph type="ftr" sz="quarter" idx="11"/>
          </p:nvPr>
        </p:nvSpPr>
        <p:spPr>
          <a:ln/>
        </p:spPr>
        <p:txBody>
          <a:bodyPr/>
          <a:lstStyle/>
          <a:p>
            <a:r>
              <a:rPr lang="it-IT" altLang="en-IT"/>
              <a:t>kathara – [ labs: ospf_frr ]</a:t>
            </a: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8" name="Rectangle 15">
            <a:extLst>
              <a:ext uri="{FF2B5EF4-FFF2-40B4-BE49-F238E27FC236}">
                <a16:creationId xmlns:a16="http://schemas.microsoft.com/office/drawing/2014/main" id="{CF4A9C9F-0BF1-8475-F323-005CD310044A}"/>
              </a:ext>
            </a:extLst>
          </p:cNvPr>
          <p:cNvSpPr>
            <a:spLocks noGrp="1" noChangeArrowheads="1"/>
          </p:cNvSpPr>
          <p:nvPr>
            <p:ph type="title"/>
          </p:nvPr>
        </p:nvSpPr>
        <p:spPr>
          <a:xfrm>
            <a:off x="1981200" y="274639"/>
            <a:ext cx="8229600" cy="922337"/>
          </a:xfrm>
        </p:spPr>
        <p:txBody>
          <a:bodyPr/>
          <a:lstStyle/>
          <a:p>
            <a:pPr eaLnBrk="1" hangingPunct="1"/>
            <a:r>
              <a:rPr lang="it-IT" altLang="it-IT"/>
              <a:t>(some) shortest paths</a:t>
            </a:r>
          </a:p>
        </p:txBody>
      </p:sp>
      <p:sp>
        <p:nvSpPr>
          <p:cNvPr id="2" name="Rectangle 4">
            <a:extLst>
              <a:ext uri="{FF2B5EF4-FFF2-40B4-BE49-F238E27FC236}">
                <a16:creationId xmlns:a16="http://schemas.microsoft.com/office/drawing/2014/main" id="{12336F3D-6D63-5643-0865-DF5E091774CD}"/>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53637D3B-2798-1665-3FF0-D3F69B8E24CA}"/>
              </a:ext>
            </a:extLst>
          </p:cNvPr>
          <p:cNvSpPr>
            <a:spLocks noGrp="1" noChangeArrowheads="1"/>
          </p:cNvSpPr>
          <p:nvPr>
            <p:ph type="ftr" sz="quarter" idx="11"/>
          </p:nvPr>
        </p:nvSpPr>
        <p:spPr>
          <a:ln/>
        </p:spPr>
        <p:txBody>
          <a:bodyPr/>
          <a:lstStyle/>
          <a:p>
            <a:r>
              <a:rPr lang="it-IT" altLang="en-IT"/>
              <a:t>kathara – [ labs: ospf_frr ]</a:t>
            </a:r>
          </a:p>
        </p:txBody>
      </p:sp>
      <p:grpSp>
        <p:nvGrpSpPr>
          <p:cNvPr id="13316" name="Group 191">
            <a:extLst>
              <a:ext uri="{FF2B5EF4-FFF2-40B4-BE49-F238E27FC236}">
                <a16:creationId xmlns:a16="http://schemas.microsoft.com/office/drawing/2014/main" id="{92B9B76D-2DDD-3F41-393B-FE83EAB3C507}"/>
              </a:ext>
            </a:extLst>
          </p:cNvPr>
          <p:cNvGrpSpPr>
            <a:grpSpLocks/>
          </p:cNvGrpSpPr>
          <p:nvPr/>
        </p:nvGrpSpPr>
        <p:grpSpPr bwMode="auto">
          <a:xfrm>
            <a:off x="1524000" y="1225550"/>
            <a:ext cx="9144000" cy="4508500"/>
            <a:chOff x="-177" y="1030"/>
            <a:chExt cx="5760" cy="2840"/>
          </a:xfrm>
        </p:grpSpPr>
        <p:grpSp>
          <p:nvGrpSpPr>
            <p:cNvPr id="13324" name="Group 192">
              <a:extLst>
                <a:ext uri="{FF2B5EF4-FFF2-40B4-BE49-F238E27FC236}">
                  <a16:creationId xmlns:a16="http://schemas.microsoft.com/office/drawing/2014/main" id="{9F0029D2-88AA-E467-0434-D5E0F0E7532A}"/>
                </a:ext>
              </a:extLst>
            </p:cNvPr>
            <p:cNvGrpSpPr>
              <a:grpSpLocks/>
            </p:cNvGrpSpPr>
            <p:nvPr/>
          </p:nvGrpSpPr>
          <p:grpSpPr bwMode="auto">
            <a:xfrm>
              <a:off x="-177" y="1030"/>
              <a:ext cx="5760" cy="2840"/>
              <a:chOff x="-177" y="1030"/>
              <a:chExt cx="5760" cy="2840"/>
            </a:xfrm>
          </p:grpSpPr>
          <p:grpSp>
            <p:nvGrpSpPr>
              <p:cNvPr id="13495" name="Group 193">
                <a:extLst>
                  <a:ext uri="{FF2B5EF4-FFF2-40B4-BE49-F238E27FC236}">
                    <a16:creationId xmlns:a16="http://schemas.microsoft.com/office/drawing/2014/main" id="{AC5B11B7-FE32-B73C-E42F-5956798E7DE2}"/>
                  </a:ext>
                </a:extLst>
              </p:cNvPr>
              <p:cNvGrpSpPr>
                <a:grpSpLocks/>
              </p:cNvGrpSpPr>
              <p:nvPr/>
            </p:nvGrpSpPr>
            <p:grpSpPr bwMode="auto">
              <a:xfrm>
                <a:off x="-177" y="1221"/>
                <a:ext cx="5760" cy="2649"/>
                <a:chOff x="-177" y="1221"/>
                <a:chExt cx="5760" cy="2649"/>
              </a:xfrm>
            </p:grpSpPr>
            <p:sp>
              <p:nvSpPr>
                <p:cNvPr id="13497" name="Oval 194">
                  <a:extLst>
                    <a:ext uri="{FF2B5EF4-FFF2-40B4-BE49-F238E27FC236}">
                      <a16:creationId xmlns:a16="http://schemas.microsoft.com/office/drawing/2014/main" id="{3A9A7443-A015-A13E-C105-BC24DFEA0092}"/>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3498" name="Oval 195">
                  <a:extLst>
                    <a:ext uri="{FF2B5EF4-FFF2-40B4-BE49-F238E27FC236}">
                      <a16:creationId xmlns:a16="http://schemas.microsoft.com/office/drawing/2014/main" id="{37EC500F-2FB3-533D-C0CF-7638F6698742}"/>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3499" name="Oval 196">
                  <a:extLst>
                    <a:ext uri="{FF2B5EF4-FFF2-40B4-BE49-F238E27FC236}">
                      <a16:creationId xmlns:a16="http://schemas.microsoft.com/office/drawing/2014/main" id="{16C818FD-CAB4-63CB-8A99-39D7C15DF96E}"/>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3500" name="Oval 197">
                  <a:extLst>
                    <a:ext uri="{FF2B5EF4-FFF2-40B4-BE49-F238E27FC236}">
                      <a16:creationId xmlns:a16="http://schemas.microsoft.com/office/drawing/2014/main" id="{4F569F25-F63B-A209-43C1-E74FA3BD1F2E}"/>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3501" name="Oval 198">
                  <a:extLst>
                    <a:ext uri="{FF2B5EF4-FFF2-40B4-BE49-F238E27FC236}">
                      <a16:creationId xmlns:a16="http://schemas.microsoft.com/office/drawing/2014/main" id="{71B38334-955A-707F-45D0-897B27C2F1DE}"/>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3502" name="Oval 199">
                  <a:extLst>
                    <a:ext uri="{FF2B5EF4-FFF2-40B4-BE49-F238E27FC236}">
                      <a16:creationId xmlns:a16="http://schemas.microsoft.com/office/drawing/2014/main" id="{35AE26B3-00AD-2424-057C-A38601B57EE3}"/>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3503" name="Oval 200">
                  <a:extLst>
                    <a:ext uri="{FF2B5EF4-FFF2-40B4-BE49-F238E27FC236}">
                      <a16:creationId xmlns:a16="http://schemas.microsoft.com/office/drawing/2014/main" id="{F5A5E33F-9926-7B6F-F86E-654870153991}"/>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3504" name="Oval 201">
                  <a:extLst>
                    <a:ext uri="{FF2B5EF4-FFF2-40B4-BE49-F238E27FC236}">
                      <a16:creationId xmlns:a16="http://schemas.microsoft.com/office/drawing/2014/main" id="{502B8239-03D6-FA47-B67E-474256AD9888}"/>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3505" name="Oval 202">
                  <a:extLst>
                    <a:ext uri="{FF2B5EF4-FFF2-40B4-BE49-F238E27FC236}">
                      <a16:creationId xmlns:a16="http://schemas.microsoft.com/office/drawing/2014/main" id="{7E60C679-3131-9556-47B7-918C3575058E}"/>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13496" name="Oval 203">
                <a:extLst>
                  <a:ext uri="{FF2B5EF4-FFF2-40B4-BE49-F238E27FC236}">
                    <a16:creationId xmlns:a16="http://schemas.microsoft.com/office/drawing/2014/main" id="{0CC27DAF-FC3F-5B31-4710-01C2CCF1A972}"/>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13325" name="Line 204">
              <a:extLst>
                <a:ext uri="{FF2B5EF4-FFF2-40B4-BE49-F238E27FC236}">
                  <a16:creationId xmlns:a16="http://schemas.microsoft.com/office/drawing/2014/main" id="{44A62880-962E-CDB4-ECF6-624AD47AB16A}"/>
                </a:ext>
              </a:extLst>
            </p:cNvPr>
            <p:cNvSpPr>
              <a:spLocks noChangeShapeType="1"/>
            </p:cNvSpPr>
            <p:nvPr/>
          </p:nvSpPr>
          <p:spPr bwMode="auto">
            <a:xfrm flipH="1">
              <a:off x="597" y="2470"/>
              <a:ext cx="610" cy="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13326" name="Line 205">
              <a:extLst>
                <a:ext uri="{FF2B5EF4-FFF2-40B4-BE49-F238E27FC236}">
                  <a16:creationId xmlns:a16="http://schemas.microsoft.com/office/drawing/2014/main" id="{F1A124EA-E090-421E-BB01-A1555A9B49EA}"/>
                </a:ext>
              </a:extLst>
            </p:cNvPr>
            <p:cNvSpPr>
              <a:spLocks noChangeShapeType="1"/>
            </p:cNvSpPr>
            <p:nvPr/>
          </p:nvSpPr>
          <p:spPr bwMode="auto">
            <a:xfrm flipH="1">
              <a:off x="4027" y="2470"/>
              <a:ext cx="558" cy="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13327" name="Text Box 206">
              <a:extLst>
                <a:ext uri="{FF2B5EF4-FFF2-40B4-BE49-F238E27FC236}">
                  <a16:creationId xmlns:a16="http://schemas.microsoft.com/office/drawing/2014/main" id="{97452B29-B3FF-44E6-FE91-AE401A94015C}"/>
                </a:ext>
              </a:extLst>
            </p:cNvPr>
            <p:cNvSpPr txBox="1">
              <a:spLocks noChangeArrowheads="1"/>
            </p:cNvSpPr>
            <p:nvPr/>
          </p:nvSpPr>
          <p:spPr bwMode="auto">
            <a:xfrm>
              <a:off x="149" y="2386"/>
              <a:ext cx="690" cy="167"/>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10.0.3.0/24</a:t>
              </a:r>
            </a:p>
          </p:txBody>
        </p:sp>
        <p:sp>
          <p:nvSpPr>
            <p:cNvPr id="13328" name="Text Box 207">
              <a:extLst>
                <a:ext uri="{FF2B5EF4-FFF2-40B4-BE49-F238E27FC236}">
                  <a16:creationId xmlns:a16="http://schemas.microsoft.com/office/drawing/2014/main" id="{9FE3EF0F-5CD0-F355-2920-4674613C22D6}"/>
                </a:ext>
              </a:extLst>
            </p:cNvPr>
            <p:cNvSpPr txBox="1">
              <a:spLocks noChangeArrowheads="1"/>
            </p:cNvSpPr>
            <p:nvPr/>
          </p:nvSpPr>
          <p:spPr bwMode="auto">
            <a:xfrm>
              <a:off x="4495" y="2386"/>
              <a:ext cx="690" cy="167"/>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10.0.1.0/24</a:t>
              </a:r>
            </a:p>
          </p:txBody>
        </p:sp>
        <p:sp>
          <p:nvSpPr>
            <p:cNvPr id="13329" name="Line 208">
              <a:extLst>
                <a:ext uri="{FF2B5EF4-FFF2-40B4-BE49-F238E27FC236}">
                  <a16:creationId xmlns:a16="http://schemas.microsoft.com/office/drawing/2014/main" id="{7D332C60-F484-8F0A-8C17-E9AB9E625169}"/>
                </a:ext>
              </a:extLst>
            </p:cNvPr>
            <p:cNvSpPr>
              <a:spLocks noChangeShapeType="1"/>
            </p:cNvSpPr>
            <p:nvPr/>
          </p:nvSpPr>
          <p:spPr bwMode="auto">
            <a:xfrm flipH="1" flipV="1">
              <a:off x="2674" y="3269"/>
              <a:ext cx="0" cy="38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13330" name="Rectangle 209">
              <a:extLst>
                <a:ext uri="{FF2B5EF4-FFF2-40B4-BE49-F238E27FC236}">
                  <a16:creationId xmlns:a16="http://schemas.microsoft.com/office/drawing/2014/main" id="{DDBE3B5D-940B-DE4E-A251-28D372E0222D}"/>
                </a:ext>
              </a:extLst>
            </p:cNvPr>
            <p:cNvSpPr>
              <a:spLocks noChangeArrowheads="1"/>
            </p:cNvSpPr>
            <p:nvPr/>
          </p:nvSpPr>
          <p:spPr bwMode="auto">
            <a:xfrm>
              <a:off x="1272" y="1734"/>
              <a:ext cx="2803" cy="1492"/>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3331" name="Text Box 210">
              <a:extLst>
                <a:ext uri="{FF2B5EF4-FFF2-40B4-BE49-F238E27FC236}">
                  <a16:creationId xmlns:a16="http://schemas.microsoft.com/office/drawing/2014/main" id="{C86C3D3C-25FC-D409-9077-7A887F03338C}"/>
                </a:ext>
              </a:extLst>
            </p:cNvPr>
            <p:cNvSpPr txBox="1">
              <a:spLocks noChangeArrowheads="1"/>
            </p:cNvSpPr>
            <p:nvPr/>
          </p:nvSpPr>
          <p:spPr bwMode="auto">
            <a:xfrm>
              <a:off x="2329" y="3566"/>
              <a:ext cx="690" cy="167"/>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10.0.2.0/24</a:t>
              </a:r>
            </a:p>
          </p:txBody>
        </p:sp>
        <p:sp>
          <p:nvSpPr>
            <p:cNvPr id="13332" name="Line 211">
              <a:extLst>
                <a:ext uri="{FF2B5EF4-FFF2-40B4-BE49-F238E27FC236}">
                  <a16:creationId xmlns:a16="http://schemas.microsoft.com/office/drawing/2014/main" id="{8A5CED9B-FD5F-CF30-6FBF-30E2C7D7801F}"/>
                </a:ext>
              </a:extLst>
            </p:cNvPr>
            <p:cNvSpPr>
              <a:spLocks noChangeShapeType="1"/>
            </p:cNvSpPr>
            <p:nvPr/>
          </p:nvSpPr>
          <p:spPr bwMode="auto">
            <a:xfrm>
              <a:off x="2674" y="1734"/>
              <a:ext cx="0" cy="151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13333" name="Group 212">
              <a:extLst>
                <a:ext uri="{FF2B5EF4-FFF2-40B4-BE49-F238E27FC236}">
                  <a16:creationId xmlns:a16="http://schemas.microsoft.com/office/drawing/2014/main" id="{1690165C-66FD-3CE0-6546-D24FB300513D}"/>
                </a:ext>
              </a:extLst>
            </p:cNvPr>
            <p:cNvGrpSpPr>
              <a:grpSpLocks noChangeAspect="1"/>
            </p:cNvGrpSpPr>
            <p:nvPr/>
          </p:nvGrpSpPr>
          <p:grpSpPr bwMode="auto">
            <a:xfrm>
              <a:off x="2446" y="2335"/>
              <a:ext cx="456" cy="290"/>
              <a:chOff x="3312" y="2160"/>
              <a:chExt cx="960" cy="528"/>
            </a:xfrm>
          </p:grpSpPr>
          <p:grpSp>
            <p:nvGrpSpPr>
              <p:cNvPr id="13473" name="Group 213">
                <a:extLst>
                  <a:ext uri="{FF2B5EF4-FFF2-40B4-BE49-F238E27FC236}">
                    <a16:creationId xmlns:a16="http://schemas.microsoft.com/office/drawing/2014/main" id="{3DDA01A7-DD0D-31EF-875C-E7F75D5BC6E3}"/>
                  </a:ext>
                </a:extLst>
              </p:cNvPr>
              <p:cNvGrpSpPr>
                <a:grpSpLocks noChangeAspect="1"/>
              </p:cNvGrpSpPr>
              <p:nvPr/>
            </p:nvGrpSpPr>
            <p:grpSpPr bwMode="auto">
              <a:xfrm>
                <a:off x="3312" y="2160"/>
                <a:ext cx="960" cy="528"/>
                <a:chOff x="3312" y="2160"/>
                <a:chExt cx="960" cy="528"/>
              </a:xfrm>
            </p:grpSpPr>
            <p:sp>
              <p:nvSpPr>
                <p:cNvPr id="13475" name="AutoShape 214">
                  <a:extLst>
                    <a:ext uri="{FF2B5EF4-FFF2-40B4-BE49-F238E27FC236}">
                      <a16:creationId xmlns:a16="http://schemas.microsoft.com/office/drawing/2014/main" id="{FB0833F5-FCF2-C29F-2A40-A2713F765F82}"/>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3476" name="Group 215">
                  <a:extLst>
                    <a:ext uri="{FF2B5EF4-FFF2-40B4-BE49-F238E27FC236}">
                      <a16:creationId xmlns:a16="http://schemas.microsoft.com/office/drawing/2014/main" id="{EDECD950-FE36-E38B-49BC-70113F48F063}"/>
                    </a:ext>
                  </a:extLst>
                </p:cNvPr>
                <p:cNvGrpSpPr>
                  <a:grpSpLocks noChangeAspect="1"/>
                </p:cNvGrpSpPr>
                <p:nvPr/>
              </p:nvGrpSpPr>
              <p:grpSpPr bwMode="auto">
                <a:xfrm>
                  <a:off x="3488" y="2193"/>
                  <a:ext cx="599" cy="207"/>
                  <a:chOff x="422" y="1632"/>
                  <a:chExt cx="829" cy="298"/>
                </a:xfrm>
              </p:grpSpPr>
              <p:grpSp>
                <p:nvGrpSpPr>
                  <p:cNvPr id="13477" name="Group 216">
                    <a:extLst>
                      <a:ext uri="{FF2B5EF4-FFF2-40B4-BE49-F238E27FC236}">
                        <a16:creationId xmlns:a16="http://schemas.microsoft.com/office/drawing/2014/main" id="{AB4CFE53-9F06-2DCC-7F26-14595EDBA7A2}"/>
                      </a:ext>
                    </a:extLst>
                  </p:cNvPr>
                  <p:cNvGrpSpPr>
                    <a:grpSpLocks noChangeAspect="1"/>
                  </p:cNvGrpSpPr>
                  <p:nvPr/>
                </p:nvGrpSpPr>
                <p:grpSpPr bwMode="auto">
                  <a:xfrm>
                    <a:off x="422" y="1632"/>
                    <a:ext cx="822" cy="291"/>
                    <a:chOff x="422" y="1632"/>
                    <a:chExt cx="822" cy="291"/>
                  </a:xfrm>
                </p:grpSpPr>
                <p:sp>
                  <p:nvSpPr>
                    <p:cNvPr id="13487" name="Freeform 217">
                      <a:extLst>
                        <a:ext uri="{FF2B5EF4-FFF2-40B4-BE49-F238E27FC236}">
                          <a16:creationId xmlns:a16="http://schemas.microsoft.com/office/drawing/2014/main" id="{5583F6E4-5076-B41A-5BEC-38C70A0E04C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88" name="Freeform 218">
                      <a:extLst>
                        <a:ext uri="{FF2B5EF4-FFF2-40B4-BE49-F238E27FC236}">
                          <a16:creationId xmlns:a16="http://schemas.microsoft.com/office/drawing/2014/main" id="{07036941-6860-525E-8F53-28B3C26FC7F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89" name="Freeform 219">
                      <a:extLst>
                        <a:ext uri="{FF2B5EF4-FFF2-40B4-BE49-F238E27FC236}">
                          <a16:creationId xmlns:a16="http://schemas.microsoft.com/office/drawing/2014/main" id="{445B46D3-5944-6F81-2B9A-688503B3669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90" name="Freeform 220">
                      <a:extLst>
                        <a:ext uri="{FF2B5EF4-FFF2-40B4-BE49-F238E27FC236}">
                          <a16:creationId xmlns:a16="http://schemas.microsoft.com/office/drawing/2014/main" id="{7692E9D3-0161-7D05-C93C-F81C79FDCF89}"/>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91" name="Freeform 221">
                      <a:extLst>
                        <a:ext uri="{FF2B5EF4-FFF2-40B4-BE49-F238E27FC236}">
                          <a16:creationId xmlns:a16="http://schemas.microsoft.com/office/drawing/2014/main" id="{A4DD0AE7-5F2B-EBF9-506A-8CE7E640D6B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92" name="Freeform 222">
                      <a:extLst>
                        <a:ext uri="{FF2B5EF4-FFF2-40B4-BE49-F238E27FC236}">
                          <a16:creationId xmlns:a16="http://schemas.microsoft.com/office/drawing/2014/main" id="{A6CAFDD1-A876-76D7-DA44-322C09F221F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93" name="Freeform 223">
                      <a:extLst>
                        <a:ext uri="{FF2B5EF4-FFF2-40B4-BE49-F238E27FC236}">
                          <a16:creationId xmlns:a16="http://schemas.microsoft.com/office/drawing/2014/main" id="{03CE3BD6-5854-55D5-4E16-6E54E7F37D30}"/>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94" name="Freeform 224">
                      <a:extLst>
                        <a:ext uri="{FF2B5EF4-FFF2-40B4-BE49-F238E27FC236}">
                          <a16:creationId xmlns:a16="http://schemas.microsoft.com/office/drawing/2014/main" id="{FE3FA8DB-4B47-B4B3-90D6-38B40DD221B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3478" name="Group 225">
                    <a:extLst>
                      <a:ext uri="{FF2B5EF4-FFF2-40B4-BE49-F238E27FC236}">
                        <a16:creationId xmlns:a16="http://schemas.microsoft.com/office/drawing/2014/main" id="{219158CE-10CF-3F58-4173-8B9C0D07313A}"/>
                      </a:ext>
                    </a:extLst>
                  </p:cNvPr>
                  <p:cNvGrpSpPr>
                    <a:grpSpLocks noChangeAspect="1"/>
                  </p:cNvGrpSpPr>
                  <p:nvPr/>
                </p:nvGrpSpPr>
                <p:grpSpPr bwMode="auto">
                  <a:xfrm>
                    <a:off x="429" y="1639"/>
                    <a:ext cx="822" cy="291"/>
                    <a:chOff x="429" y="1639"/>
                    <a:chExt cx="822" cy="291"/>
                  </a:xfrm>
                </p:grpSpPr>
                <p:sp>
                  <p:nvSpPr>
                    <p:cNvPr id="13479" name="Freeform 226">
                      <a:extLst>
                        <a:ext uri="{FF2B5EF4-FFF2-40B4-BE49-F238E27FC236}">
                          <a16:creationId xmlns:a16="http://schemas.microsoft.com/office/drawing/2014/main" id="{E8CD1084-A658-61DE-DDD4-096AF175EA5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80" name="Freeform 227">
                      <a:extLst>
                        <a:ext uri="{FF2B5EF4-FFF2-40B4-BE49-F238E27FC236}">
                          <a16:creationId xmlns:a16="http://schemas.microsoft.com/office/drawing/2014/main" id="{E60C6CCA-2CB5-7A88-A991-AE250E2F2DC2}"/>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81" name="Freeform 228">
                      <a:extLst>
                        <a:ext uri="{FF2B5EF4-FFF2-40B4-BE49-F238E27FC236}">
                          <a16:creationId xmlns:a16="http://schemas.microsoft.com/office/drawing/2014/main" id="{6B9C322D-5FE5-E38A-48CD-FEAF68934A84}"/>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82" name="Freeform 229">
                      <a:extLst>
                        <a:ext uri="{FF2B5EF4-FFF2-40B4-BE49-F238E27FC236}">
                          <a16:creationId xmlns:a16="http://schemas.microsoft.com/office/drawing/2014/main" id="{B238C5F9-FE46-0B33-3BF3-288C6987EDD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83" name="Freeform 230">
                      <a:extLst>
                        <a:ext uri="{FF2B5EF4-FFF2-40B4-BE49-F238E27FC236}">
                          <a16:creationId xmlns:a16="http://schemas.microsoft.com/office/drawing/2014/main" id="{DF2889D8-0E7D-111C-7EC7-89C4F72D8B5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84" name="Freeform 231">
                      <a:extLst>
                        <a:ext uri="{FF2B5EF4-FFF2-40B4-BE49-F238E27FC236}">
                          <a16:creationId xmlns:a16="http://schemas.microsoft.com/office/drawing/2014/main" id="{8CD7BFCC-48A8-D960-23C7-CB5C418E2D8F}"/>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85" name="Freeform 232">
                      <a:extLst>
                        <a:ext uri="{FF2B5EF4-FFF2-40B4-BE49-F238E27FC236}">
                          <a16:creationId xmlns:a16="http://schemas.microsoft.com/office/drawing/2014/main" id="{1DF65A6A-F3DC-643C-B72E-C6FBA3CD0C67}"/>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86" name="Freeform 233">
                      <a:extLst>
                        <a:ext uri="{FF2B5EF4-FFF2-40B4-BE49-F238E27FC236}">
                          <a16:creationId xmlns:a16="http://schemas.microsoft.com/office/drawing/2014/main" id="{7B7CA94F-56FC-05EF-0BC5-63664152A05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3474" name="WordArt 234">
                <a:extLst>
                  <a:ext uri="{FF2B5EF4-FFF2-40B4-BE49-F238E27FC236}">
                    <a16:creationId xmlns:a16="http://schemas.microsoft.com/office/drawing/2014/main" id="{CC6A2D2A-01B7-60EA-2352-88B60C40F000}"/>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grpSp>
          <p:nvGrpSpPr>
            <p:cNvPr id="13334" name="Group 235">
              <a:extLst>
                <a:ext uri="{FF2B5EF4-FFF2-40B4-BE49-F238E27FC236}">
                  <a16:creationId xmlns:a16="http://schemas.microsoft.com/office/drawing/2014/main" id="{FD33BF71-FB0F-9484-B522-703102DF11CA}"/>
                </a:ext>
              </a:extLst>
            </p:cNvPr>
            <p:cNvGrpSpPr>
              <a:grpSpLocks/>
            </p:cNvGrpSpPr>
            <p:nvPr/>
          </p:nvGrpSpPr>
          <p:grpSpPr bwMode="auto">
            <a:xfrm>
              <a:off x="2800" y="2115"/>
              <a:ext cx="256" cy="214"/>
              <a:chOff x="144" y="3264"/>
              <a:chExt cx="288" cy="240"/>
            </a:xfrm>
          </p:grpSpPr>
          <p:sp>
            <p:nvSpPr>
              <p:cNvPr id="13471" name="Rectangle 236">
                <a:extLst>
                  <a:ext uri="{FF2B5EF4-FFF2-40B4-BE49-F238E27FC236}">
                    <a16:creationId xmlns:a16="http://schemas.microsoft.com/office/drawing/2014/main" id="{B0DC7F80-F010-C6F9-4F48-BA1B83A6114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13472" name="Rectangle 237">
                <a:extLst>
                  <a:ext uri="{FF2B5EF4-FFF2-40B4-BE49-F238E27FC236}">
                    <a16:creationId xmlns:a16="http://schemas.microsoft.com/office/drawing/2014/main" id="{A8F73EF6-6EB1-9276-6C7F-9983D89B3661}"/>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grpSp>
          <p:nvGrpSpPr>
            <p:cNvPr id="13335" name="Group 238">
              <a:extLst>
                <a:ext uri="{FF2B5EF4-FFF2-40B4-BE49-F238E27FC236}">
                  <a16:creationId xmlns:a16="http://schemas.microsoft.com/office/drawing/2014/main" id="{5BBB1632-9030-F4A0-9725-D5A5EF80121C}"/>
                </a:ext>
              </a:extLst>
            </p:cNvPr>
            <p:cNvGrpSpPr>
              <a:grpSpLocks/>
            </p:cNvGrpSpPr>
            <p:nvPr/>
          </p:nvGrpSpPr>
          <p:grpSpPr bwMode="auto">
            <a:xfrm>
              <a:off x="2800" y="2640"/>
              <a:ext cx="256" cy="214"/>
              <a:chOff x="144" y="3264"/>
              <a:chExt cx="288" cy="240"/>
            </a:xfrm>
          </p:grpSpPr>
          <p:sp>
            <p:nvSpPr>
              <p:cNvPr id="13469" name="Rectangle 239">
                <a:extLst>
                  <a:ext uri="{FF2B5EF4-FFF2-40B4-BE49-F238E27FC236}">
                    <a16:creationId xmlns:a16="http://schemas.microsoft.com/office/drawing/2014/main" id="{31063952-CBD2-DDB1-8C35-16AD565091B0}"/>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13470" name="Rectangle 240">
                <a:extLst>
                  <a:ext uri="{FF2B5EF4-FFF2-40B4-BE49-F238E27FC236}">
                    <a16:creationId xmlns:a16="http://schemas.microsoft.com/office/drawing/2014/main" id="{A5B95528-3C16-B824-85CE-BFF2173929C9}"/>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sp>
          <p:nvSpPr>
            <p:cNvPr id="13336" name="Oval 241">
              <a:extLst>
                <a:ext uri="{FF2B5EF4-FFF2-40B4-BE49-F238E27FC236}">
                  <a16:creationId xmlns:a16="http://schemas.microsoft.com/office/drawing/2014/main" id="{AE86AA42-CBD3-5DFF-0F31-285BECAA544C}"/>
                </a:ext>
              </a:extLst>
            </p:cNvPr>
            <p:cNvSpPr>
              <a:spLocks noChangeArrowheads="1"/>
            </p:cNvSpPr>
            <p:nvPr/>
          </p:nvSpPr>
          <p:spPr bwMode="auto">
            <a:xfrm flipH="1">
              <a:off x="1169" y="2374"/>
              <a:ext cx="192" cy="192"/>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D</a:t>
              </a:r>
            </a:p>
          </p:txBody>
        </p:sp>
        <p:sp>
          <p:nvSpPr>
            <p:cNvPr id="13337" name="Oval 242">
              <a:extLst>
                <a:ext uri="{FF2B5EF4-FFF2-40B4-BE49-F238E27FC236}">
                  <a16:creationId xmlns:a16="http://schemas.microsoft.com/office/drawing/2014/main" id="{60EDE86F-0E8C-E090-FB3E-632EDCF0DBA1}"/>
                </a:ext>
              </a:extLst>
            </p:cNvPr>
            <p:cNvSpPr>
              <a:spLocks noChangeArrowheads="1"/>
            </p:cNvSpPr>
            <p:nvPr/>
          </p:nvSpPr>
          <p:spPr bwMode="auto">
            <a:xfrm flipH="1">
              <a:off x="3978" y="2374"/>
              <a:ext cx="192" cy="192"/>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B</a:t>
              </a:r>
            </a:p>
          </p:txBody>
        </p:sp>
        <p:sp>
          <p:nvSpPr>
            <p:cNvPr id="13338" name="Oval 243">
              <a:extLst>
                <a:ext uri="{FF2B5EF4-FFF2-40B4-BE49-F238E27FC236}">
                  <a16:creationId xmlns:a16="http://schemas.microsoft.com/office/drawing/2014/main" id="{ABAFD7F6-E4DF-A8F8-23B1-8F088D181524}"/>
                </a:ext>
              </a:extLst>
            </p:cNvPr>
            <p:cNvSpPr>
              <a:spLocks noChangeArrowheads="1"/>
            </p:cNvSpPr>
            <p:nvPr/>
          </p:nvSpPr>
          <p:spPr bwMode="auto">
            <a:xfrm flipH="1">
              <a:off x="2578" y="3137"/>
              <a:ext cx="192" cy="192"/>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C</a:t>
              </a:r>
            </a:p>
          </p:txBody>
        </p:sp>
        <p:sp>
          <p:nvSpPr>
            <p:cNvPr id="13339" name="AutoShape 244">
              <a:extLst>
                <a:ext uri="{FF2B5EF4-FFF2-40B4-BE49-F238E27FC236}">
                  <a16:creationId xmlns:a16="http://schemas.microsoft.com/office/drawing/2014/main" id="{AF8459AF-9F83-E93B-CB4C-4AB267C6B404}"/>
                </a:ext>
              </a:extLst>
            </p:cNvPr>
            <p:cNvSpPr>
              <a:spLocks noChangeArrowheads="1"/>
            </p:cNvSpPr>
            <p:nvPr/>
          </p:nvSpPr>
          <p:spPr bwMode="auto">
            <a:xfrm>
              <a:off x="118" y="1787"/>
              <a:ext cx="637" cy="262"/>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0.0.0.0</a:t>
              </a:r>
            </a:p>
          </p:txBody>
        </p:sp>
        <p:sp>
          <p:nvSpPr>
            <p:cNvPr id="13340" name="Line 245">
              <a:extLst>
                <a:ext uri="{FF2B5EF4-FFF2-40B4-BE49-F238E27FC236}">
                  <a16:creationId xmlns:a16="http://schemas.microsoft.com/office/drawing/2014/main" id="{0A6F2F11-90A5-D366-87B5-69E55DBE222F}"/>
                </a:ext>
              </a:extLst>
            </p:cNvPr>
            <p:cNvSpPr>
              <a:spLocks noChangeShapeType="1"/>
            </p:cNvSpPr>
            <p:nvPr/>
          </p:nvSpPr>
          <p:spPr bwMode="auto">
            <a:xfrm flipV="1">
              <a:off x="2674" y="1271"/>
              <a:ext cx="0" cy="391"/>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13341" name="Text Box 246">
              <a:extLst>
                <a:ext uri="{FF2B5EF4-FFF2-40B4-BE49-F238E27FC236}">
                  <a16:creationId xmlns:a16="http://schemas.microsoft.com/office/drawing/2014/main" id="{29DDF500-4DF4-0A97-C06E-451C6D97C937}"/>
                </a:ext>
              </a:extLst>
            </p:cNvPr>
            <p:cNvSpPr txBox="1">
              <a:spLocks noChangeArrowheads="1"/>
            </p:cNvSpPr>
            <p:nvPr/>
          </p:nvSpPr>
          <p:spPr bwMode="auto">
            <a:xfrm>
              <a:off x="2329" y="1205"/>
              <a:ext cx="690" cy="167"/>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10.0.0.0/24</a:t>
              </a:r>
            </a:p>
          </p:txBody>
        </p:sp>
        <p:sp>
          <p:nvSpPr>
            <p:cNvPr id="13342" name="Oval 247">
              <a:extLst>
                <a:ext uri="{FF2B5EF4-FFF2-40B4-BE49-F238E27FC236}">
                  <a16:creationId xmlns:a16="http://schemas.microsoft.com/office/drawing/2014/main" id="{ADC2FE86-1BF0-1426-6F52-A035405EB049}"/>
                </a:ext>
              </a:extLst>
            </p:cNvPr>
            <p:cNvSpPr>
              <a:spLocks noChangeArrowheads="1"/>
            </p:cNvSpPr>
            <p:nvPr/>
          </p:nvSpPr>
          <p:spPr bwMode="auto">
            <a:xfrm flipH="1">
              <a:off x="2578" y="1638"/>
              <a:ext cx="192" cy="192"/>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A</a:t>
              </a:r>
            </a:p>
          </p:txBody>
        </p:sp>
        <p:grpSp>
          <p:nvGrpSpPr>
            <p:cNvPr id="13343" name="Group 248">
              <a:extLst>
                <a:ext uri="{FF2B5EF4-FFF2-40B4-BE49-F238E27FC236}">
                  <a16:creationId xmlns:a16="http://schemas.microsoft.com/office/drawing/2014/main" id="{628AD591-8055-3BA0-C134-D750C0CC14A1}"/>
                </a:ext>
              </a:extLst>
            </p:cNvPr>
            <p:cNvGrpSpPr>
              <a:grpSpLocks noChangeAspect="1"/>
            </p:cNvGrpSpPr>
            <p:nvPr/>
          </p:nvGrpSpPr>
          <p:grpSpPr bwMode="auto">
            <a:xfrm>
              <a:off x="1039" y="1566"/>
              <a:ext cx="456" cy="290"/>
              <a:chOff x="3312" y="2160"/>
              <a:chExt cx="960" cy="528"/>
            </a:xfrm>
          </p:grpSpPr>
          <p:grpSp>
            <p:nvGrpSpPr>
              <p:cNvPr id="13447" name="Group 249">
                <a:extLst>
                  <a:ext uri="{FF2B5EF4-FFF2-40B4-BE49-F238E27FC236}">
                    <a16:creationId xmlns:a16="http://schemas.microsoft.com/office/drawing/2014/main" id="{6D7E823D-B75C-6C73-1A52-2160E08A430A}"/>
                  </a:ext>
                </a:extLst>
              </p:cNvPr>
              <p:cNvGrpSpPr>
                <a:grpSpLocks noChangeAspect="1"/>
              </p:cNvGrpSpPr>
              <p:nvPr/>
            </p:nvGrpSpPr>
            <p:grpSpPr bwMode="auto">
              <a:xfrm>
                <a:off x="3312" y="2160"/>
                <a:ext cx="960" cy="528"/>
                <a:chOff x="3312" y="2160"/>
                <a:chExt cx="960" cy="528"/>
              </a:xfrm>
            </p:grpSpPr>
            <p:sp>
              <p:nvSpPr>
                <p:cNvPr id="13449" name="AutoShape 250">
                  <a:extLst>
                    <a:ext uri="{FF2B5EF4-FFF2-40B4-BE49-F238E27FC236}">
                      <a16:creationId xmlns:a16="http://schemas.microsoft.com/office/drawing/2014/main" id="{EF7DB79A-E201-40E9-E0DE-01EABB12C5D9}"/>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3450" name="Group 251">
                  <a:extLst>
                    <a:ext uri="{FF2B5EF4-FFF2-40B4-BE49-F238E27FC236}">
                      <a16:creationId xmlns:a16="http://schemas.microsoft.com/office/drawing/2014/main" id="{79AADB2A-4D4A-7C70-FE66-6631E4ECBF17}"/>
                    </a:ext>
                  </a:extLst>
                </p:cNvPr>
                <p:cNvGrpSpPr>
                  <a:grpSpLocks noChangeAspect="1"/>
                </p:cNvGrpSpPr>
                <p:nvPr/>
              </p:nvGrpSpPr>
              <p:grpSpPr bwMode="auto">
                <a:xfrm>
                  <a:off x="3488" y="2193"/>
                  <a:ext cx="599" cy="207"/>
                  <a:chOff x="422" y="1632"/>
                  <a:chExt cx="829" cy="298"/>
                </a:xfrm>
              </p:grpSpPr>
              <p:grpSp>
                <p:nvGrpSpPr>
                  <p:cNvPr id="13451" name="Group 252">
                    <a:extLst>
                      <a:ext uri="{FF2B5EF4-FFF2-40B4-BE49-F238E27FC236}">
                        <a16:creationId xmlns:a16="http://schemas.microsoft.com/office/drawing/2014/main" id="{804BD2F0-5479-FAAF-4AF3-DDFE66599E39}"/>
                      </a:ext>
                    </a:extLst>
                  </p:cNvPr>
                  <p:cNvGrpSpPr>
                    <a:grpSpLocks noChangeAspect="1"/>
                  </p:cNvGrpSpPr>
                  <p:nvPr/>
                </p:nvGrpSpPr>
                <p:grpSpPr bwMode="auto">
                  <a:xfrm>
                    <a:off x="422" y="1632"/>
                    <a:ext cx="822" cy="291"/>
                    <a:chOff x="422" y="1632"/>
                    <a:chExt cx="822" cy="291"/>
                  </a:xfrm>
                </p:grpSpPr>
                <p:sp>
                  <p:nvSpPr>
                    <p:cNvPr id="13461" name="Freeform 253">
                      <a:extLst>
                        <a:ext uri="{FF2B5EF4-FFF2-40B4-BE49-F238E27FC236}">
                          <a16:creationId xmlns:a16="http://schemas.microsoft.com/office/drawing/2014/main" id="{F63DD268-F67C-07CF-7C7F-28DF088DE75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62" name="Freeform 254">
                      <a:extLst>
                        <a:ext uri="{FF2B5EF4-FFF2-40B4-BE49-F238E27FC236}">
                          <a16:creationId xmlns:a16="http://schemas.microsoft.com/office/drawing/2014/main" id="{BBEA941C-B2A4-C70E-3A5B-092A45D6BCA3}"/>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63" name="Freeform 255">
                      <a:extLst>
                        <a:ext uri="{FF2B5EF4-FFF2-40B4-BE49-F238E27FC236}">
                          <a16:creationId xmlns:a16="http://schemas.microsoft.com/office/drawing/2014/main" id="{DC7952F1-BEA3-DC69-DC53-5018769C095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64" name="Freeform 256">
                      <a:extLst>
                        <a:ext uri="{FF2B5EF4-FFF2-40B4-BE49-F238E27FC236}">
                          <a16:creationId xmlns:a16="http://schemas.microsoft.com/office/drawing/2014/main" id="{581BF372-02AF-BD96-6437-C5E6F152E78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65" name="Freeform 257">
                      <a:extLst>
                        <a:ext uri="{FF2B5EF4-FFF2-40B4-BE49-F238E27FC236}">
                          <a16:creationId xmlns:a16="http://schemas.microsoft.com/office/drawing/2014/main" id="{DDB578D7-860E-14AB-2F3C-20F7CE12CD5A}"/>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66" name="Freeform 258">
                      <a:extLst>
                        <a:ext uri="{FF2B5EF4-FFF2-40B4-BE49-F238E27FC236}">
                          <a16:creationId xmlns:a16="http://schemas.microsoft.com/office/drawing/2014/main" id="{7409865E-4DEA-0077-2069-310C25BAB0A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67" name="Freeform 259">
                      <a:extLst>
                        <a:ext uri="{FF2B5EF4-FFF2-40B4-BE49-F238E27FC236}">
                          <a16:creationId xmlns:a16="http://schemas.microsoft.com/office/drawing/2014/main" id="{EE9650C7-EA3E-3E2C-A2A4-4BD64A637300}"/>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68" name="Freeform 260">
                      <a:extLst>
                        <a:ext uri="{FF2B5EF4-FFF2-40B4-BE49-F238E27FC236}">
                          <a16:creationId xmlns:a16="http://schemas.microsoft.com/office/drawing/2014/main" id="{BF8F6537-1967-86DB-0F0D-BC30622983CA}"/>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3452" name="Group 261">
                    <a:extLst>
                      <a:ext uri="{FF2B5EF4-FFF2-40B4-BE49-F238E27FC236}">
                        <a16:creationId xmlns:a16="http://schemas.microsoft.com/office/drawing/2014/main" id="{88132D42-7D18-E299-E787-DDB57CC64705}"/>
                      </a:ext>
                    </a:extLst>
                  </p:cNvPr>
                  <p:cNvGrpSpPr>
                    <a:grpSpLocks noChangeAspect="1"/>
                  </p:cNvGrpSpPr>
                  <p:nvPr/>
                </p:nvGrpSpPr>
                <p:grpSpPr bwMode="auto">
                  <a:xfrm>
                    <a:off x="429" y="1639"/>
                    <a:ext cx="822" cy="291"/>
                    <a:chOff x="429" y="1639"/>
                    <a:chExt cx="822" cy="291"/>
                  </a:xfrm>
                </p:grpSpPr>
                <p:sp>
                  <p:nvSpPr>
                    <p:cNvPr id="13453" name="Freeform 262">
                      <a:extLst>
                        <a:ext uri="{FF2B5EF4-FFF2-40B4-BE49-F238E27FC236}">
                          <a16:creationId xmlns:a16="http://schemas.microsoft.com/office/drawing/2014/main" id="{CC9D8770-C4BD-D629-D372-B3F5E40E5E5C}"/>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54" name="Freeform 263">
                      <a:extLst>
                        <a:ext uri="{FF2B5EF4-FFF2-40B4-BE49-F238E27FC236}">
                          <a16:creationId xmlns:a16="http://schemas.microsoft.com/office/drawing/2014/main" id="{6108CEC7-709E-1754-FEA6-052CF43524D7}"/>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55" name="Freeform 264">
                      <a:extLst>
                        <a:ext uri="{FF2B5EF4-FFF2-40B4-BE49-F238E27FC236}">
                          <a16:creationId xmlns:a16="http://schemas.microsoft.com/office/drawing/2014/main" id="{4043B265-DCD3-1A6F-5611-C2919052002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56" name="Freeform 265">
                      <a:extLst>
                        <a:ext uri="{FF2B5EF4-FFF2-40B4-BE49-F238E27FC236}">
                          <a16:creationId xmlns:a16="http://schemas.microsoft.com/office/drawing/2014/main" id="{D3278803-A5DE-3107-F0FE-CD2F7B62992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57" name="Freeform 266">
                      <a:extLst>
                        <a:ext uri="{FF2B5EF4-FFF2-40B4-BE49-F238E27FC236}">
                          <a16:creationId xmlns:a16="http://schemas.microsoft.com/office/drawing/2014/main" id="{18934DCF-D14B-D635-10E9-BE95E82F383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58" name="Freeform 267">
                      <a:extLst>
                        <a:ext uri="{FF2B5EF4-FFF2-40B4-BE49-F238E27FC236}">
                          <a16:creationId xmlns:a16="http://schemas.microsoft.com/office/drawing/2014/main" id="{03F62448-92C7-F1B7-F594-D4BE2DA8F251}"/>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59" name="Freeform 268">
                      <a:extLst>
                        <a:ext uri="{FF2B5EF4-FFF2-40B4-BE49-F238E27FC236}">
                          <a16:creationId xmlns:a16="http://schemas.microsoft.com/office/drawing/2014/main" id="{0D348BA7-A45F-787F-4554-C8573719FD4A}"/>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60" name="Freeform 269">
                      <a:extLst>
                        <a:ext uri="{FF2B5EF4-FFF2-40B4-BE49-F238E27FC236}">
                          <a16:creationId xmlns:a16="http://schemas.microsoft.com/office/drawing/2014/main" id="{A83ECBC1-7EF1-5F80-B724-06A1C13FA136}"/>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3448" name="WordArt 270">
                <a:extLst>
                  <a:ext uri="{FF2B5EF4-FFF2-40B4-BE49-F238E27FC236}">
                    <a16:creationId xmlns:a16="http://schemas.microsoft.com/office/drawing/2014/main" id="{24A23D9F-C285-E5FD-6CF8-AA3FDAAB5355}"/>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grpSp>
          <p:nvGrpSpPr>
            <p:cNvPr id="13344" name="Group 271">
              <a:extLst>
                <a:ext uri="{FF2B5EF4-FFF2-40B4-BE49-F238E27FC236}">
                  <a16:creationId xmlns:a16="http://schemas.microsoft.com/office/drawing/2014/main" id="{DBBC48F0-A908-4BF6-9C2F-CF71F12A88A6}"/>
                </a:ext>
              </a:extLst>
            </p:cNvPr>
            <p:cNvGrpSpPr>
              <a:grpSpLocks/>
            </p:cNvGrpSpPr>
            <p:nvPr/>
          </p:nvGrpSpPr>
          <p:grpSpPr bwMode="auto">
            <a:xfrm>
              <a:off x="1522" y="1408"/>
              <a:ext cx="256" cy="214"/>
              <a:chOff x="144" y="3264"/>
              <a:chExt cx="288" cy="240"/>
            </a:xfrm>
          </p:grpSpPr>
          <p:sp>
            <p:nvSpPr>
              <p:cNvPr id="13445" name="Rectangle 272">
                <a:extLst>
                  <a:ext uri="{FF2B5EF4-FFF2-40B4-BE49-F238E27FC236}">
                    <a16:creationId xmlns:a16="http://schemas.microsoft.com/office/drawing/2014/main" id="{2FE9FCFA-FF87-EE38-6815-F6F959966652}"/>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13446" name="Rectangle 273">
                <a:extLst>
                  <a:ext uri="{FF2B5EF4-FFF2-40B4-BE49-F238E27FC236}">
                    <a16:creationId xmlns:a16="http://schemas.microsoft.com/office/drawing/2014/main" id="{B47CF8BB-011E-1D56-DCE9-E75AFAB5DAA6}"/>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13345" name="Group 274">
              <a:extLst>
                <a:ext uri="{FF2B5EF4-FFF2-40B4-BE49-F238E27FC236}">
                  <a16:creationId xmlns:a16="http://schemas.microsoft.com/office/drawing/2014/main" id="{B4F0EF89-37A8-71BE-E4C0-5588DFD36FA5}"/>
                </a:ext>
              </a:extLst>
            </p:cNvPr>
            <p:cNvGrpSpPr>
              <a:grpSpLocks/>
            </p:cNvGrpSpPr>
            <p:nvPr/>
          </p:nvGrpSpPr>
          <p:grpSpPr bwMode="auto">
            <a:xfrm>
              <a:off x="902" y="1871"/>
              <a:ext cx="256" cy="214"/>
              <a:chOff x="144" y="3264"/>
              <a:chExt cx="288" cy="240"/>
            </a:xfrm>
          </p:grpSpPr>
          <p:sp>
            <p:nvSpPr>
              <p:cNvPr id="13443" name="Rectangle 275">
                <a:extLst>
                  <a:ext uri="{FF2B5EF4-FFF2-40B4-BE49-F238E27FC236}">
                    <a16:creationId xmlns:a16="http://schemas.microsoft.com/office/drawing/2014/main" id="{8FB01347-A2C8-C454-BA48-BF4E0AFEF6B4}"/>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13444" name="Rectangle 276">
                <a:extLst>
                  <a:ext uri="{FF2B5EF4-FFF2-40B4-BE49-F238E27FC236}">
                    <a16:creationId xmlns:a16="http://schemas.microsoft.com/office/drawing/2014/main" id="{C77C753E-FA21-2C9A-9853-22F831036370}"/>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13346" name="Rectangle 277">
              <a:extLst>
                <a:ext uri="{FF2B5EF4-FFF2-40B4-BE49-F238E27FC236}">
                  <a16:creationId xmlns:a16="http://schemas.microsoft.com/office/drawing/2014/main" id="{D41BA495-755A-46D0-71B1-BBAC71563BB0}"/>
                </a:ext>
              </a:extLst>
            </p:cNvPr>
            <p:cNvSpPr>
              <a:spLocks noChangeArrowheads="1"/>
            </p:cNvSpPr>
            <p:nvPr/>
          </p:nvSpPr>
          <p:spPr bwMode="auto">
            <a:xfrm>
              <a:off x="1179" y="1886"/>
              <a:ext cx="186" cy="14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45</a:t>
              </a:r>
            </a:p>
          </p:txBody>
        </p:sp>
        <p:sp>
          <p:nvSpPr>
            <p:cNvPr id="13347" name="Rectangle 278">
              <a:extLst>
                <a:ext uri="{FF2B5EF4-FFF2-40B4-BE49-F238E27FC236}">
                  <a16:creationId xmlns:a16="http://schemas.microsoft.com/office/drawing/2014/main" id="{067DE030-51CE-15E4-6A65-DD572C1668A5}"/>
                </a:ext>
              </a:extLst>
            </p:cNvPr>
            <p:cNvSpPr>
              <a:spLocks noChangeArrowheads="1"/>
            </p:cNvSpPr>
            <p:nvPr/>
          </p:nvSpPr>
          <p:spPr bwMode="auto">
            <a:xfrm>
              <a:off x="1523" y="1654"/>
              <a:ext cx="186" cy="14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10</a:t>
              </a:r>
            </a:p>
          </p:txBody>
        </p:sp>
        <p:grpSp>
          <p:nvGrpSpPr>
            <p:cNvPr id="13348" name="Group 279">
              <a:extLst>
                <a:ext uri="{FF2B5EF4-FFF2-40B4-BE49-F238E27FC236}">
                  <a16:creationId xmlns:a16="http://schemas.microsoft.com/office/drawing/2014/main" id="{9F670526-923A-FC17-7451-FD58D05B5CBA}"/>
                </a:ext>
              </a:extLst>
            </p:cNvPr>
            <p:cNvGrpSpPr>
              <a:grpSpLocks/>
            </p:cNvGrpSpPr>
            <p:nvPr/>
          </p:nvGrpSpPr>
          <p:grpSpPr bwMode="auto">
            <a:xfrm>
              <a:off x="3577" y="1408"/>
              <a:ext cx="256" cy="214"/>
              <a:chOff x="144" y="3264"/>
              <a:chExt cx="288" cy="240"/>
            </a:xfrm>
          </p:grpSpPr>
          <p:sp>
            <p:nvSpPr>
              <p:cNvPr id="13441" name="Rectangle 280">
                <a:extLst>
                  <a:ext uri="{FF2B5EF4-FFF2-40B4-BE49-F238E27FC236}">
                    <a16:creationId xmlns:a16="http://schemas.microsoft.com/office/drawing/2014/main" id="{E758F463-8711-5CBC-9324-F4C114DDB6E7}"/>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13442" name="Rectangle 281">
                <a:extLst>
                  <a:ext uri="{FF2B5EF4-FFF2-40B4-BE49-F238E27FC236}">
                    <a16:creationId xmlns:a16="http://schemas.microsoft.com/office/drawing/2014/main" id="{B5E0F82D-7063-7481-88ED-7A3DE08FC16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13349" name="Group 282">
              <a:extLst>
                <a:ext uri="{FF2B5EF4-FFF2-40B4-BE49-F238E27FC236}">
                  <a16:creationId xmlns:a16="http://schemas.microsoft.com/office/drawing/2014/main" id="{567F9586-3C4F-4A59-89C9-D7CA53A5F04A}"/>
                </a:ext>
              </a:extLst>
            </p:cNvPr>
            <p:cNvGrpSpPr>
              <a:grpSpLocks/>
            </p:cNvGrpSpPr>
            <p:nvPr/>
          </p:nvGrpSpPr>
          <p:grpSpPr bwMode="auto">
            <a:xfrm>
              <a:off x="4198" y="1867"/>
              <a:ext cx="256" cy="214"/>
              <a:chOff x="144" y="3264"/>
              <a:chExt cx="288" cy="240"/>
            </a:xfrm>
          </p:grpSpPr>
          <p:sp>
            <p:nvSpPr>
              <p:cNvPr id="13439" name="Rectangle 283">
                <a:extLst>
                  <a:ext uri="{FF2B5EF4-FFF2-40B4-BE49-F238E27FC236}">
                    <a16:creationId xmlns:a16="http://schemas.microsoft.com/office/drawing/2014/main" id="{8C45B241-EF96-6A67-9B97-485736848FB9}"/>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13440" name="Rectangle 284">
                <a:extLst>
                  <a:ext uri="{FF2B5EF4-FFF2-40B4-BE49-F238E27FC236}">
                    <a16:creationId xmlns:a16="http://schemas.microsoft.com/office/drawing/2014/main" id="{0E626A2B-4D6D-D485-F759-5240F70F0DB7}"/>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13350" name="Group 285">
              <a:extLst>
                <a:ext uri="{FF2B5EF4-FFF2-40B4-BE49-F238E27FC236}">
                  <a16:creationId xmlns:a16="http://schemas.microsoft.com/office/drawing/2014/main" id="{B1B2D9FD-1318-B049-0D12-9C9358B96BC4}"/>
                </a:ext>
              </a:extLst>
            </p:cNvPr>
            <p:cNvGrpSpPr>
              <a:grpSpLocks noChangeAspect="1"/>
            </p:cNvGrpSpPr>
            <p:nvPr/>
          </p:nvGrpSpPr>
          <p:grpSpPr bwMode="auto">
            <a:xfrm>
              <a:off x="3854" y="1566"/>
              <a:ext cx="456" cy="290"/>
              <a:chOff x="3312" y="2160"/>
              <a:chExt cx="960" cy="528"/>
            </a:xfrm>
          </p:grpSpPr>
          <p:grpSp>
            <p:nvGrpSpPr>
              <p:cNvPr id="13417" name="Group 286">
                <a:extLst>
                  <a:ext uri="{FF2B5EF4-FFF2-40B4-BE49-F238E27FC236}">
                    <a16:creationId xmlns:a16="http://schemas.microsoft.com/office/drawing/2014/main" id="{D5C6BDDE-8FB2-7A0D-37E0-B4B5DF048330}"/>
                  </a:ext>
                </a:extLst>
              </p:cNvPr>
              <p:cNvGrpSpPr>
                <a:grpSpLocks noChangeAspect="1"/>
              </p:cNvGrpSpPr>
              <p:nvPr/>
            </p:nvGrpSpPr>
            <p:grpSpPr bwMode="auto">
              <a:xfrm>
                <a:off x="3312" y="2160"/>
                <a:ext cx="960" cy="528"/>
                <a:chOff x="3312" y="2160"/>
                <a:chExt cx="960" cy="528"/>
              </a:xfrm>
            </p:grpSpPr>
            <p:sp>
              <p:nvSpPr>
                <p:cNvPr id="13419" name="AutoShape 287">
                  <a:extLst>
                    <a:ext uri="{FF2B5EF4-FFF2-40B4-BE49-F238E27FC236}">
                      <a16:creationId xmlns:a16="http://schemas.microsoft.com/office/drawing/2014/main" id="{AA48E040-0820-54F5-70A0-8337D4137CC0}"/>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3420" name="Group 288">
                  <a:extLst>
                    <a:ext uri="{FF2B5EF4-FFF2-40B4-BE49-F238E27FC236}">
                      <a16:creationId xmlns:a16="http://schemas.microsoft.com/office/drawing/2014/main" id="{8FEBC816-DA1A-5F80-2735-1362F1ED3401}"/>
                    </a:ext>
                  </a:extLst>
                </p:cNvPr>
                <p:cNvGrpSpPr>
                  <a:grpSpLocks noChangeAspect="1"/>
                </p:cNvGrpSpPr>
                <p:nvPr/>
              </p:nvGrpSpPr>
              <p:grpSpPr bwMode="auto">
                <a:xfrm>
                  <a:off x="3488" y="2193"/>
                  <a:ext cx="599" cy="207"/>
                  <a:chOff x="422" y="1632"/>
                  <a:chExt cx="829" cy="298"/>
                </a:xfrm>
              </p:grpSpPr>
              <p:grpSp>
                <p:nvGrpSpPr>
                  <p:cNvPr id="13421" name="Group 289">
                    <a:extLst>
                      <a:ext uri="{FF2B5EF4-FFF2-40B4-BE49-F238E27FC236}">
                        <a16:creationId xmlns:a16="http://schemas.microsoft.com/office/drawing/2014/main" id="{E205DBEB-3B03-8A4A-2814-168777D2743D}"/>
                      </a:ext>
                    </a:extLst>
                  </p:cNvPr>
                  <p:cNvGrpSpPr>
                    <a:grpSpLocks noChangeAspect="1"/>
                  </p:cNvGrpSpPr>
                  <p:nvPr/>
                </p:nvGrpSpPr>
                <p:grpSpPr bwMode="auto">
                  <a:xfrm>
                    <a:off x="422" y="1632"/>
                    <a:ext cx="822" cy="291"/>
                    <a:chOff x="422" y="1632"/>
                    <a:chExt cx="822" cy="291"/>
                  </a:xfrm>
                </p:grpSpPr>
                <p:sp>
                  <p:nvSpPr>
                    <p:cNvPr id="13431" name="Freeform 290">
                      <a:extLst>
                        <a:ext uri="{FF2B5EF4-FFF2-40B4-BE49-F238E27FC236}">
                          <a16:creationId xmlns:a16="http://schemas.microsoft.com/office/drawing/2014/main" id="{7AD44DCB-BA3D-9658-2FF0-7CFCE1E58B1A}"/>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32" name="Freeform 291">
                      <a:extLst>
                        <a:ext uri="{FF2B5EF4-FFF2-40B4-BE49-F238E27FC236}">
                          <a16:creationId xmlns:a16="http://schemas.microsoft.com/office/drawing/2014/main" id="{3FB3B31E-B7BC-A0BC-2DD1-53211E0C9C5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33" name="Freeform 292">
                      <a:extLst>
                        <a:ext uri="{FF2B5EF4-FFF2-40B4-BE49-F238E27FC236}">
                          <a16:creationId xmlns:a16="http://schemas.microsoft.com/office/drawing/2014/main" id="{EB14141E-DE7A-A548-1F18-1AB9E8BC5C0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34" name="Freeform 293">
                      <a:extLst>
                        <a:ext uri="{FF2B5EF4-FFF2-40B4-BE49-F238E27FC236}">
                          <a16:creationId xmlns:a16="http://schemas.microsoft.com/office/drawing/2014/main" id="{A2BAD102-5ADB-3A71-50E7-2248B226C660}"/>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35" name="Freeform 294">
                      <a:extLst>
                        <a:ext uri="{FF2B5EF4-FFF2-40B4-BE49-F238E27FC236}">
                          <a16:creationId xmlns:a16="http://schemas.microsoft.com/office/drawing/2014/main" id="{6CF2FF14-6744-87CC-85BE-CD4B6412C48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36" name="Freeform 295">
                      <a:extLst>
                        <a:ext uri="{FF2B5EF4-FFF2-40B4-BE49-F238E27FC236}">
                          <a16:creationId xmlns:a16="http://schemas.microsoft.com/office/drawing/2014/main" id="{8D7E2152-C89C-F583-7125-93209423E5C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37" name="Freeform 296">
                      <a:extLst>
                        <a:ext uri="{FF2B5EF4-FFF2-40B4-BE49-F238E27FC236}">
                          <a16:creationId xmlns:a16="http://schemas.microsoft.com/office/drawing/2014/main" id="{BCFE1571-66D0-B08C-5C23-D9FC89196953}"/>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38" name="Freeform 297">
                      <a:extLst>
                        <a:ext uri="{FF2B5EF4-FFF2-40B4-BE49-F238E27FC236}">
                          <a16:creationId xmlns:a16="http://schemas.microsoft.com/office/drawing/2014/main" id="{047C9E8A-7403-D862-1E04-4E08E20B67D9}"/>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3422" name="Group 298">
                    <a:extLst>
                      <a:ext uri="{FF2B5EF4-FFF2-40B4-BE49-F238E27FC236}">
                        <a16:creationId xmlns:a16="http://schemas.microsoft.com/office/drawing/2014/main" id="{555C3E40-E66B-1EB6-65CD-084B8D6D961E}"/>
                      </a:ext>
                    </a:extLst>
                  </p:cNvPr>
                  <p:cNvGrpSpPr>
                    <a:grpSpLocks noChangeAspect="1"/>
                  </p:cNvGrpSpPr>
                  <p:nvPr/>
                </p:nvGrpSpPr>
                <p:grpSpPr bwMode="auto">
                  <a:xfrm>
                    <a:off x="429" y="1639"/>
                    <a:ext cx="822" cy="291"/>
                    <a:chOff x="429" y="1639"/>
                    <a:chExt cx="822" cy="291"/>
                  </a:xfrm>
                </p:grpSpPr>
                <p:sp>
                  <p:nvSpPr>
                    <p:cNvPr id="13423" name="Freeform 299">
                      <a:extLst>
                        <a:ext uri="{FF2B5EF4-FFF2-40B4-BE49-F238E27FC236}">
                          <a16:creationId xmlns:a16="http://schemas.microsoft.com/office/drawing/2014/main" id="{A00E1767-F00E-B53D-2D46-33569BB94F2C}"/>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24" name="Freeform 300">
                      <a:extLst>
                        <a:ext uri="{FF2B5EF4-FFF2-40B4-BE49-F238E27FC236}">
                          <a16:creationId xmlns:a16="http://schemas.microsoft.com/office/drawing/2014/main" id="{E21DBC7A-1E9C-7E10-9191-47BF7CF2761C}"/>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25" name="Freeform 301">
                      <a:extLst>
                        <a:ext uri="{FF2B5EF4-FFF2-40B4-BE49-F238E27FC236}">
                          <a16:creationId xmlns:a16="http://schemas.microsoft.com/office/drawing/2014/main" id="{63E283D5-F82E-D4B9-E2E9-878F0E8D638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26" name="Freeform 302">
                      <a:extLst>
                        <a:ext uri="{FF2B5EF4-FFF2-40B4-BE49-F238E27FC236}">
                          <a16:creationId xmlns:a16="http://schemas.microsoft.com/office/drawing/2014/main" id="{DEA7453B-8ACA-4B0D-AC09-3DEC5C26A4F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27" name="Freeform 303">
                      <a:extLst>
                        <a:ext uri="{FF2B5EF4-FFF2-40B4-BE49-F238E27FC236}">
                          <a16:creationId xmlns:a16="http://schemas.microsoft.com/office/drawing/2014/main" id="{C28D5E34-2AE7-BB71-8F4A-87A95B276E6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28" name="Freeform 304">
                      <a:extLst>
                        <a:ext uri="{FF2B5EF4-FFF2-40B4-BE49-F238E27FC236}">
                          <a16:creationId xmlns:a16="http://schemas.microsoft.com/office/drawing/2014/main" id="{CBB5B640-4A05-8A4F-9443-DE3C5A8FCF0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29" name="Freeform 305">
                      <a:extLst>
                        <a:ext uri="{FF2B5EF4-FFF2-40B4-BE49-F238E27FC236}">
                          <a16:creationId xmlns:a16="http://schemas.microsoft.com/office/drawing/2014/main" id="{4DD6C874-93D8-968D-C3B3-8BE918DB09B4}"/>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30" name="Freeform 306">
                      <a:extLst>
                        <a:ext uri="{FF2B5EF4-FFF2-40B4-BE49-F238E27FC236}">
                          <a16:creationId xmlns:a16="http://schemas.microsoft.com/office/drawing/2014/main" id="{21DCC21A-6743-FA0C-35C2-39C1659D5127}"/>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3418" name="WordArt 307">
                <a:extLst>
                  <a:ext uri="{FF2B5EF4-FFF2-40B4-BE49-F238E27FC236}">
                    <a16:creationId xmlns:a16="http://schemas.microsoft.com/office/drawing/2014/main" id="{5CB49DD4-1065-CE8D-3908-FFB601AF8AC8}"/>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sp>
          <p:nvSpPr>
            <p:cNvPr id="13351" name="Rectangle 308">
              <a:extLst>
                <a:ext uri="{FF2B5EF4-FFF2-40B4-BE49-F238E27FC236}">
                  <a16:creationId xmlns:a16="http://schemas.microsoft.com/office/drawing/2014/main" id="{F43CD6AD-ADA9-CF4B-8E9A-72A67D4BFE43}"/>
                </a:ext>
              </a:extLst>
            </p:cNvPr>
            <p:cNvSpPr>
              <a:spLocks noChangeArrowheads="1"/>
            </p:cNvSpPr>
            <p:nvPr/>
          </p:nvSpPr>
          <p:spPr bwMode="auto">
            <a:xfrm>
              <a:off x="3645" y="1654"/>
              <a:ext cx="186" cy="14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10</a:t>
              </a:r>
            </a:p>
          </p:txBody>
        </p:sp>
        <p:sp>
          <p:nvSpPr>
            <p:cNvPr id="13352" name="Rectangle 309">
              <a:extLst>
                <a:ext uri="{FF2B5EF4-FFF2-40B4-BE49-F238E27FC236}">
                  <a16:creationId xmlns:a16="http://schemas.microsoft.com/office/drawing/2014/main" id="{C8083AE9-AA0F-7385-D6AA-5975FF45A71E}"/>
                </a:ext>
              </a:extLst>
            </p:cNvPr>
            <p:cNvSpPr>
              <a:spLocks noChangeArrowheads="1"/>
            </p:cNvSpPr>
            <p:nvPr/>
          </p:nvSpPr>
          <p:spPr bwMode="auto">
            <a:xfrm>
              <a:off x="3984" y="1886"/>
              <a:ext cx="186" cy="14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10</a:t>
              </a:r>
            </a:p>
          </p:txBody>
        </p:sp>
        <p:grpSp>
          <p:nvGrpSpPr>
            <p:cNvPr id="13353" name="Group 310">
              <a:extLst>
                <a:ext uri="{FF2B5EF4-FFF2-40B4-BE49-F238E27FC236}">
                  <a16:creationId xmlns:a16="http://schemas.microsoft.com/office/drawing/2014/main" id="{72D64A78-B9EA-B97A-8B8A-E880D8C409B3}"/>
                </a:ext>
              </a:extLst>
            </p:cNvPr>
            <p:cNvGrpSpPr>
              <a:grpSpLocks/>
            </p:cNvGrpSpPr>
            <p:nvPr/>
          </p:nvGrpSpPr>
          <p:grpSpPr bwMode="auto">
            <a:xfrm>
              <a:off x="3598" y="3322"/>
              <a:ext cx="256" cy="214"/>
              <a:chOff x="144" y="3264"/>
              <a:chExt cx="288" cy="240"/>
            </a:xfrm>
          </p:grpSpPr>
          <p:sp>
            <p:nvSpPr>
              <p:cNvPr id="13415" name="Rectangle 311">
                <a:extLst>
                  <a:ext uri="{FF2B5EF4-FFF2-40B4-BE49-F238E27FC236}">
                    <a16:creationId xmlns:a16="http://schemas.microsoft.com/office/drawing/2014/main" id="{79997890-7178-0340-5FDB-D26D5A26C268}"/>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13416" name="Rectangle 312">
                <a:extLst>
                  <a:ext uri="{FF2B5EF4-FFF2-40B4-BE49-F238E27FC236}">
                    <a16:creationId xmlns:a16="http://schemas.microsoft.com/office/drawing/2014/main" id="{7B89F60E-F725-1A0E-49C3-5886A00B434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13354" name="Group 313">
              <a:extLst>
                <a:ext uri="{FF2B5EF4-FFF2-40B4-BE49-F238E27FC236}">
                  <a16:creationId xmlns:a16="http://schemas.microsoft.com/office/drawing/2014/main" id="{9FA17C89-15DE-299F-4863-79E5D132711F}"/>
                </a:ext>
              </a:extLst>
            </p:cNvPr>
            <p:cNvGrpSpPr>
              <a:grpSpLocks/>
            </p:cNvGrpSpPr>
            <p:nvPr/>
          </p:nvGrpSpPr>
          <p:grpSpPr bwMode="auto">
            <a:xfrm>
              <a:off x="4198" y="2854"/>
              <a:ext cx="256" cy="214"/>
              <a:chOff x="144" y="3264"/>
              <a:chExt cx="288" cy="240"/>
            </a:xfrm>
          </p:grpSpPr>
          <p:sp>
            <p:nvSpPr>
              <p:cNvPr id="13413" name="Rectangle 314">
                <a:extLst>
                  <a:ext uri="{FF2B5EF4-FFF2-40B4-BE49-F238E27FC236}">
                    <a16:creationId xmlns:a16="http://schemas.microsoft.com/office/drawing/2014/main" id="{81178F2E-7555-288A-0938-113FB59E36AA}"/>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13414" name="Rectangle 315">
                <a:extLst>
                  <a:ext uri="{FF2B5EF4-FFF2-40B4-BE49-F238E27FC236}">
                    <a16:creationId xmlns:a16="http://schemas.microsoft.com/office/drawing/2014/main" id="{85F7DE42-DA03-8318-2922-DD671CF6729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13355" name="Group 316">
              <a:extLst>
                <a:ext uri="{FF2B5EF4-FFF2-40B4-BE49-F238E27FC236}">
                  <a16:creationId xmlns:a16="http://schemas.microsoft.com/office/drawing/2014/main" id="{1420AF95-1E6F-3291-085C-059E14515AAE}"/>
                </a:ext>
              </a:extLst>
            </p:cNvPr>
            <p:cNvGrpSpPr>
              <a:grpSpLocks noChangeAspect="1"/>
            </p:cNvGrpSpPr>
            <p:nvPr/>
          </p:nvGrpSpPr>
          <p:grpSpPr bwMode="auto">
            <a:xfrm>
              <a:off x="3854" y="3084"/>
              <a:ext cx="456" cy="290"/>
              <a:chOff x="3312" y="2160"/>
              <a:chExt cx="960" cy="528"/>
            </a:xfrm>
          </p:grpSpPr>
          <p:grpSp>
            <p:nvGrpSpPr>
              <p:cNvPr id="13391" name="Group 317">
                <a:extLst>
                  <a:ext uri="{FF2B5EF4-FFF2-40B4-BE49-F238E27FC236}">
                    <a16:creationId xmlns:a16="http://schemas.microsoft.com/office/drawing/2014/main" id="{DA9EC8E4-F986-54E3-DBB1-10DC4772C58D}"/>
                  </a:ext>
                </a:extLst>
              </p:cNvPr>
              <p:cNvGrpSpPr>
                <a:grpSpLocks noChangeAspect="1"/>
              </p:cNvGrpSpPr>
              <p:nvPr/>
            </p:nvGrpSpPr>
            <p:grpSpPr bwMode="auto">
              <a:xfrm>
                <a:off x="3312" y="2160"/>
                <a:ext cx="960" cy="528"/>
                <a:chOff x="3312" y="2160"/>
                <a:chExt cx="960" cy="528"/>
              </a:xfrm>
            </p:grpSpPr>
            <p:sp>
              <p:nvSpPr>
                <p:cNvPr id="13393" name="AutoShape 318">
                  <a:extLst>
                    <a:ext uri="{FF2B5EF4-FFF2-40B4-BE49-F238E27FC236}">
                      <a16:creationId xmlns:a16="http://schemas.microsoft.com/office/drawing/2014/main" id="{91391C12-CEEF-812C-3836-A3E4232C45D9}"/>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3394" name="Group 319">
                  <a:extLst>
                    <a:ext uri="{FF2B5EF4-FFF2-40B4-BE49-F238E27FC236}">
                      <a16:creationId xmlns:a16="http://schemas.microsoft.com/office/drawing/2014/main" id="{27D4A8A9-C188-61F9-FC09-19146AB8D736}"/>
                    </a:ext>
                  </a:extLst>
                </p:cNvPr>
                <p:cNvGrpSpPr>
                  <a:grpSpLocks noChangeAspect="1"/>
                </p:cNvGrpSpPr>
                <p:nvPr/>
              </p:nvGrpSpPr>
              <p:grpSpPr bwMode="auto">
                <a:xfrm>
                  <a:off x="3488" y="2193"/>
                  <a:ext cx="599" cy="207"/>
                  <a:chOff x="422" y="1632"/>
                  <a:chExt cx="829" cy="298"/>
                </a:xfrm>
              </p:grpSpPr>
              <p:grpSp>
                <p:nvGrpSpPr>
                  <p:cNvPr id="13395" name="Group 320">
                    <a:extLst>
                      <a:ext uri="{FF2B5EF4-FFF2-40B4-BE49-F238E27FC236}">
                        <a16:creationId xmlns:a16="http://schemas.microsoft.com/office/drawing/2014/main" id="{6A50053F-A889-9060-C6BA-30EA32DAB695}"/>
                      </a:ext>
                    </a:extLst>
                  </p:cNvPr>
                  <p:cNvGrpSpPr>
                    <a:grpSpLocks noChangeAspect="1"/>
                  </p:cNvGrpSpPr>
                  <p:nvPr/>
                </p:nvGrpSpPr>
                <p:grpSpPr bwMode="auto">
                  <a:xfrm>
                    <a:off x="422" y="1632"/>
                    <a:ext cx="822" cy="291"/>
                    <a:chOff x="422" y="1632"/>
                    <a:chExt cx="822" cy="291"/>
                  </a:xfrm>
                </p:grpSpPr>
                <p:sp>
                  <p:nvSpPr>
                    <p:cNvPr id="13405" name="Freeform 321">
                      <a:extLst>
                        <a:ext uri="{FF2B5EF4-FFF2-40B4-BE49-F238E27FC236}">
                          <a16:creationId xmlns:a16="http://schemas.microsoft.com/office/drawing/2014/main" id="{F7C5D060-4079-1582-55BF-E53FE79D4561}"/>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06" name="Freeform 322">
                      <a:extLst>
                        <a:ext uri="{FF2B5EF4-FFF2-40B4-BE49-F238E27FC236}">
                          <a16:creationId xmlns:a16="http://schemas.microsoft.com/office/drawing/2014/main" id="{BF095338-D093-CD59-ED36-255239406FF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07" name="Freeform 323">
                      <a:extLst>
                        <a:ext uri="{FF2B5EF4-FFF2-40B4-BE49-F238E27FC236}">
                          <a16:creationId xmlns:a16="http://schemas.microsoft.com/office/drawing/2014/main" id="{57C36777-43C9-78BA-B793-76C13DBFD4B4}"/>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08" name="Freeform 324">
                      <a:extLst>
                        <a:ext uri="{FF2B5EF4-FFF2-40B4-BE49-F238E27FC236}">
                          <a16:creationId xmlns:a16="http://schemas.microsoft.com/office/drawing/2014/main" id="{C7325628-DEC3-6A14-2F05-C78AD579BA8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09" name="Freeform 325">
                      <a:extLst>
                        <a:ext uri="{FF2B5EF4-FFF2-40B4-BE49-F238E27FC236}">
                          <a16:creationId xmlns:a16="http://schemas.microsoft.com/office/drawing/2014/main" id="{780C22A4-5B3A-210E-F8B6-4927CA51C46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10" name="Freeform 326">
                      <a:extLst>
                        <a:ext uri="{FF2B5EF4-FFF2-40B4-BE49-F238E27FC236}">
                          <a16:creationId xmlns:a16="http://schemas.microsoft.com/office/drawing/2014/main" id="{285841F3-98B5-38FF-2A31-D3D776CBCAA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11" name="Freeform 327">
                      <a:extLst>
                        <a:ext uri="{FF2B5EF4-FFF2-40B4-BE49-F238E27FC236}">
                          <a16:creationId xmlns:a16="http://schemas.microsoft.com/office/drawing/2014/main" id="{B6BE26EB-07DB-F4A8-E383-5B8F08CC950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12" name="Freeform 328">
                      <a:extLst>
                        <a:ext uri="{FF2B5EF4-FFF2-40B4-BE49-F238E27FC236}">
                          <a16:creationId xmlns:a16="http://schemas.microsoft.com/office/drawing/2014/main" id="{F428F5DC-398E-CCEF-BF1A-D339F83271F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3396" name="Group 329">
                    <a:extLst>
                      <a:ext uri="{FF2B5EF4-FFF2-40B4-BE49-F238E27FC236}">
                        <a16:creationId xmlns:a16="http://schemas.microsoft.com/office/drawing/2014/main" id="{680B508F-CFFE-B527-B0CB-4F5A9D8880F3}"/>
                      </a:ext>
                    </a:extLst>
                  </p:cNvPr>
                  <p:cNvGrpSpPr>
                    <a:grpSpLocks noChangeAspect="1"/>
                  </p:cNvGrpSpPr>
                  <p:nvPr/>
                </p:nvGrpSpPr>
                <p:grpSpPr bwMode="auto">
                  <a:xfrm>
                    <a:off x="429" y="1639"/>
                    <a:ext cx="822" cy="291"/>
                    <a:chOff x="429" y="1639"/>
                    <a:chExt cx="822" cy="291"/>
                  </a:xfrm>
                </p:grpSpPr>
                <p:sp>
                  <p:nvSpPr>
                    <p:cNvPr id="13397" name="Freeform 330">
                      <a:extLst>
                        <a:ext uri="{FF2B5EF4-FFF2-40B4-BE49-F238E27FC236}">
                          <a16:creationId xmlns:a16="http://schemas.microsoft.com/office/drawing/2014/main" id="{D40572EF-A347-4F70-CAE5-4D7BC895793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398" name="Freeform 331">
                      <a:extLst>
                        <a:ext uri="{FF2B5EF4-FFF2-40B4-BE49-F238E27FC236}">
                          <a16:creationId xmlns:a16="http://schemas.microsoft.com/office/drawing/2014/main" id="{1723EC86-91B9-DEFD-31BA-1C9D4A146227}"/>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399" name="Freeform 332">
                      <a:extLst>
                        <a:ext uri="{FF2B5EF4-FFF2-40B4-BE49-F238E27FC236}">
                          <a16:creationId xmlns:a16="http://schemas.microsoft.com/office/drawing/2014/main" id="{9D64F166-C49E-6545-A13C-53B49623E2EF}"/>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00" name="Freeform 333">
                      <a:extLst>
                        <a:ext uri="{FF2B5EF4-FFF2-40B4-BE49-F238E27FC236}">
                          <a16:creationId xmlns:a16="http://schemas.microsoft.com/office/drawing/2014/main" id="{13C82559-D52F-CECD-AFC8-01692573042F}"/>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01" name="Freeform 334">
                      <a:extLst>
                        <a:ext uri="{FF2B5EF4-FFF2-40B4-BE49-F238E27FC236}">
                          <a16:creationId xmlns:a16="http://schemas.microsoft.com/office/drawing/2014/main" id="{0040C1F9-0B64-D250-25E7-CFA7CD0AFA0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02" name="Freeform 335">
                      <a:extLst>
                        <a:ext uri="{FF2B5EF4-FFF2-40B4-BE49-F238E27FC236}">
                          <a16:creationId xmlns:a16="http://schemas.microsoft.com/office/drawing/2014/main" id="{C47AD7E9-D06E-DA76-72E2-51AE9CA8E15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03" name="Freeform 336">
                      <a:extLst>
                        <a:ext uri="{FF2B5EF4-FFF2-40B4-BE49-F238E27FC236}">
                          <a16:creationId xmlns:a16="http://schemas.microsoft.com/office/drawing/2014/main" id="{90F5F287-700C-6B0E-00A1-62C08BDFF36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404" name="Freeform 337">
                      <a:extLst>
                        <a:ext uri="{FF2B5EF4-FFF2-40B4-BE49-F238E27FC236}">
                          <a16:creationId xmlns:a16="http://schemas.microsoft.com/office/drawing/2014/main" id="{C2B1D0E1-02C7-7AC1-FA89-DDB6BAEFDB6A}"/>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3392" name="WordArt 338">
                <a:extLst>
                  <a:ext uri="{FF2B5EF4-FFF2-40B4-BE49-F238E27FC236}">
                    <a16:creationId xmlns:a16="http://schemas.microsoft.com/office/drawing/2014/main" id="{E2D948B3-64F7-40DE-B512-3355FCEEFA65}"/>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sp>
          <p:nvSpPr>
            <p:cNvPr id="13356" name="Rectangle 339">
              <a:extLst>
                <a:ext uri="{FF2B5EF4-FFF2-40B4-BE49-F238E27FC236}">
                  <a16:creationId xmlns:a16="http://schemas.microsoft.com/office/drawing/2014/main" id="{953F326F-7AE0-D4B4-2919-B3024DA1887D}"/>
                </a:ext>
              </a:extLst>
            </p:cNvPr>
            <p:cNvSpPr>
              <a:spLocks noChangeArrowheads="1"/>
            </p:cNvSpPr>
            <p:nvPr/>
          </p:nvSpPr>
          <p:spPr bwMode="auto">
            <a:xfrm>
              <a:off x="3978" y="2922"/>
              <a:ext cx="186" cy="14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7</a:t>
              </a:r>
            </a:p>
          </p:txBody>
        </p:sp>
        <p:sp>
          <p:nvSpPr>
            <p:cNvPr id="13357" name="Rectangle 340">
              <a:extLst>
                <a:ext uri="{FF2B5EF4-FFF2-40B4-BE49-F238E27FC236}">
                  <a16:creationId xmlns:a16="http://schemas.microsoft.com/office/drawing/2014/main" id="{5D6740EA-A725-9593-1A01-474FC028E0AD}"/>
                </a:ext>
              </a:extLst>
            </p:cNvPr>
            <p:cNvSpPr>
              <a:spLocks noChangeArrowheads="1"/>
            </p:cNvSpPr>
            <p:nvPr/>
          </p:nvSpPr>
          <p:spPr bwMode="auto">
            <a:xfrm>
              <a:off x="3647" y="3150"/>
              <a:ext cx="186" cy="14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10</a:t>
              </a:r>
            </a:p>
          </p:txBody>
        </p:sp>
        <p:grpSp>
          <p:nvGrpSpPr>
            <p:cNvPr id="13358" name="Group 341">
              <a:extLst>
                <a:ext uri="{FF2B5EF4-FFF2-40B4-BE49-F238E27FC236}">
                  <a16:creationId xmlns:a16="http://schemas.microsoft.com/office/drawing/2014/main" id="{28BABF32-50FF-450C-6879-BA46E2315892}"/>
                </a:ext>
              </a:extLst>
            </p:cNvPr>
            <p:cNvGrpSpPr>
              <a:grpSpLocks noChangeAspect="1"/>
            </p:cNvGrpSpPr>
            <p:nvPr/>
          </p:nvGrpSpPr>
          <p:grpSpPr bwMode="auto">
            <a:xfrm>
              <a:off x="1039" y="3084"/>
              <a:ext cx="456" cy="290"/>
              <a:chOff x="3312" y="2160"/>
              <a:chExt cx="960" cy="528"/>
            </a:xfrm>
          </p:grpSpPr>
          <p:grpSp>
            <p:nvGrpSpPr>
              <p:cNvPr id="13369" name="Group 342">
                <a:extLst>
                  <a:ext uri="{FF2B5EF4-FFF2-40B4-BE49-F238E27FC236}">
                    <a16:creationId xmlns:a16="http://schemas.microsoft.com/office/drawing/2014/main" id="{494AC4AE-B887-4AED-80B2-C6E372DCAC15}"/>
                  </a:ext>
                </a:extLst>
              </p:cNvPr>
              <p:cNvGrpSpPr>
                <a:grpSpLocks noChangeAspect="1"/>
              </p:cNvGrpSpPr>
              <p:nvPr/>
            </p:nvGrpSpPr>
            <p:grpSpPr bwMode="auto">
              <a:xfrm>
                <a:off x="3312" y="2160"/>
                <a:ext cx="960" cy="528"/>
                <a:chOff x="3312" y="2160"/>
                <a:chExt cx="960" cy="528"/>
              </a:xfrm>
            </p:grpSpPr>
            <p:sp>
              <p:nvSpPr>
                <p:cNvPr id="13371" name="AutoShape 343">
                  <a:extLst>
                    <a:ext uri="{FF2B5EF4-FFF2-40B4-BE49-F238E27FC236}">
                      <a16:creationId xmlns:a16="http://schemas.microsoft.com/office/drawing/2014/main" id="{B757B71D-687C-7083-3FD3-3B3997421234}"/>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3372" name="Group 344">
                  <a:extLst>
                    <a:ext uri="{FF2B5EF4-FFF2-40B4-BE49-F238E27FC236}">
                      <a16:creationId xmlns:a16="http://schemas.microsoft.com/office/drawing/2014/main" id="{9D3FFDC2-68DC-D5C2-E062-E956B511C276}"/>
                    </a:ext>
                  </a:extLst>
                </p:cNvPr>
                <p:cNvGrpSpPr>
                  <a:grpSpLocks noChangeAspect="1"/>
                </p:cNvGrpSpPr>
                <p:nvPr/>
              </p:nvGrpSpPr>
              <p:grpSpPr bwMode="auto">
                <a:xfrm>
                  <a:off x="3488" y="2193"/>
                  <a:ext cx="599" cy="207"/>
                  <a:chOff x="422" y="1632"/>
                  <a:chExt cx="829" cy="298"/>
                </a:xfrm>
              </p:grpSpPr>
              <p:grpSp>
                <p:nvGrpSpPr>
                  <p:cNvPr id="13373" name="Group 345">
                    <a:extLst>
                      <a:ext uri="{FF2B5EF4-FFF2-40B4-BE49-F238E27FC236}">
                        <a16:creationId xmlns:a16="http://schemas.microsoft.com/office/drawing/2014/main" id="{A882BC29-6583-3E5C-ADC1-9B2CF4DA1FB5}"/>
                      </a:ext>
                    </a:extLst>
                  </p:cNvPr>
                  <p:cNvGrpSpPr>
                    <a:grpSpLocks noChangeAspect="1"/>
                  </p:cNvGrpSpPr>
                  <p:nvPr/>
                </p:nvGrpSpPr>
                <p:grpSpPr bwMode="auto">
                  <a:xfrm>
                    <a:off x="422" y="1632"/>
                    <a:ext cx="822" cy="291"/>
                    <a:chOff x="422" y="1632"/>
                    <a:chExt cx="822" cy="291"/>
                  </a:xfrm>
                </p:grpSpPr>
                <p:sp>
                  <p:nvSpPr>
                    <p:cNvPr id="13383" name="Freeform 346">
                      <a:extLst>
                        <a:ext uri="{FF2B5EF4-FFF2-40B4-BE49-F238E27FC236}">
                          <a16:creationId xmlns:a16="http://schemas.microsoft.com/office/drawing/2014/main" id="{1FC2114B-4ADE-8818-1613-6AAE57C78DF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384" name="Freeform 347">
                      <a:extLst>
                        <a:ext uri="{FF2B5EF4-FFF2-40B4-BE49-F238E27FC236}">
                          <a16:creationId xmlns:a16="http://schemas.microsoft.com/office/drawing/2014/main" id="{F2583819-C9C9-87BE-5FCD-246720921D6A}"/>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385" name="Freeform 348">
                      <a:extLst>
                        <a:ext uri="{FF2B5EF4-FFF2-40B4-BE49-F238E27FC236}">
                          <a16:creationId xmlns:a16="http://schemas.microsoft.com/office/drawing/2014/main" id="{A57E6936-EEB0-F10B-DC16-A379340497F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386" name="Freeform 349">
                      <a:extLst>
                        <a:ext uri="{FF2B5EF4-FFF2-40B4-BE49-F238E27FC236}">
                          <a16:creationId xmlns:a16="http://schemas.microsoft.com/office/drawing/2014/main" id="{42F500F8-2720-EF5B-B6A6-4941149E9BC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387" name="Freeform 350">
                      <a:extLst>
                        <a:ext uri="{FF2B5EF4-FFF2-40B4-BE49-F238E27FC236}">
                          <a16:creationId xmlns:a16="http://schemas.microsoft.com/office/drawing/2014/main" id="{B3ED9D63-77D5-DBE3-239C-A8B900D2906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388" name="Freeform 351">
                      <a:extLst>
                        <a:ext uri="{FF2B5EF4-FFF2-40B4-BE49-F238E27FC236}">
                          <a16:creationId xmlns:a16="http://schemas.microsoft.com/office/drawing/2014/main" id="{7DBF984F-E5DB-B66F-B89E-629E51AB11EE}"/>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389" name="Freeform 352">
                      <a:extLst>
                        <a:ext uri="{FF2B5EF4-FFF2-40B4-BE49-F238E27FC236}">
                          <a16:creationId xmlns:a16="http://schemas.microsoft.com/office/drawing/2014/main" id="{FF8F1B88-A3C5-755E-C168-36B487D7819E}"/>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390" name="Freeform 353">
                      <a:extLst>
                        <a:ext uri="{FF2B5EF4-FFF2-40B4-BE49-F238E27FC236}">
                          <a16:creationId xmlns:a16="http://schemas.microsoft.com/office/drawing/2014/main" id="{97B2E1EC-3F32-E9CD-EB64-B844269405B2}"/>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3374" name="Group 354">
                    <a:extLst>
                      <a:ext uri="{FF2B5EF4-FFF2-40B4-BE49-F238E27FC236}">
                        <a16:creationId xmlns:a16="http://schemas.microsoft.com/office/drawing/2014/main" id="{6A5255C3-B4A1-5CE4-FDA4-3B6FF4B54147}"/>
                      </a:ext>
                    </a:extLst>
                  </p:cNvPr>
                  <p:cNvGrpSpPr>
                    <a:grpSpLocks noChangeAspect="1"/>
                  </p:cNvGrpSpPr>
                  <p:nvPr/>
                </p:nvGrpSpPr>
                <p:grpSpPr bwMode="auto">
                  <a:xfrm>
                    <a:off x="429" y="1639"/>
                    <a:ext cx="822" cy="291"/>
                    <a:chOff x="429" y="1639"/>
                    <a:chExt cx="822" cy="291"/>
                  </a:xfrm>
                </p:grpSpPr>
                <p:sp>
                  <p:nvSpPr>
                    <p:cNvPr id="13375" name="Freeform 355">
                      <a:extLst>
                        <a:ext uri="{FF2B5EF4-FFF2-40B4-BE49-F238E27FC236}">
                          <a16:creationId xmlns:a16="http://schemas.microsoft.com/office/drawing/2014/main" id="{E6D8AD66-3785-6638-FE78-33D382BD439C}"/>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376" name="Freeform 356">
                      <a:extLst>
                        <a:ext uri="{FF2B5EF4-FFF2-40B4-BE49-F238E27FC236}">
                          <a16:creationId xmlns:a16="http://schemas.microsoft.com/office/drawing/2014/main" id="{EDF60ECC-0E92-82BF-18A3-B41896E0291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377" name="Freeform 357">
                      <a:extLst>
                        <a:ext uri="{FF2B5EF4-FFF2-40B4-BE49-F238E27FC236}">
                          <a16:creationId xmlns:a16="http://schemas.microsoft.com/office/drawing/2014/main" id="{7424A6D6-1B6D-FF8B-CBFE-288AB54816A1}"/>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378" name="Freeform 358">
                      <a:extLst>
                        <a:ext uri="{FF2B5EF4-FFF2-40B4-BE49-F238E27FC236}">
                          <a16:creationId xmlns:a16="http://schemas.microsoft.com/office/drawing/2014/main" id="{AB463A53-A368-7375-F359-686F6FFCED9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379" name="Freeform 359">
                      <a:extLst>
                        <a:ext uri="{FF2B5EF4-FFF2-40B4-BE49-F238E27FC236}">
                          <a16:creationId xmlns:a16="http://schemas.microsoft.com/office/drawing/2014/main" id="{57E3F0A4-66CD-7077-0FA0-0C373EC6A97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380" name="Freeform 360">
                      <a:extLst>
                        <a:ext uri="{FF2B5EF4-FFF2-40B4-BE49-F238E27FC236}">
                          <a16:creationId xmlns:a16="http://schemas.microsoft.com/office/drawing/2014/main" id="{6A1963D4-C635-F40D-BBAB-137120F6B50B}"/>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381" name="Freeform 361">
                      <a:extLst>
                        <a:ext uri="{FF2B5EF4-FFF2-40B4-BE49-F238E27FC236}">
                          <a16:creationId xmlns:a16="http://schemas.microsoft.com/office/drawing/2014/main" id="{223754C4-ADEE-60BA-6F67-B1E7192A3AB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3382" name="Freeform 362">
                      <a:extLst>
                        <a:ext uri="{FF2B5EF4-FFF2-40B4-BE49-F238E27FC236}">
                          <a16:creationId xmlns:a16="http://schemas.microsoft.com/office/drawing/2014/main" id="{2401B932-D4FE-EDF5-B297-9F404B225880}"/>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3370" name="WordArt 363">
                <a:extLst>
                  <a:ext uri="{FF2B5EF4-FFF2-40B4-BE49-F238E27FC236}">
                    <a16:creationId xmlns:a16="http://schemas.microsoft.com/office/drawing/2014/main" id="{B3A472B5-66A5-EDCE-6927-3FA78E46FCE7}"/>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grpSp>
          <p:nvGrpSpPr>
            <p:cNvPr id="13359" name="Group 364">
              <a:extLst>
                <a:ext uri="{FF2B5EF4-FFF2-40B4-BE49-F238E27FC236}">
                  <a16:creationId xmlns:a16="http://schemas.microsoft.com/office/drawing/2014/main" id="{25FADDE8-15F5-FBCD-44E7-4358ED349D18}"/>
                </a:ext>
              </a:extLst>
            </p:cNvPr>
            <p:cNvGrpSpPr>
              <a:grpSpLocks/>
            </p:cNvGrpSpPr>
            <p:nvPr/>
          </p:nvGrpSpPr>
          <p:grpSpPr bwMode="auto">
            <a:xfrm>
              <a:off x="902" y="2854"/>
              <a:ext cx="256" cy="214"/>
              <a:chOff x="144" y="3264"/>
              <a:chExt cx="288" cy="240"/>
            </a:xfrm>
          </p:grpSpPr>
          <p:sp>
            <p:nvSpPr>
              <p:cNvPr id="13367" name="Rectangle 365">
                <a:extLst>
                  <a:ext uri="{FF2B5EF4-FFF2-40B4-BE49-F238E27FC236}">
                    <a16:creationId xmlns:a16="http://schemas.microsoft.com/office/drawing/2014/main" id="{F66BFC9F-53C9-6C0A-0EBD-5AEB13E32194}"/>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13368" name="Rectangle 366">
                <a:extLst>
                  <a:ext uri="{FF2B5EF4-FFF2-40B4-BE49-F238E27FC236}">
                    <a16:creationId xmlns:a16="http://schemas.microsoft.com/office/drawing/2014/main" id="{9D647166-769A-EA3E-ED09-52787381560F}"/>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13360" name="Group 367">
              <a:extLst>
                <a:ext uri="{FF2B5EF4-FFF2-40B4-BE49-F238E27FC236}">
                  <a16:creationId xmlns:a16="http://schemas.microsoft.com/office/drawing/2014/main" id="{62231EDB-055B-16D8-6CD0-B3679A598BB6}"/>
                </a:ext>
              </a:extLst>
            </p:cNvPr>
            <p:cNvGrpSpPr>
              <a:grpSpLocks/>
            </p:cNvGrpSpPr>
            <p:nvPr/>
          </p:nvGrpSpPr>
          <p:grpSpPr bwMode="auto">
            <a:xfrm>
              <a:off x="1492" y="3322"/>
              <a:ext cx="256" cy="214"/>
              <a:chOff x="144" y="3264"/>
              <a:chExt cx="288" cy="240"/>
            </a:xfrm>
          </p:grpSpPr>
          <p:sp>
            <p:nvSpPr>
              <p:cNvPr id="13365" name="Rectangle 368">
                <a:extLst>
                  <a:ext uri="{FF2B5EF4-FFF2-40B4-BE49-F238E27FC236}">
                    <a16:creationId xmlns:a16="http://schemas.microsoft.com/office/drawing/2014/main" id="{7FB98182-390B-FA98-1F40-75D6D3BB9A9B}"/>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13366" name="Rectangle 369">
                <a:extLst>
                  <a:ext uri="{FF2B5EF4-FFF2-40B4-BE49-F238E27FC236}">
                    <a16:creationId xmlns:a16="http://schemas.microsoft.com/office/drawing/2014/main" id="{3B9CB759-D0F1-AE54-64A3-E40CA98FE8B3}"/>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13361" name="Rectangle 370">
              <a:extLst>
                <a:ext uri="{FF2B5EF4-FFF2-40B4-BE49-F238E27FC236}">
                  <a16:creationId xmlns:a16="http://schemas.microsoft.com/office/drawing/2014/main" id="{DB81D9B5-FE31-F717-10E8-A9A2C5D144C5}"/>
                </a:ext>
              </a:extLst>
            </p:cNvPr>
            <p:cNvSpPr>
              <a:spLocks noChangeArrowheads="1"/>
            </p:cNvSpPr>
            <p:nvPr/>
          </p:nvSpPr>
          <p:spPr bwMode="auto">
            <a:xfrm>
              <a:off x="1186" y="2907"/>
              <a:ext cx="186" cy="14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10</a:t>
              </a:r>
            </a:p>
          </p:txBody>
        </p:sp>
        <p:sp>
          <p:nvSpPr>
            <p:cNvPr id="13362" name="Rectangle 371">
              <a:extLst>
                <a:ext uri="{FF2B5EF4-FFF2-40B4-BE49-F238E27FC236}">
                  <a16:creationId xmlns:a16="http://schemas.microsoft.com/office/drawing/2014/main" id="{E9BEAEE5-EE06-FDB9-A7E3-15923F17E8C8}"/>
                </a:ext>
              </a:extLst>
            </p:cNvPr>
            <p:cNvSpPr>
              <a:spLocks noChangeArrowheads="1"/>
            </p:cNvSpPr>
            <p:nvPr/>
          </p:nvSpPr>
          <p:spPr bwMode="auto">
            <a:xfrm>
              <a:off x="1534" y="3150"/>
              <a:ext cx="186" cy="14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10</a:t>
              </a:r>
            </a:p>
          </p:txBody>
        </p:sp>
        <p:sp>
          <p:nvSpPr>
            <p:cNvPr id="13363" name="Rectangle 372">
              <a:extLst>
                <a:ext uri="{FF2B5EF4-FFF2-40B4-BE49-F238E27FC236}">
                  <a16:creationId xmlns:a16="http://schemas.microsoft.com/office/drawing/2014/main" id="{FAEDBB58-4412-20AC-5DB4-4A2046CE5449}"/>
                </a:ext>
              </a:extLst>
            </p:cNvPr>
            <p:cNvSpPr>
              <a:spLocks noChangeArrowheads="1"/>
            </p:cNvSpPr>
            <p:nvPr/>
          </p:nvSpPr>
          <p:spPr bwMode="auto">
            <a:xfrm>
              <a:off x="2584" y="2640"/>
              <a:ext cx="186" cy="14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36</a:t>
              </a:r>
            </a:p>
          </p:txBody>
        </p:sp>
        <p:sp>
          <p:nvSpPr>
            <p:cNvPr id="13364" name="Rectangle 373">
              <a:extLst>
                <a:ext uri="{FF2B5EF4-FFF2-40B4-BE49-F238E27FC236}">
                  <a16:creationId xmlns:a16="http://schemas.microsoft.com/office/drawing/2014/main" id="{2207427F-3562-D9C7-5C9F-36B23BF9B766}"/>
                </a:ext>
              </a:extLst>
            </p:cNvPr>
            <p:cNvSpPr>
              <a:spLocks noChangeArrowheads="1"/>
            </p:cNvSpPr>
            <p:nvPr/>
          </p:nvSpPr>
          <p:spPr bwMode="auto">
            <a:xfrm>
              <a:off x="2584" y="2162"/>
              <a:ext cx="186" cy="14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21</a:t>
              </a:r>
            </a:p>
          </p:txBody>
        </p:sp>
      </p:grpSp>
      <p:sp>
        <p:nvSpPr>
          <p:cNvPr id="13317" name="AutoShape 14">
            <a:extLst>
              <a:ext uri="{FF2B5EF4-FFF2-40B4-BE49-F238E27FC236}">
                <a16:creationId xmlns:a16="http://schemas.microsoft.com/office/drawing/2014/main" id="{F93C5CAE-2642-A91B-1023-3E811E452399}"/>
              </a:ext>
            </a:extLst>
          </p:cNvPr>
          <p:cNvSpPr>
            <a:spLocks noChangeArrowheads="1"/>
          </p:cNvSpPr>
          <p:nvPr/>
        </p:nvSpPr>
        <p:spPr bwMode="auto">
          <a:xfrm>
            <a:off x="1631950" y="5284789"/>
            <a:ext cx="1011238"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Area ID</a:t>
            </a:r>
          </a:p>
        </p:txBody>
      </p:sp>
      <p:sp>
        <p:nvSpPr>
          <p:cNvPr id="13319" name="Rectangle 186">
            <a:extLst>
              <a:ext uri="{FF2B5EF4-FFF2-40B4-BE49-F238E27FC236}">
                <a16:creationId xmlns:a16="http://schemas.microsoft.com/office/drawing/2014/main" id="{6F702DD5-5815-8EB9-72CD-84DFC2DA4DC7}"/>
              </a:ext>
            </a:extLst>
          </p:cNvPr>
          <p:cNvSpPr>
            <a:spLocks noChangeArrowheads="1"/>
          </p:cNvSpPr>
          <p:nvPr/>
        </p:nvSpPr>
        <p:spPr bwMode="auto">
          <a:xfrm>
            <a:off x="1631950" y="5797550"/>
            <a:ext cx="1974850" cy="590550"/>
          </a:xfrm>
          <a:prstGeom prst="rect">
            <a:avLst/>
          </a:prstGeom>
          <a:solidFill>
            <a:schemeClr val="accent2"/>
          </a:solidFill>
          <a:ln w="9525">
            <a:solidFill>
              <a:schemeClr val="tx1"/>
            </a:solidFill>
            <a:miter lim="800000"/>
            <a:headEnd/>
            <a:tailEnd/>
          </a:ln>
        </p:spPr>
        <p:txBody>
          <a:bodyPr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a:latin typeface="Arial" panose="020B0604020202020204" pitchFamily="34" charset="0"/>
              </a:rPr>
              <a:t>ospf cost for exiting the interface</a:t>
            </a:r>
          </a:p>
        </p:txBody>
      </p:sp>
      <p:sp>
        <p:nvSpPr>
          <p:cNvPr id="13320" name="Rectangle 187">
            <a:extLst>
              <a:ext uri="{FF2B5EF4-FFF2-40B4-BE49-F238E27FC236}">
                <a16:creationId xmlns:a16="http://schemas.microsoft.com/office/drawing/2014/main" id="{E1847C91-85EE-09EA-C6E2-D6B8945D92A7}"/>
              </a:ext>
            </a:extLst>
          </p:cNvPr>
          <p:cNvSpPr>
            <a:spLocks noChangeArrowheads="1"/>
          </p:cNvSpPr>
          <p:nvPr/>
        </p:nvSpPr>
        <p:spPr bwMode="auto">
          <a:xfrm>
            <a:off x="8077201" y="5199063"/>
            <a:ext cx="2284413" cy="590550"/>
          </a:xfrm>
          <a:prstGeom prst="rect">
            <a:avLst/>
          </a:prstGeom>
          <a:solidFill>
            <a:srgbClr val="FF99FF"/>
          </a:solidFill>
          <a:ln w="9525">
            <a:solidFill>
              <a:schemeClr val="tx1"/>
            </a:solidFill>
            <a:miter lim="800000"/>
            <a:headEnd/>
            <a:tailEnd/>
          </a:ln>
        </p:spPr>
        <p:txBody>
          <a:bodyPr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a:latin typeface="Arial" panose="020B0604020202020204" pitchFamily="34" charset="0"/>
              </a:rPr>
              <a:t>shortest path to reach:</a:t>
            </a:r>
          </a:p>
          <a:p>
            <a:pPr eaLnBrk="1" hangingPunct="1">
              <a:spcBef>
                <a:spcPct val="0"/>
              </a:spcBef>
              <a:buClrTx/>
              <a:buSzTx/>
              <a:buFontTx/>
              <a:buNone/>
            </a:pPr>
            <a:r>
              <a:rPr lang="it-IT" altLang="it-IT" sz="1600" b="1">
                <a:latin typeface="Courier New" panose="02070309020205020404" pitchFamily="49" charset="0"/>
              </a:rPr>
              <a:t>10.0.2.0/24</a:t>
            </a:r>
          </a:p>
        </p:txBody>
      </p:sp>
      <p:sp>
        <p:nvSpPr>
          <p:cNvPr id="13321" name="Rectangle 190">
            <a:extLst>
              <a:ext uri="{FF2B5EF4-FFF2-40B4-BE49-F238E27FC236}">
                <a16:creationId xmlns:a16="http://schemas.microsoft.com/office/drawing/2014/main" id="{7548CA3E-BBBB-1DF7-4E06-F73D7E95FA24}"/>
              </a:ext>
            </a:extLst>
          </p:cNvPr>
          <p:cNvSpPr>
            <a:spLocks noChangeArrowheads="1"/>
          </p:cNvSpPr>
          <p:nvPr/>
        </p:nvSpPr>
        <p:spPr bwMode="auto">
          <a:xfrm>
            <a:off x="8077201" y="5876925"/>
            <a:ext cx="2284413" cy="590550"/>
          </a:xfrm>
          <a:prstGeom prst="rect">
            <a:avLst/>
          </a:prstGeom>
          <a:solidFill>
            <a:srgbClr val="008000"/>
          </a:solidFill>
          <a:ln w="9525">
            <a:solidFill>
              <a:schemeClr val="tx1"/>
            </a:solidFill>
            <a:miter lim="800000"/>
            <a:headEnd/>
            <a:tailEnd/>
          </a:ln>
        </p:spPr>
        <p:txBody>
          <a:bodyPr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a:solidFill>
                  <a:schemeClr val="bg1"/>
                </a:solidFill>
                <a:latin typeface="Arial" panose="020B0604020202020204" pitchFamily="34" charset="0"/>
              </a:rPr>
              <a:t>shortest path to reach:</a:t>
            </a:r>
          </a:p>
          <a:p>
            <a:pPr eaLnBrk="1" hangingPunct="1">
              <a:spcBef>
                <a:spcPct val="0"/>
              </a:spcBef>
              <a:buClrTx/>
              <a:buSzTx/>
              <a:buFontTx/>
              <a:buNone/>
            </a:pPr>
            <a:r>
              <a:rPr lang="it-IT" altLang="it-IT" sz="1600" b="1">
                <a:solidFill>
                  <a:schemeClr val="bg1"/>
                </a:solidFill>
                <a:latin typeface="Courier New" panose="02070309020205020404" pitchFamily="49" charset="0"/>
              </a:rPr>
              <a:t>10.0.3.0/24</a:t>
            </a:r>
          </a:p>
        </p:txBody>
      </p:sp>
      <p:sp>
        <p:nvSpPr>
          <p:cNvPr id="13322" name="Freeform 374">
            <a:extLst>
              <a:ext uri="{FF2B5EF4-FFF2-40B4-BE49-F238E27FC236}">
                <a16:creationId xmlns:a16="http://schemas.microsoft.com/office/drawing/2014/main" id="{5D75CD88-9303-29EA-F8B1-7C8AE18D670B}"/>
              </a:ext>
            </a:extLst>
          </p:cNvPr>
          <p:cNvSpPr>
            <a:spLocks/>
          </p:cNvSpPr>
          <p:nvPr/>
        </p:nvSpPr>
        <p:spPr bwMode="auto">
          <a:xfrm>
            <a:off x="4306889" y="2536825"/>
            <a:ext cx="3705225" cy="1982788"/>
          </a:xfrm>
          <a:custGeom>
            <a:avLst/>
            <a:gdLst>
              <a:gd name="T0" fmla="*/ 0 w 2334"/>
              <a:gd name="T1" fmla="*/ 0 h 1249"/>
              <a:gd name="T2" fmla="*/ 2147483646 w 2334"/>
              <a:gd name="T3" fmla="*/ 0 h 1249"/>
              <a:gd name="T4" fmla="*/ 2147483646 w 2334"/>
              <a:gd name="T5" fmla="*/ 2147483646 h 1249"/>
              <a:gd name="T6" fmla="*/ 2147483646 w 2334"/>
              <a:gd name="T7" fmla="*/ 2147483646 h 1249"/>
              <a:gd name="T8" fmla="*/ 0 60000 65536"/>
              <a:gd name="T9" fmla="*/ 0 60000 65536"/>
              <a:gd name="T10" fmla="*/ 0 60000 65536"/>
              <a:gd name="T11" fmla="*/ 0 60000 65536"/>
              <a:gd name="T12" fmla="*/ 0 w 2334"/>
              <a:gd name="T13" fmla="*/ 0 h 1249"/>
              <a:gd name="T14" fmla="*/ 2334 w 2334"/>
              <a:gd name="T15" fmla="*/ 1249 h 1249"/>
            </a:gdLst>
            <a:ahLst/>
            <a:cxnLst>
              <a:cxn ang="T8">
                <a:pos x="T0" y="T1"/>
              </a:cxn>
              <a:cxn ang="T9">
                <a:pos x="T2" y="T3"/>
              </a:cxn>
              <a:cxn ang="T10">
                <a:pos x="T4" y="T5"/>
              </a:cxn>
              <a:cxn ang="T11">
                <a:pos x="T6" y="T7"/>
              </a:cxn>
            </a:cxnLst>
            <a:rect l="T12" t="T13" r="T14" b="T15"/>
            <a:pathLst>
              <a:path w="2334" h="1249">
                <a:moveTo>
                  <a:pt x="0" y="0"/>
                </a:moveTo>
                <a:lnTo>
                  <a:pt x="2334" y="0"/>
                </a:lnTo>
                <a:lnTo>
                  <a:pt x="2334" y="1249"/>
                </a:lnTo>
                <a:lnTo>
                  <a:pt x="1198" y="1246"/>
                </a:lnTo>
              </a:path>
            </a:pathLst>
          </a:custGeom>
          <a:noFill/>
          <a:ln w="57150" cmpd="sng">
            <a:solidFill>
              <a:srgbClr val="FF57FF"/>
            </a:solidFill>
            <a:round/>
            <a:headEnd type="none" w="med" len="med"/>
            <a:tailEnd type="triangle" w="lg" len="lg"/>
          </a:ln>
          <a:extLst>
            <a:ext uri="{909E8E84-426E-40DD-AFC4-6F175D3DCCD1}">
              <a14:hiddenFill xmlns:a14="http://schemas.microsoft.com/office/drawing/2010/main">
                <a:solidFill>
                  <a:srgbClr val="FFFFFF"/>
                </a:solidFill>
              </a14:hiddenFill>
            </a:ext>
          </a:extLst>
        </p:spPr>
        <p:txBody>
          <a:bodyPr/>
          <a:lstStyle/>
          <a:p>
            <a:endParaRPr lang="en-GB"/>
          </a:p>
        </p:txBody>
      </p:sp>
      <p:sp>
        <p:nvSpPr>
          <p:cNvPr id="13323" name="Freeform 375">
            <a:extLst>
              <a:ext uri="{FF2B5EF4-FFF2-40B4-BE49-F238E27FC236}">
                <a16:creationId xmlns:a16="http://schemas.microsoft.com/office/drawing/2014/main" id="{CF39D3F7-5857-ACD7-52B0-612C2F6DD542}"/>
              </a:ext>
            </a:extLst>
          </p:cNvPr>
          <p:cNvSpPr>
            <a:spLocks/>
          </p:cNvSpPr>
          <p:nvPr/>
        </p:nvSpPr>
        <p:spPr bwMode="auto">
          <a:xfrm>
            <a:off x="4219575" y="2640014"/>
            <a:ext cx="3670300" cy="1724025"/>
          </a:xfrm>
          <a:custGeom>
            <a:avLst/>
            <a:gdLst>
              <a:gd name="T0" fmla="*/ 166330313 w 2312"/>
              <a:gd name="T1" fmla="*/ 0 h 1086"/>
              <a:gd name="T2" fmla="*/ 2147483646 w 2312"/>
              <a:gd name="T3" fmla="*/ 0 h 1086"/>
              <a:gd name="T4" fmla="*/ 2147483646 w 2312"/>
              <a:gd name="T5" fmla="*/ 2147483646 h 1086"/>
              <a:gd name="T6" fmla="*/ 2520950 w 2312"/>
              <a:gd name="T7" fmla="*/ 2147483646 h 1086"/>
              <a:gd name="T8" fmla="*/ 0 w 2312"/>
              <a:gd name="T9" fmla="*/ 1494451863 h 1086"/>
              <a:gd name="T10" fmla="*/ 0 60000 65536"/>
              <a:gd name="T11" fmla="*/ 0 60000 65536"/>
              <a:gd name="T12" fmla="*/ 0 60000 65536"/>
              <a:gd name="T13" fmla="*/ 0 60000 65536"/>
              <a:gd name="T14" fmla="*/ 0 60000 65536"/>
              <a:gd name="T15" fmla="*/ 0 w 2312"/>
              <a:gd name="T16" fmla="*/ 0 h 1086"/>
              <a:gd name="T17" fmla="*/ 2312 w 2312"/>
              <a:gd name="T18" fmla="*/ 1086 h 1086"/>
            </a:gdLst>
            <a:ahLst/>
            <a:cxnLst>
              <a:cxn ang="T10">
                <a:pos x="T0" y="T1"/>
              </a:cxn>
              <a:cxn ang="T11">
                <a:pos x="T2" y="T3"/>
              </a:cxn>
              <a:cxn ang="T12">
                <a:pos x="T4" y="T5"/>
              </a:cxn>
              <a:cxn ang="T13">
                <a:pos x="T6" y="T7"/>
              </a:cxn>
              <a:cxn ang="T14">
                <a:pos x="T8" y="T9"/>
              </a:cxn>
            </a:cxnLst>
            <a:rect l="T15" t="T16" r="T17" b="T18"/>
            <a:pathLst>
              <a:path w="2312" h="1086">
                <a:moveTo>
                  <a:pt x="66" y="0"/>
                </a:moveTo>
                <a:lnTo>
                  <a:pt x="2312" y="0"/>
                </a:lnTo>
                <a:lnTo>
                  <a:pt x="2312" y="1077"/>
                </a:lnTo>
                <a:lnTo>
                  <a:pt x="1" y="1086"/>
                </a:lnTo>
                <a:lnTo>
                  <a:pt x="0" y="593"/>
                </a:lnTo>
              </a:path>
            </a:pathLst>
          </a:custGeom>
          <a:noFill/>
          <a:ln w="57150" cmpd="sng">
            <a:solidFill>
              <a:srgbClr val="008000"/>
            </a:solidFill>
            <a:round/>
            <a:headEnd type="none" w="med" len="med"/>
            <a:tailEnd type="triangle" w="lg" len="lg"/>
          </a:ln>
          <a:extLst>
            <a:ext uri="{909E8E84-426E-40DD-AFC4-6F175D3DCCD1}">
              <a14:hiddenFill xmlns:a14="http://schemas.microsoft.com/office/drawing/2010/main">
                <a:solidFill>
                  <a:srgbClr val="FFFFFF"/>
                </a:solidFill>
              </a14:hiddenFill>
            </a:ext>
          </a:extLst>
        </p:spPr>
        <p:txBody>
          <a:bodyPr/>
          <a:lstStyle/>
          <a:p>
            <a:endParaRPr lang="en-GB"/>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0" name="Rectangle 2">
            <a:extLst>
              <a:ext uri="{FF2B5EF4-FFF2-40B4-BE49-F238E27FC236}">
                <a16:creationId xmlns:a16="http://schemas.microsoft.com/office/drawing/2014/main" id="{015826D1-BE8F-F04E-D48A-5A905A6A5959}"/>
              </a:ext>
            </a:extLst>
          </p:cNvPr>
          <p:cNvSpPr>
            <a:spLocks noGrp="1" noChangeArrowheads="1"/>
          </p:cNvSpPr>
          <p:nvPr>
            <p:ph type="title"/>
          </p:nvPr>
        </p:nvSpPr>
        <p:spPr/>
        <p:txBody>
          <a:bodyPr/>
          <a:lstStyle/>
          <a:p>
            <a:pPr eaLnBrk="1" hangingPunct="1"/>
            <a:r>
              <a:rPr lang="it-IT" altLang="it-IT" dirty="0" err="1"/>
              <a:t>experiments</a:t>
            </a:r>
            <a:endParaRPr lang="it-IT" altLang="it-IT" dirty="0"/>
          </a:p>
        </p:txBody>
      </p:sp>
      <p:sp>
        <p:nvSpPr>
          <p:cNvPr id="14341" name="Rectangle 3">
            <a:extLst>
              <a:ext uri="{FF2B5EF4-FFF2-40B4-BE49-F238E27FC236}">
                <a16:creationId xmlns:a16="http://schemas.microsoft.com/office/drawing/2014/main" id="{E3A383D3-6F7F-B13F-2383-8436B5A8D8F7}"/>
              </a:ext>
            </a:extLst>
          </p:cNvPr>
          <p:cNvSpPr>
            <a:spLocks noGrp="1" noChangeArrowheads="1"/>
          </p:cNvSpPr>
          <p:nvPr>
            <p:ph idx="1"/>
          </p:nvPr>
        </p:nvSpPr>
        <p:spPr/>
        <p:txBody>
          <a:bodyPr/>
          <a:lstStyle/>
          <a:p>
            <a:pPr eaLnBrk="1" hangingPunct="1">
              <a:lnSpc>
                <a:spcPct val="80000"/>
              </a:lnSpc>
            </a:pPr>
            <a:r>
              <a:rPr lang="it-IT" altLang="it-IT" dirty="0" err="1"/>
              <a:t>perform</a:t>
            </a:r>
            <a:r>
              <a:rPr lang="it-IT" altLang="it-IT" dirty="0"/>
              <a:t> </a:t>
            </a:r>
            <a:r>
              <a:rPr lang="it-IT" altLang="it-IT" dirty="0" err="1"/>
              <a:t>traceroutes</a:t>
            </a:r>
            <a:r>
              <a:rPr lang="it-IT" altLang="it-IT" dirty="0"/>
              <a:t> from/to </a:t>
            </a:r>
            <a:r>
              <a:rPr lang="it-IT" altLang="it-IT" dirty="0" err="1"/>
              <a:t>different</a:t>
            </a:r>
            <a:r>
              <a:rPr lang="it-IT" altLang="it-IT" dirty="0"/>
              <a:t> </a:t>
            </a:r>
            <a:r>
              <a:rPr lang="it-IT" altLang="it-IT" dirty="0" err="1"/>
              <a:t>interfaces</a:t>
            </a:r>
            <a:endParaRPr lang="it-IT" altLang="it-IT" dirty="0"/>
          </a:p>
          <a:p>
            <a:pPr eaLnBrk="1" hangingPunct="1">
              <a:lnSpc>
                <a:spcPct val="80000"/>
              </a:lnSpc>
            </a:pPr>
            <a:r>
              <a:rPr lang="it-IT" altLang="it-IT" dirty="0" err="1"/>
              <a:t>perform</a:t>
            </a:r>
            <a:r>
              <a:rPr lang="it-IT" altLang="it-IT" dirty="0"/>
              <a:t> a </a:t>
            </a:r>
            <a:r>
              <a:rPr lang="it-IT" altLang="it-IT" dirty="0" err="1"/>
              <a:t>traceroute</a:t>
            </a:r>
            <a:r>
              <a:rPr lang="it-IT" altLang="it-IT" dirty="0"/>
              <a:t> from bb1 to 10.0.2.1</a:t>
            </a:r>
          </a:p>
          <a:p>
            <a:pPr lvl="1" eaLnBrk="1" hangingPunct="1">
              <a:lnSpc>
                <a:spcPct val="80000"/>
              </a:lnSpc>
            </a:pPr>
            <a:r>
              <a:rPr lang="it-IT" altLang="it-IT" dirty="0" err="1"/>
              <a:t>what</a:t>
            </a:r>
            <a:r>
              <a:rPr lang="it-IT" altLang="it-IT" dirty="0"/>
              <a:t> </a:t>
            </a:r>
            <a:r>
              <a:rPr lang="it-IT" altLang="it-IT" dirty="0" err="1"/>
              <a:t>path</a:t>
            </a:r>
            <a:r>
              <a:rPr lang="it-IT" altLang="it-IT" dirty="0"/>
              <a:t> </a:t>
            </a:r>
            <a:r>
              <a:rPr lang="it-IT" altLang="it-IT" dirty="0" err="1"/>
              <a:t>is</a:t>
            </a:r>
            <a:r>
              <a:rPr lang="it-IT" altLang="it-IT" dirty="0"/>
              <a:t> the </a:t>
            </a:r>
            <a:r>
              <a:rPr lang="it-IT" altLang="it-IT" dirty="0" err="1"/>
              <a:t>traceroute</a:t>
            </a:r>
            <a:r>
              <a:rPr lang="it-IT" altLang="it-IT" dirty="0"/>
              <a:t> </a:t>
            </a:r>
            <a:r>
              <a:rPr lang="it-IT" altLang="it-IT" dirty="0" err="1"/>
              <a:t>expected</a:t>
            </a:r>
            <a:r>
              <a:rPr lang="it-IT" altLang="it-IT" dirty="0"/>
              <a:t> to take?</a:t>
            </a:r>
          </a:p>
          <a:p>
            <a:pPr lvl="1" eaLnBrk="1" hangingPunct="1">
              <a:lnSpc>
                <a:spcPct val="80000"/>
              </a:lnSpc>
            </a:pPr>
            <a:r>
              <a:rPr lang="it-IT" altLang="it-IT" dirty="0" err="1"/>
              <a:t>what</a:t>
            </a:r>
            <a:r>
              <a:rPr lang="it-IT" altLang="it-IT" dirty="0"/>
              <a:t> </a:t>
            </a:r>
            <a:r>
              <a:rPr lang="it-IT" altLang="it-IT" dirty="0" err="1"/>
              <a:t>path</a:t>
            </a:r>
            <a:r>
              <a:rPr lang="it-IT" altLang="it-IT" dirty="0"/>
              <a:t> are ICMP </a:t>
            </a:r>
            <a:r>
              <a:rPr lang="it-IT" altLang="it-IT" dirty="0" err="1"/>
              <a:t>replies</a:t>
            </a:r>
            <a:r>
              <a:rPr lang="it-IT" altLang="it-IT" dirty="0"/>
              <a:t> </a:t>
            </a:r>
            <a:r>
              <a:rPr lang="it-IT" altLang="it-IT" dirty="0" err="1"/>
              <a:t>expected</a:t>
            </a:r>
            <a:r>
              <a:rPr lang="it-IT" altLang="it-IT" dirty="0"/>
              <a:t> to take?</a:t>
            </a:r>
          </a:p>
          <a:p>
            <a:pPr eaLnBrk="1" hangingPunct="1">
              <a:lnSpc>
                <a:spcPct val="80000"/>
              </a:lnSpc>
            </a:pPr>
            <a:r>
              <a:rPr lang="it-IT" altLang="it-IT" dirty="0" err="1"/>
              <a:t>perform</a:t>
            </a:r>
            <a:r>
              <a:rPr lang="it-IT" altLang="it-IT" dirty="0"/>
              <a:t> a </a:t>
            </a:r>
            <a:r>
              <a:rPr lang="it-IT" altLang="it-IT" dirty="0" err="1"/>
              <a:t>traceroute</a:t>
            </a:r>
            <a:r>
              <a:rPr lang="it-IT" altLang="it-IT" dirty="0"/>
              <a:t> from bb1 to 10.0.3.2</a:t>
            </a:r>
          </a:p>
          <a:p>
            <a:pPr lvl="1" eaLnBrk="1" hangingPunct="1">
              <a:lnSpc>
                <a:spcPct val="80000"/>
              </a:lnSpc>
            </a:pPr>
            <a:r>
              <a:rPr lang="it-IT" altLang="it-IT" dirty="0" err="1"/>
              <a:t>what</a:t>
            </a:r>
            <a:r>
              <a:rPr lang="it-IT" altLang="it-IT" dirty="0"/>
              <a:t> </a:t>
            </a:r>
            <a:r>
              <a:rPr lang="it-IT" altLang="it-IT" dirty="0" err="1"/>
              <a:t>path</a:t>
            </a:r>
            <a:r>
              <a:rPr lang="it-IT" altLang="it-IT" dirty="0"/>
              <a:t> </a:t>
            </a:r>
            <a:r>
              <a:rPr lang="it-IT" altLang="it-IT" dirty="0" err="1"/>
              <a:t>is</a:t>
            </a:r>
            <a:r>
              <a:rPr lang="it-IT" altLang="it-IT" dirty="0"/>
              <a:t> the </a:t>
            </a:r>
            <a:r>
              <a:rPr lang="it-IT" altLang="it-IT" dirty="0" err="1"/>
              <a:t>traceroute</a:t>
            </a:r>
            <a:r>
              <a:rPr lang="it-IT" altLang="it-IT" dirty="0"/>
              <a:t> </a:t>
            </a:r>
            <a:r>
              <a:rPr lang="it-IT" altLang="it-IT" dirty="0" err="1"/>
              <a:t>expected</a:t>
            </a:r>
            <a:r>
              <a:rPr lang="it-IT" altLang="it-IT" dirty="0"/>
              <a:t> to take?</a:t>
            </a:r>
          </a:p>
          <a:p>
            <a:pPr lvl="1" eaLnBrk="1" hangingPunct="1">
              <a:lnSpc>
                <a:spcPct val="80000"/>
              </a:lnSpc>
            </a:pPr>
            <a:r>
              <a:rPr lang="it-IT" altLang="it-IT" dirty="0" err="1"/>
              <a:t>observe</a:t>
            </a:r>
            <a:r>
              <a:rPr lang="it-IT" altLang="it-IT" dirty="0"/>
              <a:t> the </a:t>
            </a:r>
            <a:r>
              <a:rPr lang="it-IT" altLang="it-IT" dirty="0" err="1"/>
              <a:t>interplay</a:t>
            </a:r>
            <a:r>
              <a:rPr lang="it-IT" altLang="it-IT" dirty="0"/>
              <a:t> </a:t>
            </a:r>
            <a:r>
              <a:rPr lang="it-IT" altLang="it-IT" dirty="0" err="1"/>
              <a:t>between</a:t>
            </a:r>
            <a:r>
              <a:rPr lang="it-IT" altLang="it-IT" dirty="0"/>
              <a:t> </a:t>
            </a:r>
            <a:r>
              <a:rPr lang="it-IT" altLang="it-IT" dirty="0" err="1"/>
              <a:t>ospf</a:t>
            </a:r>
            <a:r>
              <a:rPr lang="it-IT" altLang="it-IT" dirty="0"/>
              <a:t> </a:t>
            </a:r>
            <a:r>
              <a:rPr lang="it-IT" altLang="it-IT" dirty="0" err="1"/>
              <a:t>routes</a:t>
            </a:r>
            <a:r>
              <a:rPr lang="it-IT" altLang="it-IT" dirty="0"/>
              <a:t> and </a:t>
            </a:r>
            <a:r>
              <a:rPr lang="it-IT" altLang="it-IT" dirty="0" err="1"/>
              <a:t>directly</a:t>
            </a:r>
            <a:r>
              <a:rPr lang="it-IT" altLang="it-IT" dirty="0"/>
              <a:t> </a:t>
            </a:r>
            <a:r>
              <a:rPr lang="it-IT" altLang="it-IT" dirty="0" err="1"/>
              <a:t>connected</a:t>
            </a:r>
            <a:r>
              <a:rPr lang="it-IT" altLang="it-IT" dirty="0"/>
              <a:t> networks (i.e., </a:t>
            </a:r>
            <a:r>
              <a:rPr lang="it-IT" altLang="it-IT" dirty="0" err="1"/>
              <a:t>perform</a:t>
            </a:r>
            <a:r>
              <a:rPr lang="it-IT" altLang="it-IT" dirty="0"/>
              <a:t> a show </a:t>
            </a:r>
            <a:r>
              <a:rPr lang="it-IT" altLang="it-IT" dirty="0" err="1"/>
              <a:t>ip</a:t>
            </a:r>
            <a:r>
              <a:rPr lang="it-IT" altLang="it-IT" dirty="0"/>
              <a:t> </a:t>
            </a:r>
            <a:r>
              <a:rPr lang="it-IT" altLang="it-IT" dirty="0" err="1"/>
              <a:t>route</a:t>
            </a:r>
            <a:r>
              <a:rPr lang="it-IT" altLang="it-IT" dirty="0"/>
              <a:t> in </a:t>
            </a:r>
            <a:r>
              <a:rPr lang="it-IT" altLang="it-IT" dirty="0" err="1"/>
              <a:t>frr</a:t>
            </a:r>
            <a:r>
              <a:rPr lang="it-IT" altLang="it-IT" dirty="0"/>
              <a:t>)</a:t>
            </a:r>
          </a:p>
          <a:p>
            <a:pPr eaLnBrk="1" hangingPunct="1">
              <a:lnSpc>
                <a:spcPct val="80000"/>
              </a:lnSpc>
            </a:pPr>
            <a:r>
              <a:rPr lang="it-IT" altLang="it-IT" dirty="0" err="1"/>
              <a:t>try</a:t>
            </a:r>
            <a:r>
              <a:rPr lang="it-IT" altLang="it-IT" dirty="0"/>
              <a:t> to alter the costs and </a:t>
            </a:r>
            <a:r>
              <a:rPr lang="it-IT" altLang="it-IT" dirty="0" err="1"/>
              <a:t>observe</a:t>
            </a:r>
            <a:r>
              <a:rPr lang="it-IT" altLang="it-IT" dirty="0"/>
              <a:t> the </a:t>
            </a:r>
            <a:r>
              <a:rPr lang="it-IT" altLang="it-IT" dirty="0" err="1"/>
              <a:t>effect</a:t>
            </a:r>
            <a:r>
              <a:rPr lang="it-IT" altLang="it-IT" dirty="0"/>
              <a:t> of the </a:t>
            </a:r>
            <a:r>
              <a:rPr lang="it-IT" altLang="it-IT" dirty="0" err="1"/>
              <a:t>changes</a:t>
            </a:r>
            <a:endParaRPr lang="it-IT" altLang="it-IT" dirty="0"/>
          </a:p>
        </p:txBody>
      </p:sp>
      <p:sp>
        <p:nvSpPr>
          <p:cNvPr id="2" name="Rectangle 4">
            <a:extLst>
              <a:ext uri="{FF2B5EF4-FFF2-40B4-BE49-F238E27FC236}">
                <a16:creationId xmlns:a16="http://schemas.microsoft.com/office/drawing/2014/main" id="{D16DB55A-F234-B76E-A165-5F1991AA7EE5}"/>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5B11C612-B10B-8A34-4B4D-AEAA1AD39334}"/>
              </a:ext>
            </a:extLst>
          </p:cNvPr>
          <p:cNvSpPr>
            <a:spLocks noGrp="1" noChangeArrowheads="1"/>
          </p:cNvSpPr>
          <p:nvPr>
            <p:ph type="ftr" sz="quarter" idx="11"/>
          </p:nvPr>
        </p:nvSpPr>
        <p:spPr>
          <a:ln/>
        </p:spPr>
        <p:txBody>
          <a:bodyPr/>
          <a:lstStyle/>
          <a:p>
            <a:r>
              <a:rPr lang="it-IT" altLang="en-IT"/>
              <a:t>kathara – [ labs: ospf_frr ]</a:t>
            </a: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4" name="Rectangle 2">
            <a:extLst>
              <a:ext uri="{FF2B5EF4-FFF2-40B4-BE49-F238E27FC236}">
                <a16:creationId xmlns:a16="http://schemas.microsoft.com/office/drawing/2014/main" id="{55E5A036-FE80-1F45-620A-945C7B0500AF}"/>
              </a:ext>
            </a:extLst>
          </p:cNvPr>
          <p:cNvSpPr>
            <a:spLocks noGrp="1" noChangeArrowheads="1"/>
          </p:cNvSpPr>
          <p:nvPr>
            <p:ph type="title"/>
          </p:nvPr>
        </p:nvSpPr>
        <p:spPr/>
        <p:txBody>
          <a:bodyPr/>
          <a:lstStyle/>
          <a:p>
            <a:pPr eaLnBrk="1" hangingPunct="1"/>
            <a:r>
              <a:rPr lang="it-IT" altLang="it-IT"/>
              <a:t>experiments</a:t>
            </a:r>
          </a:p>
        </p:txBody>
      </p:sp>
      <p:sp>
        <p:nvSpPr>
          <p:cNvPr id="15365" name="Rectangle 3">
            <a:extLst>
              <a:ext uri="{FF2B5EF4-FFF2-40B4-BE49-F238E27FC236}">
                <a16:creationId xmlns:a16="http://schemas.microsoft.com/office/drawing/2014/main" id="{4F1B4995-0F62-322E-7792-CD8A5FBCB2EF}"/>
              </a:ext>
            </a:extLst>
          </p:cNvPr>
          <p:cNvSpPr>
            <a:spLocks noGrp="1" noChangeArrowheads="1"/>
          </p:cNvSpPr>
          <p:nvPr>
            <p:ph idx="1"/>
          </p:nvPr>
        </p:nvSpPr>
        <p:spPr/>
        <p:txBody>
          <a:bodyPr/>
          <a:lstStyle/>
          <a:p>
            <a:pPr eaLnBrk="1" hangingPunct="1"/>
            <a:r>
              <a:rPr lang="it-IT" altLang="it-IT" dirty="0"/>
              <a:t>access the </a:t>
            </a:r>
            <a:r>
              <a:rPr lang="it-IT" altLang="it-IT" dirty="0" err="1"/>
              <a:t>ospfd</a:t>
            </a:r>
            <a:r>
              <a:rPr lang="it-IT" altLang="it-IT" dirty="0"/>
              <a:t> cli (or the </a:t>
            </a:r>
            <a:r>
              <a:rPr lang="it-IT" altLang="it-IT" dirty="0" err="1"/>
              <a:t>vtysh</a:t>
            </a:r>
            <a:r>
              <a:rPr lang="it-IT" altLang="it-IT" dirty="0"/>
              <a:t> cli) on the </a:t>
            </a:r>
            <a:r>
              <a:rPr lang="it-IT" altLang="it-IT" dirty="0" err="1"/>
              <a:t>various</a:t>
            </a:r>
            <a:r>
              <a:rPr lang="it-IT" altLang="it-IT" dirty="0"/>
              <a:t> routers and </a:t>
            </a:r>
            <a:r>
              <a:rPr lang="it-IT" altLang="it-IT" dirty="0" err="1"/>
              <a:t>issue</a:t>
            </a:r>
            <a:r>
              <a:rPr lang="it-IT" altLang="it-IT" dirty="0"/>
              <a:t> the following </a:t>
            </a:r>
            <a:r>
              <a:rPr lang="it-IT" altLang="it-IT" dirty="0" err="1"/>
              <a:t>commands</a:t>
            </a:r>
            <a:r>
              <a:rPr lang="it-IT" altLang="it-IT" dirty="0"/>
              <a:t>:</a:t>
            </a:r>
          </a:p>
          <a:p>
            <a:pPr lvl="1"/>
            <a:r>
              <a:rPr lang="it-IT" altLang="it-IT" b="1" dirty="0">
                <a:latin typeface="Courier New" panose="02070309020205020404" pitchFamily="49" charset="0"/>
              </a:rPr>
              <a:t>show </a:t>
            </a:r>
            <a:r>
              <a:rPr lang="it-IT" altLang="it-IT" b="1" dirty="0" err="1">
                <a:latin typeface="Courier New" panose="02070309020205020404" pitchFamily="49" charset="0"/>
              </a:rPr>
              <a:t>ip</a:t>
            </a:r>
            <a:r>
              <a:rPr lang="it-IT" altLang="it-IT" b="1" dirty="0">
                <a:latin typeface="Courier New" panose="02070309020205020404" pitchFamily="49" charset="0"/>
              </a:rPr>
              <a:t> </a:t>
            </a:r>
            <a:r>
              <a:rPr lang="it-IT" altLang="it-IT" b="1" dirty="0" err="1">
                <a:latin typeface="Courier New" panose="02070309020205020404" pitchFamily="49" charset="0"/>
              </a:rPr>
              <a:t>ospf</a:t>
            </a:r>
            <a:r>
              <a:rPr lang="it-IT" altLang="it-IT" b="1" dirty="0">
                <a:latin typeface="Courier New" panose="02070309020205020404" pitchFamily="49" charset="0"/>
              </a:rPr>
              <a:t> </a:t>
            </a:r>
            <a:r>
              <a:rPr lang="it-IT" altLang="it-IT" b="1" dirty="0" err="1">
                <a:latin typeface="Courier New" panose="02070309020205020404" pitchFamily="49" charset="0"/>
              </a:rPr>
              <a:t>route</a:t>
            </a:r>
            <a:endParaRPr lang="it-IT" altLang="it-IT" b="1" dirty="0">
              <a:latin typeface="Courier New" panose="02070309020205020404" pitchFamily="49" charset="0"/>
            </a:endParaRPr>
          </a:p>
          <a:p>
            <a:pPr lvl="1"/>
            <a:r>
              <a:rPr lang="it-IT" altLang="it-IT" b="1" dirty="0">
                <a:latin typeface="Courier New" panose="02070309020205020404" pitchFamily="49" charset="0"/>
              </a:rPr>
              <a:t>show </a:t>
            </a:r>
            <a:r>
              <a:rPr lang="it-IT" altLang="it-IT" b="1" dirty="0" err="1">
                <a:latin typeface="Courier New" panose="02070309020205020404" pitchFamily="49" charset="0"/>
              </a:rPr>
              <a:t>ip</a:t>
            </a:r>
            <a:r>
              <a:rPr lang="it-IT" altLang="it-IT" b="1" dirty="0">
                <a:latin typeface="Courier New" panose="02070309020205020404" pitchFamily="49" charset="0"/>
              </a:rPr>
              <a:t> </a:t>
            </a:r>
            <a:r>
              <a:rPr lang="it-IT" altLang="it-IT" b="1" dirty="0" err="1">
                <a:latin typeface="Courier New" panose="02070309020205020404" pitchFamily="49" charset="0"/>
              </a:rPr>
              <a:t>ospf</a:t>
            </a:r>
            <a:r>
              <a:rPr lang="it-IT" altLang="it-IT" b="1" dirty="0">
                <a:latin typeface="Courier New" panose="02070309020205020404" pitchFamily="49" charset="0"/>
              </a:rPr>
              <a:t> </a:t>
            </a:r>
            <a:r>
              <a:rPr lang="it-IT" altLang="it-IT" b="1" dirty="0" err="1">
                <a:latin typeface="Courier New" panose="02070309020205020404" pitchFamily="49" charset="0"/>
              </a:rPr>
              <a:t>interface</a:t>
            </a:r>
            <a:endParaRPr lang="it-IT" altLang="it-IT" b="1" dirty="0">
              <a:latin typeface="Courier New" panose="02070309020205020404" pitchFamily="49" charset="0"/>
            </a:endParaRPr>
          </a:p>
          <a:p>
            <a:pPr lvl="1"/>
            <a:r>
              <a:rPr lang="it-IT" altLang="it-IT" b="1" dirty="0">
                <a:latin typeface="Courier New" panose="02070309020205020404" pitchFamily="49" charset="0"/>
              </a:rPr>
              <a:t>show </a:t>
            </a:r>
            <a:r>
              <a:rPr lang="it-IT" altLang="it-IT" b="1" dirty="0" err="1">
                <a:latin typeface="Courier New" panose="02070309020205020404" pitchFamily="49" charset="0"/>
              </a:rPr>
              <a:t>ip</a:t>
            </a:r>
            <a:r>
              <a:rPr lang="it-IT" altLang="it-IT" b="1" dirty="0">
                <a:latin typeface="Courier New" panose="02070309020205020404" pitchFamily="49" charset="0"/>
              </a:rPr>
              <a:t> </a:t>
            </a:r>
            <a:r>
              <a:rPr lang="it-IT" altLang="it-IT" b="1" dirty="0" err="1">
                <a:latin typeface="Courier New" panose="02070309020205020404" pitchFamily="49" charset="0"/>
              </a:rPr>
              <a:t>ospf</a:t>
            </a:r>
            <a:r>
              <a:rPr lang="it-IT" altLang="it-IT" b="1" dirty="0">
                <a:latin typeface="Courier New" panose="02070309020205020404" pitchFamily="49" charset="0"/>
              </a:rPr>
              <a:t> </a:t>
            </a:r>
            <a:r>
              <a:rPr lang="it-IT" altLang="it-IT" b="1" dirty="0" err="1">
                <a:latin typeface="Courier New" panose="02070309020205020404" pitchFamily="49" charset="0"/>
              </a:rPr>
              <a:t>neighbor</a:t>
            </a:r>
            <a:endParaRPr lang="it-IT" altLang="it-IT" b="1" dirty="0">
              <a:latin typeface="Courier New" panose="02070309020205020404" pitchFamily="49" charset="0"/>
            </a:endParaRPr>
          </a:p>
          <a:p>
            <a:pPr lvl="1" eaLnBrk="1" hangingPunct="1"/>
            <a:r>
              <a:rPr lang="it-IT" altLang="it-IT" b="1" dirty="0">
                <a:latin typeface="Courier New" panose="02070309020205020404" pitchFamily="49" charset="0"/>
              </a:rPr>
              <a:t>show </a:t>
            </a:r>
            <a:r>
              <a:rPr lang="it-IT" altLang="it-IT" b="1" dirty="0" err="1">
                <a:latin typeface="Courier New" panose="02070309020205020404" pitchFamily="49" charset="0"/>
              </a:rPr>
              <a:t>ip</a:t>
            </a:r>
            <a:r>
              <a:rPr lang="it-IT" altLang="it-IT" b="1" dirty="0">
                <a:latin typeface="Courier New" panose="02070309020205020404" pitchFamily="49" charset="0"/>
              </a:rPr>
              <a:t> </a:t>
            </a:r>
            <a:r>
              <a:rPr lang="it-IT" altLang="it-IT" b="1" dirty="0" err="1">
                <a:latin typeface="Courier New" panose="02070309020205020404" pitchFamily="49" charset="0"/>
              </a:rPr>
              <a:t>ospf</a:t>
            </a:r>
            <a:r>
              <a:rPr lang="it-IT" altLang="it-IT" b="1" dirty="0">
                <a:latin typeface="Courier New" panose="02070309020205020404" pitchFamily="49" charset="0"/>
              </a:rPr>
              <a:t> database</a:t>
            </a:r>
          </a:p>
          <a:p>
            <a:pPr eaLnBrk="1" hangingPunct="1"/>
            <a:r>
              <a:rPr lang="it-IT" altLang="it-IT" dirty="0"/>
              <a:t>check </a:t>
            </a:r>
            <a:r>
              <a:rPr lang="it-IT" altLang="it-IT" dirty="0" err="1"/>
              <a:t>that</a:t>
            </a:r>
            <a:r>
              <a:rPr lang="it-IT" altLang="it-IT" dirty="0"/>
              <a:t> the </a:t>
            </a:r>
            <a:r>
              <a:rPr lang="it-IT" altLang="it-IT" dirty="0" err="1"/>
              <a:t>lsdb</a:t>
            </a:r>
            <a:r>
              <a:rPr lang="it-IT" altLang="it-IT" dirty="0"/>
              <a:t> </a:t>
            </a:r>
            <a:r>
              <a:rPr lang="it-IT" altLang="it-IT" dirty="0" err="1"/>
              <a:t>is</a:t>
            </a:r>
            <a:r>
              <a:rPr lang="it-IT" altLang="it-IT" dirty="0"/>
              <a:t> </a:t>
            </a:r>
            <a:r>
              <a:rPr lang="it-IT" altLang="it-IT" dirty="0" err="1"/>
              <a:t>exactly</a:t>
            </a:r>
            <a:r>
              <a:rPr lang="it-IT" altLang="it-IT" dirty="0"/>
              <a:t> the </a:t>
            </a:r>
            <a:r>
              <a:rPr lang="it-IT" altLang="it-IT" dirty="0" err="1"/>
              <a:t>same</a:t>
            </a:r>
            <a:r>
              <a:rPr lang="it-IT" altLang="it-IT" dirty="0"/>
              <a:t> for </a:t>
            </a:r>
            <a:r>
              <a:rPr lang="it-IT" altLang="it-IT" dirty="0" err="1"/>
              <a:t>all</a:t>
            </a:r>
            <a:r>
              <a:rPr lang="it-IT" altLang="it-IT" dirty="0"/>
              <a:t> routers</a:t>
            </a:r>
          </a:p>
        </p:txBody>
      </p:sp>
      <p:sp>
        <p:nvSpPr>
          <p:cNvPr id="2" name="Rectangle 4">
            <a:extLst>
              <a:ext uri="{FF2B5EF4-FFF2-40B4-BE49-F238E27FC236}">
                <a16:creationId xmlns:a16="http://schemas.microsoft.com/office/drawing/2014/main" id="{C3112838-486A-8148-5BC1-C5E43EF980A8}"/>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191CD5B8-A257-9CC3-0987-4C9695EFE01E}"/>
              </a:ext>
            </a:extLst>
          </p:cNvPr>
          <p:cNvSpPr>
            <a:spLocks noGrp="1" noChangeArrowheads="1"/>
          </p:cNvSpPr>
          <p:nvPr>
            <p:ph type="ftr" sz="quarter" idx="11"/>
          </p:nvPr>
        </p:nvSpPr>
        <p:spPr>
          <a:ln/>
        </p:spPr>
        <p:txBody>
          <a:bodyPr/>
          <a:lstStyle/>
          <a:p>
            <a:r>
              <a:rPr lang="it-IT" altLang="en-IT"/>
              <a:t>kathara – [ labs: ospf_frr ]</a:t>
            </a: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8" name="Rectangle 2">
            <a:extLst>
              <a:ext uri="{FF2B5EF4-FFF2-40B4-BE49-F238E27FC236}">
                <a16:creationId xmlns:a16="http://schemas.microsoft.com/office/drawing/2014/main" id="{86D3D6F0-2891-96FB-3D83-34249D3A7A19}"/>
              </a:ext>
            </a:extLst>
          </p:cNvPr>
          <p:cNvSpPr>
            <a:spLocks noGrp="1" noChangeArrowheads="1"/>
          </p:cNvSpPr>
          <p:nvPr>
            <p:ph type="title"/>
          </p:nvPr>
        </p:nvSpPr>
        <p:spPr/>
        <p:txBody>
          <a:bodyPr/>
          <a:lstStyle/>
          <a:p>
            <a:pPr eaLnBrk="1" hangingPunct="1"/>
            <a:r>
              <a:rPr lang="it-IT" altLang="it-IT" sz="4400" dirty="0" err="1"/>
              <a:t>designated</a:t>
            </a:r>
            <a:r>
              <a:rPr lang="it-IT" altLang="it-IT" sz="4400" dirty="0"/>
              <a:t> routers</a:t>
            </a:r>
            <a:br>
              <a:rPr lang="it-IT" altLang="it-IT" sz="4400" dirty="0"/>
            </a:br>
            <a:r>
              <a:rPr lang="it-IT" altLang="it-IT" sz="3200" dirty="0"/>
              <a:t>(router </a:t>
            </a:r>
            <a:r>
              <a:rPr lang="it-IT" altLang="it-IT" sz="3200" dirty="0" err="1"/>
              <a:t>interfaces</a:t>
            </a:r>
            <a:r>
              <a:rPr lang="it-IT" altLang="it-IT" sz="3200" dirty="0"/>
              <a:t> </a:t>
            </a:r>
            <a:r>
              <a:rPr lang="it-IT" altLang="it-IT" sz="3200" dirty="0" err="1"/>
              <a:t>designated</a:t>
            </a:r>
            <a:r>
              <a:rPr lang="it-IT" altLang="it-IT" sz="3200" dirty="0"/>
              <a:t> for </a:t>
            </a:r>
            <a:r>
              <a:rPr lang="it-IT" altLang="it-IT" sz="3200" dirty="0" err="1"/>
              <a:t>each</a:t>
            </a:r>
            <a:r>
              <a:rPr lang="it-IT" altLang="it-IT" sz="3200" dirty="0"/>
              <a:t> network)</a:t>
            </a:r>
          </a:p>
        </p:txBody>
      </p:sp>
      <p:sp>
        <p:nvSpPr>
          <p:cNvPr id="16389" name="Rectangle 3">
            <a:extLst>
              <a:ext uri="{FF2B5EF4-FFF2-40B4-BE49-F238E27FC236}">
                <a16:creationId xmlns:a16="http://schemas.microsoft.com/office/drawing/2014/main" id="{01B868AE-0EA0-D842-0862-40809BF4AB0E}"/>
              </a:ext>
            </a:extLst>
          </p:cNvPr>
          <p:cNvSpPr>
            <a:spLocks noGrp="1" noChangeArrowheads="1"/>
          </p:cNvSpPr>
          <p:nvPr>
            <p:ph idx="1"/>
          </p:nvPr>
        </p:nvSpPr>
        <p:spPr/>
        <p:txBody>
          <a:bodyPr/>
          <a:lstStyle/>
          <a:p>
            <a:pPr eaLnBrk="1" hangingPunct="1">
              <a:lnSpc>
                <a:spcPct val="80000"/>
              </a:lnSpc>
            </a:pPr>
            <a:r>
              <a:rPr lang="it-IT" altLang="it-IT" sz="2800" dirty="0"/>
              <a:t>for </a:t>
            </a:r>
            <a:r>
              <a:rPr lang="it-IT" altLang="it-IT" sz="2800" dirty="0" err="1"/>
              <a:t>each</a:t>
            </a:r>
            <a:r>
              <a:rPr lang="it-IT" altLang="it-IT" sz="2800" dirty="0"/>
              <a:t> network, one of the </a:t>
            </a:r>
            <a:r>
              <a:rPr lang="it-IT" altLang="it-IT" sz="2800" dirty="0" err="1"/>
              <a:t>interfaces</a:t>
            </a:r>
            <a:r>
              <a:rPr lang="it-IT" altLang="it-IT" sz="2800" dirty="0"/>
              <a:t> </a:t>
            </a:r>
            <a:r>
              <a:rPr lang="it-IT" altLang="it-IT" sz="2800" dirty="0" err="1"/>
              <a:t>attached</a:t>
            </a:r>
            <a:r>
              <a:rPr lang="it-IT" altLang="it-IT" sz="2800" dirty="0"/>
              <a:t> to </a:t>
            </a:r>
            <a:r>
              <a:rPr lang="it-IT" altLang="it-IT" sz="2800" dirty="0" err="1"/>
              <a:t>that</a:t>
            </a:r>
            <a:r>
              <a:rPr lang="it-IT" altLang="it-IT" sz="2800" dirty="0"/>
              <a:t> network </a:t>
            </a:r>
            <a:r>
              <a:rPr lang="it-IT" altLang="it-IT" sz="2800" dirty="0" err="1"/>
              <a:t>is</a:t>
            </a:r>
            <a:r>
              <a:rPr lang="it-IT" altLang="it-IT" sz="2800" dirty="0"/>
              <a:t> </a:t>
            </a:r>
            <a:r>
              <a:rPr lang="it-IT" altLang="it-IT" sz="2800" dirty="0" err="1"/>
              <a:t>elected</a:t>
            </a:r>
            <a:r>
              <a:rPr lang="it-IT" altLang="it-IT" sz="2800" dirty="0"/>
              <a:t> </a:t>
            </a:r>
            <a:r>
              <a:rPr lang="it-IT" altLang="it-IT" sz="2800" dirty="0" err="1"/>
              <a:t>as</a:t>
            </a:r>
            <a:r>
              <a:rPr lang="it-IT" altLang="it-IT" sz="2800" dirty="0"/>
              <a:t> </a:t>
            </a:r>
            <a:r>
              <a:rPr lang="it-IT" altLang="it-IT" sz="2800" dirty="0" err="1"/>
              <a:t>designated</a:t>
            </a:r>
            <a:r>
              <a:rPr lang="it-IT" altLang="it-IT" sz="2800" dirty="0"/>
              <a:t> (</a:t>
            </a:r>
            <a:r>
              <a:rPr lang="it-IT" altLang="it-IT" sz="2800" dirty="0">
                <a:solidFill>
                  <a:schemeClr val="accent1"/>
                </a:solidFill>
              </a:rPr>
              <a:t>dr</a:t>
            </a:r>
            <a:r>
              <a:rPr lang="it-IT" altLang="it-IT" sz="2800" dirty="0"/>
              <a:t>)</a:t>
            </a:r>
          </a:p>
          <a:p>
            <a:pPr eaLnBrk="1" hangingPunct="1">
              <a:lnSpc>
                <a:spcPct val="80000"/>
              </a:lnSpc>
            </a:pPr>
            <a:r>
              <a:rPr lang="it-IT" altLang="it-IT" sz="2800" dirty="0" err="1"/>
              <a:t>priority-based</a:t>
            </a:r>
            <a:r>
              <a:rPr lang="it-IT" altLang="it-IT" sz="2800" dirty="0"/>
              <a:t> </a:t>
            </a:r>
            <a:r>
              <a:rPr lang="it-IT" altLang="it-IT" sz="2800" dirty="0" err="1"/>
              <a:t>election</a:t>
            </a:r>
            <a:r>
              <a:rPr lang="it-IT" altLang="it-IT" sz="2800" dirty="0"/>
              <a:t>, </a:t>
            </a:r>
            <a:r>
              <a:rPr lang="it-IT" altLang="it-IT" sz="2800" dirty="0" err="1"/>
              <a:t>using</a:t>
            </a:r>
            <a:r>
              <a:rPr lang="it-IT" altLang="it-IT" sz="2800" dirty="0"/>
              <a:t> hello </a:t>
            </a:r>
            <a:r>
              <a:rPr lang="it-IT" altLang="it-IT" sz="2800" dirty="0" err="1"/>
              <a:t>packets</a:t>
            </a:r>
            <a:endParaRPr lang="it-IT" altLang="it-IT" sz="2800" dirty="0"/>
          </a:p>
          <a:p>
            <a:pPr lvl="1" eaLnBrk="1" hangingPunct="1">
              <a:lnSpc>
                <a:spcPct val="80000"/>
              </a:lnSpc>
            </a:pPr>
            <a:r>
              <a:rPr lang="it-IT" altLang="it-IT" sz="2400" dirty="0"/>
              <a:t>the router (</a:t>
            </a:r>
            <a:r>
              <a:rPr lang="it-IT" altLang="it-IT" sz="2400" dirty="0" err="1"/>
              <a:t>interface</a:t>
            </a:r>
            <a:r>
              <a:rPr lang="it-IT" altLang="it-IT" sz="2400" dirty="0"/>
              <a:t>) </a:t>
            </a:r>
            <a:r>
              <a:rPr lang="it-IT" altLang="it-IT" sz="2400" dirty="0" err="1"/>
              <a:t>sending</a:t>
            </a:r>
            <a:r>
              <a:rPr lang="it-IT" altLang="it-IT" sz="2400" dirty="0"/>
              <a:t> hello </a:t>
            </a:r>
            <a:r>
              <a:rPr lang="it-IT" altLang="it-IT" sz="2400" dirty="0" err="1"/>
              <a:t>packets</a:t>
            </a:r>
            <a:r>
              <a:rPr lang="it-IT" altLang="it-IT" sz="2400" dirty="0"/>
              <a:t> with </a:t>
            </a:r>
            <a:r>
              <a:rPr lang="it-IT" altLang="it-IT" sz="2400" dirty="0" err="1"/>
              <a:t>highest</a:t>
            </a:r>
            <a:r>
              <a:rPr lang="it-IT" altLang="it-IT" sz="2400" dirty="0"/>
              <a:t> </a:t>
            </a:r>
            <a:r>
              <a:rPr lang="it-IT" altLang="it-IT" sz="2400" dirty="0" err="1"/>
              <a:t>piority</a:t>
            </a:r>
            <a:r>
              <a:rPr lang="it-IT" altLang="it-IT" sz="2400" dirty="0"/>
              <a:t> </a:t>
            </a:r>
            <a:r>
              <a:rPr lang="it-IT" altLang="it-IT" sz="2400" dirty="0" err="1"/>
              <a:t>wins</a:t>
            </a:r>
            <a:r>
              <a:rPr lang="it-IT" altLang="it-IT" sz="2400" dirty="0"/>
              <a:t> the </a:t>
            </a:r>
            <a:r>
              <a:rPr lang="it-IT" altLang="it-IT" sz="2400" dirty="0" err="1"/>
              <a:t>election</a:t>
            </a:r>
            <a:endParaRPr lang="it-IT" altLang="it-IT" sz="2400" dirty="0"/>
          </a:p>
          <a:p>
            <a:pPr lvl="1" eaLnBrk="1" hangingPunct="1">
              <a:lnSpc>
                <a:spcPct val="80000"/>
              </a:lnSpc>
            </a:pPr>
            <a:r>
              <a:rPr lang="it-IT" altLang="it-IT" sz="2400" dirty="0"/>
              <a:t>break </a:t>
            </a:r>
            <a:r>
              <a:rPr lang="it-IT" altLang="it-IT" sz="2400" dirty="0" err="1"/>
              <a:t>ties</a:t>
            </a:r>
            <a:r>
              <a:rPr lang="it-IT" altLang="it-IT" sz="2400" dirty="0"/>
              <a:t> on </a:t>
            </a:r>
            <a:r>
              <a:rPr lang="it-IT" altLang="it-IT" sz="2400" dirty="0" err="1"/>
              <a:t>highest</a:t>
            </a:r>
            <a:r>
              <a:rPr lang="it-IT" altLang="it-IT" sz="2400" dirty="0"/>
              <a:t> router id</a:t>
            </a:r>
          </a:p>
          <a:p>
            <a:pPr lvl="2" eaLnBrk="1" hangingPunct="1">
              <a:lnSpc>
                <a:spcPct val="80000"/>
              </a:lnSpc>
            </a:pPr>
            <a:r>
              <a:rPr lang="it-IT" altLang="it-IT" sz="2000" dirty="0"/>
              <a:t>by default, a router id </a:t>
            </a:r>
            <a:r>
              <a:rPr lang="it-IT" altLang="it-IT" sz="2000" dirty="0" err="1"/>
              <a:t>is</a:t>
            </a:r>
            <a:r>
              <a:rPr lang="it-IT" altLang="it-IT" sz="2000" dirty="0"/>
              <a:t> the </a:t>
            </a:r>
            <a:r>
              <a:rPr lang="it-IT" altLang="it-IT" sz="2000" dirty="0" err="1"/>
              <a:t>address</a:t>
            </a:r>
            <a:r>
              <a:rPr lang="it-IT" altLang="it-IT" sz="2000" dirty="0"/>
              <a:t> of one of </a:t>
            </a:r>
            <a:r>
              <a:rPr lang="it-IT" altLang="it-IT" sz="2000" dirty="0" err="1"/>
              <a:t>its</a:t>
            </a:r>
            <a:r>
              <a:rPr lang="it-IT" altLang="it-IT" sz="2000" dirty="0"/>
              <a:t> </a:t>
            </a:r>
            <a:r>
              <a:rPr lang="it-IT" altLang="it-IT" sz="2000" dirty="0" err="1"/>
              <a:t>interfaces</a:t>
            </a:r>
            <a:endParaRPr lang="it-IT" altLang="it-IT" sz="2000" dirty="0"/>
          </a:p>
          <a:p>
            <a:pPr lvl="1">
              <a:lnSpc>
                <a:spcPct val="80000"/>
              </a:lnSpc>
            </a:pPr>
            <a:r>
              <a:rPr lang="it-IT" altLang="it-IT" sz="2400" dirty="0" err="1"/>
              <a:t>priority</a:t>
            </a:r>
            <a:r>
              <a:rPr lang="it-IT" altLang="it-IT" sz="2400" dirty="0">
                <a:sym typeface="Symbol" pitchFamily="2" charset="2"/>
              </a:rPr>
              <a:t>[0,255]</a:t>
            </a:r>
          </a:p>
          <a:p>
            <a:pPr lvl="2">
              <a:lnSpc>
                <a:spcPct val="80000"/>
              </a:lnSpc>
            </a:pPr>
            <a:r>
              <a:rPr lang="it-IT" altLang="it-IT" sz="2000" dirty="0">
                <a:sym typeface="Symbol" pitchFamily="2" charset="2"/>
              </a:rPr>
              <a:t>default </a:t>
            </a:r>
            <a:r>
              <a:rPr lang="it-IT" altLang="it-IT" sz="2000" dirty="0" err="1">
                <a:sym typeface="Symbol" pitchFamily="2" charset="2"/>
              </a:rPr>
              <a:t>priority</a:t>
            </a:r>
            <a:r>
              <a:rPr lang="it-IT" altLang="it-IT" sz="2000" dirty="0">
                <a:sym typeface="Symbol" pitchFamily="2" charset="2"/>
              </a:rPr>
              <a:t>: 1</a:t>
            </a:r>
          </a:p>
          <a:p>
            <a:pPr lvl="2">
              <a:lnSpc>
                <a:spcPct val="80000"/>
              </a:lnSpc>
            </a:pPr>
            <a:r>
              <a:rPr lang="it-IT" altLang="it-IT" sz="2000" dirty="0" err="1">
                <a:sym typeface="Symbol" pitchFamily="2" charset="2"/>
              </a:rPr>
              <a:t>priority</a:t>
            </a:r>
            <a:r>
              <a:rPr lang="it-IT" altLang="it-IT" sz="2000" dirty="0">
                <a:sym typeface="Symbol" pitchFamily="2" charset="2"/>
              </a:rPr>
              <a:t>=0  </a:t>
            </a:r>
            <a:r>
              <a:rPr lang="it-IT" altLang="it-IT" sz="2000" dirty="0" err="1">
                <a:sym typeface="Symbol" pitchFamily="2" charset="2"/>
              </a:rPr>
              <a:t>never</a:t>
            </a:r>
            <a:r>
              <a:rPr lang="it-IT" altLang="it-IT" sz="2000" dirty="0">
                <a:sym typeface="Symbol" pitchFamily="2" charset="2"/>
              </a:rPr>
              <a:t> </a:t>
            </a:r>
            <a:r>
              <a:rPr lang="it-IT" altLang="it-IT" sz="2000" dirty="0" err="1">
                <a:sym typeface="Symbol" pitchFamily="2" charset="2"/>
              </a:rPr>
              <a:t>become</a:t>
            </a:r>
            <a:r>
              <a:rPr lang="it-IT" altLang="it-IT" sz="2000" dirty="0">
                <a:sym typeface="Symbol" pitchFamily="2" charset="2"/>
              </a:rPr>
              <a:t> a dr</a:t>
            </a:r>
          </a:p>
          <a:p>
            <a:pPr eaLnBrk="1" hangingPunct="1">
              <a:lnSpc>
                <a:spcPct val="80000"/>
              </a:lnSpc>
            </a:pPr>
            <a:r>
              <a:rPr lang="it-IT" altLang="it-IT" sz="2800" dirty="0"/>
              <a:t>a backup dr (i.e., the one with second </a:t>
            </a:r>
            <a:r>
              <a:rPr lang="it-IT" altLang="it-IT" sz="2800" dirty="0" err="1"/>
              <a:t>highest</a:t>
            </a:r>
            <a:r>
              <a:rPr lang="it-IT" altLang="it-IT" sz="2800" dirty="0"/>
              <a:t> </a:t>
            </a:r>
            <a:r>
              <a:rPr lang="it-IT" altLang="it-IT" sz="2800" dirty="0" err="1"/>
              <a:t>priority</a:t>
            </a:r>
            <a:r>
              <a:rPr lang="it-IT" altLang="it-IT" sz="2800" dirty="0"/>
              <a:t>) </a:t>
            </a:r>
            <a:r>
              <a:rPr lang="it-IT" altLang="it-IT" sz="2800" dirty="0" err="1"/>
              <a:t>is</a:t>
            </a:r>
            <a:r>
              <a:rPr lang="it-IT" altLang="it-IT" sz="2800" dirty="0"/>
              <a:t> </a:t>
            </a:r>
            <a:r>
              <a:rPr lang="it-IT" altLang="it-IT" sz="2800" dirty="0" err="1"/>
              <a:t>also</a:t>
            </a:r>
            <a:r>
              <a:rPr lang="it-IT" altLang="it-IT" sz="2800" dirty="0"/>
              <a:t> </a:t>
            </a:r>
            <a:r>
              <a:rPr lang="it-IT" altLang="it-IT" sz="2800" dirty="0" err="1"/>
              <a:t>elected</a:t>
            </a:r>
            <a:r>
              <a:rPr lang="it-IT" altLang="it-IT" sz="2800" dirty="0"/>
              <a:t>, to </a:t>
            </a:r>
            <a:r>
              <a:rPr lang="it-IT" altLang="it-IT" sz="2800" dirty="0" err="1"/>
              <a:t>quickly</a:t>
            </a:r>
            <a:r>
              <a:rPr lang="it-IT" altLang="it-IT" sz="2800" dirty="0"/>
              <a:t> </a:t>
            </a:r>
            <a:r>
              <a:rPr lang="it-IT" altLang="it-IT" sz="2800" dirty="0" err="1"/>
              <a:t>recover</a:t>
            </a:r>
            <a:r>
              <a:rPr lang="it-IT" altLang="it-IT" sz="2800" dirty="0"/>
              <a:t> from dr </a:t>
            </a:r>
            <a:r>
              <a:rPr lang="it-IT" altLang="it-IT" sz="2800" dirty="0" err="1"/>
              <a:t>failures</a:t>
            </a:r>
            <a:endParaRPr lang="it-IT" altLang="it-IT" sz="2800" dirty="0"/>
          </a:p>
        </p:txBody>
      </p:sp>
      <p:sp>
        <p:nvSpPr>
          <p:cNvPr id="2" name="Rectangle 4">
            <a:extLst>
              <a:ext uri="{FF2B5EF4-FFF2-40B4-BE49-F238E27FC236}">
                <a16:creationId xmlns:a16="http://schemas.microsoft.com/office/drawing/2014/main" id="{C6929FAD-F98E-0D1D-8C53-2D37B29C55D6}"/>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7F4F530E-243D-E4BF-1046-2557A2030FE1}"/>
              </a:ext>
            </a:extLst>
          </p:cNvPr>
          <p:cNvSpPr>
            <a:spLocks noGrp="1" noChangeArrowheads="1"/>
          </p:cNvSpPr>
          <p:nvPr>
            <p:ph type="ftr" sz="quarter" idx="11"/>
          </p:nvPr>
        </p:nvSpPr>
        <p:spPr>
          <a:ln/>
        </p:spPr>
        <p:txBody>
          <a:bodyPr/>
          <a:lstStyle/>
          <a:p>
            <a:r>
              <a:rPr lang="it-IT" altLang="en-IT"/>
              <a:t>kathara – [ labs: ospf_frr ]</a:t>
            </a: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2" name="Rectangle 2">
            <a:extLst>
              <a:ext uri="{FF2B5EF4-FFF2-40B4-BE49-F238E27FC236}">
                <a16:creationId xmlns:a16="http://schemas.microsoft.com/office/drawing/2014/main" id="{E4F36C42-4B6B-4E64-7CEC-2AD564ECF57B}"/>
              </a:ext>
            </a:extLst>
          </p:cNvPr>
          <p:cNvSpPr>
            <a:spLocks noGrp="1" noChangeArrowheads="1"/>
          </p:cNvSpPr>
          <p:nvPr>
            <p:ph type="title"/>
          </p:nvPr>
        </p:nvSpPr>
        <p:spPr/>
        <p:txBody>
          <a:bodyPr/>
          <a:lstStyle/>
          <a:p>
            <a:pPr eaLnBrk="1" hangingPunct="1"/>
            <a:r>
              <a:rPr lang="it-IT" altLang="it-IT" sz="4400" dirty="0" err="1"/>
              <a:t>designated</a:t>
            </a:r>
            <a:r>
              <a:rPr lang="it-IT" altLang="it-IT" sz="4400" dirty="0"/>
              <a:t> routers</a:t>
            </a:r>
            <a:br>
              <a:rPr lang="it-IT" altLang="it-IT" sz="4400" dirty="0"/>
            </a:br>
            <a:r>
              <a:rPr lang="it-IT" altLang="it-IT" sz="3200" dirty="0"/>
              <a:t>(router </a:t>
            </a:r>
            <a:r>
              <a:rPr lang="it-IT" altLang="it-IT" sz="3200" dirty="0" err="1"/>
              <a:t>interfaces</a:t>
            </a:r>
            <a:r>
              <a:rPr lang="it-IT" altLang="it-IT" sz="3200" dirty="0"/>
              <a:t> </a:t>
            </a:r>
            <a:r>
              <a:rPr lang="it-IT" altLang="it-IT" sz="3200" dirty="0" err="1"/>
              <a:t>designated</a:t>
            </a:r>
            <a:r>
              <a:rPr lang="it-IT" altLang="it-IT" sz="3200" dirty="0"/>
              <a:t> for </a:t>
            </a:r>
            <a:r>
              <a:rPr lang="it-IT" altLang="it-IT" sz="3200" dirty="0" err="1"/>
              <a:t>each</a:t>
            </a:r>
            <a:r>
              <a:rPr lang="it-IT" altLang="it-IT" sz="3200" dirty="0"/>
              <a:t> network)</a:t>
            </a:r>
          </a:p>
        </p:txBody>
      </p:sp>
      <p:sp>
        <p:nvSpPr>
          <p:cNvPr id="17413" name="Rectangle 3">
            <a:extLst>
              <a:ext uri="{FF2B5EF4-FFF2-40B4-BE49-F238E27FC236}">
                <a16:creationId xmlns:a16="http://schemas.microsoft.com/office/drawing/2014/main" id="{6F33CE19-5371-AEB1-25AE-AA4B94EFC472}"/>
              </a:ext>
            </a:extLst>
          </p:cNvPr>
          <p:cNvSpPr>
            <a:spLocks noGrp="1" noChangeArrowheads="1"/>
          </p:cNvSpPr>
          <p:nvPr>
            <p:ph idx="1"/>
          </p:nvPr>
        </p:nvSpPr>
        <p:spPr/>
        <p:txBody>
          <a:bodyPr/>
          <a:lstStyle/>
          <a:p>
            <a:pPr eaLnBrk="1" hangingPunct="1"/>
            <a:r>
              <a:rPr lang="en-US" altLang="it-IT" dirty="0"/>
              <a:t>a change of the </a:t>
            </a:r>
            <a:r>
              <a:rPr lang="en-US" altLang="it-IT" dirty="0" err="1"/>
              <a:t>dr</a:t>
            </a:r>
            <a:r>
              <a:rPr lang="en-US" altLang="it-IT" dirty="0"/>
              <a:t> is a change in </a:t>
            </a:r>
            <a:r>
              <a:rPr lang="en-US" altLang="it-IT" dirty="0" err="1"/>
              <a:t>ospf’s</a:t>
            </a:r>
            <a:r>
              <a:rPr lang="en-US" altLang="it-IT" dirty="0"/>
              <a:t> topology model (new </a:t>
            </a:r>
            <a:r>
              <a:rPr lang="en-US" altLang="it-IT" dirty="0" err="1"/>
              <a:t>lsas</a:t>
            </a:r>
            <a:r>
              <a:rPr lang="en-US" altLang="it-IT" dirty="0"/>
              <a:t> are sent)</a:t>
            </a:r>
          </a:p>
          <a:p>
            <a:pPr eaLnBrk="1" hangingPunct="1"/>
            <a:r>
              <a:rPr lang="en-US" altLang="it-IT" dirty="0"/>
              <a:t>for this reason, the </a:t>
            </a:r>
            <a:r>
              <a:rPr lang="en-US" altLang="it-IT" dirty="0" err="1"/>
              <a:t>dr</a:t>
            </a:r>
            <a:r>
              <a:rPr lang="en-US" altLang="it-IT" dirty="0"/>
              <a:t> is changed infrequently</a:t>
            </a:r>
          </a:p>
          <a:p>
            <a:pPr lvl="1" eaLnBrk="1" hangingPunct="1"/>
            <a:r>
              <a:rPr lang="en-US" altLang="it-IT" dirty="0"/>
              <a:t>if a router with high priority wakes up and finds that a </a:t>
            </a:r>
            <a:r>
              <a:rPr lang="en-US" altLang="it-IT" dirty="0" err="1"/>
              <a:t>dr</a:t>
            </a:r>
            <a:r>
              <a:rPr lang="en-US" altLang="it-IT" dirty="0"/>
              <a:t> already exists, it accepts that </a:t>
            </a:r>
            <a:r>
              <a:rPr lang="en-US" altLang="it-IT" dirty="0" err="1"/>
              <a:t>dr</a:t>
            </a:r>
            <a:endParaRPr lang="it-IT" altLang="it-IT" dirty="0"/>
          </a:p>
        </p:txBody>
      </p:sp>
      <p:sp>
        <p:nvSpPr>
          <p:cNvPr id="2" name="Rectangle 4">
            <a:extLst>
              <a:ext uri="{FF2B5EF4-FFF2-40B4-BE49-F238E27FC236}">
                <a16:creationId xmlns:a16="http://schemas.microsoft.com/office/drawing/2014/main" id="{D9545CE3-DF24-A869-E6E3-A318D6899DE7}"/>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30C94449-7036-626D-5840-13758A7BD392}"/>
              </a:ext>
            </a:extLst>
          </p:cNvPr>
          <p:cNvSpPr>
            <a:spLocks noGrp="1" noChangeArrowheads="1"/>
          </p:cNvSpPr>
          <p:nvPr>
            <p:ph type="ftr" sz="quarter" idx="11"/>
          </p:nvPr>
        </p:nvSpPr>
        <p:spPr>
          <a:ln/>
        </p:spPr>
        <p:txBody>
          <a:bodyPr/>
          <a:lstStyle/>
          <a:p>
            <a:r>
              <a:rPr lang="it-IT" altLang="en-IT"/>
              <a:t>kathara – [ labs: ospf_frr ]</a:t>
            </a: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68" name="Rectangle 186">
            <a:extLst>
              <a:ext uri="{FF2B5EF4-FFF2-40B4-BE49-F238E27FC236}">
                <a16:creationId xmlns:a16="http://schemas.microsoft.com/office/drawing/2014/main" id="{A411D514-8FC7-F545-541C-72FD2436DF76}"/>
              </a:ext>
            </a:extLst>
          </p:cNvPr>
          <p:cNvSpPr>
            <a:spLocks noGrp="1" noChangeArrowheads="1"/>
          </p:cNvSpPr>
          <p:nvPr>
            <p:ph type="title"/>
          </p:nvPr>
        </p:nvSpPr>
        <p:spPr/>
        <p:txBody>
          <a:bodyPr/>
          <a:lstStyle/>
          <a:p>
            <a:pPr eaLnBrk="1" hangingPunct="1"/>
            <a:r>
              <a:rPr lang="it-IT" altLang="it-IT" sz="4400" dirty="0" err="1"/>
              <a:t>designated</a:t>
            </a:r>
            <a:r>
              <a:rPr lang="it-IT" altLang="it-IT" sz="4400" dirty="0"/>
              <a:t> routers</a:t>
            </a:r>
            <a:br>
              <a:rPr lang="it-IT" altLang="it-IT" sz="4400" dirty="0"/>
            </a:br>
            <a:r>
              <a:rPr lang="it-IT" altLang="it-IT" sz="3200" dirty="0"/>
              <a:t>(router </a:t>
            </a:r>
            <a:r>
              <a:rPr lang="it-IT" altLang="it-IT" sz="3200" dirty="0" err="1"/>
              <a:t>interfaces</a:t>
            </a:r>
            <a:r>
              <a:rPr lang="it-IT" altLang="it-IT" sz="3200" dirty="0"/>
              <a:t> </a:t>
            </a:r>
            <a:r>
              <a:rPr lang="it-IT" altLang="it-IT" sz="3200" dirty="0" err="1"/>
              <a:t>designated</a:t>
            </a:r>
            <a:r>
              <a:rPr lang="it-IT" altLang="it-IT" sz="3200" dirty="0"/>
              <a:t> for </a:t>
            </a:r>
            <a:r>
              <a:rPr lang="it-IT" altLang="it-IT" sz="3200" dirty="0" err="1"/>
              <a:t>each</a:t>
            </a:r>
            <a:r>
              <a:rPr lang="it-IT" altLang="it-IT" sz="3200" dirty="0"/>
              <a:t> network)</a:t>
            </a:r>
          </a:p>
        </p:txBody>
      </p:sp>
      <p:sp>
        <p:nvSpPr>
          <p:cNvPr id="2" name="Rectangle 4">
            <a:extLst>
              <a:ext uri="{FF2B5EF4-FFF2-40B4-BE49-F238E27FC236}">
                <a16:creationId xmlns:a16="http://schemas.microsoft.com/office/drawing/2014/main" id="{6A3FD2CD-7500-1319-A5C4-9B7EEB34BFAC}"/>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6B9DBD4E-F767-5B61-DCF9-46C613CC1B5D}"/>
              </a:ext>
            </a:extLst>
          </p:cNvPr>
          <p:cNvSpPr>
            <a:spLocks noGrp="1" noChangeArrowheads="1"/>
          </p:cNvSpPr>
          <p:nvPr>
            <p:ph type="ftr" sz="quarter" idx="11"/>
          </p:nvPr>
        </p:nvSpPr>
        <p:spPr>
          <a:ln/>
        </p:spPr>
        <p:txBody>
          <a:bodyPr/>
          <a:lstStyle/>
          <a:p>
            <a:r>
              <a:rPr lang="it-IT" altLang="en-IT" dirty="0" err="1"/>
              <a:t>kathara</a:t>
            </a:r>
            <a:r>
              <a:rPr lang="it-IT" altLang="en-IT" dirty="0"/>
              <a:t> – [ labs: </a:t>
            </a:r>
            <a:r>
              <a:rPr lang="it-IT" altLang="en-IT" dirty="0" err="1"/>
              <a:t>ospf_frr</a:t>
            </a:r>
            <a:r>
              <a:rPr lang="it-IT" altLang="en-IT" dirty="0"/>
              <a:t> ]</a:t>
            </a:r>
          </a:p>
        </p:txBody>
      </p:sp>
      <p:grpSp>
        <p:nvGrpSpPr>
          <p:cNvPr id="18436" name="Group 3">
            <a:extLst>
              <a:ext uri="{FF2B5EF4-FFF2-40B4-BE49-F238E27FC236}">
                <a16:creationId xmlns:a16="http://schemas.microsoft.com/office/drawing/2014/main" id="{F83872A2-061C-70FE-206D-E46842F20D7A}"/>
              </a:ext>
            </a:extLst>
          </p:cNvPr>
          <p:cNvGrpSpPr>
            <a:grpSpLocks/>
          </p:cNvGrpSpPr>
          <p:nvPr/>
        </p:nvGrpSpPr>
        <p:grpSpPr bwMode="auto">
          <a:xfrm>
            <a:off x="1487488" y="1512788"/>
            <a:ext cx="9144000" cy="4508500"/>
            <a:chOff x="-177" y="1030"/>
            <a:chExt cx="5760" cy="2840"/>
          </a:xfrm>
        </p:grpSpPr>
        <p:grpSp>
          <p:nvGrpSpPr>
            <p:cNvPr id="18611" name="Group 4">
              <a:extLst>
                <a:ext uri="{FF2B5EF4-FFF2-40B4-BE49-F238E27FC236}">
                  <a16:creationId xmlns:a16="http://schemas.microsoft.com/office/drawing/2014/main" id="{0624AC83-01DC-B1B9-0D2D-A284F92BB630}"/>
                </a:ext>
              </a:extLst>
            </p:cNvPr>
            <p:cNvGrpSpPr>
              <a:grpSpLocks/>
            </p:cNvGrpSpPr>
            <p:nvPr/>
          </p:nvGrpSpPr>
          <p:grpSpPr bwMode="auto">
            <a:xfrm>
              <a:off x="-177" y="1221"/>
              <a:ext cx="5760" cy="2649"/>
              <a:chOff x="-177" y="1221"/>
              <a:chExt cx="5760" cy="2649"/>
            </a:xfrm>
          </p:grpSpPr>
          <p:sp>
            <p:nvSpPr>
              <p:cNvPr id="18613" name="Oval 5">
                <a:extLst>
                  <a:ext uri="{FF2B5EF4-FFF2-40B4-BE49-F238E27FC236}">
                    <a16:creationId xmlns:a16="http://schemas.microsoft.com/office/drawing/2014/main" id="{8E998AFC-038F-DAF0-C472-EEEE3E0907C8}"/>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8614" name="Oval 6">
                <a:extLst>
                  <a:ext uri="{FF2B5EF4-FFF2-40B4-BE49-F238E27FC236}">
                    <a16:creationId xmlns:a16="http://schemas.microsoft.com/office/drawing/2014/main" id="{85E3ABE2-1553-330C-32F0-D1E48F4058AA}"/>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8615" name="Oval 7">
                <a:extLst>
                  <a:ext uri="{FF2B5EF4-FFF2-40B4-BE49-F238E27FC236}">
                    <a16:creationId xmlns:a16="http://schemas.microsoft.com/office/drawing/2014/main" id="{DC1F5638-646B-B280-2971-54C17634B45E}"/>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8616" name="Oval 8">
                <a:extLst>
                  <a:ext uri="{FF2B5EF4-FFF2-40B4-BE49-F238E27FC236}">
                    <a16:creationId xmlns:a16="http://schemas.microsoft.com/office/drawing/2014/main" id="{9218005E-F3AD-C1F1-1CD3-1D1F31C777D7}"/>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8617" name="Oval 9">
                <a:extLst>
                  <a:ext uri="{FF2B5EF4-FFF2-40B4-BE49-F238E27FC236}">
                    <a16:creationId xmlns:a16="http://schemas.microsoft.com/office/drawing/2014/main" id="{28AA6321-FA04-1A39-CACC-AF7D3F0BACDD}"/>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8618" name="Oval 10">
                <a:extLst>
                  <a:ext uri="{FF2B5EF4-FFF2-40B4-BE49-F238E27FC236}">
                    <a16:creationId xmlns:a16="http://schemas.microsoft.com/office/drawing/2014/main" id="{99979D06-1C5C-358E-FD6A-8F1EA9D65772}"/>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8619" name="Oval 11">
                <a:extLst>
                  <a:ext uri="{FF2B5EF4-FFF2-40B4-BE49-F238E27FC236}">
                    <a16:creationId xmlns:a16="http://schemas.microsoft.com/office/drawing/2014/main" id="{3D03AE18-FE8F-3700-6E4E-2F0E54B6D68A}"/>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8620" name="Oval 12">
                <a:extLst>
                  <a:ext uri="{FF2B5EF4-FFF2-40B4-BE49-F238E27FC236}">
                    <a16:creationId xmlns:a16="http://schemas.microsoft.com/office/drawing/2014/main" id="{EBD24CE9-1F0B-C479-26CF-36D6E5FAEF46}"/>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8621" name="Oval 13">
                <a:extLst>
                  <a:ext uri="{FF2B5EF4-FFF2-40B4-BE49-F238E27FC236}">
                    <a16:creationId xmlns:a16="http://schemas.microsoft.com/office/drawing/2014/main" id="{B3DCFA5D-EE93-6349-E6EF-6D4F057D6AA3}"/>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18612" name="Oval 14">
              <a:extLst>
                <a:ext uri="{FF2B5EF4-FFF2-40B4-BE49-F238E27FC236}">
                  <a16:creationId xmlns:a16="http://schemas.microsoft.com/office/drawing/2014/main" id="{2D341415-9F10-B22D-1D6F-6A85C7B8AC6A}"/>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18437" name="Line 15">
            <a:extLst>
              <a:ext uri="{FF2B5EF4-FFF2-40B4-BE49-F238E27FC236}">
                <a16:creationId xmlns:a16="http://schemas.microsoft.com/office/drawing/2014/main" id="{D09FD9ED-FFF1-B8F0-84CB-89235726CA2C}"/>
              </a:ext>
            </a:extLst>
          </p:cNvPr>
          <p:cNvSpPr>
            <a:spLocks noChangeShapeType="1"/>
          </p:cNvSpPr>
          <p:nvPr/>
        </p:nvSpPr>
        <p:spPr bwMode="auto">
          <a:xfrm flipH="1">
            <a:off x="2716214" y="3798788"/>
            <a:ext cx="968375" cy="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18438" name="Line 16">
            <a:extLst>
              <a:ext uri="{FF2B5EF4-FFF2-40B4-BE49-F238E27FC236}">
                <a16:creationId xmlns:a16="http://schemas.microsoft.com/office/drawing/2014/main" id="{F795DD05-1780-CCBD-47DF-307611C0F17A}"/>
              </a:ext>
            </a:extLst>
          </p:cNvPr>
          <p:cNvSpPr>
            <a:spLocks noChangeShapeType="1"/>
          </p:cNvSpPr>
          <p:nvPr/>
        </p:nvSpPr>
        <p:spPr bwMode="auto">
          <a:xfrm flipH="1">
            <a:off x="8161339" y="3798788"/>
            <a:ext cx="885825" cy="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18439" name="Text Box 17">
            <a:extLst>
              <a:ext uri="{FF2B5EF4-FFF2-40B4-BE49-F238E27FC236}">
                <a16:creationId xmlns:a16="http://schemas.microsoft.com/office/drawing/2014/main" id="{758F1BBB-8464-8A38-EC2B-4A4A24F09BF5}"/>
              </a:ext>
            </a:extLst>
          </p:cNvPr>
          <p:cNvSpPr txBox="1">
            <a:spLocks noChangeArrowheads="1"/>
          </p:cNvSpPr>
          <p:nvPr/>
        </p:nvSpPr>
        <p:spPr bwMode="auto">
          <a:xfrm>
            <a:off x="2005014" y="3665439"/>
            <a:ext cx="1095375"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10.0.3.0/24</a:t>
            </a:r>
          </a:p>
        </p:txBody>
      </p:sp>
      <p:sp>
        <p:nvSpPr>
          <p:cNvPr id="18440" name="Text Box 18">
            <a:extLst>
              <a:ext uri="{FF2B5EF4-FFF2-40B4-BE49-F238E27FC236}">
                <a16:creationId xmlns:a16="http://schemas.microsoft.com/office/drawing/2014/main" id="{5AF8DCAD-E497-675D-6F06-95ED47352B91}"/>
              </a:ext>
            </a:extLst>
          </p:cNvPr>
          <p:cNvSpPr txBox="1">
            <a:spLocks noChangeArrowheads="1"/>
          </p:cNvSpPr>
          <p:nvPr/>
        </p:nvSpPr>
        <p:spPr bwMode="auto">
          <a:xfrm>
            <a:off x="8904289" y="3665439"/>
            <a:ext cx="1095375"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10.0.1.0/24</a:t>
            </a:r>
          </a:p>
        </p:txBody>
      </p:sp>
      <p:sp>
        <p:nvSpPr>
          <p:cNvPr id="18441" name="Line 19">
            <a:extLst>
              <a:ext uri="{FF2B5EF4-FFF2-40B4-BE49-F238E27FC236}">
                <a16:creationId xmlns:a16="http://schemas.microsoft.com/office/drawing/2014/main" id="{5ADEEA52-A891-8588-8F16-BD511C139104}"/>
              </a:ext>
            </a:extLst>
          </p:cNvPr>
          <p:cNvSpPr>
            <a:spLocks noChangeShapeType="1"/>
          </p:cNvSpPr>
          <p:nvPr/>
        </p:nvSpPr>
        <p:spPr bwMode="auto">
          <a:xfrm flipH="1" flipV="1">
            <a:off x="6013451" y="5067201"/>
            <a:ext cx="0" cy="60960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18442" name="Rectangle 20">
            <a:extLst>
              <a:ext uri="{FF2B5EF4-FFF2-40B4-BE49-F238E27FC236}">
                <a16:creationId xmlns:a16="http://schemas.microsoft.com/office/drawing/2014/main" id="{AED4334B-8E51-C7E7-C770-E305C23B7C32}"/>
              </a:ext>
            </a:extLst>
          </p:cNvPr>
          <p:cNvSpPr>
            <a:spLocks noChangeArrowheads="1"/>
          </p:cNvSpPr>
          <p:nvPr/>
        </p:nvSpPr>
        <p:spPr bwMode="auto">
          <a:xfrm>
            <a:off x="3787776" y="2630388"/>
            <a:ext cx="4449762" cy="23685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18443" name="Text Box 21">
            <a:extLst>
              <a:ext uri="{FF2B5EF4-FFF2-40B4-BE49-F238E27FC236}">
                <a16:creationId xmlns:a16="http://schemas.microsoft.com/office/drawing/2014/main" id="{05E885F4-10BB-8B89-0B37-25161F5FFC2C}"/>
              </a:ext>
            </a:extLst>
          </p:cNvPr>
          <p:cNvSpPr txBox="1">
            <a:spLocks noChangeArrowheads="1"/>
          </p:cNvSpPr>
          <p:nvPr/>
        </p:nvSpPr>
        <p:spPr bwMode="auto">
          <a:xfrm>
            <a:off x="5465764" y="5538689"/>
            <a:ext cx="1095375"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dirty="0">
                <a:latin typeface="Courier New" panose="02070309020205020404" pitchFamily="49" charset="0"/>
              </a:rPr>
              <a:t>10.0.2.0/24</a:t>
            </a:r>
          </a:p>
        </p:txBody>
      </p:sp>
      <p:sp>
        <p:nvSpPr>
          <p:cNvPr id="18444" name="Line 22">
            <a:extLst>
              <a:ext uri="{FF2B5EF4-FFF2-40B4-BE49-F238E27FC236}">
                <a16:creationId xmlns:a16="http://schemas.microsoft.com/office/drawing/2014/main" id="{1D9A26D0-E3A6-3307-B236-B216A955A0F8}"/>
              </a:ext>
            </a:extLst>
          </p:cNvPr>
          <p:cNvSpPr>
            <a:spLocks noChangeShapeType="1"/>
          </p:cNvSpPr>
          <p:nvPr/>
        </p:nvSpPr>
        <p:spPr bwMode="auto">
          <a:xfrm>
            <a:off x="6013451" y="2630389"/>
            <a:ext cx="0" cy="24034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18445" name="Group 23">
            <a:extLst>
              <a:ext uri="{FF2B5EF4-FFF2-40B4-BE49-F238E27FC236}">
                <a16:creationId xmlns:a16="http://schemas.microsoft.com/office/drawing/2014/main" id="{73343D2D-2375-3CBE-8B3D-24286F27462A}"/>
              </a:ext>
            </a:extLst>
          </p:cNvPr>
          <p:cNvGrpSpPr>
            <a:grpSpLocks noChangeAspect="1"/>
          </p:cNvGrpSpPr>
          <p:nvPr/>
        </p:nvGrpSpPr>
        <p:grpSpPr bwMode="auto">
          <a:xfrm>
            <a:off x="5651501" y="3584477"/>
            <a:ext cx="723900" cy="460375"/>
            <a:chOff x="3312" y="2160"/>
            <a:chExt cx="960" cy="528"/>
          </a:xfrm>
        </p:grpSpPr>
        <p:grpSp>
          <p:nvGrpSpPr>
            <p:cNvPr id="18589" name="Group 24">
              <a:extLst>
                <a:ext uri="{FF2B5EF4-FFF2-40B4-BE49-F238E27FC236}">
                  <a16:creationId xmlns:a16="http://schemas.microsoft.com/office/drawing/2014/main" id="{F00C4BE7-0903-463B-EDC0-901C849A0DFF}"/>
                </a:ext>
              </a:extLst>
            </p:cNvPr>
            <p:cNvGrpSpPr>
              <a:grpSpLocks noChangeAspect="1"/>
            </p:cNvGrpSpPr>
            <p:nvPr/>
          </p:nvGrpSpPr>
          <p:grpSpPr bwMode="auto">
            <a:xfrm>
              <a:off x="3312" y="2160"/>
              <a:ext cx="960" cy="528"/>
              <a:chOff x="3312" y="2160"/>
              <a:chExt cx="960" cy="528"/>
            </a:xfrm>
          </p:grpSpPr>
          <p:sp>
            <p:nvSpPr>
              <p:cNvPr id="18591" name="AutoShape 25">
                <a:extLst>
                  <a:ext uri="{FF2B5EF4-FFF2-40B4-BE49-F238E27FC236}">
                    <a16:creationId xmlns:a16="http://schemas.microsoft.com/office/drawing/2014/main" id="{DE3BBCBE-97C8-4550-F94A-1A1F2A18B93A}"/>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8592" name="Group 26">
                <a:extLst>
                  <a:ext uri="{FF2B5EF4-FFF2-40B4-BE49-F238E27FC236}">
                    <a16:creationId xmlns:a16="http://schemas.microsoft.com/office/drawing/2014/main" id="{291108B8-9E61-BFD7-588F-76128105E9B5}"/>
                  </a:ext>
                </a:extLst>
              </p:cNvPr>
              <p:cNvGrpSpPr>
                <a:grpSpLocks noChangeAspect="1"/>
              </p:cNvGrpSpPr>
              <p:nvPr/>
            </p:nvGrpSpPr>
            <p:grpSpPr bwMode="auto">
              <a:xfrm>
                <a:off x="3488" y="2193"/>
                <a:ext cx="599" cy="207"/>
                <a:chOff x="422" y="1632"/>
                <a:chExt cx="829" cy="298"/>
              </a:xfrm>
            </p:grpSpPr>
            <p:grpSp>
              <p:nvGrpSpPr>
                <p:cNvPr id="18593" name="Group 27">
                  <a:extLst>
                    <a:ext uri="{FF2B5EF4-FFF2-40B4-BE49-F238E27FC236}">
                      <a16:creationId xmlns:a16="http://schemas.microsoft.com/office/drawing/2014/main" id="{6D96C317-A483-3643-99D4-6E3DC059FC62}"/>
                    </a:ext>
                  </a:extLst>
                </p:cNvPr>
                <p:cNvGrpSpPr>
                  <a:grpSpLocks noChangeAspect="1"/>
                </p:cNvGrpSpPr>
                <p:nvPr/>
              </p:nvGrpSpPr>
              <p:grpSpPr bwMode="auto">
                <a:xfrm>
                  <a:off x="422" y="1632"/>
                  <a:ext cx="822" cy="291"/>
                  <a:chOff x="422" y="1632"/>
                  <a:chExt cx="822" cy="291"/>
                </a:xfrm>
              </p:grpSpPr>
              <p:sp>
                <p:nvSpPr>
                  <p:cNvPr id="18603" name="Freeform 28">
                    <a:extLst>
                      <a:ext uri="{FF2B5EF4-FFF2-40B4-BE49-F238E27FC236}">
                        <a16:creationId xmlns:a16="http://schemas.microsoft.com/office/drawing/2014/main" id="{8406DEF9-97B1-DE03-8D25-A805561DCED6}"/>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604" name="Freeform 29">
                    <a:extLst>
                      <a:ext uri="{FF2B5EF4-FFF2-40B4-BE49-F238E27FC236}">
                        <a16:creationId xmlns:a16="http://schemas.microsoft.com/office/drawing/2014/main" id="{8B51D41A-DD4D-0142-E91C-D389EC299FC3}"/>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605" name="Freeform 30">
                    <a:extLst>
                      <a:ext uri="{FF2B5EF4-FFF2-40B4-BE49-F238E27FC236}">
                        <a16:creationId xmlns:a16="http://schemas.microsoft.com/office/drawing/2014/main" id="{8E7825C6-D05D-8E69-3A80-40CB78FAF0B6}"/>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606" name="Freeform 31">
                    <a:extLst>
                      <a:ext uri="{FF2B5EF4-FFF2-40B4-BE49-F238E27FC236}">
                        <a16:creationId xmlns:a16="http://schemas.microsoft.com/office/drawing/2014/main" id="{0167E6CD-E34C-68C1-C143-0C394B02BAB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607" name="Freeform 32">
                    <a:extLst>
                      <a:ext uri="{FF2B5EF4-FFF2-40B4-BE49-F238E27FC236}">
                        <a16:creationId xmlns:a16="http://schemas.microsoft.com/office/drawing/2014/main" id="{A838B6D8-8311-429C-C6FB-0D7F035114EA}"/>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608" name="Freeform 33">
                    <a:extLst>
                      <a:ext uri="{FF2B5EF4-FFF2-40B4-BE49-F238E27FC236}">
                        <a16:creationId xmlns:a16="http://schemas.microsoft.com/office/drawing/2014/main" id="{1DE64654-597D-D581-AA2F-2937A7E1AE9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609" name="Freeform 34">
                    <a:extLst>
                      <a:ext uri="{FF2B5EF4-FFF2-40B4-BE49-F238E27FC236}">
                        <a16:creationId xmlns:a16="http://schemas.microsoft.com/office/drawing/2014/main" id="{D282A0E6-42B2-9ADA-1CA5-550E50A24ACA}"/>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610" name="Freeform 35">
                    <a:extLst>
                      <a:ext uri="{FF2B5EF4-FFF2-40B4-BE49-F238E27FC236}">
                        <a16:creationId xmlns:a16="http://schemas.microsoft.com/office/drawing/2014/main" id="{25F6A23E-2701-D889-2FC8-67F21D7357C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8594" name="Group 36">
                  <a:extLst>
                    <a:ext uri="{FF2B5EF4-FFF2-40B4-BE49-F238E27FC236}">
                      <a16:creationId xmlns:a16="http://schemas.microsoft.com/office/drawing/2014/main" id="{B9A976DB-81F2-CE68-8676-4E9C4CD32192}"/>
                    </a:ext>
                  </a:extLst>
                </p:cNvPr>
                <p:cNvGrpSpPr>
                  <a:grpSpLocks noChangeAspect="1"/>
                </p:cNvGrpSpPr>
                <p:nvPr/>
              </p:nvGrpSpPr>
              <p:grpSpPr bwMode="auto">
                <a:xfrm>
                  <a:off x="429" y="1639"/>
                  <a:ext cx="822" cy="291"/>
                  <a:chOff x="429" y="1639"/>
                  <a:chExt cx="822" cy="291"/>
                </a:xfrm>
              </p:grpSpPr>
              <p:sp>
                <p:nvSpPr>
                  <p:cNvPr id="18595" name="Freeform 37">
                    <a:extLst>
                      <a:ext uri="{FF2B5EF4-FFF2-40B4-BE49-F238E27FC236}">
                        <a16:creationId xmlns:a16="http://schemas.microsoft.com/office/drawing/2014/main" id="{062FEC96-F452-3A93-ECA2-7B309F94BA0A}"/>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96" name="Freeform 38">
                    <a:extLst>
                      <a:ext uri="{FF2B5EF4-FFF2-40B4-BE49-F238E27FC236}">
                        <a16:creationId xmlns:a16="http://schemas.microsoft.com/office/drawing/2014/main" id="{E25805D9-66CF-B611-4CF1-2938C035449F}"/>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97" name="Freeform 39">
                    <a:extLst>
                      <a:ext uri="{FF2B5EF4-FFF2-40B4-BE49-F238E27FC236}">
                        <a16:creationId xmlns:a16="http://schemas.microsoft.com/office/drawing/2014/main" id="{10D760A4-469C-3CBE-2FDA-38EFD1AADCA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98" name="Freeform 40">
                    <a:extLst>
                      <a:ext uri="{FF2B5EF4-FFF2-40B4-BE49-F238E27FC236}">
                        <a16:creationId xmlns:a16="http://schemas.microsoft.com/office/drawing/2014/main" id="{C75BCEB1-4204-7DCC-DB4F-2879D3DAA5D5}"/>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99" name="Freeform 41">
                    <a:extLst>
                      <a:ext uri="{FF2B5EF4-FFF2-40B4-BE49-F238E27FC236}">
                        <a16:creationId xmlns:a16="http://schemas.microsoft.com/office/drawing/2014/main" id="{F6490A96-4AEA-6F10-484C-B3779E2DC53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600" name="Freeform 42">
                    <a:extLst>
                      <a:ext uri="{FF2B5EF4-FFF2-40B4-BE49-F238E27FC236}">
                        <a16:creationId xmlns:a16="http://schemas.microsoft.com/office/drawing/2014/main" id="{A12F5DEE-01A5-F6BC-B5EE-B977BDB8C98F}"/>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601" name="Freeform 43">
                    <a:extLst>
                      <a:ext uri="{FF2B5EF4-FFF2-40B4-BE49-F238E27FC236}">
                        <a16:creationId xmlns:a16="http://schemas.microsoft.com/office/drawing/2014/main" id="{1FF8CCB0-6504-3867-516C-D9E1BA8A3DD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602" name="Freeform 44">
                    <a:extLst>
                      <a:ext uri="{FF2B5EF4-FFF2-40B4-BE49-F238E27FC236}">
                        <a16:creationId xmlns:a16="http://schemas.microsoft.com/office/drawing/2014/main" id="{489AEF2C-9DB0-D449-BC13-A4E98E887170}"/>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8590" name="WordArt 45">
              <a:extLst>
                <a:ext uri="{FF2B5EF4-FFF2-40B4-BE49-F238E27FC236}">
                  <a16:creationId xmlns:a16="http://schemas.microsoft.com/office/drawing/2014/main" id="{A0B9AC30-9BC6-0A09-F5C4-626DBAFDF3A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grpSp>
        <p:nvGrpSpPr>
          <p:cNvPr id="18446" name="Group 46">
            <a:extLst>
              <a:ext uri="{FF2B5EF4-FFF2-40B4-BE49-F238E27FC236}">
                <a16:creationId xmlns:a16="http://schemas.microsoft.com/office/drawing/2014/main" id="{77927538-C818-624F-9D58-9592123259D1}"/>
              </a:ext>
            </a:extLst>
          </p:cNvPr>
          <p:cNvGrpSpPr>
            <a:grpSpLocks/>
          </p:cNvGrpSpPr>
          <p:nvPr/>
        </p:nvGrpSpPr>
        <p:grpSpPr bwMode="auto">
          <a:xfrm>
            <a:off x="5799138" y="3235227"/>
            <a:ext cx="406400" cy="339725"/>
            <a:chOff x="144" y="3264"/>
            <a:chExt cx="288" cy="240"/>
          </a:xfrm>
        </p:grpSpPr>
        <p:sp>
          <p:nvSpPr>
            <p:cNvPr id="18587" name="Rectangle 47">
              <a:extLst>
                <a:ext uri="{FF2B5EF4-FFF2-40B4-BE49-F238E27FC236}">
                  <a16:creationId xmlns:a16="http://schemas.microsoft.com/office/drawing/2014/main" id="{F49BAAEA-7430-B5C9-0733-DE58FFC6A337}"/>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18588" name="Rectangle 48">
              <a:extLst>
                <a:ext uri="{FF2B5EF4-FFF2-40B4-BE49-F238E27FC236}">
                  <a16:creationId xmlns:a16="http://schemas.microsoft.com/office/drawing/2014/main" id="{0F14AEED-2955-25B6-E055-0229DD7708F9}"/>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grpSp>
        <p:nvGrpSpPr>
          <p:cNvPr id="18447" name="Group 49">
            <a:extLst>
              <a:ext uri="{FF2B5EF4-FFF2-40B4-BE49-F238E27FC236}">
                <a16:creationId xmlns:a16="http://schemas.microsoft.com/office/drawing/2014/main" id="{B934BCF7-CAF4-6237-B59A-3BDDBB7A080C}"/>
              </a:ext>
            </a:extLst>
          </p:cNvPr>
          <p:cNvGrpSpPr>
            <a:grpSpLocks/>
          </p:cNvGrpSpPr>
          <p:nvPr/>
        </p:nvGrpSpPr>
        <p:grpSpPr bwMode="auto">
          <a:xfrm>
            <a:off x="5799138" y="4068664"/>
            <a:ext cx="406400" cy="339725"/>
            <a:chOff x="144" y="3264"/>
            <a:chExt cx="288" cy="240"/>
          </a:xfrm>
        </p:grpSpPr>
        <p:sp>
          <p:nvSpPr>
            <p:cNvPr id="18585" name="Rectangle 50">
              <a:extLst>
                <a:ext uri="{FF2B5EF4-FFF2-40B4-BE49-F238E27FC236}">
                  <a16:creationId xmlns:a16="http://schemas.microsoft.com/office/drawing/2014/main" id="{7E94953C-F345-6A78-00AB-72074BC152F1}"/>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18586" name="Rectangle 51">
              <a:extLst>
                <a:ext uri="{FF2B5EF4-FFF2-40B4-BE49-F238E27FC236}">
                  <a16:creationId xmlns:a16="http://schemas.microsoft.com/office/drawing/2014/main" id="{B5CE5E36-3990-4EDB-6B4B-A5B3987B187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sp>
        <p:nvSpPr>
          <p:cNvPr id="18448" name="Oval 52">
            <a:extLst>
              <a:ext uri="{FF2B5EF4-FFF2-40B4-BE49-F238E27FC236}">
                <a16:creationId xmlns:a16="http://schemas.microsoft.com/office/drawing/2014/main" id="{54815E0B-E57E-1B74-3F9A-EB3B19CDF029}"/>
              </a:ext>
            </a:extLst>
          </p:cNvPr>
          <p:cNvSpPr>
            <a:spLocks noChangeArrowheads="1"/>
          </p:cNvSpPr>
          <p:nvPr/>
        </p:nvSpPr>
        <p:spPr bwMode="auto">
          <a:xfrm flipH="1">
            <a:off x="3624263" y="364638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D</a:t>
            </a:r>
          </a:p>
        </p:txBody>
      </p:sp>
      <p:sp>
        <p:nvSpPr>
          <p:cNvPr id="18449" name="Oval 53">
            <a:extLst>
              <a:ext uri="{FF2B5EF4-FFF2-40B4-BE49-F238E27FC236}">
                <a16:creationId xmlns:a16="http://schemas.microsoft.com/office/drawing/2014/main" id="{F2AD8CFD-4D6C-A694-7CCE-E38DAFE4AC8E}"/>
              </a:ext>
            </a:extLst>
          </p:cNvPr>
          <p:cNvSpPr>
            <a:spLocks noChangeArrowheads="1"/>
          </p:cNvSpPr>
          <p:nvPr/>
        </p:nvSpPr>
        <p:spPr bwMode="auto">
          <a:xfrm flipH="1">
            <a:off x="8083551" y="364638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B</a:t>
            </a:r>
          </a:p>
        </p:txBody>
      </p:sp>
      <p:sp>
        <p:nvSpPr>
          <p:cNvPr id="18450" name="Oval 54">
            <a:extLst>
              <a:ext uri="{FF2B5EF4-FFF2-40B4-BE49-F238E27FC236}">
                <a16:creationId xmlns:a16="http://schemas.microsoft.com/office/drawing/2014/main" id="{AAB320C4-DA43-BF2D-086C-81703B720A10}"/>
              </a:ext>
            </a:extLst>
          </p:cNvPr>
          <p:cNvSpPr>
            <a:spLocks noChangeArrowheads="1"/>
          </p:cNvSpPr>
          <p:nvPr/>
        </p:nvSpPr>
        <p:spPr bwMode="auto">
          <a:xfrm flipH="1">
            <a:off x="5861051" y="4857651"/>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C</a:t>
            </a:r>
          </a:p>
        </p:txBody>
      </p:sp>
      <p:sp>
        <p:nvSpPr>
          <p:cNvPr id="18451" name="AutoShape 55">
            <a:extLst>
              <a:ext uri="{FF2B5EF4-FFF2-40B4-BE49-F238E27FC236}">
                <a16:creationId xmlns:a16="http://schemas.microsoft.com/office/drawing/2014/main" id="{A4330D34-257C-5383-CA59-8E30559279C6}"/>
              </a:ext>
            </a:extLst>
          </p:cNvPr>
          <p:cNvSpPr>
            <a:spLocks noChangeArrowheads="1"/>
          </p:cNvSpPr>
          <p:nvPr/>
        </p:nvSpPr>
        <p:spPr bwMode="auto">
          <a:xfrm>
            <a:off x="1955802" y="2714527"/>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dirty="0">
                <a:solidFill>
                  <a:schemeClr val="bg1"/>
                </a:solidFill>
              </a:rPr>
              <a:t>0.0.0.0</a:t>
            </a:r>
          </a:p>
        </p:txBody>
      </p:sp>
      <p:sp>
        <p:nvSpPr>
          <p:cNvPr id="18452" name="Line 56">
            <a:extLst>
              <a:ext uri="{FF2B5EF4-FFF2-40B4-BE49-F238E27FC236}">
                <a16:creationId xmlns:a16="http://schemas.microsoft.com/office/drawing/2014/main" id="{44E0018E-C3EC-066D-749D-BB13A2C642D1}"/>
              </a:ext>
            </a:extLst>
          </p:cNvPr>
          <p:cNvSpPr>
            <a:spLocks noChangeShapeType="1"/>
          </p:cNvSpPr>
          <p:nvPr/>
        </p:nvSpPr>
        <p:spPr bwMode="auto">
          <a:xfrm flipV="1">
            <a:off x="6013451" y="1895376"/>
            <a:ext cx="0" cy="620712"/>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18453" name="Text Box 57">
            <a:extLst>
              <a:ext uri="{FF2B5EF4-FFF2-40B4-BE49-F238E27FC236}">
                <a16:creationId xmlns:a16="http://schemas.microsoft.com/office/drawing/2014/main" id="{2E0B529F-6CBE-1D89-07CC-C99C2E1EC636}"/>
              </a:ext>
            </a:extLst>
          </p:cNvPr>
          <p:cNvSpPr txBox="1">
            <a:spLocks noChangeArrowheads="1"/>
          </p:cNvSpPr>
          <p:nvPr/>
        </p:nvSpPr>
        <p:spPr bwMode="auto">
          <a:xfrm>
            <a:off x="5465764" y="1790601"/>
            <a:ext cx="1095375"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10.0.0.0/24</a:t>
            </a:r>
          </a:p>
        </p:txBody>
      </p:sp>
      <p:sp>
        <p:nvSpPr>
          <p:cNvPr id="18454" name="Oval 58">
            <a:extLst>
              <a:ext uri="{FF2B5EF4-FFF2-40B4-BE49-F238E27FC236}">
                <a16:creationId xmlns:a16="http://schemas.microsoft.com/office/drawing/2014/main" id="{3A8BAF4B-13AB-F075-C9D4-A2E9477DDD36}"/>
              </a:ext>
            </a:extLst>
          </p:cNvPr>
          <p:cNvSpPr>
            <a:spLocks noChangeArrowheads="1"/>
          </p:cNvSpPr>
          <p:nvPr/>
        </p:nvSpPr>
        <p:spPr bwMode="auto">
          <a:xfrm flipH="1">
            <a:off x="5861051" y="247798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A</a:t>
            </a:r>
          </a:p>
        </p:txBody>
      </p:sp>
      <p:grpSp>
        <p:nvGrpSpPr>
          <p:cNvPr id="18455" name="Group 59">
            <a:extLst>
              <a:ext uri="{FF2B5EF4-FFF2-40B4-BE49-F238E27FC236}">
                <a16:creationId xmlns:a16="http://schemas.microsoft.com/office/drawing/2014/main" id="{DFC41E77-AEFB-A931-FD05-BD310F8DD7E0}"/>
              </a:ext>
            </a:extLst>
          </p:cNvPr>
          <p:cNvGrpSpPr>
            <a:grpSpLocks noChangeAspect="1"/>
          </p:cNvGrpSpPr>
          <p:nvPr/>
        </p:nvGrpSpPr>
        <p:grpSpPr bwMode="auto">
          <a:xfrm>
            <a:off x="3417888" y="2363689"/>
            <a:ext cx="723900" cy="460375"/>
            <a:chOff x="3312" y="2160"/>
            <a:chExt cx="960" cy="528"/>
          </a:xfrm>
        </p:grpSpPr>
        <p:grpSp>
          <p:nvGrpSpPr>
            <p:cNvPr id="18563" name="Group 60">
              <a:extLst>
                <a:ext uri="{FF2B5EF4-FFF2-40B4-BE49-F238E27FC236}">
                  <a16:creationId xmlns:a16="http://schemas.microsoft.com/office/drawing/2014/main" id="{B5A5D302-60B2-D883-2D94-F0B6235452D1}"/>
                </a:ext>
              </a:extLst>
            </p:cNvPr>
            <p:cNvGrpSpPr>
              <a:grpSpLocks noChangeAspect="1"/>
            </p:cNvGrpSpPr>
            <p:nvPr/>
          </p:nvGrpSpPr>
          <p:grpSpPr bwMode="auto">
            <a:xfrm>
              <a:off x="3312" y="2160"/>
              <a:ext cx="960" cy="528"/>
              <a:chOff x="3312" y="2160"/>
              <a:chExt cx="960" cy="528"/>
            </a:xfrm>
          </p:grpSpPr>
          <p:sp>
            <p:nvSpPr>
              <p:cNvPr id="18565" name="AutoShape 61">
                <a:extLst>
                  <a:ext uri="{FF2B5EF4-FFF2-40B4-BE49-F238E27FC236}">
                    <a16:creationId xmlns:a16="http://schemas.microsoft.com/office/drawing/2014/main" id="{31F04106-668E-E02B-A155-892E0B66EED5}"/>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8566" name="Group 62">
                <a:extLst>
                  <a:ext uri="{FF2B5EF4-FFF2-40B4-BE49-F238E27FC236}">
                    <a16:creationId xmlns:a16="http://schemas.microsoft.com/office/drawing/2014/main" id="{EF36EBB8-E621-79AE-8FAE-1E89C1FCC090}"/>
                  </a:ext>
                </a:extLst>
              </p:cNvPr>
              <p:cNvGrpSpPr>
                <a:grpSpLocks noChangeAspect="1"/>
              </p:cNvGrpSpPr>
              <p:nvPr/>
            </p:nvGrpSpPr>
            <p:grpSpPr bwMode="auto">
              <a:xfrm>
                <a:off x="3488" y="2193"/>
                <a:ext cx="599" cy="207"/>
                <a:chOff x="422" y="1632"/>
                <a:chExt cx="829" cy="298"/>
              </a:xfrm>
            </p:grpSpPr>
            <p:grpSp>
              <p:nvGrpSpPr>
                <p:cNvPr id="18567" name="Group 63">
                  <a:extLst>
                    <a:ext uri="{FF2B5EF4-FFF2-40B4-BE49-F238E27FC236}">
                      <a16:creationId xmlns:a16="http://schemas.microsoft.com/office/drawing/2014/main" id="{904496AF-6F21-0FA2-2B4C-8529A539A9D8}"/>
                    </a:ext>
                  </a:extLst>
                </p:cNvPr>
                <p:cNvGrpSpPr>
                  <a:grpSpLocks noChangeAspect="1"/>
                </p:cNvGrpSpPr>
                <p:nvPr/>
              </p:nvGrpSpPr>
              <p:grpSpPr bwMode="auto">
                <a:xfrm>
                  <a:off x="422" y="1632"/>
                  <a:ext cx="822" cy="291"/>
                  <a:chOff x="422" y="1632"/>
                  <a:chExt cx="822" cy="291"/>
                </a:xfrm>
              </p:grpSpPr>
              <p:sp>
                <p:nvSpPr>
                  <p:cNvPr id="18577" name="Freeform 64">
                    <a:extLst>
                      <a:ext uri="{FF2B5EF4-FFF2-40B4-BE49-F238E27FC236}">
                        <a16:creationId xmlns:a16="http://schemas.microsoft.com/office/drawing/2014/main" id="{6BE37C77-2D51-6B54-4EEF-CAC575B0D7A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78" name="Freeform 65">
                    <a:extLst>
                      <a:ext uri="{FF2B5EF4-FFF2-40B4-BE49-F238E27FC236}">
                        <a16:creationId xmlns:a16="http://schemas.microsoft.com/office/drawing/2014/main" id="{4932B8A3-E36D-CE54-AAEB-5ECB8F9A2810}"/>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79" name="Freeform 66">
                    <a:extLst>
                      <a:ext uri="{FF2B5EF4-FFF2-40B4-BE49-F238E27FC236}">
                        <a16:creationId xmlns:a16="http://schemas.microsoft.com/office/drawing/2014/main" id="{74A58F27-8003-2587-DD2D-6C08A11B0CA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80" name="Freeform 67">
                    <a:extLst>
                      <a:ext uri="{FF2B5EF4-FFF2-40B4-BE49-F238E27FC236}">
                        <a16:creationId xmlns:a16="http://schemas.microsoft.com/office/drawing/2014/main" id="{C160D35C-EB28-92F2-4B31-A9430EE2A7D2}"/>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81" name="Freeform 68">
                    <a:extLst>
                      <a:ext uri="{FF2B5EF4-FFF2-40B4-BE49-F238E27FC236}">
                        <a16:creationId xmlns:a16="http://schemas.microsoft.com/office/drawing/2014/main" id="{BDD07558-435C-CD20-1200-C946C067CC50}"/>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82" name="Freeform 69">
                    <a:extLst>
                      <a:ext uri="{FF2B5EF4-FFF2-40B4-BE49-F238E27FC236}">
                        <a16:creationId xmlns:a16="http://schemas.microsoft.com/office/drawing/2014/main" id="{B5D30766-98B8-AA7C-7694-90C34C3E8089}"/>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83" name="Freeform 70">
                    <a:extLst>
                      <a:ext uri="{FF2B5EF4-FFF2-40B4-BE49-F238E27FC236}">
                        <a16:creationId xmlns:a16="http://schemas.microsoft.com/office/drawing/2014/main" id="{83C511B1-8C89-EBBE-6FA8-C4363503A6B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84" name="Freeform 71">
                    <a:extLst>
                      <a:ext uri="{FF2B5EF4-FFF2-40B4-BE49-F238E27FC236}">
                        <a16:creationId xmlns:a16="http://schemas.microsoft.com/office/drawing/2014/main" id="{F33BDF32-67DE-673D-0F92-BA579175CDC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8568" name="Group 72">
                  <a:extLst>
                    <a:ext uri="{FF2B5EF4-FFF2-40B4-BE49-F238E27FC236}">
                      <a16:creationId xmlns:a16="http://schemas.microsoft.com/office/drawing/2014/main" id="{F7BDB54B-73F4-9AEF-C183-F1FE029BA6AA}"/>
                    </a:ext>
                  </a:extLst>
                </p:cNvPr>
                <p:cNvGrpSpPr>
                  <a:grpSpLocks noChangeAspect="1"/>
                </p:cNvGrpSpPr>
                <p:nvPr/>
              </p:nvGrpSpPr>
              <p:grpSpPr bwMode="auto">
                <a:xfrm>
                  <a:off x="429" y="1639"/>
                  <a:ext cx="822" cy="291"/>
                  <a:chOff x="429" y="1639"/>
                  <a:chExt cx="822" cy="291"/>
                </a:xfrm>
              </p:grpSpPr>
              <p:sp>
                <p:nvSpPr>
                  <p:cNvPr id="18569" name="Freeform 73">
                    <a:extLst>
                      <a:ext uri="{FF2B5EF4-FFF2-40B4-BE49-F238E27FC236}">
                        <a16:creationId xmlns:a16="http://schemas.microsoft.com/office/drawing/2014/main" id="{83ED9A54-BAAC-9DE2-9937-2A55BAA68037}"/>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70" name="Freeform 74">
                    <a:extLst>
                      <a:ext uri="{FF2B5EF4-FFF2-40B4-BE49-F238E27FC236}">
                        <a16:creationId xmlns:a16="http://schemas.microsoft.com/office/drawing/2014/main" id="{6B95B20D-D04F-0BAA-D571-30BCD5736BF7}"/>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71" name="Freeform 75">
                    <a:extLst>
                      <a:ext uri="{FF2B5EF4-FFF2-40B4-BE49-F238E27FC236}">
                        <a16:creationId xmlns:a16="http://schemas.microsoft.com/office/drawing/2014/main" id="{3B367424-2385-1137-DC22-4C2D7DD8DBAF}"/>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72" name="Freeform 76">
                    <a:extLst>
                      <a:ext uri="{FF2B5EF4-FFF2-40B4-BE49-F238E27FC236}">
                        <a16:creationId xmlns:a16="http://schemas.microsoft.com/office/drawing/2014/main" id="{1D6A9553-B4C8-2334-AACE-A36BF57A53DD}"/>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73" name="Freeform 77">
                    <a:extLst>
                      <a:ext uri="{FF2B5EF4-FFF2-40B4-BE49-F238E27FC236}">
                        <a16:creationId xmlns:a16="http://schemas.microsoft.com/office/drawing/2014/main" id="{9933079C-282A-47A7-C427-40A2368CA8CE}"/>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74" name="Freeform 78">
                    <a:extLst>
                      <a:ext uri="{FF2B5EF4-FFF2-40B4-BE49-F238E27FC236}">
                        <a16:creationId xmlns:a16="http://schemas.microsoft.com/office/drawing/2014/main" id="{83D25C27-EB7B-DFF9-15C8-7398D8136C5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75" name="Freeform 79">
                    <a:extLst>
                      <a:ext uri="{FF2B5EF4-FFF2-40B4-BE49-F238E27FC236}">
                        <a16:creationId xmlns:a16="http://schemas.microsoft.com/office/drawing/2014/main" id="{96E1BE31-621E-404F-517D-452B66EDAF0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76" name="Freeform 80">
                    <a:extLst>
                      <a:ext uri="{FF2B5EF4-FFF2-40B4-BE49-F238E27FC236}">
                        <a16:creationId xmlns:a16="http://schemas.microsoft.com/office/drawing/2014/main" id="{77F3D5F4-88A6-CD9B-74AB-6123742A256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8564" name="WordArt 81">
              <a:extLst>
                <a:ext uri="{FF2B5EF4-FFF2-40B4-BE49-F238E27FC236}">
                  <a16:creationId xmlns:a16="http://schemas.microsoft.com/office/drawing/2014/main" id="{BB098FD5-ABA0-B83E-9213-3F09F390A1E7}"/>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grpSp>
        <p:nvGrpSpPr>
          <p:cNvPr id="18456" name="Group 82">
            <a:extLst>
              <a:ext uri="{FF2B5EF4-FFF2-40B4-BE49-F238E27FC236}">
                <a16:creationId xmlns:a16="http://schemas.microsoft.com/office/drawing/2014/main" id="{79966D4D-831B-DA05-866B-D42955C36899}"/>
              </a:ext>
            </a:extLst>
          </p:cNvPr>
          <p:cNvGrpSpPr>
            <a:grpSpLocks/>
          </p:cNvGrpSpPr>
          <p:nvPr/>
        </p:nvGrpSpPr>
        <p:grpSpPr bwMode="auto">
          <a:xfrm>
            <a:off x="4184651" y="2460527"/>
            <a:ext cx="406400" cy="339725"/>
            <a:chOff x="144" y="3264"/>
            <a:chExt cx="288" cy="240"/>
          </a:xfrm>
        </p:grpSpPr>
        <p:sp>
          <p:nvSpPr>
            <p:cNvPr id="18561" name="Rectangle 83">
              <a:extLst>
                <a:ext uri="{FF2B5EF4-FFF2-40B4-BE49-F238E27FC236}">
                  <a16:creationId xmlns:a16="http://schemas.microsoft.com/office/drawing/2014/main" id="{2A84E8CD-21C6-2FD9-0EA8-885CBA2716BB}"/>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18562" name="Rectangle 84">
              <a:extLst>
                <a:ext uri="{FF2B5EF4-FFF2-40B4-BE49-F238E27FC236}">
                  <a16:creationId xmlns:a16="http://schemas.microsoft.com/office/drawing/2014/main" id="{D6F0F785-1E59-2D42-BE3D-8898A48BB258}"/>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18457" name="Group 85">
            <a:extLst>
              <a:ext uri="{FF2B5EF4-FFF2-40B4-BE49-F238E27FC236}">
                <a16:creationId xmlns:a16="http://schemas.microsoft.com/office/drawing/2014/main" id="{F13693E4-BAD9-09B1-C9FE-1F73FA68F693}"/>
              </a:ext>
            </a:extLst>
          </p:cNvPr>
          <p:cNvGrpSpPr>
            <a:grpSpLocks/>
          </p:cNvGrpSpPr>
          <p:nvPr/>
        </p:nvGrpSpPr>
        <p:grpSpPr bwMode="auto">
          <a:xfrm>
            <a:off x="3581401" y="2847877"/>
            <a:ext cx="406400" cy="339725"/>
            <a:chOff x="144" y="3264"/>
            <a:chExt cx="288" cy="240"/>
          </a:xfrm>
        </p:grpSpPr>
        <p:sp>
          <p:nvSpPr>
            <p:cNvPr id="18559" name="Rectangle 86">
              <a:extLst>
                <a:ext uri="{FF2B5EF4-FFF2-40B4-BE49-F238E27FC236}">
                  <a16:creationId xmlns:a16="http://schemas.microsoft.com/office/drawing/2014/main" id="{70A26246-E038-2757-AEF0-597ECC5F969A}"/>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18560" name="Rectangle 87">
              <a:extLst>
                <a:ext uri="{FF2B5EF4-FFF2-40B4-BE49-F238E27FC236}">
                  <a16:creationId xmlns:a16="http://schemas.microsoft.com/office/drawing/2014/main" id="{43FB839F-E464-7D6C-932D-52B56B020ABE}"/>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18458" name="Group 90">
            <a:extLst>
              <a:ext uri="{FF2B5EF4-FFF2-40B4-BE49-F238E27FC236}">
                <a16:creationId xmlns:a16="http://schemas.microsoft.com/office/drawing/2014/main" id="{8B03C3B4-09ED-395C-AE83-25B72422F947}"/>
              </a:ext>
            </a:extLst>
          </p:cNvPr>
          <p:cNvGrpSpPr>
            <a:grpSpLocks/>
          </p:cNvGrpSpPr>
          <p:nvPr/>
        </p:nvGrpSpPr>
        <p:grpSpPr bwMode="auto">
          <a:xfrm>
            <a:off x="7446963" y="2460527"/>
            <a:ext cx="406400" cy="339725"/>
            <a:chOff x="144" y="3264"/>
            <a:chExt cx="288" cy="240"/>
          </a:xfrm>
        </p:grpSpPr>
        <p:sp>
          <p:nvSpPr>
            <p:cNvPr id="18557" name="Rectangle 91">
              <a:extLst>
                <a:ext uri="{FF2B5EF4-FFF2-40B4-BE49-F238E27FC236}">
                  <a16:creationId xmlns:a16="http://schemas.microsoft.com/office/drawing/2014/main" id="{0668B682-501E-2958-927B-B7FA3D5119F3}"/>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18558" name="Rectangle 92">
              <a:extLst>
                <a:ext uri="{FF2B5EF4-FFF2-40B4-BE49-F238E27FC236}">
                  <a16:creationId xmlns:a16="http://schemas.microsoft.com/office/drawing/2014/main" id="{C5AB9B35-C02B-27D9-24EC-AE3391DDDC05}"/>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18459" name="Group 93">
            <a:extLst>
              <a:ext uri="{FF2B5EF4-FFF2-40B4-BE49-F238E27FC236}">
                <a16:creationId xmlns:a16="http://schemas.microsoft.com/office/drawing/2014/main" id="{A82A0C90-5785-7215-79F3-46FA974E83D0}"/>
              </a:ext>
            </a:extLst>
          </p:cNvPr>
          <p:cNvGrpSpPr>
            <a:grpSpLocks/>
          </p:cNvGrpSpPr>
          <p:nvPr/>
        </p:nvGrpSpPr>
        <p:grpSpPr bwMode="auto">
          <a:xfrm>
            <a:off x="8020051" y="2841527"/>
            <a:ext cx="406400" cy="339725"/>
            <a:chOff x="144" y="3264"/>
            <a:chExt cx="288" cy="240"/>
          </a:xfrm>
        </p:grpSpPr>
        <p:sp>
          <p:nvSpPr>
            <p:cNvPr id="18555" name="Rectangle 94">
              <a:extLst>
                <a:ext uri="{FF2B5EF4-FFF2-40B4-BE49-F238E27FC236}">
                  <a16:creationId xmlns:a16="http://schemas.microsoft.com/office/drawing/2014/main" id="{785C4EC5-27C6-C07C-169F-6D407E55641E}"/>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18556" name="Rectangle 95">
              <a:extLst>
                <a:ext uri="{FF2B5EF4-FFF2-40B4-BE49-F238E27FC236}">
                  <a16:creationId xmlns:a16="http://schemas.microsoft.com/office/drawing/2014/main" id="{4521F1B1-D85F-40B4-F6A1-64C390446174}"/>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18460" name="Group 96">
            <a:extLst>
              <a:ext uri="{FF2B5EF4-FFF2-40B4-BE49-F238E27FC236}">
                <a16:creationId xmlns:a16="http://schemas.microsoft.com/office/drawing/2014/main" id="{7E8454B5-3B6F-9596-DE6D-B155DD486DD9}"/>
              </a:ext>
            </a:extLst>
          </p:cNvPr>
          <p:cNvGrpSpPr>
            <a:grpSpLocks noChangeAspect="1"/>
          </p:cNvGrpSpPr>
          <p:nvPr/>
        </p:nvGrpSpPr>
        <p:grpSpPr bwMode="auto">
          <a:xfrm>
            <a:off x="7886701" y="2363689"/>
            <a:ext cx="723900" cy="460375"/>
            <a:chOff x="3312" y="2160"/>
            <a:chExt cx="960" cy="528"/>
          </a:xfrm>
        </p:grpSpPr>
        <p:grpSp>
          <p:nvGrpSpPr>
            <p:cNvPr id="18533" name="Group 97">
              <a:extLst>
                <a:ext uri="{FF2B5EF4-FFF2-40B4-BE49-F238E27FC236}">
                  <a16:creationId xmlns:a16="http://schemas.microsoft.com/office/drawing/2014/main" id="{A3C2086B-7351-7584-06F9-47AEDFFFECD9}"/>
                </a:ext>
              </a:extLst>
            </p:cNvPr>
            <p:cNvGrpSpPr>
              <a:grpSpLocks noChangeAspect="1"/>
            </p:cNvGrpSpPr>
            <p:nvPr/>
          </p:nvGrpSpPr>
          <p:grpSpPr bwMode="auto">
            <a:xfrm>
              <a:off x="3312" y="2160"/>
              <a:ext cx="960" cy="528"/>
              <a:chOff x="3312" y="2160"/>
              <a:chExt cx="960" cy="528"/>
            </a:xfrm>
          </p:grpSpPr>
          <p:sp>
            <p:nvSpPr>
              <p:cNvPr id="18535" name="AutoShape 98">
                <a:extLst>
                  <a:ext uri="{FF2B5EF4-FFF2-40B4-BE49-F238E27FC236}">
                    <a16:creationId xmlns:a16="http://schemas.microsoft.com/office/drawing/2014/main" id="{E2D78511-9E4D-0866-31D1-C2350A9376D6}"/>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8536" name="Group 99">
                <a:extLst>
                  <a:ext uri="{FF2B5EF4-FFF2-40B4-BE49-F238E27FC236}">
                    <a16:creationId xmlns:a16="http://schemas.microsoft.com/office/drawing/2014/main" id="{1918FABE-90B7-97FB-B9E3-DB97DD8BACA4}"/>
                  </a:ext>
                </a:extLst>
              </p:cNvPr>
              <p:cNvGrpSpPr>
                <a:grpSpLocks noChangeAspect="1"/>
              </p:cNvGrpSpPr>
              <p:nvPr/>
            </p:nvGrpSpPr>
            <p:grpSpPr bwMode="auto">
              <a:xfrm>
                <a:off x="3488" y="2193"/>
                <a:ext cx="599" cy="207"/>
                <a:chOff x="422" y="1632"/>
                <a:chExt cx="829" cy="298"/>
              </a:xfrm>
            </p:grpSpPr>
            <p:grpSp>
              <p:nvGrpSpPr>
                <p:cNvPr id="18537" name="Group 100">
                  <a:extLst>
                    <a:ext uri="{FF2B5EF4-FFF2-40B4-BE49-F238E27FC236}">
                      <a16:creationId xmlns:a16="http://schemas.microsoft.com/office/drawing/2014/main" id="{EFA332D0-CB64-3DF1-7E1D-AA67F034A12E}"/>
                    </a:ext>
                  </a:extLst>
                </p:cNvPr>
                <p:cNvGrpSpPr>
                  <a:grpSpLocks noChangeAspect="1"/>
                </p:cNvGrpSpPr>
                <p:nvPr/>
              </p:nvGrpSpPr>
              <p:grpSpPr bwMode="auto">
                <a:xfrm>
                  <a:off x="422" y="1632"/>
                  <a:ext cx="822" cy="291"/>
                  <a:chOff x="422" y="1632"/>
                  <a:chExt cx="822" cy="291"/>
                </a:xfrm>
              </p:grpSpPr>
              <p:sp>
                <p:nvSpPr>
                  <p:cNvPr id="18547" name="Freeform 101">
                    <a:extLst>
                      <a:ext uri="{FF2B5EF4-FFF2-40B4-BE49-F238E27FC236}">
                        <a16:creationId xmlns:a16="http://schemas.microsoft.com/office/drawing/2014/main" id="{3C6283E2-22D0-0F4A-3AA2-4E14FE363C00}"/>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48" name="Freeform 102">
                    <a:extLst>
                      <a:ext uri="{FF2B5EF4-FFF2-40B4-BE49-F238E27FC236}">
                        <a16:creationId xmlns:a16="http://schemas.microsoft.com/office/drawing/2014/main" id="{2A59084C-2C65-7CD0-A14D-E6924A24E7B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49" name="Freeform 103">
                    <a:extLst>
                      <a:ext uri="{FF2B5EF4-FFF2-40B4-BE49-F238E27FC236}">
                        <a16:creationId xmlns:a16="http://schemas.microsoft.com/office/drawing/2014/main" id="{BCB1D5CD-25D4-7C27-3E5F-CA88608F3925}"/>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50" name="Freeform 104">
                    <a:extLst>
                      <a:ext uri="{FF2B5EF4-FFF2-40B4-BE49-F238E27FC236}">
                        <a16:creationId xmlns:a16="http://schemas.microsoft.com/office/drawing/2014/main" id="{FAD8062F-3B3C-C4EF-E6B5-F2494D9C9AB0}"/>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51" name="Freeform 105">
                    <a:extLst>
                      <a:ext uri="{FF2B5EF4-FFF2-40B4-BE49-F238E27FC236}">
                        <a16:creationId xmlns:a16="http://schemas.microsoft.com/office/drawing/2014/main" id="{0DC317CA-4BB0-B361-031D-17A39B6EE7CE}"/>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52" name="Freeform 106">
                    <a:extLst>
                      <a:ext uri="{FF2B5EF4-FFF2-40B4-BE49-F238E27FC236}">
                        <a16:creationId xmlns:a16="http://schemas.microsoft.com/office/drawing/2014/main" id="{114B2ED6-5CC1-E7BE-4455-0328AEDB7122}"/>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53" name="Freeform 107">
                    <a:extLst>
                      <a:ext uri="{FF2B5EF4-FFF2-40B4-BE49-F238E27FC236}">
                        <a16:creationId xmlns:a16="http://schemas.microsoft.com/office/drawing/2014/main" id="{C950DFDB-324A-251F-F330-80435B0E12B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54" name="Freeform 108">
                    <a:extLst>
                      <a:ext uri="{FF2B5EF4-FFF2-40B4-BE49-F238E27FC236}">
                        <a16:creationId xmlns:a16="http://schemas.microsoft.com/office/drawing/2014/main" id="{4F7EA798-9975-0D6D-9291-9419EA0CA5F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8538" name="Group 109">
                  <a:extLst>
                    <a:ext uri="{FF2B5EF4-FFF2-40B4-BE49-F238E27FC236}">
                      <a16:creationId xmlns:a16="http://schemas.microsoft.com/office/drawing/2014/main" id="{DE08E4F3-26F0-7FDF-0DEF-E9A27B2BF955}"/>
                    </a:ext>
                  </a:extLst>
                </p:cNvPr>
                <p:cNvGrpSpPr>
                  <a:grpSpLocks noChangeAspect="1"/>
                </p:cNvGrpSpPr>
                <p:nvPr/>
              </p:nvGrpSpPr>
              <p:grpSpPr bwMode="auto">
                <a:xfrm>
                  <a:off x="429" y="1639"/>
                  <a:ext cx="822" cy="291"/>
                  <a:chOff x="429" y="1639"/>
                  <a:chExt cx="822" cy="291"/>
                </a:xfrm>
              </p:grpSpPr>
              <p:sp>
                <p:nvSpPr>
                  <p:cNvPr id="18539" name="Freeform 110">
                    <a:extLst>
                      <a:ext uri="{FF2B5EF4-FFF2-40B4-BE49-F238E27FC236}">
                        <a16:creationId xmlns:a16="http://schemas.microsoft.com/office/drawing/2014/main" id="{D9B87D14-60A5-36A4-8C77-1B0694881D07}"/>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40" name="Freeform 111">
                    <a:extLst>
                      <a:ext uri="{FF2B5EF4-FFF2-40B4-BE49-F238E27FC236}">
                        <a16:creationId xmlns:a16="http://schemas.microsoft.com/office/drawing/2014/main" id="{4F05D6F8-0D43-D385-2BB5-B364DC82ED8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41" name="Freeform 112">
                    <a:extLst>
                      <a:ext uri="{FF2B5EF4-FFF2-40B4-BE49-F238E27FC236}">
                        <a16:creationId xmlns:a16="http://schemas.microsoft.com/office/drawing/2014/main" id="{7893993B-4B1E-63F1-65C9-9AA0DFC2145F}"/>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42" name="Freeform 113">
                    <a:extLst>
                      <a:ext uri="{FF2B5EF4-FFF2-40B4-BE49-F238E27FC236}">
                        <a16:creationId xmlns:a16="http://schemas.microsoft.com/office/drawing/2014/main" id="{CD455578-A4CC-3D92-CD88-E4EA68C1F95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43" name="Freeform 114">
                    <a:extLst>
                      <a:ext uri="{FF2B5EF4-FFF2-40B4-BE49-F238E27FC236}">
                        <a16:creationId xmlns:a16="http://schemas.microsoft.com/office/drawing/2014/main" id="{BE863296-EED6-A8AC-2C57-528C8A0DD618}"/>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44" name="Freeform 115">
                    <a:extLst>
                      <a:ext uri="{FF2B5EF4-FFF2-40B4-BE49-F238E27FC236}">
                        <a16:creationId xmlns:a16="http://schemas.microsoft.com/office/drawing/2014/main" id="{D1410EE8-1159-6235-34AB-614FC3879E8A}"/>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45" name="Freeform 116">
                    <a:extLst>
                      <a:ext uri="{FF2B5EF4-FFF2-40B4-BE49-F238E27FC236}">
                        <a16:creationId xmlns:a16="http://schemas.microsoft.com/office/drawing/2014/main" id="{93101232-9405-9619-DA75-E1E54B829A2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46" name="Freeform 117">
                    <a:extLst>
                      <a:ext uri="{FF2B5EF4-FFF2-40B4-BE49-F238E27FC236}">
                        <a16:creationId xmlns:a16="http://schemas.microsoft.com/office/drawing/2014/main" id="{3217C03B-9B68-0E70-F6A6-17826BF39C4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8534" name="WordArt 118">
              <a:extLst>
                <a:ext uri="{FF2B5EF4-FFF2-40B4-BE49-F238E27FC236}">
                  <a16:creationId xmlns:a16="http://schemas.microsoft.com/office/drawing/2014/main" id="{3E54B798-E9CC-9FC3-C9D5-B5295B5C7C8A}"/>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18461" name="Group 121">
            <a:extLst>
              <a:ext uri="{FF2B5EF4-FFF2-40B4-BE49-F238E27FC236}">
                <a16:creationId xmlns:a16="http://schemas.microsoft.com/office/drawing/2014/main" id="{FEB491E9-C649-4D83-575F-82AE14D14F58}"/>
              </a:ext>
            </a:extLst>
          </p:cNvPr>
          <p:cNvGrpSpPr>
            <a:grpSpLocks/>
          </p:cNvGrpSpPr>
          <p:nvPr/>
        </p:nvGrpSpPr>
        <p:grpSpPr bwMode="auto">
          <a:xfrm>
            <a:off x="7427913" y="4849714"/>
            <a:ext cx="406400" cy="339725"/>
            <a:chOff x="144" y="3264"/>
            <a:chExt cx="288" cy="240"/>
          </a:xfrm>
        </p:grpSpPr>
        <p:sp>
          <p:nvSpPr>
            <p:cNvPr id="18531" name="Rectangle 122">
              <a:extLst>
                <a:ext uri="{FF2B5EF4-FFF2-40B4-BE49-F238E27FC236}">
                  <a16:creationId xmlns:a16="http://schemas.microsoft.com/office/drawing/2014/main" id="{F8A35B2E-D743-6F26-50C8-71C90C88DB1C}"/>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18532" name="Rectangle 123">
              <a:extLst>
                <a:ext uri="{FF2B5EF4-FFF2-40B4-BE49-F238E27FC236}">
                  <a16:creationId xmlns:a16="http://schemas.microsoft.com/office/drawing/2014/main" id="{5AA8FBD3-D321-AA1E-B659-BA135CF65C35}"/>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18462" name="Group 124">
            <a:extLst>
              <a:ext uri="{FF2B5EF4-FFF2-40B4-BE49-F238E27FC236}">
                <a16:creationId xmlns:a16="http://schemas.microsoft.com/office/drawing/2014/main" id="{34448A36-1544-564B-4773-4E613A0C86F5}"/>
              </a:ext>
            </a:extLst>
          </p:cNvPr>
          <p:cNvGrpSpPr>
            <a:grpSpLocks/>
          </p:cNvGrpSpPr>
          <p:nvPr/>
        </p:nvGrpSpPr>
        <p:grpSpPr bwMode="auto">
          <a:xfrm>
            <a:off x="8020051" y="4408389"/>
            <a:ext cx="406400" cy="339725"/>
            <a:chOff x="144" y="3264"/>
            <a:chExt cx="288" cy="240"/>
          </a:xfrm>
        </p:grpSpPr>
        <p:sp>
          <p:nvSpPr>
            <p:cNvPr id="18529" name="Rectangle 125">
              <a:extLst>
                <a:ext uri="{FF2B5EF4-FFF2-40B4-BE49-F238E27FC236}">
                  <a16:creationId xmlns:a16="http://schemas.microsoft.com/office/drawing/2014/main" id="{F715BD18-30E4-D40B-C393-F59E95D5E4CD}"/>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18530" name="Rectangle 126">
              <a:extLst>
                <a:ext uri="{FF2B5EF4-FFF2-40B4-BE49-F238E27FC236}">
                  <a16:creationId xmlns:a16="http://schemas.microsoft.com/office/drawing/2014/main" id="{8D5090BA-F24A-CBF2-6984-6FBB136CAEC4}"/>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18463" name="Group 127">
            <a:extLst>
              <a:ext uri="{FF2B5EF4-FFF2-40B4-BE49-F238E27FC236}">
                <a16:creationId xmlns:a16="http://schemas.microsoft.com/office/drawing/2014/main" id="{FCBAF3DB-7BD1-96F0-30AF-38AA19952AEE}"/>
              </a:ext>
            </a:extLst>
          </p:cNvPr>
          <p:cNvGrpSpPr>
            <a:grpSpLocks noChangeAspect="1"/>
          </p:cNvGrpSpPr>
          <p:nvPr/>
        </p:nvGrpSpPr>
        <p:grpSpPr bwMode="auto">
          <a:xfrm>
            <a:off x="7886701" y="4773514"/>
            <a:ext cx="723900" cy="460375"/>
            <a:chOff x="3312" y="2160"/>
            <a:chExt cx="960" cy="528"/>
          </a:xfrm>
        </p:grpSpPr>
        <p:grpSp>
          <p:nvGrpSpPr>
            <p:cNvPr id="18507" name="Group 128">
              <a:extLst>
                <a:ext uri="{FF2B5EF4-FFF2-40B4-BE49-F238E27FC236}">
                  <a16:creationId xmlns:a16="http://schemas.microsoft.com/office/drawing/2014/main" id="{699197EC-8A2E-4C9A-C790-32888770056D}"/>
                </a:ext>
              </a:extLst>
            </p:cNvPr>
            <p:cNvGrpSpPr>
              <a:grpSpLocks noChangeAspect="1"/>
            </p:cNvGrpSpPr>
            <p:nvPr/>
          </p:nvGrpSpPr>
          <p:grpSpPr bwMode="auto">
            <a:xfrm>
              <a:off x="3312" y="2160"/>
              <a:ext cx="960" cy="528"/>
              <a:chOff x="3312" y="2160"/>
              <a:chExt cx="960" cy="528"/>
            </a:xfrm>
          </p:grpSpPr>
          <p:sp>
            <p:nvSpPr>
              <p:cNvPr id="18509" name="AutoShape 129">
                <a:extLst>
                  <a:ext uri="{FF2B5EF4-FFF2-40B4-BE49-F238E27FC236}">
                    <a16:creationId xmlns:a16="http://schemas.microsoft.com/office/drawing/2014/main" id="{0343B920-1059-B3A7-FC42-9479BA2B573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8510" name="Group 130">
                <a:extLst>
                  <a:ext uri="{FF2B5EF4-FFF2-40B4-BE49-F238E27FC236}">
                    <a16:creationId xmlns:a16="http://schemas.microsoft.com/office/drawing/2014/main" id="{F0AD7209-8D63-A178-ED5C-40F53C16A930}"/>
                  </a:ext>
                </a:extLst>
              </p:cNvPr>
              <p:cNvGrpSpPr>
                <a:grpSpLocks noChangeAspect="1"/>
              </p:cNvGrpSpPr>
              <p:nvPr/>
            </p:nvGrpSpPr>
            <p:grpSpPr bwMode="auto">
              <a:xfrm>
                <a:off x="3488" y="2193"/>
                <a:ext cx="599" cy="207"/>
                <a:chOff x="422" y="1632"/>
                <a:chExt cx="829" cy="298"/>
              </a:xfrm>
            </p:grpSpPr>
            <p:grpSp>
              <p:nvGrpSpPr>
                <p:cNvPr id="18511" name="Group 131">
                  <a:extLst>
                    <a:ext uri="{FF2B5EF4-FFF2-40B4-BE49-F238E27FC236}">
                      <a16:creationId xmlns:a16="http://schemas.microsoft.com/office/drawing/2014/main" id="{4A7DA5AF-107E-217E-EE8D-35F349134497}"/>
                    </a:ext>
                  </a:extLst>
                </p:cNvPr>
                <p:cNvGrpSpPr>
                  <a:grpSpLocks noChangeAspect="1"/>
                </p:cNvGrpSpPr>
                <p:nvPr/>
              </p:nvGrpSpPr>
              <p:grpSpPr bwMode="auto">
                <a:xfrm>
                  <a:off x="422" y="1632"/>
                  <a:ext cx="822" cy="291"/>
                  <a:chOff x="422" y="1632"/>
                  <a:chExt cx="822" cy="291"/>
                </a:xfrm>
              </p:grpSpPr>
              <p:sp>
                <p:nvSpPr>
                  <p:cNvPr id="18521" name="Freeform 132">
                    <a:extLst>
                      <a:ext uri="{FF2B5EF4-FFF2-40B4-BE49-F238E27FC236}">
                        <a16:creationId xmlns:a16="http://schemas.microsoft.com/office/drawing/2014/main" id="{8E9791F8-8D4C-B7E9-6694-672EEAE6208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22" name="Freeform 133">
                    <a:extLst>
                      <a:ext uri="{FF2B5EF4-FFF2-40B4-BE49-F238E27FC236}">
                        <a16:creationId xmlns:a16="http://schemas.microsoft.com/office/drawing/2014/main" id="{2E39D869-D4E1-27ED-0DFF-26EACE24241A}"/>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23" name="Freeform 134">
                    <a:extLst>
                      <a:ext uri="{FF2B5EF4-FFF2-40B4-BE49-F238E27FC236}">
                        <a16:creationId xmlns:a16="http://schemas.microsoft.com/office/drawing/2014/main" id="{20A1042B-AB90-F0E6-347B-BECE87F568FD}"/>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24" name="Freeform 135">
                    <a:extLst>
                      <a:ext uri="{FF2B5EF4-FFF2-40B4-BE49-F238E27FC236}">
                        <a16:creationId xmlns:a16="http://schemas.microsoft.com/office/drawing/2014/main" id="{9D59E4DD-3995-B827-763D-51868563E9FC}"/>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25" name="Freeform 136">
                    <a:extLst>
                      <a:ext uri="{FF2B5EF4-FFF2-40B4-BE49-F238E27FC236}">
                        <a16:creationId xmlns:a16="http://schemas.microsoft.com/office/drawing/2014/main" id="{28768DFA-4284-8137-B62E-9DD35B0349A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26" name="Freeform 137">
                    <a:extLst>
                      <a:ext uri="{FF2B5EF4-FFF2-40B4-BE49-F238E27FC236}">
                        <a16:creationId xmlns:a16="http://schemas.microsoft.com/office/drawing/2014/main" id="{8290E442-E676-C2C1-6C8D-39C16C7AFF40}"/>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27" name="Freeform 138">
                    <a:extLst>
                      <a:ext uri="{FF2B5EF4-FFF2-40B4-BE49-F238E27FC236}">
                        <a16:creationId xmlns:a16="http://schemas.microsoft.com/office/drawing/2014/main" id="{0FD17079-41B8-47B0-BADA-AD11B34B3B3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28" name="Freeform 139">
                    <a:extLst>
                      <a:ext uri="{FF2B5EF4-FFF2-40B4-BE49-F238E27FC236}">
                        <a16:creationId xmlns:a16="http://schemas.microsoft.com/office/drawing/2014/main" id="{465EFBB4-6485-31B6-9E97-68E54F9AA99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8512" name="Group 140">
                  <a:extLst>
                    <a:ext uri="{FF2B5EF4-FFF2-40B4-BE49-F238E27FC236}">
                      <a16:creationId xmlns:a16="http://schemas.microsoft.com/office/drawing/2014/main" id="{033BB10B-BD77-B799-D31D-E8A7848B2D69}"/>
                    </a:ext>
                  </a:extLst>
                </p:cNvPr>
                <p:cNvGrpSpPr>
                  <a:grpSpLocks noChangeAspect="1"/>
                </p:cNvGrpSpPr>
                <p:nvPr/>
              </p:nvGrpSpPr>
              <p:grpSpPr bwMode="auto">
                <a:xfrm>
                  <a:off x="429" y="1639"/>
                  <a:ext cx="822" cy="291"/>
                  <a:chOff x="429" y="1639"/>
                  <a:chExt cx="822" cy="291"/>
                </a:xfrm>
              </p:grpSpPr>
              <p:sp>
                <p:nvSpPr>
                  <p:cNvPr id="18513" name="Freeform 141">
                    <a:extLst>
                      <a:ext uri="{FF2B5EF4-FFF2-40B4-BE49-F238E27FC236}">
                        <a16:creationId xmlns:a16="http://schemas.microsoft.com/office/drawing/2014/main" id="{9CA9AD8F-2C3E-6D54-FCB4-5E512C488114}"/>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14" name="Freeform 142">
                    <a:extLst>
                      <a:ext uri="{FF2B5EF4-FFF2-40B4-BE49-F238E27FC236}">
                        <a16:creationId xmlns:a16="http://schemas.microsoft.com/office/drawing/2014/main" id="{0424714E-6F5A-789A-6233-EED4BCD692C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15" name="Freeform 143">
                    <a:extLst>
                      <a:ext uri="{FF2B5EF4-FFF2-40B4-BE49-F238E27FC236}">
                        <a16:creationId xmlns:a16="http://schemas.microsoft.com/office/drawing/2014/main" id="{08A21DE1-0287-C08D-15D0-F295CAAD7CD1}"/>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16" name="Freeform 144">
                    <a:extLst>
                      <a:ext uri="{FF2B5EF4-FFF2-40B4-BE49-F238E27FC236}">
                        <a16:creationId xmlns:a16="http://schemas.microsoft.com/office/drawing/2014/main" id="{CC63C727-87B2-AFDD-2859-7D3A1E45B3EF}"/>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17" name="Freeform 145">
                    <a:extLst>
                      <a:ext uri="{FF2B5EF4-FFF2-40B4-BE49-F238E27FC236}">
                        <a16:creationId xmlns:a16="http://schemas.microsoft.com/office/drawing/2014/main" id="{16254668-EC9B-652A-3339-FD086DB47384}"/>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18" name="Freeform 146">
                    <a:extLst>
                      <a:ext uri="{FF2B5EF4-FFF2-40B4-BE49-F238E27FC236}">
                        <a16:creationId xmlns:a16="http://schemas.microsoft.com/office/drawing/2014/main" id="{C996DDFC-E1A2-2CB9-8777-27FDFA249EC1}"/>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19" name="Freeform 147">
                    <a:extLst>
                      <a:ext uri="{FF2B5EF4-FFF2-40B4-BE49-F238E27FC236}">
                        <a16:creationId xmlns:a16="http://schemas.microsoft.com/office/drawing/2014/main" id="{841F150D-C9C7-7387-C17E-647173420834}"/>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20" name="Freeform 148">
                    <a:extLst>
                      <a:ext uri="{FF2B5EF4-FFF2-40B4-BE49-F238E27FC236}">
                        <a16:creationId xmlns:a16="http://schemas.microsoft.com/office/drawing/2014/main" id="{72A8910F-4DFD-10A3-1EDE-1C4190BDB946}"/>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8508" name="WordArt 149">
              <a:extLst>
                <a:ext uri="{FF2B5EF4-FFF2-40B4-BE49-F238E27FC236}">
                  <a16:creationId xmlns:a16="http://schemas.microsoft.com/office/drawing/2014/main" id="{93EE715F-2201-689F-99FE-D0F7F73F9A4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grpSp>
        <p:nvGrpSpPr>
          <p:cNvPr id="18464" name="Group 152">
            <a:extLst>
              <a:ext uri="{FF2B5EF4-FFF2-40B4-BE49-F238E27FC236}">
                <a16:creationId xmlns:a16="http://schemas.microsoft.com/office/drawing/2014/main" id="{165173FC-F1EF-776D-B0AF-E5F2B6170CC8}"/>
              </a:ext>
            </a:extLst>
          </p:cNvPr>
          <p:cNvGrpSpPr>
            <a:grpSpLocks noChangeAspect="1"/>
          </p:cNvGrpSpPr>
          <p:nvPr/>
        </p:nvGrpSpPr>
        <p:grpSpPr bwMode="auto">
          <a:xfrm>
            <a:off x="3417888" y="4773514"/>
            <a:ext cx="723900" cy="460375"/>
            <a:chOff x="3312" y="2160"/>
            <a:chExt cx="960" cy="528"/>
          </a:xfrm>
        </p:grpSpPr>
        <p:grpSp>
          <p:nvGrpSpPr>
            <p:cNvPr id="18485" name="Group 153">
              <a:extLst>
                <a:ext uri="{FF2B5EF4-FFF2-40B4-BE49-F238E27FC236}">
                  <a16:creationId xmlns:a16="http://schemas.microsoft.com/office/drawing/2014/main" id="{A1003F9F-6131-6A16-30D5-28C51B0256C0}"/>
                </a:ext>
              </a:extLst>
            </p:cNvPr>
            <p:cNvGrpSpPr>
              <a:grpSpLocks noChangeAspect="1"/>
            </p:cNvGrpSpPr>
            <p:nvPr/>
          </p:nvGrpSpPr>
          <p:grpSpPr bwMode="auto">
            <a:xfrm>
              <a:off x="3312" y="2160"/>
              <a:ext cx="960" cy="528"/>
              <a:chOff x="3312" y="2160"/>
              <a:chExt cx="960" cy="528"/>
            </a:xfrm>
          </p:grpSpPr>
          <p:sp>
            <p:nvSpPr>
              <p:cNvPr id="18487" name="AutoShape 154">
                <a:extLst>
                  <a:ext uri="{FF2B5EF4-FFF2-40B4-BE49-F238E27FC236}">
                    <a16:creationId xmlns:a16="http://schemas.microsoft.com/office/drawing/2014/main" id="{1CC83282-14BC-D554-C78E-2FAE6FE66E05}"/>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8488" name="Group 155">
                <a:extLst>
                  <a:ext uri="{FF2B5EF4-FFF2-40B4-BE49-F238E27FC236}">
                    <a16:creationId xmlns:a16="http://schemas.microsoft.com/office/drawing/2014/main" id="{45398D2C-932F-1447-DD17-8F233FCD87DA}"/>
                  </a:ext>
                </a:extLst>
              </p:cNvPr>
              <p:cNvGrpSpPr>
                <a:grpSpLocks noChangeAspect="1"/>
              </p:cNvGrpSpPr>
              <p:nvPr/>
            </p:nvGrpSpPr>
            <p:grpSpPr bwMode="auto">
              <a:xfrm>
                <a:off x="3488" y="2193"/>
                <a:ext cx="599" cy="207"/>
                <a:chOff x="422" y="1632"/>
                <a:chExt cx="829" cy="298"/>
              </a:xfrm>
            </p:grpSpPr>
            <p:grpSp>
              <p:nvGrpSpPr>
                <p:cNvPr id="18489" name="Group 156">
                  <a:extLst>
                    <a:ext uri="{FF2B5EF4-FFF2-40B4-BE49-F238E27FC236}">
                      <a16:creationId xmlns:a16="http://schemas.microsoft.com/office/drawing/2014/main" id="{15A7F4F5-F88B-67F3-1053-97EDB1362957}"/>
                    </a:ext>
                  </a:extLst>
                </p:cNvPr>
                <p:cNvGrpSpPr>
                  <a:grpSpLocks noChangeAspect="1"/>
                </p:cNvGrpSpPr>
                <p:nvPr/>
              </p:nvGrpSpPr>
              <p:grpSpPr bwMode="auto">
                <a:xfrm>
                  <a:off x="422" y="1632"/>
                  <a:ext cx="822" cy="291"/>
                  <a:chOff x="422" y="1632"/>
                  <a:chExt cx="822" cy="291"/>
                </a:xfrm>
              </p:grpSpPr>
              <p:sp>
                <p:nvSpPr>
                  <p:cNvPr id="18499" name="Freeform 157">
                    <a:extLst>
                      <a:ext uri="{FF2B5EF4-FFF2-40B4-BE49-F238E27FC236}">
                        <a16:creationId xmlns:a16="http://schemas.microsoft.com/office/drawing/2014/main" id="{196574AD-30E1-6710-4E71-750AB3B0ECE0}"/>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00" name="Freeform 158">
                    <a:extLst>
                      <a:ext uri="{FF2B5EF4-FFF2-40B4-BE49-F238E27FC236}">
                        <a16:creationId xmlns:a16="http://schemas.microsoft.com/office/drawing/2014/main" id="{E0B7838B-82C3-CDED-EFB2-AF55BD436BF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01" name="Freeform 159">
                    <a:extLst>
                      <a:ext uri="{FF2B5EF4-FFF2-40B4-BE49-F238E27FC236}">
                        <a16:creationId xmlns:a16="http://schemas.microsoft.com/office/drawing/2014/main" id="{3D4B67C7-E3BD-EEE4-B01E-B53D99A83653}"/>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02" name="Freeform 160">
                    <a:extLst>
                      <a:ext uri="{FF2B5EF4-FFF2-40B4-BE49-F238E27FC236}">
                        <a16:creationId xmlns:a16="http://schemas.microsoft.com/office/drawing/2014/main" id="{26314600-9BD3-9046-373A-4BECAF667585}"/>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03" name="Freeform 161">
                    <a:extLst>
                      <a:ext uri="{FF2B5EF4-FFF2-40B4-BE49-F238E27FC236}">
                        <a16:creationId xmlns:a16="http://schemas.microsoft.com/office/drawing/2014/main" id="{DB8B55C2-8584-034A-36A8-6CB30BA7C14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04" name="Freeform 162">
                    <a:extLst>
                      <a:ext uri="{FF2B5EF4-FFF2-40B4-BE49-F238E27FC236}">
                        <a16:creationId xmlns:a16="http://schemas.microsoft.com/office/drawing/2014/main" id="{33BB0941-02C4-49C2-82A6-AE3F8928C209}"/>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05" name="Freeform 163">
                    <a:extLst>
                      <a:ext uri="{FF2B5EF4-FFF2-40B4-BE49-F238E27FC236}">
                        <a16:creationId xmlns:a16="http://schemas.microsoft.com/office/drawing/2014/main" id="{CD29C8FC-D5DF-9310-5E02-B2DA0A602EB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506" name="Freeform 164">
                    <a:extLst>
                      <a:ext uri="{FF2B5EF4-FFF2-40B4-BE49-F238E27FC236}">
                        <a16:creationId xmlns:a16="http://schemas.microsoft.com/office/drawing/2014/main" id="{F6D6308A-3054-B598-501A-A7D92548013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8490" name="Group 165">
                  <a:extLst>
                    <a:ext uri="{FF2B5EF4-FFF2-40B4-BE49-F238E27FC236}">
                      <a16:creationId xmlns:a16="http://schemas.microsoft.com/office/drawing/2014/main" id="{84768132-84F7-8862-1215-5332D7F1A042}"/>
                    </a:ext>
                  </a:extLst>
                </p:cNvPr>
                <p:cNvGrpSpPr>
                  <a:grpSpLocks noChangeAspect="1"/>
                </p:cNvGrpSpPr>
                <p:nvPr/>
              </p:nvGrpSpPr>
              <p:grpSpPr bwMode="auto">
                <a:xfrm>
                  <a:off x="429" y="1639"/>
                  <a:ext cx="822" cy="291"/>
                  <a:chOff x="429" y="1639"/>
                  <a:chExt cx="822" cy="291"/>
                </a:xfrm>
              </p:grpSpPr>
              <p:sp>
                <p:nvSpPr>
                  <p:cNvPr id="18491" name="Freeform 166">
                    <a:extLst>
                      <a:ext uri="{FF2B5EF4-FFF2-40B4-BE49-F238E27FC236}">
                        <a16:creationId xmlns:a16="http://schemas.microsoft.com/office/drawing/2014/main" id="{D33B922F-C223-1D26-3E5E-11100430B18B}"/>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492" name="Freeform 167">
                    <a:extLst>
                      <a:ext uri="{FF2B5EF4-FFF2-40B4-BE49-F238E27FC236}">
                        <a16:creationId xmlns:a16="http://schemas.microsoft.com/office/drawing/2014/main" id="{618E93E7-DC7D-F795-0FFA-B25F252C765A}"/>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493" name="Freeform 168">
                    <a:extLst>
                      <a:ext uri="{FF2B5EF4-FFF2-40B4-BE49-F238E27FC236}">
                        <a16:creationId xmlns:a16="http://schemas.microsoft.com/office/drawing/2014/main" id="{9264244B-92DF-05BA-0DDD-2373052CBA02}"/>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494" name="Freeform 169">
                    <a:extLst>
                      <a:ext uri="{FF2B5EF4-FFF2-40B4-BE49-F238E27FC236}">
                        <a16:creationId xmlns:a16="http://schemas.microsoft.com/office/drawing/2014/main" id="{428EE867-2C63-3A08-E42A-94B5719A9A8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495" name="Freeform 170">
                    <a:extLst>
                      <a:ext uri="{FF2B5EF4-FFF2-40B4-BE49-F238E27FC236}">
                        <a16:creationId xmlns:a16="http://schemas.microsoft.com/office/drawing/2014/main" id="{DFA66572-9612-3CC1-5FC6-3CE5045F9D0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496" name="Freeform 171">
                    <a:extLst>
                      <a:ext uri="{FF2B5EF4-FFF2-40B4-BE49-F238E27FC236}">
                        <a16:creationId xmlns:a16="http://schemas.microsoft.com/office/drawing/2014/main" id="{27F2C31F-45D0-4EDB-37F1-5529FD06422A}"/>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497" name="Freeform 172">
                    <a:extLst>
                      <a:ext uri="{FF2B5EF4-FFF2-40B4-BE49-F238E27FC236}">
                        <a16:creationId xmlns:a16="http://schemas.microsoft.com/office/drawing/2014/main" id="{B5CEADEE-E69D-7A0C-C5C5-D710F3E20B96}"/>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8498" name="Freeform 173">
                    <a:extLst>
                      <a:ext uri="{FF2B5EF4-FFF2-40B4-BE49-F238E27FC236}">
                        <a16:creationId xmlns:a16="http://schemas.microsoft.com/office/drawing/2014/main" id="{1E93EFE9-8BE9-E16E-1B22-DE2A8FE0978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8486" name="WordArt 174">
              <a:extLst>
                <a:ext uri="{FF2B5EF4-FFF2-40B4-BE49-F238E27FC236}">
                  <a16:creationId xmlns:a16="http://schemas.microsoft.com/office/drawing/2014/main" id="{EB0474F6-5AA2-3389-7685-F61CDD061A10}"/>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grpSp>
        <p:nvGrpSpPr>
          <p:cNvPr id="18465" name="Group 175">
            <a:extLst>
              <a:ext uri="{FF2B5EF4-FFF2-40B4-BE49-F238E27FC236}">
                <a16:creationId xmlns:a16="http://schemas.microsoft.com/office/drawing/2014/main" id="{1643703C-6828-E18F-C10E-69FA0B68C649}"/>
              </a:ext>
            </a:extLst>
          </p:cNvPr>
          <p:cNvGrpSpPr>
            <a:grpSpLocks/>
          </p:cNvGrpSpPr>
          <p:nvPr/>
        </p:nvGrpSpPr>
        <p:grpSpPr bwMode="auto">
          <a:xfrm>
            <a:off x="3581401" y="4408389"/>
            <a:ext cx="406400" cy="339725"/>
            <a:chOff x="144" y="3264"/>
            <a:chExt cx="288" cy="240"/>
          </a:xfrm>
        </p:grpSpPr>
        <p:sp>
          <p:nvSpPr>
            <p:cNvPr id="18483" name="Rectangle 176">
              <a:extLst>
                <a:ext uri="{FF2B5EF4-FFF2-40B4-BE49-F238E27FC236}">
                  <a16:creationId xmlns:a16="http://schemas.microsoft.com/office/drawing/2014/main" id="{0D6F3B54-BF10-854D-495E-4231D246261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18484" name="Rectangle 177">
              <a:extLst>
                <a:ext uri="{FF2B5EF4-FFF2-40B4-BE49-F238E27FC236}">
                  <a16:creationId xmlns:a16="http://schemas.microsoft.com/office/drawing/2014/main" id="{9BA10A21-A78D-18F2-5AB9-D0E256AD84A3}"/>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18466" name="Group 178">
            <a:extLst>
              <a:ext uri="{FF2B5EF4-FFF2-40B4-BE49-F238E27FC236}">
                <a16:creationId xmlns:a16="http://schemas.microsoft.com/office/drawing/2014/main" id="{B65B325E-DB4F-88C4-CEC7-2438CAB3A91D}"/>
              </a:ext>
            </a:extLst>
          </p:cNvPr>
          <p:cNvGrpSpPr>
            <a:grpSpLocks/>
          </p:cNvGrpSpPr>
          <p:nvPr/>
        </p:nvGrpSpPr>
        <p:grpSpPr bwMode="auto">
          <a:xfrm>
            <a:off x="4213226" y="4849714"/>
            <a:ext cx="406400" cy="339725"/>
            <a:chOff x="144" y="3264"/>
            <a:chExt cx="288" cy="240"/>
          </a:xfrm>
        </p:grpSpPr>
        <p:sp>
          <p:nvSpPr>
            <p:cNvPr id="18481" name="Rectangle 179">
              <a:extLst>
                <a:ext uri="{FF2B5EF4-FFF2-40B4-BE49-F238E27FC236}">
                  <a16:creationId xmlns:a16="http://schemas.microsoft.com/office/drawing/2014/main" id="{C975C6C6-0965-96AB-C679-077A85ABB7A3}"/>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18482" name="Rectangle 180">
              <a:extLst>
                <a:ext uri="{FF2B5EF4-FFF2-40B4-BE49-F238E27FC236}">
                  <a16:creationId xmlns:a16="http://schemas.microsoft.com/office/drawing/2014/main" id="{AE647AFF-59AA-F0EF-2904-BEC3D19E31A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18467" name="AutoShape 185">
            <a:extLst>
              <a:ext uri="{FF2B5EF4-FFF2-40B4-BE49-F238E27FC236}">
                <a16:creationId xmlns:a16="http://schemas.microsoft.com/office/drawing/2014/main" id="{11FAD5DB-F829-2987-E838-9DD5AB02D85B}"/>
              </a:ext>
            </a:extLst>
          </p:cNvPr>
          <p:cNvSpPr>
            <a:spLocks noChangeArrowheads="1"/>
          </p:cNvSpPr>
          <p:nvPr/>
        </p:nvSpPr>
        <p:spPr bwMode="auto">
          <a:xfrm>
            <a:off x="1199456" y="4653136"/>
            <a:ext cx="1011238"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Area ID</a:t>
            </a:r>
          </a:p>
        </p:txBody>
      </p:sp>
      <p:pic>
        <p:nvPicPr>
          <p:cNvPr id="18469" name="Picture 192" descr="MC900434713[1]">
            <a:extLst>
              <a:ext uri="{FF2B5EF4-FFF2-40B4-BE49-F238E27FC236}">
                <a16:creationId xmlns:a16="http://schemas.microsoft.com/office/drawing/2014/main" id="{B3A217DC-ED81-A209-D4D7-01770F80854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25877" y="4030564"/>
            <a:ext cx="4349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70" name="Picture 193" descr="MC900434713[1]">
            <a:extLst>
              <a:ext uri="{FF2B5EF4-FFF2-40B4-BE49-F238E27FC236}">
                <a16:creationId xmlns:a16="http://schemas.microsoft.com/office/drawing/2014/main" id="{22D99C94-6090-75CA-AC30-F1E3F9E76C4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71989" y="4465539"/>
            <a:ext cx="4349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71" name="Picture 194" descr="MC900434713[1]">
            <a:extLst>
              <a:ext uri="{FF2B5EF4-FFF2-40B4-BE49-F238E27FC236}">
                <a16:creationId xmlns:a16="http://schemas.microsoft.com/office/drawing/2014/main" id="{A1D7975D-9909-DC5D-5A80-15226C44AFF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94689" y="4040089"/>
            <a:ext cx="4349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72" name="Picture 195" descr="MC900434713[1]">
            <a:extLst>
              <a:ext uri="{FF2B5EF4-FFF2-40B4-BE49-F238E27FC236}">
                <a16:creationId xmlns:a16="http://schemas.microsoft.com/office/drawing/2014/main" id="{B7A522AD-9313-45FE-3534-76F8C11DDFE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62464" y="2089051"/>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73" name="Picture 196" descr="MC900434713[1]">
            <a:extLst>
              <a:ext uri="{FF2B5EF4-FFF2-40B4-BE49-F238E27FC236}">
                <a16:creationId xmlns:a16="http://schemas.microsoft.com/office/drawing/2014/main" id="{6F05D390-BE69-366A-1229-0E78FC6BFF5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99457" y="5150023"/>
            <a:ext cx="4349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74" name="Text Box 197">
            <a:extLst>
              <a:ext uri="{FF2B5EF4-FFF2-40B4-BE49-F238E27FC236}">
                <a16:creationId xmlns:a16="http://schemas.microsoft.com/office/drawing/2014/main" id="{40DB5147-5B4B-477B-85F1-3C2A0A21385B}"/>
              </a:ext>
            </a:extLst>
          </p:cNvPr>
          <p:cNvSpPr txBox="1">
            <a:spLocks noChangeArrowheads="1"/>
          </p:cNvSpPr>
          <p:nvPr/>
        </p:nvSpPr>
        <p:spPr bwMode="auto">
          <a:xfrm>
            <a:off x="1542357" y="5216698"/>
            <a:ext cx="14017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2000"/>
              <a:t>designated</a:t>
            </a:r>
          </a:p>
        </p:txBody>
      </p:sp>
      <p:sp>
        <p:nvSpPr>
          <p:cNvPr id="18475" name="AutoShape 198">
            <a:extLst>
              <a:ext uri="{FF2B5EF4-FFF2-40B4-BE49-F238E27FC236}">
                <a16:creationId xmlns:a16="http://schemas.microsoft.com/office/drawing/2014/main" id="{F7B53BBA-7E4E-5388-DAC2-DA2912513881}"/>
              </a:ext>
            </a:extLst>
          </p:cNvPr>
          <p:cNvSpPr>
            <a:spLocks noChangeArrowheads="1"/>
          </p:cNvSpPr>
          <p:nvPr/>
        </p:nvSpPr>
        <p:spPr bwMode="auto">
          <a:xfrm>
            <a:off x="3267076" y="2027139"/>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10.0.3.1</a:t>
            </a:r>
          </a:p>
        </p:txBody>
      </p:sp>
      <p:sp>
        <p:nvSpPr>
          <p:cNvPr id="18476" name="AutoShape 199">
            <a:extLst>
              <a:ext uri="{FF2B5EF4-FFF2-40B4-BE49-F238E27FC236}">
                <a16:creationId xmlns:a16="http://schemas.microsoft.com/office/drawing/2014/main" id="{96F648E3-2747-0870-FAB5-07A49E501C7A}"/>
              </a:ext>
            </a:extLst>
          </p:cNvPr>
          <p:cNvSpPr>
            <a:spLocks noChangeArrowheads="1"/>
          </p:cNvSpPr>
          <p:nvPr/>
        </p:nvSpPr>
        <p:spPr bwMode="auto">
          <a:xfrm>
            <a:off x="3267076" y="5264052"/>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10.0.3.2</a:t>
            </a:r>
          </a:p>
        </p:txBody>
      </p:sp>
      <p:sp>
        <p:nvSpPr>
          <p:cNvPr id="18477" name="AutoShape 200">
            <a:extLst>
              <a:ext uri="{FF2B5EF4-FFF2-40B4-BE49-F238E27FC236}">
                <a16:creationId xmlns:a16="http://schemas.microsoft.com/office/drawing/2014/main" id="{720BC324-9923-22B8-8F5C-370A5663FAD9}"/>
              </a:ext>
            </a:extLst>
          </p:cNvPr>
          <p:cNvSpPr>
            <a:spLocks noChangeArrowheads="1"/>
          </p:cNvSpPr>
          <p:nvPr/>
        </p:nvSpPr>
        <p:spPr bwMode="auto">
          <a:xfrm>
            <a:off x="1199456" y="5713586"/>
            <a:ext cx="1195388" cy="39052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2000"/>
              <a:t>router id</a:t>
            </a:r>
          </a:p>
        </p:txBody>
      </p:sp>
      <p:sp>
        <p:nvSpPr>
          <p:cNvPr id="18478" name="AutoShape 201">
            <a:extLst>
              <a:ext uri="{FF2B5EF4-FFF2-40B4-BE49-F238E27FC236}">
                <a16:creationId xmlns:a16="http://schemas.microsoft.com/office/drawing/2014/main" id="{E492306B-51F6-243C-5A88-880D04AA3C81}"/>
              </a:ext>
            </a:extLst>
          </p:cNvPr>
          <p:cNvSpPr>
            <a:spLocks noChangeArrowheads="1"/>
          </p:cNvSpPr>
          <p:nvPr/>
        </p:nvSpPr>
        <p:spPr bwMode="auto">
          <a:xfrm>
            <a:off x="7727951" y="5264052"/>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10.0.2.2</a:t>
            </a:r>
          </a:p>
        </p:txBody>
      </p:sp>
      <p:sp>
        <p:nvSpPr>
          <p:cNvPr id="18479" name="AutoShape 202">
            <a:extLst>
              <a:ext uri="{FF2B5EF4-FFF2-40B4-BE49-F238E27FC236}">
                <a16:creationId xmlns:a16="http://schemas.microsoft.com/office/drawing/2014/main" id="{CCB932F3-2949-0B3D-E79E-4A4F657464FE}"/>
              </a:ext>
            </a:extLst>
          </p:cNvPr>
          <p:cNvSpPr>
            <a:spLocks noChangeArrowheads="1"/>
          </p:cNvSpPr>
          <p:nvPr/>
        </p:nvSpPr>
        <p:spPr bwMode="auto">
          <a:xfrm>
            <a:off x="7727951" y="2027139"/>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10.0.1.1</a:t>
            </a:r>
          </a:p>
        </p:txBody>
      </p:sp>
      <p:sp>
        <p:nvSpPr>
          <p:cNvPr id="18480" name="AutoShape 203">
            <a:extLst>
              <a:ext uri="{FF2B5EF4-FFF2-40B4-BE49-F238E27FC236}">
                <a16:creationId xmlns:a16="http://schemas.microsoft.com/office/drawing/2014/main" id="{8530ACDC-9258-132B-757D-4BA69D64DCB3}"/>
              </a:ext>
            </a:extLst>
          </p:cNvPr>
          <p:cNvSpPr>
            <a:spLocks noChangeArrowheads="1"/>
          </p:cNvSpPr>
          <p:nvPr/>
        </p:nvSpPr>
        <p:spPr bwMode="auto">
          <a:xfrm>
            <a:off x="6411913" y="3660677"/>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10.0.2.3</a:t>
            </a: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63" name="Rectangle 175">
            <a:extLst>
              <a:ext uri="{FF2B5EF4-FFF2-40B4-BE49-F238E27FC236}">
                <a16:creationId xmlns:a16="http://schemas.microsoft.com/office/drawing/2014/main" id="{A1DD3EBF-9618-4CAC-5891-6ABB0F57E4A8}"/>
              </a:ext>
            </a:extLst>
          </p:cNvPr>
          <p:cNvSpPr>
            <a:spLocks noGrp="1" noChangeArrowheads="1"/>
          </p:cNvSpPr>
          <p:nvPr>
            <p:ph type="title"/>
          </p:nvPr>
        </p:nvSpPr>
        <p:spPr>
          <a:xfrm>
            <a:off x="1981200" y="274639"/>
            <a:ext cx="8229600" cy="922337"/>
          </a:xfrm>
        </p:spPr>
        <p:txBody>
          <a:bodyPr/>
          <a:lstStyle/>
          <a:p>
            <a:pPr eaLnBrk="1" hangingPunct="1"/>
            <a:r>
              <a:rPr lang="it-IT" altLang="it-IT" sz="4000" dirty="0" err="1"/>
              <a:t>designated</a:t>
            </a:r>
            <a:r>
              <a:rPr lang="it-IT" altLang="it-IT" sz="4000" dirty="0"/>
              <a:t> routers</a:t>
            </a:r>
            <a:br>
              <a:rPr lang="it-IT" altLang="it-IT" sz="4000" dirty="0"/>
            </a:br>
            <a:r>
              <a:rPr lang="it-IT" altLang="it-IT" sz="2800" dirty="0"/>
              <a:t>(router </a:t>
            </a:r>
            <a:r>
              <a:rPr lang="it-IT" altLang="it-IT" sz="2800" dirty="0" err="1"/>
              <a:t>interfaces</a:t>
            </a:r>
            <a:r>
              <a:rPr lang="it-IT" altLang="it-IT" sz="2800" dirty="0"/>
              <a:t> </a:t>
            </a:r>
            <a:r>
              <a:rPr lang="it-IT" altLang="it-IT" sz="2800" dirty="0" err="1"/>
              <a:t>designated</a:t>
            </a:r>
            <a:r>
              <a:rPr lang="it-IT" altLang="it-IT" sz="2800" dirty="0"/>
              <a:t> for </a:t>
            </a:r>
            <a:r>
              <a:rPr lang="it-IT" altLang="it-IT" sz="2800" dirty="0" err="1"/>
              <a:t>each</a:t>
            </a:r>
            <a:r>
              <a:rPr lang="it-IT" altLang="it-IT" sz="2800" dirty="0"/>
              <a:t> network)</a:t>
            </a:r>
          </a:p>
        </p:txBody>
      </p:sp>
      <p:sp>
        <p:nvSpPr>
          <p:cNvPr id="2" name="Rectangle 4">
            <a:extLst>
              <a:ext uri="{FF2B5EF4-FFF2-40B4-BE49-F238E27FC236}">
                <a16:creationId xmlns:a16="http://schemas.microsoft.com/office/drawing/2014/main" id="{DDDF51F4-9047-BC1F-B83B-A878F3EBA2DD}"/>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13A2FA9E-6AE6-0AE7-3DEE-84312FA59D72}"/>
              </a:ext>
            </a:extLst>
          </p:cNvPr>
          <p:cNvSpPr>
            <a:spLocks noGrp="1" noChangeArrowheads="1"/>
          </p:cNvSpPr>
          <p:nvPr>
            <p:ph type="ftr" sz="quarter" idx="11"/>
          </p:nvPr>
        </p:nvSpPr>
        <p:spPr>
          <a:ln/>
        </p:spPr>
        <p:txBody>
          <a:bodyPr/>
          <a:lstStyle/>
          <a:p>
            <a:r>
              <a:rPr lang="it-IT" altLang="en-IT" dirty="0" err="1"/>
              <a:t>kathara</a:t>
            </a:r>
            <a:r>
              <a:rPr lang="it-IT" altLang="en-IT" dirty="0"/>
              <a:t> – [ labs: </a:t>
            </a:r>
            <a:r>
              <a:rPr lang="it-IT" altLang="en-IT" dirty="0" err="1"/>
              <a:t>ospf_frr</a:t>
            </a:r>
            <a:r>
              <a:rPr lang="it-IT" altLang="en-IT" dirty="0"/>
              <a:t> ]</a:t>
            </a:r>
          </a:p>
        </p:txBody>
      </p:sp>
      <p:grpSp>
        <p:nvGrpSpPr>
          <p:cNvPr id="4" name="Group 3">
            <a:extLst>
              <a:ext uri="{FF2B5EF4-FFF2-40B4-BE49-F238E27FC236}">
                <a16:creationId xmlns:a16="http://schemas.microsoft.com/office/drawing/2014/main" id="{17A430B4-1012-72B6-D094-1CF7EA66B85B}"/>
              </a:ext>
            </a:extLst>
          </p:cNvPr>
          <p:cNvGrpSpPr/>
          <p:nvPr/>
        </p:nvGrpSpPr>
        <p:grpSpPr>
          <a:xfrm>
            <a:off x="2121000" y="1718022"/>
            <a:ext cx="9583700" cy="4608829"/>
            <a:chOff x="1996583" y="2378845"/>
            <a:chExt cx="9583700" cy="3872219"/>
          </a:xfrm>
        </p:grpSpPr>
        <p:sp>
          <p:nvSpPr>
            <p:cNvPr id="5" name="Rectangle 4">
              <a:extLst>
                <a:ext uri="{FF2B5EF4-FFF2-40B4-BE49-F238E27FC236}">
                  <a16:creationId xmlns:a16="http://schemas.microsoft.com/office/drawing/2014/main" id="{0D978B83-1629-F672-67C4-16D1068B3BBD}"/>
                </a:ext>
              </a:extLst>
            </p:cNvPr>
            <p:cNvSpPr/>
            <p:nvPr/>
          </p:nvSpPr>
          <p:spPr>
            <a:xfrm>
              <a:off x="1996583" y="2632079"/>
              <a:ext cx="9583700" cy="3618985"/>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it-IT" altLang="it-IT" dirty="0">
                  <a:solidFill>
                    <a:schemeClr val="bg1">
                      <a:lumMod val="75000"/>
                    </a:schemeClr>
                  </a:solidFill>
                  <a:latin typeface="Lucida Console" panose="020B0609040504020204" pitchFamily="49" charset="0"/>
                </a:rPr>
                <a:t>bb1# </a:t>
              </a:r>
              <a:r>
                <a:rPr lang="it-IT" altLang="it-IT" b="1" dirty="0">
                  <a:solidFill>
                    <a:schemeClr val="bg1"/>
                  </a:solidFill>
                  <a:latin typeface="Lucida Console" panose="020B0609040504020204" pitchFamily="49" charset="0"/>
                </a:rPr>
                <a:t>show </a:t>
              </a:r>
              <a:r>
                <a:rPr lang="it-IT" altLang="it-IT" b="1" dirty="0" err="1">
                  <a:solidFill>
                    <a:schemeClr val="bg1"/>
                  </a:solidFill>
                  <a:latin typeface="Lucida Console" panose="020B0609040504020204" pitchFamily="49" charset="0"/>
                </a:rPr>
                <a:t>ip</a:t>
              </a:r>
              <a:r>
                <a:rPr lang="it-IT" altLang="it-IT" b="1" dirty="0">
                  <a:solidFill>
                    <a:schemeClr val="bg1"/>
                  </a:solidFill>
                  <a:latin typeface="Lucida Console" panose="020B0609040504020204" pitchFamily="49" charset="0"/>
                </a:rPr>
                <a:t> </a:t>
              </a:r>
              <a:r>
                <a:rPr lang="it-IT" altLang="it-IT" b="1" dirty="0" err="1">
                  <a:solidFill>
                    <a:schemeClr val="bg1"/>
                  </a:solidFill>
                  <a:latin typeface="Lucida Console" panose="020B0609040504020204" pitchFamily="49" charset="0"/>
                </a:rPr>
                <a:t>ospf</a:t>
              </a:r>
              <a:r>
                <a:rPr lang="it-IT" altLang="it-IT" b="1" dirty="0">
                  <a:solidFill>
                    <a:schemeClr val="bg1"/>
                  </a:solidFill>
                  <a:latin typeface="Lucida Console" panose="020B0609040504020204" pitchFamily="49" charset="0"/>
                </a:rPr>
                <a:t> </a:t>
              </a:r>
              <a:r>
                <a:rPr lang="it-IT" altLang="it-IT" b="1" dirty="0" err="1">
                  <a:solidFill>
                    <a:schemeClr val="bg1"/>
                  </a:solidFill>
                  <a:latin typeface="Lucida Console" panose="020B0609040504020204" pitchFamily="49" charset="0"/>
                </a:rPr>
                <a:t>interface</a:t>
              </a:r>
              <a:endParaRPr lang="it-IT" altLang="it-IT" b="1" dirty="0">
                <a:solidFill>
                  <a:schemeClr val="bg1"/>
                </a:solidFill>
                <a:latin typeface="Lucida Console" panose="020B0609040504020204" pitchFamily="49" charset="0"/>
              </a:endParaRPr>
            </a:p>
            <a:p>
              <a:pPr eaLnBrk="1" hangingPunct="1"/>
              <a:r>
                <a:rPr lang="it-IT" altLang="it-IT" sz="1600" dirty="0">
                  <a:solidFill>
                    <a:schemeClr val="bg1"/>
                  </a:solidFill>
                  <a:latin typeface="Lucida Console" panose="020B0609040504020204" pitchFamily="49" charset="0"/>
                </a:rPr>
                <a:t>eth0 </a:t>
              </a:r>
              <a:r>
                <a:rPr lang="it-IT" altLang="it-IT" sz="1600" dirty="0" err="1">
                  <a:solidFill>
                    <a:schemeClr val="bg1"/>
                  </a:solidFill>
                  <a:latin typeface="Lucida Console" panose="020B0609040504020204" pitchFamily="49" charset="0"/>
                </a:rPr>
                <a:t>is</a:t>
              </a:r>
              <a:r>
                <a:rPr lang="it-IT" altLang="it-IT" sz="1600" dirty="0">
                  <a:solidFill>
                    <a:schemeClr val="bg1"/>
                  </a:solidFill>
                  <a:latin typeface="Lucida Console" panose="020B0609040504020204" pitchFamily="49" charset="0"/>
                </a:rPr>
                <a:t> up</a:t>
              </a:r>
            </a:p>
            <a:p>
              <a:pPr eaLnBrk="1" hangingPunct="1"/>
              <a:r>
                <a:rPr lang="it-IT" altLang="it-IT" sz="1600" dirty="0">
                  <a:solidFill>
                    <a:schemeClr val="bg1"/>
                  </a:solidFill>
                  <a:latin typeface="Lucida Console" panose="020B0609040504020204" pitchFamily="49" charset="0"/>
                </a:rPr>
                <a:t>  </a:t>
              </a:r>
              <a:r>
                <a:rPr lang="it-IT" altLang="it-IT" sz="1600" dirty="0" err="1">
                  <a:solidFill>
                    <a:schemeClr val="bg1"/>
                  </a:solidFill>
                  <a:latin typeface="Lucida Console" panose="020B0609040504020204" pitchFamily="49" charset="0"/>
                </a:rPr>
                <a:t>ifindex</a:t>
              </a:r>
              <a:r>
                <a:rPr lang="it-IT" altLang="it-IT" sz="1600" dirty="0">
                  <a:solidFill>
                    <a:schemeClr val="bg1"/>
                  </a:solidFill>
                  <a:latin typeface="Lucida Console" panose="020B0609040504020204" pitchFamily="49" charset="0"/>
                </a:rPr>
                <a:t> 20, MTU 1500 bytes, BW 10000 Mbit &lt;UP,BROADCAST,RUNNING,MULTICAST&gt;</a:t>
              </a:r>
            </a:p>
            <a:p>
              <a:pPr eaLnBrk="1" hangingPunct="1"/>
              <a:r>
                <a:rPr lang="it-IT" altLang="it-IT" sz="1600" dirty="0">
                  <a:solidFill>
                    <a:schemeClr val="bg1"/>
                  </a:solidFill>
                  <a:latin typeface="Lucida Console" panose="020B0609040504020204" pitchFamily="49" charset="0"/>
                </a:rPr>
                <a:t>  Internet </a:t>
              </a:r>
              <a:r>
                <a:rPr lang="it-IT" altLang="it-IT" sz="1600" dirty="0" err="1">
                  <a:solidFill>
                    <a:schemeClr val="bg1"/>
                  </a:solidFill>
                  <a:latin typeface="Lucida Console" panose="020B0609040504020204" pitchFamily="49" charset="0"/>
                </a:rPr>
                <a:t>Address</a:t>
              </a:r>
              <a:r>
                <a:rPr lang="it-IT" altLang="it-IT" sz="1600" dirty="0">
                  <a:solidFill>
                    <a:schemeClr val="bg1"/>
                  </a:solidFill>
                  <a:latin typeface="Lucida Console" panose="020B0609040504020204" pitchFamily="49" charset="0"/>
                </a:rPr>
                <a:t> 10.0.0.1/24, Broadcast 10.0.0.255, Area 0.0.0.0</a:t>
              </a:r>
            </a:p>
            <a:p>
              <a:pPr eaLnBrk="1" hangingPunct="1"/>
              <a:r>
                <a:rPr lang="it-IT" altLang="it-IT" sz="1600" dirty="0">
                  <a:solidFill>
                    <a:schemeClr val="bg1"/>
                  </a:solidFill>
                  <a:latin typeface="Lucida Console" panose="020B0609040504020204" pitchFamily="49" charset="0"/>
                </a:rPr>
                <a:t>  MTU mismatch </a:t>
              </a:r>
              <a:r>
                <a:rPr lang="it-IT" altLang="it-IT" sz="1600" dirty="0" err="1">
                  <a:solidFill>
                    <a:schemeClr val="bg1"/>
                  </a:solidFill>
                  <a:latin typeface="Lucida Console" panose="020B0609040504020204" pitchFamily="49" charset="0"/>
                </a:rPr>
                <a:t>detection</a:t>
              </a:r>
              <a:r>
                <a:rPr lang="it-IT" altLang="it-IT" sz="1600" dirty="0">
                  <a:solidFill>
                    <a:schemeClr val="bg1"/>
                  </a:solidFill>
                  <a:latin typeface="Lucida Console" panose="020B0609040504020204" pitchFamily="49" charset="0"/>
                </a:rPr>
                <a:t>: </a:t>
              </a:r>
              <a:r>
                <a:rPr lang="it-IT" altLang="it-IT" sz="1600" dirty="0" err="1">
                  <a:solidFill>
                    <a:schemeClr val="bg1"/>
                  </a:solidFill>
                  <a:latin typeface="Lucida Console" panose="020B0609040504020204" pitchFamily="49" charset="0"/>
                </a:rPr>
                <a:t>enabled</a:t>
              </a:r>
              <a:endParaRPr lang="it-IT" altLang="it-IT" sz="1600" dirty="0">
                <a:solidFill>
                  <a:schemeClr val="bg1"/>
                </a:solidFill>
                <a:latin typeface="Lucida Console" panose="020B0609040504020204" pitchFamily="49" charset="0"/>
              </a:endParaRPr>
            </a:p>
            <a:p>
              <a:pPr eaLnBrk="1" hangingPunct="1"/>
              <a:r>
                <a:rPr lang="it-IT" altLang="it-IT" sz="1600" dirty="0">
                  <a:solidFill>
                    <a:schemeClr val="bg1"/>
                  </a:solidFill>
                  <a:latin typeface="Lucida Console" panose="020B0609040504020204" pitchFamily="49" charset="0"/>
                </a:rPr>
                <a:t>  Router ID 10.0.3.1, Network </a:t>
              </a:r>
              <a:r>
                <a:rPr lang="it-IT" altLang="it-IT" sz="1600" dirty="0" err="1">
                  <a:solidFill>
                    <a:schemeClr val="bg1"/>
                  </a:solidFill>
                  <a:latin typeface="Lucida Console" panose="020B0609040504020204" pitchFamily="49" charset="0"/>
                </a:rPr>
                <a:t>Type</a:t>
              </a:r>
              <a:r>
                <a:rPr lang="it-IT" altLang="it-IT" sz="1600" dirty="0">
                  <a:solidFill>
                    <a:schemeClr val="bg1"/>
                  </a:solidFill>
                  <a:latin typeface="Lucida Console" panose="020B0609040504020204" pitchFamily="49" charset="0"/>
                </a:rPr>
                <a:t> BROADCAST, Cost: 10</a:t>
              </a:r>
            </a:p>
            <a:p>
              <a:pPr eaLnBrk="1" hangingPunct="1"/>
              <a:r>
                <a:rPr lang="it-IT" altLang="it-IT" sz="1600" dirty="0">
                  <a:solidFill>
                    <a:schemeClr val="bg1"/>
                  </a:solidFill>
                  <a:latin typeface="Lucida Console" panose="020B0609040504020204" pitchFamily="49" charset="0"/>
                </a:rPr>
                <a:t>  </a:t>
              </a:r>
              <a:r>
                <a:rPr lang="it-IT" altLang="it-IT" sz="1600" dirty="0" err="1">
                  <a:solidFill>
                    <a:schemeClr val="bg1"/>
                  </a:solidFill>
                  <a:latin typeface="Lucida Console" panose="020B0609040504020204" pitchFamily="49" charset="0"/>
                </a:rPr>
                <a:t>Transmit</a:t>
              </a:r>
              <a:r>
                <a:rPr lang="it-IT" altLang="it-IT" sz="1600" dirty="0">
                  <a:solidFill>
                    <a:schemeClr val="bg1"/>
                  </a:solidFill>
                  <a:latin typeface="Lucida Console" panose="020B0609040504020204" pitchFamily="49" charset="0"/>
                </a:rPr>
                <a:t> Delay </a:t>
              </a:r>
              <a:r>
                <a:rPr lang="it-IT" altLang="it-IT" sz="1600" dirty="0" err="1">
                  <a:solidFill>
                    <a:schemeClr val="bg1"/>
                  </a:solidFill>
                  <a:latin typeface="Lucida Console" panose="020B0609040504020204" pitchFamily="49" charset="0"/>
                </a:rPr>
                <a:t>is</a:t>
              </a:r>
              <a:r>
                <a:rPr lang="it-IT" altLang="it-IT" sz="1600" dirty="0">
                  <a:solidFill>
                    <a:schemeClr val="bg1"/>
                  </a:solidFill>
                  <a:latin typeface="Lucida Console" panose="020B0609040504020204" pitchFamily="49" charset="0"/>
                </a:rPr>
                <a:t> 1 sec, State DR, </a:t>
              </a:r>
              <a:r>
                <a:rPr lang="it-IT" altLang="it-IT" sz="1600" dirty="0" err="1">
                  <a:solidFill>
                    <a:schemeClr val="bg1"/>
                  </a:solidFill>
                  <a:latin typeface="Lucida Console" panose="020B0609040504020204" pitchFamily="49" charset="0"/>
                </a:rPr>
                <a:t>Priority</a:t>
              </a:r>
              <a:r>
                <a:rPr lang="it-IT" altLang="it-IT" sz="1600" dirty="0">
                  <a:solidFill>
                    <a:schemeClr val="bg1"/>
                  </a:solidFill>
                  <a:latin typeface="Lucida Console" panose="020B0609040504020204" pitchFamily="49" charset="0"/>
                </a:rPr>
                <a:t> 1</a:t>
              </a:r>
            </a:p>
            <a:p>
              <a:pPr eaLnBrk="1" hangingPunct="1"/>
              <a:r>
                <a:rPr lang="it-IT" altLang="it-IT" sz="1600" dirty="0">
                  <a:solidFill>
                    <a:schemeClr val="bg1"/>
                  </a:solidFill>
                  <a:latin typeface="Lucida Console" panose="020B0609040504020204" pitchFamily="49" charset="0"/>
                </a:rPr>
                <a:t>  </a:t>
              </a:r>
              <a:r>
                <a:rPr lang="it-IT" altLang="it-IT" sz="1600" dirty="0" err="1">
                  <a:solidFill>
                    <a:schemeClr val="bg1"/>
                  </a:solidFill>
                  <a:latin typeface="Lucida Console" panose="020B0609040504020204" pitchFamily="49" charset="0"/>
                </a:rPr>
                <a:t>Designated</a:t>
              </a:r>
              <a:r>
                <a:rPr lang="it-IT" altLang="it-IT" sz="1600" dirty="0">
                  <a:solidFill>
                    <a:schemeClr val="bg1"/>
                  </a:solidFill>
                  <a:latin typeface="Lucida Console" panose="020B0609040504020204" pitchFamily="49" charset="0"/>
                </a:rPr>
                <a:t> Router (ID) 10.0.3.1 Interface </a:t>
              </a:r>
              <a:r>
                <a:rPr lang="it-IT" altLang="it-IT" sz="1600" dirty="0" err="1">
                  <a:solidFill>
                    <a:schemeClr val="bg1"/>
                  </a:solidFill>
                  <a:latin typeface="Lucida Console" panose="020B0609040504020204" pitchFamily="49" charset="0"/>
                </a:rPr>
                <a:t>Address</a:t>
              </a:r>
              <a:r>
                <a:rPr lang="it-IT" altLang="it-IT" sz="1600" dirty="0">
                  <a:solidFill>
                    <a:schemeClr val="bg1"/>
                  </a:solidFill>
                  <a:latin typeface="Lucida Console" panose="020B0609040504020204" pitchFamily="49" charset="0"/>
                </a:rPr>
                <a:t> 10.0.0.1/24</a:t>
              </a:r>
            </a:p>
            <a:p>
              <a:pPr eaLnBrk="1" hangingPunct="1"/>
              <a:r>
                <a:rPr lang="it-IT" altLang="it-IT" sz="1600" dirty="0">
                  <a:solidFill>
                    <a:schemeClr val="bg1"/>
                  </a:solidFill>
                  <a:latin typeface="Lucida Console" panose="020B0609040504020204" pitchFamily="49" charset="0"/>
                </a:rPr>
                <a:t>  Backup </a:t>
              </a:r>
              <a:r>
                <a:rPr lang="it-IT" altLang="it-IT" sz="1600" dirty="0" err="1">
                  <a:solidFill>
                    <a:schemeClr val="bg1"/>
                  </a:solidFill>
                  <a:latin typeface="Lucida Console" panose="020B0609040504020204" pitchFamily="49" charset="0"/>
                </a:rPr>
                <a:t>Designated</a:t>
              </a:r>
              <a:r>
                <a:rPr lang="it-IT" altLang="it-IT" sz="1600" dirty="0">
                  <a:solidFill>
                    <a:schemeClr val="bg1"/>
                  </a:solidFill>
                  <a:latin typeface="Lucida Console" panose="020B0609040504020204" pitchFamily="49" charset="0"/>
                </a:rPr>
                <a:t> Router (ID) 10.0.2.3, Interface </a:t>
              </a:r>
              <a:r>
                <a:rPr lang="it-IT" altLang="it-IT" sz="1600" dirty="0" err="1">
                  <a:solidFill>
                    <a:schemeClr val="bg1"/>
                  </a:solidFill>
                  <a:latin typeface="Lucida Console" panose="020B0609040504020204" pitchFamily="49" charset="0"/>
                </a:rPr>
                <a:t>Address</a:t>
              </a:r>
              <a:r>
                <a:rPr lang="it-IT" altLang="it-IT" sz="1600" dirty="0">
                  <a:solidFill>
                    <a:schemeClr val="bg1"/>
                  </a:solidFill>
                  <a:latin typeface="Lucida Console" panose="020B0609040504020204" pitchFamily="49" charset="0"/>
                </a:rPr>
                <a:t> 10.0.0.3</a:t>
              </a:r>
            </a:p>
            <a:p>
              <a:pPr eaLnBrk="1" hangingPunct="1"/>
              <a:r>
                <a:rPr lang="it-IT" altLang="it-IT" sz="1600" dirty="0">
                  <a:solidFill>
                    <a:schemeClr val="bg1"/>
                  </a:solidFill>
                  <a:latin typeface="Lucida Console" panose="020B0609040504020204" pitchFamily="49" charset="0"/>
                </a:rPr>
                <a:t>  </a:t>
              </a:r>
              <a:r>
                <a:rPr lang="it-IT" altLang="it-IT" sz="1600" dirty="0" err="1">
                  <a:solidFill>
                    <a:schemeClr val="bg1"/>
                  </a:solidFill>
                  <a:latin typeface="Lucida Console" panose="020B0609040504020204" pitchFamily="49" charset="0"/>
                </a:rPr>
                <a:t>Saved</a:t>
              </a:r>
              <a:r>
                <a:rPr lang="it-IT" altLang="it-IT" sz="1600" dirty="0">
                  <a:solidFill>
                    <a:schemeClr val="bg1"/>
                  </a:solidFill>
                  <a:latin typeface="Lucida Console" panose="020B0609040504020204" pitchFamily="49" charset="0"/>
                </a:rPr>
                <a:t> Network-LSA </a:t>
              </a:r>
              <a:r>
                <a:rPr lang="it-IT" altLang="it-IT" sz="1600" dirty="0" err="1">
                  <a:solidFill>
                    <a:schemeClr val="bg1"/>
                  </a:solidFill>
                  <a:latin typeface="Lucida Console" panose="020B0609040504020204" pitchFamily="49" charset="0"/>
                </a:rPr>
                <a:t>sequence</a:t>
              </a:r>
              <a:r>
                <a:rPr lang="it-IT" altLang="it-IT" sz="1600" dirty="0">
                  <a:solidFill>
                    <a:schemeClr val="bg1"/>
                  </a:solidFill>
                  <a:latin typeface="Lucida Console" panose="020B0609040504020204" pitchFamily="49" charset="0"/>
                </a:rPr>
                <a:t> </a:t>
              </a:r>
              <a:r>
                <a:rPr lang="it-IT" altLang="it-IT" sz="1600" dirty="0" err="1">
                  <a:solidFill>
                    <a:schemeClr val="bg1"/>
                  </a:solidFill>
                  <a:latin typeface="Lucida Console" panose="020B0609040504020204" pitchFamily="49" charset="0"/>
                </a:rPr>
                <a:t>number</a:t>
              </a:r>
              <a:r>
                <a:rPr lang="it-IT" altLang="it-IT" sz="1600" dirty="0">
                  <a:solidFill>
                    <a:schemeClr val="bg1"/>
                  </a:solidFill>
                  <a:latin typeface="Lucida Console" panose="020B0609040504020204" pitchFamily="49" charset="0"/>
                </a:rPr>
                <a:t> 0x80000002</a:t>
              </a:r>
            </a:p>
            <a:p>
              <a:pPr eaLnBrk="1" hangingPunct="1"/>
              <a:r>
                <a:rPr lang="it-IT" altLang="it-IT" sz="1600" dirty="0">
                  <a:solidFill>
                    <a:schemeClr val="bg1"/>
                  </a:solidFill>
                  <a:latin typeface="Lucida Console" panose="020B0609040504020204" pitchFamily="49" charset="0"/>
                </a:rPr>
                <a:t>  Multicast group memberships: </a:t>
              </a:r>
              <a:r>
                <a:rPr lang="it-IT" altLang="it-IT" sz="1600" dirty="0" err="1">
                  <a:solidFill>
                    <a:schemeClr val="bg1"/>
                  </a:solidFill>
                  <a:latin typeface="Lucida Console" panose="020B0609040504020204" pitchFamily="49" charset="0"/>
                </a:rPr>
                <a:t>OSPFAllRouters</a:t>
              </a:r>
              <a:r>
                <a:rPr lang="it-IT" altLang="it-IT" sz="1600" dirty="0">
                  <a:solidFill>
                    <a:schemeClr val="bg1"/>
                  </a:solidFill>
                  <a:latin typeface="Lucida Console" panose="020B0609040504020204" pitchFamily="49" charset="0"/>
                </a:rPr>
                <a:t> </a:t>
              </a:r>
              <a:r>
                <a:rPr lang="it-IT" altLang="it-IT" sz="1600" dirty="0" err="1">
                  <a:solidFill>
                    <a:schemeClr val="bg1"/>
                  </a:solidFill>
                  <a:latin typeface="Lucida Console" panose="020B0609040504020204" pitchFamily="49" charset="0"/>
                </a:rPr>
                <a:t>OSPFDesignatedRouters</a:t>
              </a:r>
              <a:endParaRPr lang="it-IT" altLang="it-IT" sz="1600" dirty="0">
                <a:solidFill>
                  <a:schemeClr val="bg1"/>
                </a:solidFill>
                <a:latin typeface="Lucida Console" panose="020B0609040504020204" pitchFamily="49" charset="0"/>
              </a:endParaRPr>
            </a:p>
            <a:p>
              <a:pPr eaLnBrk="1" hangingPunct="1"/>
              <a:r>
                <a:rPr lang="it-IT" altLang="it-IT" sz="1600" dirty="0">
                  <a:solidFill>
                    <a:schemeClr val="bg1"/>
                  </a:solidFill>
                  <a:latin typeface="Lucida Console" panose="020B0609040504020204" pitchFamily="49" charset="0"/>
                </a:rPr>
                <a:t>  Timer </a:t>
              </a:r>
              <a:r>
                <a:rPr lang="it-IT" altLang="it-IT" sz="1600" dirty="0" err="1">
                  <a:solidFill>
                    <a:schemeClr val="bg1"/>
                  </a:solidFill>
                  <a:latin typeface="Lucida Console" panose="020B0609040504020204" pitchFamily="49" charset="0"/>
                </a:rPr>
                <a:t>intervals</a:t>
              </a:r>
              <a:r>
                <a:rPr lang="it-IT" altLang="it-IT" sz="1600" dirty="0">
                  <a:solidFill>
                    <a:schemeClr val="bg1"/>
                  </a:solidFill>
                  <a:latin typeface="Lucida Console" panose="020B0609040504020204" pitchFamily="49" charset="0"/>
                </a:rPr>
                <a:t> </a:t>
              </a:r>
              <a:r>
                <a:rPr lang="it-IT" altLang="it-IT" sz="1600" dirty="0" err="1">
                  <a:solidFill>
                    <a:schemeClr val="bg1"/>
                  </a:solidFill>
                  <a:latin typeface="Lucida Console" panose="020B0609040504020204" pitchFamily="49" charset="0"/>
                </a:rPr>
                <a:t>configured</a:t>
              </a:r>
              <a:r>
                <a:rPr lang="it-IT" altLang="it-IT" sz="1600" dirty="0">
                  <a:solidFill>
                    <a:schemeClr val="bg1"/>
                  </a:solidFill>
                  <a:latin typeface="Lucida Console" panose="020B0609040504020204" pitchFamily="49" charset="0"/>
                </a:rPr>
                <a:t>, Hello 10s, Dead 40s, </a:t>
              </a:r>
              <a:r>
                <a:rPr lang="it-IT" altLang="it-IT" sz="1600" dirty="0" err="1">
                  <a:solidFill>
                    <a:schemeClr val="bg1"/>
                  </a:solidFill>
                  <a:latin typeface="Lucida Console" panose="020B0609040504020204" pitchFamily="49" charset="0"/>
                </a:rPr>
                <a:t>Wait</a:t>
              </a:r>
              <a:r>
                <a:rPr lang="it-IT" altLang="it-IT" sz="1600" dirty="0">
                  <a:solidFill>
                    <a:schemeClr val="bg1"/>
                  </a:solidFill>
                  <a:latin typeface="Lucida Console" panose="020B0609040504020204" pitchFamily="49" charset="0"/>
                </a:rPr>
                <a:t> 40s, </a:t>
              </a:r>
              <a:r>
                <a:rPr lang="it-IT" altLang="it-IT" sz="1600" dirty="0" err="1">
                  <a:solidFill>
                    <a:schemeClr val="bg1"/>
                  </a:solidFill>
                  <a:latin typeface="Lucida Console" panose="020B0609040504020204" pitchFamily="49" charset="0"/>
                </a:rPr>
                <a:t>Retransmit</a:t>
              </a:r>
              <a:r>
                <a:rPr lang="it-IT" altLang="it-IT" sz="1600" dirty="0">
                  <a:solidFill>
                    <a:schemeClr val="bg1"/>
                  </a:solidFill>
                  <a:latin typeface="Lucida Console" panose="020B0609040504020204" pitchFamily="49" charset="0"/>
                </a:rPr>
                <a:t> 5</a:t>
              </a:r>
              <a:endParaRPr lang="en-US" altLang="it-IT" sz="1600" dirty="0">
                <a:solidFill>
                  <a:schemeClr val="bg1"/>
                </a:solidFill>
                <a:latin typeface="Lucida Console" panose="020B0609040504020204" pitchFamily="49" charset="0"/>
              </a:endParaRPr>
            </a:p>
            <a:p>
              <a:pPr eaLnBrk="1" hangingPunct="1"/>
              <a:r>
                <a:rPr lang="en-US" altLang="it-IT" sz="1600" dirty="0">
                  <a:solidFill>
                    <a:schemeClr val="bg1"/>
                  </a:solidFill>
                  <a:latin typeface="Lucida Console" panose="020B0609040504020204" pitchFamily="49" charset="0"/>
                </a:rPr>
                <a:t>    Hello due in 4.193s</a:t>
              </a:r>
            </a:p>
            <a:p>
              <a:pPr eaLnBrk="1" hangingPunct="1"/>
              <a:r>
                <a:rPr lang="en-US" altLang="it-IT" sz="1600" dirty="0">
                  <a:solidFill>
                    <a:schemeClr val="bg1"/>
                  </a:solidFill>
                  <a:latin typeface="Lucida Console" panose="020B0609040504020204" pitchFamily="49" charset="0"/>
                </a:rPr>
                <a:t>  Neighbor Count is 2, Adjacent neighbor count is 2</a:t>
              </a:r>
            </a:p>
            <a:p>
              <a:pPr eaLnBrk="1" hangingPunct="1"/>
              <a:r>
                <a:rPr lang="en-US" altLang="it-IT" sz="1600" dirty="0">
                  <a:solidFill>
                    <a:schemeClr val="bg1"/>
                  </a:solidFill>
                  <a:latin typeface="Lucida Console" panose="020B0609040504020204" pitchFamily="49" charset="0"/>
                </a:rPr>
                <a:t>eth1 is up</a:t>
              </a:r>
            </a:p>
            <a:p>
              <a:pPr eaLnBrk="1" hangingPunct="1"/>
              <a:r>
                <a:rPr lang="en-US" altLang="it-IT" sz="1600" dirty="0">
                  <a:solidFill>
                    <a:schemeClr val="bg1"/>
                  </a:solidFill>
                  <a:latin typeface="Lucida Console" panose="020B0609040504020204" pitchFamily="49" charset="0"/>
                </a:rPr>
                <a:t>  </a:t>
              </a:r>
              <a:r>
                <a:rPr lang="en-US" altLang="it-IT" sz="1600" dirty="0" err="1">
                  <a:solidFill>
                    <a:schemeClr val="bg1"/>
                  </a:solidFill>
                  <a:latin typeface="Lucida Console" panose="020B0609040504020204" pitchFamily="49" charset="0"/>
                </a:rPr>
                <a:t>ifindex</a:t>
              </a:r>
              <a:r>
                <a:rPr lang="en-US" altLang="it-IT" sz="1600" dirty="0">
                  <a:solidFill>
                    <a:schemeClr val="bg1"/>
                  </a:solidFill>
                  <a:latin typeface="Lucida Console" panose="020B0609040504020204" pitchFamily="49" charset="0"/>
                </a:rPr>
                <a:t> 22, MTU 1500 bytes, BW 10000 Mbit &lt;UP,BROADCAST,RUNNING,MULTICAST&gt;</a:t>
              </a:r>
            </a:p>
            <a:p>
              <a:pPr eaLnBrk="1" hangingPunct="1"/>
              <a:r>
                <a:rPr lang="en-US" altLang="it-IT" sz="1600" dirty="0">
                  <a:solidFill>
                    <a:schemeClr val="bg1"/>
                  </a:solidFill>
                  <a:latin typeface="Lucida Console" panose="020B0609040504020204" pitchFamily="49" charset="0"/>
                </a:rPr>
                <a:t>  </a:t>
              </a:r>
              <a:r>
                <a:rPr lang="it-IT" altLang="it-IT" sz="1600" dirty="0">
                  <a:solidFill>
                    <a:schemeClr val="bg1"/>
                  </a:solidFill>
                  <a:latin typeface="Lucida Console" panose="020B0609040504020204" pitchFamily="49" charset="0"/>
                </a:rPr>
                <a:t>...</a:t>
              </a:r>
            </a:p>
            <a:p>
              <a:pPr eaLnBrk="1" hangingPunct="1"/>
              <a:endParaRPr lang="it-IT" altLang="it-IT" dirty="0">
                <a:solidFill>
                  <a:schemeClr val="bg1"/>
                </a:solidFill>
                <a:latin typeface="Lucida Console" panose="020B0609040504020204" pitchFamily="49" charset="0"/>
              </a:endParaRPr>
            </a:p>
          </p:txBody>
        </p:sp>
        <p:sp>
          <p:nvSpPr>
            <p:cNvPr id="6" name="Rectangle 5">
              <a:extLst>
                <a:ext uri="{FF2B5EF4-FFF2-40B4-BE49-F238E27FC236}">
                  <a16:creationId xmlns:a16="http://schemas.microsoft.com/office/drawing/2014/main" id="{9E28B8E7-C6B9-2540-B62C-9760CF26DD1B}"/>
                </a:ext>
              </a:extLst>
            </p:cNvPr>
            <p:cNvSpPr/>
            <p:nvPr/>
          </p:nvSpPr>
          <p:spPr>
            <a:xfrm>
              <a:off x="1996583" y="2378845"/>
              <a:ext cx="9583696"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bb1</a:t>
              </a:r>
            </a:p>
          </p:txBody>
        </p:sp>
        <p:grpSp>
          <p:nvGrpSpPr>
            <p:cNvPr id="7" name="Group 6">
              <a:extLst>
                <a:ext uri="{FF2B5EF4-FFF2-40B4-BE49-F238E27FC236}">
                  <a16:creationId xmlns:a16="http://schemas.microsoft.com/office/drawing/2014/main" id="{B0C68476-016E-05BE-B6C4-E19E5E8A149B}"/>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9966332C-2637-FDCE-D235-C00F44F1DD15}"/>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8366AA8C-FDD2-C67C-B0D0-21D661B41AEB}"/>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46965D2E-E7C1-5DF4-C37A-32EE4C1726FD}"/>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41" name="Picture 180" descr="MC900434713[1]">
            <a:extLst>
              <a:ext uri="{FF2B5EF4-FFF2-40B4-BE49-F238E27FC236}">
                <a16:creationId xmlns:a16="http://schemas.microsoft.com/office/drawing/2014/main" id="{2645EA58-0F84-7500-6F2F-A44EB1A9B61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7910" y="2029346"/>
            <a:ext cx="4349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Text Box 181">
            <a:extLst>
              <a:ext uri="{FF2B5EF4-FFF2-40B4-BE49-F238E27FC236}">
                <a16:creationId xmlns:a16="http://schemas.microsoft.com/office/drawing/2014/main" id="{568E401E-92F5-FC34-BCF1-70E434A6FF9C}"/>
              </a:ext>
            </a:extLst>
          </p:cNvPr>
          <p:cNvSpPr txBox="1">
            <a:spLocks noChangeArrowheads="1"/>
          </p:cNvSpPr>
          <p:nvPr/>
        </p:nvSpPr>
        <p:spPr bwMode="auto">
          <a:xfrm>
            <a:off x="630810" y="2096021"/>
            <a:ext cx="14017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2000" dirty="0" err="1"/>
              <a:t>designated</a:t>
            </a:r>
            <a:endParaRPr lang="it-IT" altLang="it-IT" sz="2000" dirty="0"/>
          </a:p>
        </p:txBody>
      </p:sp>
      <p:sp>
        <p:nvSpPr>
          <p:cNvPr id="44" name="AutoShape 184">
            <a:extLst>
              <a:ext uri="{FF2B5EF4-FFF2-40B4-BE49-F238E27FC236}">
                <a16:creationId xmlns:a16="http://schemas.microsoft.com/office/drawing/2014/main" id="{EDF0D43F-A7BC-6BA3-2705-65D6E86FA48C}"/>
              </a:ext>
            </a:extLst>
          </p:cNvPr>
          <p:cNvSpPr>
            <a:spLocks noChangeArrowheads="1"/>
          </p:cNvSpPr>
          <p:nvPr/>
        </p:nvSpPr>
        <p:spPr bwMode="auto">
          <a:xfrm>
            <a:off x="263352" y="1419059"/>
            <a:ext cx="1195387" cy="39052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2000" dirty="0"/>
              <a:t>router id</a:t>
            </a:r>
          </a:p>
        </p:txBody>
      </p:sp>
      <p:grpSp>
        <p:nvGrpSpPr>
          <p:cNvPr id="47" name="Group 58">
            <a:extLst>
              <a:ext uri="{FF2B5EF4-FFF2-40B4-BE49-F238E27FC236}">
                <a16:creationId xmlns:a16="http://schemas.microsoft.com/office/drawing/2014/main" id="{96182C3F-BB05-974A-8CF2-7835FC23EC80}"/>
              </a:ext>
            </a:extLst>
          </p:cNvPr>
          <p:cNvGrpSpPr>
            <a:grpSpLocks noChangeAspect="1"/>
          </p:cNvGrpSpPr>
          <p:nvPr/>
        </p:nvGrpSpPr>
        <p:grpSpPr bwMode="auto">
          <a:xfrm>
            <a:off x="486172" y="3325168"/>
            <a:ext cx="723900" cy="460375"/>
            <a:chOff x="3312" y="2160"/>
            <a:chExt cx="960" cy="528"/>
          </a:xfrm>
        </p:grpSpPr>
        <p:grpSp>
          <p:nvGrpSpPr>
            <p:cNvPr id="48" name="Group 59">
              <a:extLst>
                <a:ext uri="{FF2B5EF4-FFF2-40B4-BE49-F238E27FC236}">
                  <a16:creationId xmlns:a16="http://schemas.microsoft.com/office/drawing/2014/main" id="{CC2A9401-89E9-C684-1BF7-06AD0CEEB088}"/>
                </a:ext>
              </a:extLst>
            </p:cNvPr>
            <p:cNvGrpSpPr>
              <a:grpSpLocks noChangeAspect="1"/>
            </p:cNvGrpSpPr>
            <p:nvPr/>
          </p:nvGrpSpPr>
          <p:grpSpPr bwMode="auto">
            <a:xfrm>
              <a:off x="3312" y="2160"/>
              <a:ext cx="960" cy="528"/>
              <a:chOff x="3312" y="2160"/>
              <a:chExt cx="960" cy="528"/>
            </a:xfrm>
          </p:grpSpPr>
          <p:sp>
            <p:nvSpPr>
              <p:cNvPr id="50" name="AutoShape 60">
                <a:extLst>
                  <a:ext uri="{FF2B5EF4-FFF2-40B4-BE49-F238E27FC236}">
                    <a16:creationId xmlns:a16="http://schemas.microsoft.com/office/drawing/2014/main" id="{ED181953-F085-1051-CF85-4367D82C9DC2}"/>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1" name="Group 61">
                <a:extLst>
                  <a:ext uri="{FF2B5EF4-FFF2-40B4-BE49-F238E27FC236}">
                    <a16:creationId xmlns:a16="http://schemas.microsoft.com/office/drawing/2014/main" id="{9A6B5CC4-5CB5-1FF4-D3FB-A1BF7BEC1B3E}"/>
                  </a:ext>
                </a:extLst>
              </p:cNvPr>
              <p:cNvGrpSpPr>
                <a:grpSpLocks noChangeAspect="1"/>
              </p:cNvGrpSpPr>
              <p:nvPr/>
            </p:nvGrpSpPr>
            <p:grpSpPr bwMode="auto">
              <a:xfrm>
                <a:off x="3488" y="2193"/>
                <a:ext cx="599" cy="207"/>
                <a:chOff x="422" y="1632"/>
                <a:chExt cx="829" cy="298"/>
              </a:xfrm>
            </p:grpSpPr>
            <p:grpSp>
              <p:nvGrpSpPr>
                <p:cNvPr id="52" name="Group 62">
                  <a:extLst>
                    <a:ext uri="{FF2B5EF4-FFF2-40B4-BE49-F238E27FC236}">
                      <a16:creationId xmlns:a16="http://schemas.microsoft.com/office/drawing/2014/main" id="{F184D109-67D8-1BAC-76BD-5D2FB06E483A}"/>
                    </a:ext>
                  </a:extLst>
                </p:cNvPr>
                <p:cNvGrpSpPr>
                  <a:grpSpLocks noChangeAspect="1"/>
                </p:cNvGrpSpPr>
                <p:nvPr/>
              </p:nvGrpSpPr>
              <p:grpSpPr bwMode="auto">
                <a:xfrm>
                  <a:off x="422" y="1632"/>
                  <a:ext cx="822" cy="291"/>
                  <a:chOff x="422" y="1632"/>
                  <a:chExt cx="822" cy="291"/>
                </a:xfrm>
              </p:grpSpPr>
              <p:sp>
                <p:nvSpPr>
                  <p:cNvPr id="62" name="Freeform 63">
                    <a:extLst>
                      <a:ext uri="{FF2B5EF4-FFF2-40B4-BE49-F238E27FC236}">
                        <a16:creationId xmlns:a16="http://schemas.microsoft.com/office/drawing/2014/main" id="{62E0A866-05D4-6D20-858E-E40777AEB71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3" name="Freeform 64">
                    <a:extLst>
                      <a:ext uri="{FF2B5EF4-FFF2-40B4-BE49-F238E27FC236}">
                        <a16:creationId xmlns:a16="http://schemas.microsoft.com/office/drawing/2014/main" id="{88DF6A37-C020-7D85-895D-AB1C4441B8A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9456" name="Freeform 65">
                    <a:extLst>
                      <a:ext uri="{FF2B5EF4-FFF2-40B4-BE49-F238E27FC236}">
                        <a16:creationId xmlns:a16="http://schemas.microsoft.com/office/drawing/2014/main" id="{F00B9009-29FB-1EED-28BF-E1BB0D272B66}"/>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9457" name="Freeform 66">
                    <a:extLst>
                      <a:ext uri="{FF2B5EF4-FFF2-40B4-BE49-F238E27FC236}">
                        <a16:creationId xmlns:a16="http://schemas.microsoft.com/office/drawing/2014/main" id="{EC8B202A-005A-948B-00C7-FD139BF2D679}"/>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9458" name="Freeform 67">
                    <a:extLst>
                      <a:ext uri="{FF2B5EF4-FFF2-40B4-BE49-F238E27FC236}">
                        <a16:creationId xmlns:a16="http://schemas.microsoft.com/office/drawing/2014/main" id="{387B743D-07AC-E210-8BF0-9358B2AAF967}"/>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9459" name="Freeform 68">
                    <a:extLst>
                      <a:ext uri="{FF2B5EF4-FFF2-40B4-BE49-F238E27FC236}">
                        <a16:creationId xmlns:a16="http://schemas.microsoft.com/office/drawing/2014/main" id="{A548184B-123F-0F59-45D3-29F8E926693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9469" name="Freeform 69">
                    <a:extLst>
                      <a:ext uri="{FF2B5EF4-FFF2-40B4-BE49-F238E27FC236}">
                        <a16:creationId xmlns:a16="http://schemas.microsoft.com/office/drawing/2014/main" id="{17990D74-CE96-A63A-86F6-D32F05C76260}"/>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9471" name="Freeform 70">
                    <a:extLst>
                      <a:ext uri="{FF2B5EF4-FFF2-40B4-BE49-F238E27FC236}">
                        <a16:creationId xmlns:a16="http://schemas.microsoft.com/office/drawing/2014/main" id="{0DA86C5E-FD3C-17A6-732D-15F974C803B3}"/>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3" name="Group 71">
                  <a:extLst>
                    <a:ext uri="{FF2B5EF4-FFF2-40B4-BE49-F238E27FC236}">
                      <a16:creationId xmlns:a16="http://schemas.microsoft.com/office/drawing/2014/main" id="{69B41611-111B-B64F-837D-78B09BD754E7}"/>
                    </a:ext>
                  </a:extLst>
                </p:cNvPr>
                <p:cNvGrpSpPr>
                  <a:grpSpLocks noChangeAspect="1"/>
                </p:cNvGrpSpPr>
                <p:nvPr/>
              </p:nvGrpSpPr>
              <p:grpSpPr bwMode="auto">
                <a:xfrm>
                  <a:off x="429" y="1639"/>
                  <a:ext cx="822" cy="291"/>
                  <a:chOff x="429" y="1639"/>
                  <a:chExt cx="822" cy="291"/>
                </a:xfrm>
              </p:grpSpPr>
              <p:sp>
                <p:nvSpPr>
                  <p:cNvPr id="54" name="Freeform 72">
                    <a:extLst>
                      <a:ext uri="{FF2B5EF4-FFF2-40B4-BE49-F238E27FC236}">
                        <a16:creationId xmlns:a16="http://schemas.microsoft.com/office/drawing/2014/main" id="{453243D8-25D5-5726-84EC-D27A0B030101}"/>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5" name="Freeform 73">
                    <a:extLst>
                      <a:ext uri="{FF2B5EF4-FFF2-40B4-BE49-F238E27FC236}">
                        <a16:creationId xmlns:a16="http://schemas.microsoft.com/office/drawing/2014/main" id="{02189768-E5EE-E792-FCDD-1D74D2099900}"/>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6" name="Freeform 74">
                    <a:extLst>
                      <a:ext uri="{FF2B5EF4-FFF2-40B4-BE49-F238E27FC236}">
                        <a16:creationId xmlns:a16="http://schemas.microsoft.com/office/drawing/2014/main" id="{5483D6B9-F6FF-D0AF-9707-EEE82434E74D}"/>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 name="Freeform 75">
                    <a:extLst>
                      <a:ext uri="{FF2B5EF4-FFF2-40B4-BE49-F238E27FC236}">
                        <a16:creationId xmlns:a16="http://schemas.microsoft.com/office/drawing/2014/main" id="{2FE14261-19D5-1F28-1417-07A661B518B5}"/>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 name="Freeform 76">
                    <a:extLst>
                      <a:ext uri="{FF2B5EF4-FFF2-40B4-BE49-F238E27FC236}">
                        <a16:creationId xmlns:a16="http://schemas.microsoft.com/office/drawing/2014/main" id="{2AD2F23E-EFDD-A5A7-8D32-A49AC8B395E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 name="Freeform 77">
                    <a:extLst>
                      <a:ext uri="{FF2B5EF4-FFF2-40B4-BE49-F238E27FC236}">
                        <a16:creationId xmlns:a16="http://schemas.microsoft.com/office/drawing/2014/main" id="{D07CEC7F-3351-FAA5-6F61-34A3A90D44CD}"/>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 name="Freeform 78">
                    <a:extLst>
                      <a:ext uri="{FF2B5EF4-FFF2-40B4-BE49-F238E27FC236}">
                        <a16:creationId xmlns:a16="http://schemas.microsoft.com/office/drawing/2014/main" id="{1CE138D7-8BEB-A0D9-225B-FB38F448BF1B}"/>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 name="Freeform 79">
                    <a:extLst>
                      <a:ext uri="{FF2B5EF4-FFF2-40B4-BE49-F238E27FC236}">
                        <a16:creationId xmlns:a16="http://schemas.microsoft.com/office/drawing/2014/main" id="{70E91E5F-C40E-34AE-96AF-786C29DE0CF4}"/>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49" name="WordArt 80">
              <a:extLst>
                <a:ext uri="{FF2B5EF4-FFF2-40B4-BE49-F238E27FC236}">
                  <a16:creationId xmlns:a16="http://schemas.microsoft.com/office/drawing/2014/main" id="{7BFDB2A0-731B-46A5-3EAF-004F242D8E53}"/>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grpSp>
        <p:nvGrpSpPr>
          <p:cNvPr id="19472" name="Group 81">
            <a:extLst>
              <a:ext uri="{FF2B5EF4-FFF2-40B4-BE49-F238E27FC236}">
                <a16:creationId xmlns:a16="http://schemas.microsoft.com/office/drawing/2014/main" id="{87AFC0E9-64B0-00CB-03F4-12D3C755ED45}"/>
              </a:ext>
            </a:extLst>
          </p:cNvPr>
          <p:cNvGrpSpPr>
            <a:grpSpLocks/>
          </p:cNvGrpSpPr>
          <p:nvPr/>
        </p:nvGrpSpPr>
        <p:grpSpPr bwMode="auto">
          <a:xfrm>
            <a:off x="1252935" y="3422005"/>
            <a:ext cx="406400" cy="339725"/>
            <a:chOff x="144" y="3264"/>
            <a:chExt cx="288" cy="240"/>
          </a:xfrm>
        </p:grpSpPr>
        <p:sp>
          <p:nvSpPr>
            <p:cNvPr id="19523" name="Rectangle 82">
              <a:extLst>
                <a:ext uri="{FF2B5EF4-FFF2-40B4-BE49-F238E27FC236}">
                  <a16:creationId xmlns:a16="http://schemas.microsoft.com/office/drawing/2014/main" id="{ABB0ECAD-E9C8-9A40-5BC3-A49E51466639}"/>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19524" name="Rectangle 83">
              <a:extLst>
                <a:ext uri="{FF2B5EF4-FFF2-40B4-BE49-F238E27FC236}">
                  <a16:creationId xmlns:a16="http://schemas.microsoft.com/office/drawing/2014/main" id="{DAC4572E-147B-61F7-666F-536002FB9BE1}"/>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19525" name="Group 84">
            <a:extLst>
              <a:ext uri="{FF2B5EF4-FFF2-40B4-BE49-F238E27FC236}">
                <a16:creationId xmlns:a16="http://schemas.microsoft.com/office/drawing/2014/main" id="{807179F3-4453-C4E7-0560-54A4D0F109F8}"/>
              </a:ext>
            </a:extLst>
          </p:cNvPr>
          <p:cNvGrpSpPr>
            <a:grpSpLocks/>
          </p:cNvGrpSpPr>
          <p:nvPr/>
        </p:nvGrpSpPr>
        <p:grpSpPr bwMode="auto">
          <a:xfrm>
            <a:off x="649685" y="3809355"/>
            <a:ext cx="406400" cy="339725"/>
            <a:chOff x="144" y="3264"/>
            <a:chExt cx="288" cy="240"/>
          </a:xfrm>
        </p:grpSpPr>
        <p:sp>
          <p:nvSpPr>
            <p:cNvPr id="19526" name="Rectangle 85">
              <a:extLst>
                <a:ext uri="{FF2B5EF4-FFF2-40B4-BE49-F238E27FC236}">
                  <a16:creationId xmlns:a16="http://schemas.microsoft.com/office/drawing/2014/main" id="{B4D0D9C0-AF2D-0D33-C192-21DB2E3BD107}"/>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19527" name="Rectangle 86">
              <a:extLst>
                <a:ext uri="{FF2B5EF4-FFF2-40B4-BE49-F238E27FC236}">
                  <a16:creationId xmlns:a16="http://schemas.microsoft.com/office/drawing/2014/main" id="{C9F4D3B0-D6C9-0F6B-B533-326B48EE0411}"/>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19528" name="AutoShape 182">
            <a:extLst>
              <a:ext uri="{FF2B5EF4-FFF2-40B4-BE49-F238E27FC236}">
                <a16:creationId xmlns:a16="http://schemas.microsoft.com/office/drawing/2014/main" id="{713168DB-6384-F86C-0342-10FFC68D416B}"/>
              </a:ext>
            </a:extLst>
          </p:cNvPr>
          <p:cNvSpPr>
            <a:spLocks noChangeArrowheads="1"/>
          </p:cNvSpPr>
          <p:nvPr/>
        </p:nvSpPr>
        <p:spPr bwMode="auto">
          <a:xfrm>
            <a:off x="335360" y="2988618"/>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10.0.3.1</a:t>
            </a:r>
          </a:p>
        </p:txBody>
      </p:sp>
      <p:pic>
        <p:nvPicPr>
          <p:cNvPr id="40" name="Picture 179" descr="MC900434713[1]">
            <a:extLst>
              <a:ext uri="{FF2B5EF4-FFF2-40B4-BE49-F238E27FC236}">
                <a16:creationId xmlns:a16="http://schemas.microsoft.com/office/drawing/2014/main" id="{4F71F4A2-9858-1354-CEAB-C2C1976BC0C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30748" y="3453755"/>
            <a:ext cx="4349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29" name="AutoShape 244">
            <a:extLst>
              <a:ext uri="{FF2B5EF4-FFF2-40B4-BE49-F238E27FC236}">
                <a16:creationId xmlns:a16="http://schemas.microsoft.com/office/drawing/2014/main" id="{C5C3B115-F018-1C9E-5BAE-EBA59DFFBA72}"/>
              </a:ext>
            </a:extLst>
          </p:cNvPr>
          <p:cNvSpPr>
            <a:spLocks noChangeArrowheads="1"/>
          </p:cNvSpPr>
          <p:nvPr/>
        </p:nvSpPr>
        <p:spPr bwMode="auto">
          <a:xfrm rot="1429691">
            <a:off x="6397641" y="3657357"/>
            <a:ext cx="752475" cy="582612"/>
          </a:xfrm>
          <a:prstGeom prst="leftArrow">
            <a:avLst>
              <a:gd name="adj1" fmla="val 39620"/>
              <a:gd name="adj2" fmla="val 63705"/>
            </a:avLst>
          </a:prstGeom>
          <a:solidFill>
            <a:schemeClr val="tx2"/>
          </a:solidFill>
          <a:ln w="9525">
            <a:solidFill>
              <a:schemeClr val="tx1"/>
            </a:solidFill>
            <a:miter lim="800000"/>
            <a:headEnd/>
            <a:tailEnd/>
          </a:ln>
          <a:effectLst>
            <a:outerShdw dist="107763" dir="2700000" algn="ctr" rotWithShape="0">
              <a:schemeClr val="bg2">
                <a:alpha val="50000"/>
              </a:schemeClr>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IT"/>
          </a:p>
        </p:txBody>
      </p:sp>
    </p:spTree>
    <p:extLst>
      <p:ext uri="{BB962C8B-B14F-4D97-AF65-F5344CB8AC3E}">
        <p14:creationId xmlns:p14="http://schemas.microsoft.com/office/powerpoint/2010/main" val="999251499"/>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4" name="Rectangle 2">
            <a:extLst>
              <a:ext uri="{FF2B5EF4-FFF2-40B4-BE49-F238E27FC236}">
                <a16:creationId xmlns:a16="http://schemas.microsoft.com/office/drawing/2014/main" id="{AC85541A-615E-0652-9715-8D1498C11F66}"/>
              </a:ext>
            </a:extLst>
          </p:cNvPr>
          <p:cNvSpPr>
            <a:spLocks noGrp="1" noChangeArrowheads="1"/>
          </p:cNvSpPr>
          <p:nvPr>
            <p:ph type="title"/>
          </p:nvPr>
        </p:nvSpPr>
        <p:spPr/>
        <p:txBody>
          <a:bodyPr/>
          <a:lstStyle/>
          <a:p>
            <a:pPr eaLnBrk="1" hangingPunct="1"/>
            <a:r>
              <a:rPr lang="it-IT" altLang="it-IT" dirty="0" err="1"/>
              <a:t>ospf’s</a:t>
            </a:r>
            <a:r>
              <a:rPr lang="it-IT" altLang="it-IT" dirty="0"/>
              <a:t> </a:t>
            </a:r>
            <a:r>
              <a:rPr lang="it-IT" altLang="it-IT" dirty="0" err="1"/>
              <a:t>view</a:t>
            </a:r>
            <a:r>
              <a:rPr lang="it-IT" altLang="it-IT" dirty="0"/>
              <a:t> of the network</a:t>
            </a:r>
          </a:p>
        </p:txBody>
      </p:sp>
      <p:sp>
        <p:nvSpPr>
          <p:cNvPr id="20485" name="Rectangle 3">
            <a:extLst>
              <a:ext uri="{FF2B5EF4-FFF2-40B4-BE49-F238E27FC236}">
                <a16:creationId xmlns:a16="http://schemas.microsoft.com/office/drawing/2014/main" id="{5AE0F0B5-D2E7-25B0-F006-BDA774256340}"/>
              </a:ext>
            </a:extLst>
          </p:cNvPr>
          <p:cNvSpPr>
            <a:spLocks noGrp="1" noChangeArrowheads="1"/>
          </p:cNvSpPr>
          <p:nvPr>
            <p:ph idx="1"/>
          </p:nvPr>
        </p:nvSpPr>
        <p:spPr/>
        <p:txBody>
          <a:bodyPr/>
          <a:lstStyle/>
          <a:p>
            <a:pPr eaLnBrk="1" hangingPunct="1"/>
            <a:r>
              <a:rPr lang="it-IT" altLang="it-IT" dirty="0"/>
              <a:t>by </a:t>
            </a:r>
            <a:r>
              <a:rPr lang="it-IT" altLang="it-IT" dirty="0" err="1"/>
              <a:t>exchanging</a:t>
            </a:r>
            <a:r>
              <a:rPr lang="it-IT" altLang="it-IT" dirty="0"/>
              <a:t> link state update </a:t>
            </a:r>
            <a:r>
              <a:rPr lang="it-IT" altLang="it-IT" dirty="0" err="1"/>
              <a:t>packets</a:t>
            </a:r>
            <a:r>
              <a:rPr lang="it-IT" altLang="it-IT" dirty="0"/>
              <a:t>, </a:t>
            </a:r>
            <a:r>
              <a:rPr lang="it-IT" altLang="it-IT" dirty="0" err="1"/>
              <a:t>every</a:t>
            </a:r>
            <a:r>
              <a:rPr lang="it-IT" altLang="it-IT" dirty="0"/>
              <a:t> router </a:t>
            </a:r>
            <a:r>
              <a:rPr lang="it-IT" altLang="it-IT" dirty="0" err="1"/>
              <a:t>learns</a:t>
            </a:r>
            <a:r>
              <a:rPr lang="it-IT" altLang="it-IT" dirty="0"/>
              <a:t> </a:t>
            </a:r>
            <a:r>
              <a:rPr lang="it-IT" altLang="it-IT" dirty="0" err="1"/>
              <a:t>about</a:t>
            </a:r>
            <a:r>
              <a:rPr lang="it-IT" altLang="it-IT" dirty="0"/>
              <a:t> the complete network </a:t>
            </a:r>
            <a:r>
              <a:rPr lang="it-IT" altLang="it-IT" dirty="0" err="1"/>
              <a:t>topology</a:t>
            </a:r>
            <a:r>
              <a:rPr lang="it-IT" altLang="it-IT" dirty="0"/>
              <a:t>, </a:t>
            </a:r>
            <a:r>
              <a:rPr lang="it-IT" altLang="it-IT" dirty="0" err="1"/>
              <a:t>that</a:t>
            </a:r>
            <a:r>
              <a:rPr lang="it-IT" altLang="it-IT" dirty="0"/>
              <a:t> </a:t>
            </a:r>
            <a:r>
              <a:rPr lang="it-IT" altLang="it-IT" dirty="0" err="1"/>
              <a:t>is</a:t>
            </a:r>
            <a:r>
              <a:rPr lang="it-IT" altLang="it-IT" dirty="0"/>
              <a:t>:</a:t>
            </a:r>
          </a:p>
          <a:p>
            <a:pPr lvl="1" eaLnBrk="1" hangingPunct="1"/>
            <a:r>
              <a:rPr lang="it-IT" altLang="it-IT" dirty="0"/>
              <a:t>routers</a:t>
            </a:r>
          </a:p>
          <a:p>
            <a:pPr lvl="1" eaLnBrk="1" hangingPunct="1"/>
            <a:r>
              <a:rPr lang="it-IT" altLang="it-IT" dirty="0" err="1"/>
              <a:t>subnets</a:t>
            </a:r>
            <a:endParaRPr lang="it-IT" altLang="it-IT" dirty="0"/>
          </a:p>
          <a:p>
            <a:pPr lvl="1" eaLnBrk="1" hangingPunct="1"/>
            <a:r>
              <a:rPr lang="it-IT" altLang="it-IT" dirty="0" err="1"/>
              <a:t>adjacencies</a:t>
            </a:r>
            <a:r>
              <a:rPr lang="it-IT" altLang="it-IT" dirty="0"/>
              <a:t> </a:t>
            </a:r>
            <a:r>
              <a:rPr lang="it-IT" altLang="it-IT" dirty="0" err="1"/>
              <a:t>between</a:t>
            </a:r>
            <a:r>
              <a:rPr lang="it-IT" altLang="it-IT" dirty="0"/>
              <a:t> routers and networks</a:t>
            </a:r>
          </a:p>
        </p:txBody>
      </p:sp>
      <p:sp>
        <p:nvSpPr>
          <p:cNvPr id="2" name="Rectangle 4">
            <a:extLst>
              <a:ext uri="{FF2B5EF4-FFF2-40B4-BE49-F238E27FC236}">
                <a16:creationId xmlns:a16="http://schemas.microsoft.com/office/drawing/2014/main" id="{CCE1FE58-41F1-1278-16D5-B1A223F27AD6}"/>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E985DA12-B9B8-613C-F3C2-8AFB0AAB724F}"/>
              </a:ext>
            </a:extLst>
          </p:cNvPr>
          <p:cNvSpPr>
            <a:spLocks noGrp="1" noChangeArrowheads="1"/>
          </p:cNvSpPr>
          <p:nvPr>
            <p:ph type="ftr" sz="quarter" idx="11"/>
          </p:nvPr>
        </p:nvSpPr>
        <p:spPr>
          <a:ln/>
        </p:spPr>
        <p:txBody>
          <a:bodyPr/>
          <a:lstStyle/>
          <a:p>
            <a:r>
              <a:rPr lang="it-IT" altLang="en-IT"/>
              <a:t>kathara – [ labs: ospf_frr ]</a:t>
            </a: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9" name="Rectangle 162">
            <a:extLst>
              <a:ext uri="{FF2B5EF4-FFF2-40B4-BE49-F238E27FC236}">
                <a16:creationId xmlns:a16="http://schemas.microsoft.com/office/drawing/2014/main" id="{8584387D-BCD0-10AC-7D8D-EC2987806EDE}"/>
              </a:ext>
            </a:extLst>
          </p:cNvPr>
          <p:cNvSpPr>
            <a:spLocks noGrp="1" noChangeArrowheads="1"/>
          </p:cNvSpPr>
          <p:nvPr>
            <p:ph type="title"/>
          </p:nvPr>
        </p:nvSpPr>
        <p:spPr/>
        <p:txBody>
          <a:bodyPr/>
          <a:lstStyle/>
          <a:p>
            <a:pPr eaLnBrk="1" hangingPunct="1"/>
            <a:r>
              <a:rPr lang="it-IT" altLang="it-IT" sz="4000"/>
              <a:t>ospf’s view of the network</a:t>
            </a:r>
          </a:p>
        </p:txBody>
      </p:sp>
      <p:sp>
        <p:nvSpPr>
          <p:cNvPr id="2" name="Rectangle 4">
            <a:extLst>
              <a:ext uri="{FF2B5EF4-FFF2-40B4-BE49-F238E27FC236}">
                <a16:creationId xmlns:a16="http://schemas.microsoft.com/office/drawing/2014/main" id="{6CE004DA-5A77-5B87-6A43-BCDFAA7F1A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A2AFE0F-CDE3-53AA-46B9-074CE3A31213}"/>
              </a:ext>
            </a:extLst>
          </p:cNvPr>
          <p:cNvSpPr>
            <a:spLocks noGrp="1" noChangeArrowheads="1"/>
          </p:cNvSpPr>
          <p:nvPr>
            <p:ph type="ftr" sz="quarter" idx="11"/>
          </p:nvPr>
        </p:nvSpPr>
        <p:spPr>
          <a:ln/>
        </p:spPr>
        <p:txBody>
          <a:bodyPr/>
          <a:lstStyle/>
          <a:p>
            <a:r>
              <a:rPr lang="it-IT" altLang="en-IT"/>
              <a:t>kathara – [ labs: ospf_frr ]</a:t>
            </a:r>
          </a:p>
        </p:txBody>
      </p:sp>
      <p:grpSp>
        <p:nvGrpSpPr>
          <p:cNvPr id="21508" name="Group 2">
            <a:extLst>
              <a:ext uri="{FF2B5EF4-FFF2-40B4-BE49-F238E27FC236}">
                <a16:creationId xmlns:a16="http://schemas.microsoft.com/office/drawing/2014/main" id="{2DA97725-4953-C550-1AE7-B08BFB277F90}"/>
              </a:ext>
            </a:extLst>
          </p:cNvPr>
          <p:cNvGrpSpPr>
            <a:grpSpLocks/>
          </p:cNvGrpSpPr>
          <p:nvPr/>
        </p:nvGrpSpPr>
        <p:grpSpPr bwMode="auto">
          <a:xfrm>
            <a:off x="2166173" y="1050664"/>
            <a:ext cx="7655970" cy="3628007"/>
            <a:chOff x="-177" y="1030"/>
            <a:chExt cx="5760" cy="2840"/>
          </a:xfrm>
        </p:grpSpPr>
        <p:grpSp>
          <p:nvGrpSpPr>
            <p:cNvPr id="21537" name="Group 3">
              <a:extLst>
                <a:ext uri="{FF2B5EF4-FFF2-40B4-BE49-F238E27FC236}">
                  <a16:creationId xmlns:a16="http://schemas.microsoft.com/office/drawing/2014/main" id="{E2681DC0-9B50-77BB-239C-DF7BA73E9B3B}"/>
                </a:ext>
              </a:extLst>
            </p:cNvPr>
            <p:cNvGrpSpPr>
              <a:grpSpLocks/>
            </p:cNvGrpSpPr>
            <p:nvPr/>
          </p:nvGrpSpPr>
          <p:grpSpPr bwMode="auto">
            <a:xfrm>
              <a:off x="-177" y="1221"/>
              <a:ext cx="5760" cy="2649"/>
              <a:chOff x="-177" y="1221"/>
              <a:chExt cx="5760" cy="2649"/>
            </a:xfrm>
          </p:grpSpPr>
          <p:sp>
            <p:nvSpPr>
              <p:cNvPr id="21539" name="Oval 4">
                <a:extLst>
                  <a:ext uri="{FF2B5EF4-FFF2-40B4-BE49-F238E27FC236}">
                    <a16:creationId xmlns:a16="http://schemas.microsoft.com/office/drawing/2014/main" id="{B69635C6-E67E-A5FF-F83A-EDD0A07E21AD}"/>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0" name="Oval 5">
                <a:extLst>
                  <a:ext uri="{FF2B5EF4-FFF2-40B4-BE49-F238E27FC236}">
                    <a16:creationId xmlns:a16="http://schemas.microsoft.com/office/drawing/2014/main" id="{CD6F14E2-E370-605B-5409-012738BB8ECB}"/>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1" name="Oval 6">
                <a:extLst>
                  <a:ext uri="{FF2B5EF4-FFF2-40B4-BE49-F238E27FC236}">
                    <a16:creationId xmlns:a16="http://schemas.microsoft.com/office/drawing/2014/main" id="{B0991C3C-4720-AA4F-C655-54ADA1D57C12}"/>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2" name="Oval 7">
                <a:extLst>
                  <a:ext uri="{FF2B5EF4-FFF2-40B4-BE49-F238E27FC236}">
                    <a16:creationId xmlns:a16="http://schemas.microsoft.com/office/drawing/2014/main" id="{45C8B705-A185-D395-872F-2FEC97CFF287}"/>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3" name="Oval 8">
                <a:extLst>
                  <a:ext uri="{FF2B5EF4-FFF2-40B4-BE49-F238E27FC236}">
                    <a16:creationId xmlns:a16="http://schemas.microsoft.com/office/drawing/2014/main" id="{F725B197-4602-ACB5-B8B8-56129D2CDD21}"/>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4" name="Oval 9">
                <a:extLst>
                  <a:ext uri="{FF2B5EF4-FFF2-40B4-BE49-F238E27FC236}">
                    <a16:creationId xmlns:a16="http://schemas.microsoft.com/office/drawing/2014/main" id="{ACBEF2A0-3712-BAD5-FD1A-C29D5EC8AB13}"/>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5" name="Oval 10">
                <a:extLst>
                  <a:ext uri="{FF2B5EF4-FFF2-40B4-BE49-F238E27FC236}">
                    <a16:creationId xmlns:a16="http://schemas.microsoft.com/office/drawing/2014/main" id="{E674A691-74D1-1DC0-A014-ADBC3155DCA2}"/>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6" name="Oval 11">
                <a:extLst>
                  <a:ext uri="{FF2B5EF4-FFF2-40B4-BE49-F238E27FC236}">
                    <a16:creationId xmlns:a16="http://schemas.microsoft.com/office/drawing/2014/main" id="{B83FF4C2-6943-FEFF-00E0-6E588EDA7C0A}"/>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7" name="Oval 12">
                <a:extLst>
                  <a:ext uri="{FF2B5EF4-FFF2-40B4-BE49-F238E27FC236}">
                    <a16:creationId xmlns:a16="http://schemas.microsoft.com/office/drawing/2014/main" id="{EF32C6C9-82D0-B1E8-DA27-1F3B19138F71}"/>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dirty="0">
                  <a:latin typeface="Arial" panose="020B0604020202020204" pitchFamily="34" charset="0"/>
                </a:endParaRPr>
              </a:p>
            </p:txBody>
          </p:sp>
        </p:grpSp>
        <p:sp>
          <p:nvSpPr>
            <p:cNvPr id="21538" name="Oval 13">
              <a:extLst>
                <a:ext uri="{FF2B5EF4-FFF2-40B4-BE49-F238E27FC236}">
                  <a16:creationId xmlns:a16="http://schemas.microsoft.com/office/drawing/2014/main" id="{6EC22C66-8731-D095-AF4D-2BED9A96CFED}"/>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grpSp>
        <p:nvGrpSpPr>
          <p:cNvPr id="4" name="Group 3">
            <a:extLst>
              <a:ext uri="{FF2B5EF4-FFF2-40B4-BE49-F238E27FC236}">
                <a16:creationId xmlns:a16="http://schemas.microsoft.com/office/drawing/2014/main" id="{2D42DAB1-303A-3E40-3524-C11468DCB958}"/>
              </a:ext>
            </a:extLst>
          </p:cNvPr>
          <p:cNvGrpSpPr/>
          <p:nvPr/>
        </p:nvGrpSpPr>
        <p:grpSpPr>
          <a:xfrm>
            <a:off x="2780918" y="4408603"/>
            <a:ext cx="6802068" cy="2334786"/>
            <a:chOff x="4778215" y="2378844"/>
            <a:chExt cx="6802068" cy="1961626"/>
          </a:xfrm>
        </p:grpSpPr>
        <p:sp>
          <p:nvSpPr>
            <p:cNvPr id="5" name="Rectangle 4">
              <a:extLst>
                <a:ext uri="{FF2B5EF4-FFF2-40B4-BE49-F238E27FC236}">
                  <a16:creationId xmlns:a16="http://schemas.microsoft.com/office/drawing/2014/main" id="{70361730-5F00-C0BB-08BD-044CC667EEAE}"/>
                </a:ext>
              </a:extLst>
            </p:cNvPr>
            <p:cNvSpPr/>
            <p:nvPr/>
          </p:nvSpPr>
          <p:spPr>
            <a:xfrm>
              <a:off x="4778215" y="2632077"/>
              <a:ext cx="6802068" cy="1708393"/>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en-US" altLang="it-IT" sz="1400" dirty="0">
                  <a:solidFill>
                    <a:schemeClr val="bg1">
                      <a:lumMod val="75000"/>
                    </a:schemeClr>
                  </a:solidFill>
                  <a:latin typeface="Lucida Console" panose="020B0609040504020204" pitchFamily="49" charset="0"/>
                </a:rPr>
                <a:t>bb0# </a:t>
              </a:r>
              <a:r>
                <a:rPr lang="en-US" altLang="it-IT" sz="1400" b="1" dirty="0">
                  <a:solidFill>
                    <a:schemeClr val="bg1"/>
                  </a:solidFill>
                  <a:latin typeface="Lucida Console" panose="020B0609040504020204" pitchFamily="49" charset="0"/>
                </a:rPr>
                <a:t>show </a:t>
              </a:r>
              <a:r>
                <a:rPr lang="en-US" altLang="it-IT" sz="1400" b="1" dirty="0" err="1">
                  <a:solidFill>
                    <a:schemeClr val="bg1"/>
                  </a:solidFill>
                  <a:latin typeface="Lucida Console" panose="020B0609040504020204" pitchFamily="49" charset="0"/>
                </a:rPr>
                <a:t>ip</a:t>
              </a:r>
              <a:r>
                <a:rPr lang="en-US" altLang="it-IT" sz="1400" b="1" dirty="0">
                  <a:solidFill>
                    <a:schemeClr val="bg1"/>
                  </a:solidFill>
                  <a:latin typeface="Lucida Console" panose="020B0609040504020204" pitchFamily="49" charset="0"/>
                </a:rPr>
                <a:t> </a:t>
              </a:r>
              <a:r>
                <a:rPr lang="en-US" altLang="it-IT" sz="1400" b="1" dirty="0" err="1">
                  <a:solidFill>
                    <a:schemeClr val="bg1"/>
                  </a:solidFill>
                  <a:latin typeface="Lucida Console" panose="020B0609040504020204" pitchFamily="49" charset="0"/>
                </a:rPr>
                <a:t>ospf</a:t>
              </a:r>
              <a:r>
                <a:rPr lang="en-US" altLang="it-IT" sz="1400" b="1" dirty="0">
                  <a:solidFill>
                    <a:schemeClr val="bg1"/>
                  </a:solidFill>
                  <a:latin typeface="Lucida Console" panose="020B0609040504020204" pitchFamily="49" charset="0"/>
                </a:rPr>
                <a:t> database</a:t>
              </a:r>
              <a:r>
                <a:rPr lang="it-IT" altLang="it-IT" sz="1400" dirty="0">
                  <a:solidFill>
                    <a:schemeClr val="bg1"/>
                  </a:solidFill>
                  <a:latin typeface="Lucida Console" panose="020B0609040504020204" pitchFamily="49" charset="0"/>
                </a:rPr>
                <a:t>	</a:t>
              </a:r>
            </a:p>
          </p:txBody>
        </p:sp>
        <p:sp>
          <p:nvSpPr>
            <p:cNvPr id="6" name="Rectangle 5">
              <a:extLst>
                <a:ext uri="{FF2B5EF4-FFF2-40B4-BE49-F238E27FC236}">
                  <a16:creationId xmlns:a16="http://schemas.microsoft.com/office/drawing/2014/main" id="{E8931EE6-7A3E-795A-0473-EC7653C2A51A}"/>
                </a:ext>
              </a:extLst>
            </p:cNvPr>
            <p:cNvSpPr/>
            <p:nvPr/>
          </p:nvSpPr>
          <p:spPr>
            <a:xfrm>
              <a:off x="4778215" y="2378844"/>
              <a:ext cx="6802064"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7" name="Group 6">
              <a:extLst>
                <a:ext uri="{FF2B5EF4-FFF2-40B4-BE49-F238E27FC236}">
                  <a16:creationId xmlns:a16="http://schemas.microsoft.com/office/drawing/2014/main" id="{2CE8E8BB-74C2-AC0C-E3A5-C38E3B3F0654}"/>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E844A620-6750-B0F9-F8AC-10A7C8E1AC64}"/>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B770B94-AC31-A4C4-6A0F-3E88FAEF025C}"/>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E583634-35BC-41C5-2601-F81456C681CE}"/>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1827" name="AutoShape 298">
            <a:extLst>
              <a:ext uri="{FF2B5EF4-FFF2-40B4-BE49-F238E27FC236}">
                <a16:creationId xmlns:a16="http://schemas.microsoft.com/office/drawing/2014/main" id="{06B3DCAD-6000-B97B-E025-9E874C4ECA57}"/>
              </a:ext>
            </a:extLst>
          </p:cNvPr>
          <p:cNvSpPr>
            <a:spLocks noChangeArrowheads="1"/>
          </p:cNvSpPr>
          <p:nvPr/>
        </p:nvSpPr>
        <p:spPr bwMode="auto">
          <a:xfrm>
            <a:off x="9702678" y="4341655"/>
            <a:ext cx="2344737" cy="1554162"/>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it-IT" altLang="en-IT" sz="2400" dirty="0">
                <a:latin typeface="Tahoma" panose="020B0604030504040204" pitchFamily="34" charset="0"/>
              </a:rPr>
              <a:t>for router </a:t>
            </a:r>
            <a:r>
              <a:rPr lang="it-IT" altLang="en-IT" sz="2400" dirty="0" err="1">
                <a:latin typeface="Tahoma" panose="020B0604030504040204" pitchFamily="34" charset="0"/>
              </a:rPr>
              <a:t>lsas</a:t>
            </a:r>
            <a:r>
              <a:rPr lang="it-IT" altLang="en-IT" sz="2400" dirty="0">
                <a:latin typeface="Tahoma" panose="020B0604030504040204" pitchFamily="34" charset="0"/>
              </a:rPr>
              <a:t>, the </a:t>
            </a:r>
            <a:r>
              <a:rPr lang="it-IT" altLang="en-IT" sz="2400" dirty="0">
                <a:latin typeface="Lucida Console" panose="020B0609040504020204" pitchFamily="49" charset="0"/>
              </a:rPr>
              <a:t>Link ID</a:t>
            </a:r>
            <a:r>
              <a:rPr lang="it-IT" altLang="en-IT" sz="2400" dirty="0">
                <a:latin typeface="Tahoma" panose="020B0604030504040204" pitchFamily="34" charset="0"/>
              </a:rPr>
              <a:t> </a:t>
            </a:r>
            <a:r>
              <a:rPr lang="it-IT" altLang="en-IT" sz="2400" dirty="0" err="1">
                <a:latin typeface="Tahoma" panose="020B0604030504040204" pitchFamily="34" charset="0"/>
              </a:rPr>
              <a:t>is</a:t>
            </a:r>
            <a:r>
              <a:rPr lang="it-IT" altLang="en-IT" sz="2400" dirty="0">
                <a:latin typeface="Tahoma" panose="020B0604030504040204" pitchFamily="34" charset="0"/>
              </a:rPr>
              <a:t> the </a:t>
            </a:r>
            <a:r>
              <a:rPr lang="it-IT" altLang="en-IT" sz="2400" dirty="0" err="1">
                <a:latin typeface="Tahoma" panose="020B0604030504040204" pitchFamily="34" charset="0"/>
              </a:rPr>
              <a:t>router’s</a:t>
            </a:r>
            <a:r>
              <a:rPr lang="it-IT" altLang="en-IT" sz="2400" dirty="0">
                <a:latin typeface="Tahoma" panose="020B0604030504040204" pitchFamily="34" charset="0"/>
              </a:rPr>
              <a:t> id</a:t>
            </a:r>
          </a:p>
        </p:txBody>
      </p:sp>
    </p:spTree>
    <p:extLst>
      <p:ext uri="{BB962C8B-B14F-4D97-AF65-F5344CB8AC3E}">
        <p14:creationId xmlns:p14="http://schemas.microsoft.com/office/powerpoint/2010/main" val="1530266196"/>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9" name="Rectangle 162">
            <a:extLst>
              <a:ext uri="{FF2B5EF4-FFF2-40B4-BE49-F238E27FC236}">
                <a16:creationId xmlns:a16="http://schemas.microsoft.com/office/drawing/2014/main" id="{8584387D-BCD0-10AC-7D8D-EC2987806EDE}"/>
              </a:ext>
            </a:extLst>
          </p:cNvPr>
          <p:cNvSpPr>
            <a:spLocks noGrp="1" noChangeArrowheads="1"/>
          </p:cNvSpPr>
          <p:nvPr>
            <p:ph type="title"/>
          </p:nvPr>
        </p:nvSpPr>
        <p:spPr/>
        <p:txBody>
          <a:bodyPr/>
          <a:lstStyle/>
          <a:p>
            <a:pPr eaLnBrk="1" hangingPunct="1"/>
            <a:r>
              <a:rPr lang="it-IT" altLang="it-IT" sz="4000"/>
              <a:t>ospf’s view of the network</a:t>
            </a:r>
          </a:p>
        </p:txBody>
      </p:sp>
      <p:sp>
        <p:nvSpPr>
          <p:cNvPr id="2" name="Rectangle 4">
            <a:extLst>
              <a:ext uri="{FF2B5EF4-FFF2-40B4-BE49-F238E27FC236}">
                <a16:creationId xmlns:a16="http://schemas.microsoft.com/office/drawing/2014/main" id="{6CE004DA-5A77-5B87-6A43-BCDFAA7F1A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A2AFE0F-CDE3-53AA-46B9-074CE3A31213}"/>
              </a:ext>
            </a:extLst>
          </p:cNvPr>
          <p:cNvSpPr>
            <a:spLocks noGrp="1" noChangeArrowheads="1"/>
          </p:cNvSpPr>
          <p:nvPr>
            <p:ph type="ftr" sz="quarter" idx="11"/>
          </p:nvPr>
        </p:nvSpPr>
        <p:spPr>
          <a:ln/>
        </p:spPr>
        <p:txBody>
          <a:bodyPr/>
          <a:lstStyle/>
          <a:p>
            <a:r>
              <a:rPr lang="it-IT" altLang="en-IT"/>
              <a:t>kathara – [ labs: ospf_frr ]</a:t>
            </a:r>
          </a:p>
        </p:txBody>
      </p:sp>
      <p:grpSp>
        <p:nvGrpSpPr>
          <p:cNvPr id="21508" name="Group 2">
            <a:extLst>
              <a:ext uri="{FF2B5EF4-FFF2-40B4-BE49-F238E27FC236}">
                <a16:creationId xmlns:a16="http://schemas.microsoft.com/office/drawing/2014/main" id="{2DA97725-4953-C550-1AE7-B08BFB277F90}"/>
              </a:ext>
            </a:extLst>
          </p:cNvPr>
          <p:cNvGrpSpPr>
            <a:grpSpLocks/>
          </p:cNvGrpSpPr>
          <p:nvPr/>
        </p:nvGrpSpPr>
        <p:grpSpPr bwMode="auto">
          <a:xfrm>
            <a:off x="2166173" y="1050664"/>
            <a:ext cx="7655970" cy="3628007"/>
            <a:chOff x="-177" y="1030"/>
            <a:chExt cx="5760" cy="2840"/>
          </a:xfrm>
        </p:grpSpPr>
        <p:grpSp>
          <p:nvGrpSpPr>
            <p:cNvPr id="21537" name="Group 3">
              <a:extLst>
                <a:ext uri="{FF2B5EF4-FFF2-40B4-BE49-F238E27FC236}">
                  <a16:creationId xmlns:a16="http://schemas.microsoft.com/office/drawing/2014/main" id="{E2681DC0-9B50-77BB-239C-DF7BA73E9B3B}"/>
                </a:ext>
              </a:extLst>
            </p:cNvPr>
            <p:cNvGrpSpPr>
              <a:grpSpLocks/>
            </p:cNvGrpSpPr>
            <p:nvPr/>
          </p:nvGrpSpPr>
          <p:grpSpPr bwMode="auto">
            <a:xfrm>
              <a:off x="-177" y="1221"/>
              <a:ext cx="5760" cy="2649"/>
              <a:chOff x="-177" y="1221"/>
              <a:chExt cx="5760" cy="2649"/>
            </a:xfrm>
          </p:grpSpPr>
          <p:sp>
            <p:nvSpPr>
              <p:cNvPr id="21539" name="Oval 4">
                <a:extLst>
                  <a:ext uri="{FF2B5EF4-FFF2-40B4-BE49-F238E27FC236}">
                    <a16:creationId xmlns:a16="http://schemas.microsoft.com/office/drawing/2014/main" id="{B69635C6-E67E-A5FF-F83A-EDD0A07E21AD}"/>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0" name="Oval 5">
                <a:extLst>
                  <a:ext uri="{FF2B5EF4-FFF2-40B4-BE49-F238E27FC236}">
                    <a16:creationId xmlns:a16="http://schemas.microsoft.com/office/drawing/2014/main" id="{CD6F14E2-E370-605B-5409-012738BB8ECB}"/>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1" name="Oval 6">
                <a:extLst>
                  <a:ext uri="{FF2B5EF4-FFF2-40B4-BE49-F238E27FC236}">
                    <a16:creationId xmlns:a16="http://schemas.microsoft.com/office/drawing/2014/main" id="{B0991C3C-4720-AA4F-C655-54ADA1D57C12}"/>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2" name="Oval 7">
                <a:extLst>
                  <a:ext uri="{FF2B5EF4-FFF2-40B4-BE49-F238E27FC236}">
                    <a16:creationId xmlns:a16="http://schemas.microsoft.com/office/drawing/2014/main" id="{45C8B705-A185-D395-872F-2FEC97CFF287}"/>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3" name="Oval 8">
                <a:extLst>
                  <a:ext uri="{FF2B5EF4-FFF2-40B4-BE49-F238E27FC236}">
                    <a16:creationId xmlns:a16="http://schemas.microsoft.com/office/drawing/2014/main" id="{F725B197-4602-ACB5-B8B8-56129D2CDD21}"/>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4" name="Oval 9">
                <a:extLst>
                  <a:ext uri="{FF2B5EF4-FFF2-40B4-BE49-F238E27FC236}">
                    <a16:creationId xmlns:a16="http://schemas.microsoft.com/office/drawing/2014/main" id="{ACBEF2A0-3712-BAD5-FD1A-C29D5EC8AB13}"/>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5" name="Oval 10">
                <a:extLst>
                  <a:ext uri="{FF2B5EF4-FFF2-40B4-BE49-F238E27FC236}">
                    <a16:creationId xmlns:a16="http://schemas.microsoft.com/office/drawing/2014/main" id="{E674A691-74D1-1DC0-A014-ADBC3155DCA2}"/>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6" name="Oval 11">
                <a:extLst>
                  <a:ext uri="{FF2B5EF4-FFF2-40B4-BE49-F238E27FC236}">
                    <a16:creationId xmlns:a16="http://schemas.microsoft.com/office/drawing/2014/main" id="{B83FF4C2-6943-FEFF-00E0-6E588EDA7C0A}"/>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7" name="Oval 12">
                <a:extLst>
                  <a:ext uri="{FF2B5EF4-FFF2-40B4-BE49-F238E27FC236}">
                    <a16:creationId xmlns:a16="http://schemas.microsoft.com/office/drawing/2014/main" id="{EF32C6C9-82D0-B1E8-DA27-1F3B19138F71}"/>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dirty="0">
                  <a:latin typeface="Arial" panose="020B0604020202020204" pitchFamily="34" charset="0"/>
                </a:endParaRPr>
              </a:p>
            </p:txBody>
          </p:sp>
        </p:grpSp>
        <p:sp>
          <p:nvSpPr>
            <p:cNvPr id="21538" name="Oval 13">
              <a:extLst>
                <a:ext uri="{FF2B5EF4-FFF2-40B4-BE49-F238E27FC236}">
                  <a16:creationId xmlns:a16="http://schemas.microsoft.com/office/drawing/2014/main" id="{6EC22C66-8731-D095-AF4D-2BED9A96CFED}"/>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grpSp>
        <p:nvGrpSpPr>
          <p:cNvPr id="4" name="Group 3">
            <a:extLst>
              <a:ext uri="{FF2B5EF4-FFF2-40B4-BE49-F238E27FC236}">
                <a16:creationId xmlns:a16="http://schemas.microsoft.com/office/drawing/2014/main" id="{2D42DAB1-303A-3E40-3524-C11468DCB958}"/>
              </a:ext>
            </a:extLst>
          </p:cNvPr>
          <p:cNvGrpSpPr/>
          <p:nvPr/>
        </p:nvGrpSpPr>
        <p:grpSpPr>
          <a:xfrm>
            <a:off x="2780918" y="4408603"/>
            <a:ext cx="6802068" cy="2334786"/>
            <a:chOff x="4778215" y="2378844"/>
            <a:chExt cx="6802068" cy="1961626"/>
          </a:xfrm>
        </p:grpSpPr>
        <p:sp>
          <p:nvSpPr>
            <p:cNvPr id="5" name="Rectangle 4">
              <a:extLst>
                <a:ext uri="{FF2B5EF4-FFF2-40B4-BE49-F238E27FC236}">
                  <a16:creationId xmlns:a16="http://schemas.microsoft.com/office/drawing/2014/main" id="{70361730-5F00-C0BB-08BD-044CC667EEAE}"/>
                </a:ext>
              </a:extLst>
            </p:cNvPr>
            <p:cNvSpPr/>
            <p:nvPr/>
          </p:nvSpPr>
          <p:spPr>
            <a:xfrm>
              <a:off x="4778215" y="2632077"/>
              <a:ext cx="6802068" cy="1708393"/>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it-IT" altLang="it-IT" sz="1400" dirty="0">
                  <a:solidFill>
                    <a:schemeClr val="bg1"/>
                  </a:solidFill>
                  <a:latin typeface="Lucida Console" panose="020B0609040504020204" pitchFamily="49" charset="0"/>
                </a:rPr>
                <a:t>	OSPF Router with ID (10.0.2.3)</a:t>
              </a:r>
            </a:p>
            <a:p>
              <a:pPr eaLnBrk="1" hangingPunct="1"/>
              <a:r>
                <a:rPr lang="it-IT" altLang="it-IT" sz="1400" dirty="0">
                  <a:solidFill>
                    <a:schemeClr val="bg1"/>
                  </a:solidFill>
                  <a:latin typeface="Lucida Console" panose="020B0609040504020204" pitchFamily="49" charset="0"/>
                </a:rPr>
                <a:t>                Router Link States (Area 0.0.0.0)</a:t>
              </a:r>
            </a:p>
            <a:p>
              <a:pPr eaLnBrk="1" hangingPunct="1"/>
              <a:r>
                <a:rPr lang="it-IT" altLang="it-IT" sz="1400" dirty="0">
                  <a:solidFill>
                    <a:schemeClr val="bg1"/>
                  </a:solidFill>
                  <a:latin typeface="Lucida Console" panose="020B0609040504020204" pitchFamily="49" charset="0"/>
                </a:rPr>
                <a:t>Link ID         ADV Router      Age  </a:t>
              </a:r>
              <a:r>
                <a:rPr lang="it-IT" altLang="it-IT" sz="1400" dirty="0" err="1">
                  <a:solidFill>
                    <a:schemeClr val="bg1"/>
                  </a:solidFill>
                  <a:latin typeface="Lucida Console" panose="020B0609040504020204" pitchFamily="49" charset="0"/>
                </a:rPr>
                <a:t>Seq</a:t>
              </a:r>
              <a:r>
                <a:rPr lang="it-IT" altLang="it-IT" sz="1400" dirty="0">
                  <a:solidFill>
                    <a:schemeClr val="bg1"/>
                  </a:solidFill>
                  <a:latin typeface="Lucida Console" panose="020B0609040504020204" pitchFamily="49" charset="0"/>
                </a:rPr>
                <a:t>#       </a:t>
              </a:r>
              <a:r>
                <a:rPr lang="it-IT" altLang="it-IT" sz="1400" dirty="0" err="1">
                  <a:solidFill>
                    <a:schemeClr val="bg1"/>
                  </a:solidFill>
                  <a:latin typeface="Lucida Console" panose="020B0609040504020204" pitchFamily="49" charset="0"/>
                </a:rPr>
                <a:t>CkSum</a:t>
              </a:r>
              <a:r>
                <a:rPr lang="it-IT" altLang="it-IT" sz="1400" dirty="0">
                  <a:solidFill>
                    <a:schemeClr val="bg1"/>
                  </a:solidFill>
                  <a:latin typeface="Lucida Console" panose="020B0609040504020204" pitchFamily="49" charset="0"/>
                </a:rPr>
                <a:t>  Link </a:t>
              </a:r>
              <a:r>
                <a:rPr lang="it-IT" altLang="it-IT" sz="1400" dirty="0" err="1">
                  <a:solidFill>
                    <a:schemeClr val="bg1"/>
                  </a:solidFill>
                  <a:latin typeface="Lucida Console" panose="020B0609040504020204" pitchFamily="49" charset="0"/>
                </a:rPr>
                <a:t>count</a:t>
              </a:r>
              <a:endParaRPr lang="it-IT" altLang="it-IT" sz="1400" dirty="0">
                <a:solidFill>
                  <a:schemeClr val="bg1"/>
                </a:solidFill>
                <a:latin typeface="Lucida Console" panose="020B0609040504020204" pitchFamily="49" charset="0"/>
              </a:endParaRPr>
            </a:p>
            <a:p>
              <a:pPr eaLnBrk="1" hangingPunct="1"/>
              <a:r>
                <a:rPr lang="it-IT" altLang="it-IT" sz="1400" dirty="0">
                  <a:solidFill>
                    <a:schemeClr val="bg1"/>
                  </a:solidFill>
                  <a:latin typeface="Lucida Console" panose="020B0609040504020204" pitchFamily="49" charset="0"/>
                </a:rPr>
                <a:t>10.0.1.1       10.0.1.1         743 0x80000008 0xdfff 2</a:t>
              </a:r>
            </a:p>
            <a:p>
              <a:pPr eaLnBrk="1" hangingPunct="1"/>
              <a:r>
                <a:rPr lang="it-IT" altLang="it-IT" sz="1400" dirty="0">
                  <a:solidFill>
                    <a:schemeClr val="bg1"/>
                  </a:solidFill>
                  <a:latin typeface="Lucida Console" panose="020B0609040504020204" pitchFamily="49" charset="0"/>
                </a:rPr>
                <a:t>10.0.2.2       10.0.2.2         743 0x80000008 0xd9ff 2</a:t>
              </a:r>
            </a:p>
            <a:p>
              <a:pPr eaLnBrk="1" hangingPunct="1"/>
              <a:r>
                <a:rPr lang="it-IT" altLang="it-IT" sz="1400" dirty="0">
                  <a:solidFill>
                    <a:schemeClr val="bg1"/>
                  </a:solidFill>
                  <a:latin typeface="Lucida Console" panose="020B0609040504020204" pitchFamily="49" charset="0"/>
                </a:rPr>
                <a:t>10.0.2.3       10.0.2.3         742 0x8000000a 0xd9d4 2</a:t>
              </a:r>
            </a:p>
            <a:p>
              <a:pPr eaLnBrk="1" hangingPunct="1"/>
              <a:r>
                <a:rPr lang="it-IT" altLang="it-IT" sz="1400" dirty="0">
                  <a:solidFill>
                    <a:schemeClr val="bg1"/>
                  </a:solidFill>
                  <a:latin typeface="Lucida Console" panose="020B0609040504020204" pitchFamily="49" charset="0"/>
                </a:rPr>
                <a:t>10.0.3.1       10.0.3.1         747 0x80000009 0x268e 2</a:t>
              </a:r>
            </a:p>
            <a:p>
              <a:pPr eaLnBrk="1" hangingPunct="1"/>
              <a:r>
                <a:rPr lang="it-IT" altLang="it-IT" sz="1400" dirty="0">
                  <a:solidFill>
                    <a:schemeClr val="bg1"/>
                  </a:solidFill>
                  <a:latin typeface="Lucida Console" panose="020B0609040504020204" pitchFamily="49" charset="0"/>
                </a:rPr>
                <a:t>10.0.3.2       10.0.3.2         752 0x80000008 0x4091 2</a:t>
              </a:r>
            </a:p>
          </p:txBody>
        </p:sp>
        <p:sp>
          <p:nvSpPr>
            <p:cNvPr id="6" name="Rectangle 5">
              <a:extLst>
                <a:ext uri="{FF2B5EF4-FFF2-40B4-BE49-F238E27FC236}">
                  <a16:creationId xmlns:a16="http://schemas.microsoft.com/office/drawing/2014/main" id="{E8931EE6-7A3E-795A-0473-EC7653C2A51A}"/>
                </a:ext>
              </a:extLst>
            </p:cNvPr>
            <p:cNvSpPr/>
            <p:nvPr/>
          </p:nvSpPr>
          <p:spPr>
            <a:xfrm>
              <a:off x="4778215" y="2378844"/>
              <a:ext cx="6802064"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7" name="Group 6">
              <a:extLst>
                <a:ext uri="{FF2B5EF4-FFF2-40B4-BE49-F238E27FC236}">
                  <a16:creationId xmlns:a16="http://schemas.microsoft.com/office/drawing/2014/main" id="{2CE8E8BB-74C2-AC0C-E3A5-C38E3B3F0654}"/>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E844A620-6750-B0F9-F8AC-10A7C8E1AC64}"/>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B770B94-AC31-A4C4-6A0F-3E88FAEF025C}"/>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E583634-35BC-41C5-2601-F81456C681CE}"/>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4" name="AutoShape 54">
            <a:extLst>
              <a:ext uri="{FF2B5EF4-FFF2-40B4-BE49-F238E27FC236}">
                <a16:creationId xmlns:a16="http://schemas.microsoft.com/office/drawing/2014/main" id="{AB0AF694-8067-C502-B6AB-55D6D79D8F99}"/>
              </a:ext>
            </a:extLst>
          </p:cNvPr>
          <p:cNvSpPr>
            <a:spLocks noChangeArrowheads="1"/>
          </p:cNvSpPr>
          <p:nvPr/>
        </p:nvSpPr>
        <p:spPr bwMode="auto">
          <a:xfrm>
            <a:off x="1843302" y="2058827"/>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dirty="0">
                <a:solidFill>
                  <a:schemeClr val="bg1"/>
                </a:solidFill>
              </a:rPr>
              <a:t>0.0.0.0</a:t>
            </a:r>
          </a:p>
        </p:txBody>
      </p:sp>
      <p:grpSp>
        <p:nvGrpSpPr>
          <p:cNvPr id="35" name="Group 58">
            <a:extLst>
              <a:ext uri="{FF2B5EF4-FFF2-40B4-BE49-F238E27FC236}">
                <a16:creationId xmlns:a16="http://schemas.microsoft.com/office/drawing/2014/main" id="{E59B77AC-6891-3FC2-54D5-5DC0F4CA30D2}"/>
              </a:ext>
            </a:extLst>
          </p:cNvPr>
          <p:cNvGrpSpPr>
            <a:grpSpLocks noChangeAspect="1"/>
          </p:cNvGrpSpPr>
          <p:nvPr/>
        </p:nvGrpSpPr>
        <p:grpSpPr bwMode="auto">
          <a:xfrm>
            <a:off x="3418205" y="1642040"/>
            <a:ext cx="723900" cy="460375"/>
            <a:chOff x="3312" y="2160"/>
            <a:chExt cx="960" cy="528"/>
          </a:xfrm>
        </p:grpSpPr>
        <p:grpSp>
          <p:nvGrpSpPr>
            <p:cNvPr id="36" name="Group 59">
              <a:extLst>
                <a:ext uri="{FF2B5EF4-FFF2-40B4-BE49-F238E27FC236}">
                  <a16:creationId xmlns:a16="http://schemas.microsoft.com/office/drawing/2014/main" id="{358B3B2D-E8BA-1E94-14AE-B007D2DA2B53}"/>
                </a:ext>
              </a:extLst>
            </p:cNvPr>
            <p:cNvGrpSpPr>
              <a:grpSpLocks noChangeAspect="1"/>
            </p:cNvGrpSpPr>
            <p:nvPr/>
          </p:nvGrpSpPr>
          <p:grpSpPr bwMode="auto">
            <a:xfrm>
              <a:off x="3312" y="2160"/>
              <a:ext cx="960" cy="528"/>
              <a:chOff x="3312" y="2160"/>
              <a:chExt cx="960" cy="528"/>
            </a:xfrm>
          </p:grpSpPr>
          <p:sp>
            <p:nvSpPr>
              <p:cNvPr id="38" name="AutoShape 60">
                <a:extLst>
                  <a:ext uri="{FF2B5EF4-FFF2-40B4-BE49-F238E27FC236}">
                    <a16:creationId xmlns:a16="http://schemas.microsoft.com/office/drawing/2014/main" id="{B5BD0E12-FF8A-1D07-7047-4D285097916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39" name="Group 61">
                <a:extLst>
                  <a:ext uri="{FF2B5EF4-FFF2-40B4-BE49-F238E27FC236}">
                    <a16:creationId xmlns:a16="http://schemas.microsoft.com/office/drawing/2014/main" id="{3D58A98C-FB1A-914C-C89D-1AB4E97A30CE}"/>
                  </a:ext>
                </a:extLst>
              </p:cNvPr>
              <p:cNvGrpSpPr>
                <a:grpSpLocks noChangeAspect="1"/>
              </p:cNvGrpSpPr>
              <p:nvPr/>
            </p:nvGrpSpPr>
            <p:grpSpPr bwMode="auto">
              <a:xfrm>
                <a:off x="3488" y="2193"/>
                <a:ext cx="599" cy="207"/>
                <a:chOff x="422" y="1632"/>
                <a:chExt cx="829" cy="298"/>
              </a:xfrm>
            </p:grpSpPr>
            <p:grpSp>
              <p:nvGrpSpPr>
                <p:cNvPr id="40" name="Group 62">
                  <a:extLst>
                    <a:ext uri="{FF2B5EF4-FFF2-40B4-BE49-F238E27FC236}">
                      <a16:creationId xmlns:a16="http://schemas.microsoft.com/office/drawing/2014/main" id="{1B435C44-4945-1186-C685-2EBEA0450C98}"/>
                    </a:ext>
                  </a:extLst>
                </p:cNvPr>
                <p:cNvGrpSpPr>
                  <a:grpSpLocks noChangeAspect="1"/>
                </p:cNvGrpSpPr>
                <p:nvPr/>
              </p:nvGrpSpPr>
              <p:grpSpPr bwMode="auto">
                <a:xfrm>
                  <a:off x="422" y="1632"/>
                  <a:ext cx="822" cy="291"/>
                  <a:chOff x="422" y="1632"/>
                  <a:chExt cx="822" cy="291"/>
                </a:xfrm>
              </p:grpSpPr>
              <p:sp>
                <p:nvSpPr>
                  <p:cNvPr id="50" name="Freeform 63">
                    <a:extLst>
                      <a:ext uri="{FF2B5EF4-FFF2-40B4-BE49-F238E27FC236}">
                        <a16:creationId xmlns:a16="http://schemas.microsoft.com/office/drawing/2014/main" id="{B7109261-9C9F-F1C8-BEE5-9E18EAD52D1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1" name="Freeform 64">
                    <a:extLst>
                      <a:ext uri="{FF2B5EF4-FFF2-40B4-BE49-F238E27FC236}">
                        <a16:creationId xmlns:a16="http://schemas.microsoft.com/office/drawing/2014/main" id="{DF07984C-6065-BDC5-F697-56DB089B466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2" name="Freeform 65">
                    <a:extLst>
                      <a:ext uri="{FF2B5EF4-FFF2-40B4-BE49-F238E27FC236}">
                        <a16:creationId xmlns:a16="http://schemas.microsoft.com/office/drawing/2014/main" id="{759D1AB2-789C-7CE3-27B1-6AE8B2C1739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3" name="Freeform 66">
                    <a:extLst>
                      <a:ext uri="{FF2B5EF4-FFF2-40B4-BE49-F238E27FC236}">
                        <a16:creationId xmlns:a16="http://schemas.microsoft.com/office/drawing/2014/main" id="{400C610D-46FF-23B9-0C27-5EBCB41DF37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4" name="Freeform 67">
                    <a:extLst>
                      <a:ext uri="{FF2B5EF4-FFF2-40B4-BE49-F238E27FC236}">
                        <a16:creationId xmlns:a16="http://schemas.microsoft.com/office/drawing/2014/main" id="{B16A48EC-EF7F-4BE0-F6E4-ECCA66E9CD7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5" name="Freeform 68">
                    <a:extLst>
                      <a:ext uri="{FF2B5EF4-FFF2-40B4-BE49-F238E27FC236}">
                        <a16:creationId xmlns:a16="http://schemas.microsoft.com/office/drawing/2014/main" id="{19F1100D-8148-89E6-52E6-125C40AD333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6" name="Freeform 69">
                    <a:extLst>
                      <a:ext uri="{FF2B5EF4-FFF2-40B4-BE49-F238E27FC236}">
                        <a16:creationId xmlns:a16="http://schemas.microsoft.com/office/drawing/2014/main" id="{3CFC53CC-782F-BEF7-6986-BA080261A08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 name="Freeform 70">
                    <a:extLst>
                      <a:ext uri="{FF2B5EF4-FFF2-40B4-BE49-F238E27FC236}">
                        <a16:creationId xmlns:a16="http://schemas.microsoft.com/office/drawing/2014/main" id="{05BCE7A7-0FFB-785E-9573-AF9EADE0A54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41" name="Group 71">
                  <a:extLst>
                    <a:ext uri="{FF2B5EF4-FFF2-40B4-BE49-F238E27FC236}">
                      <a16:creationId xmlns:a16="http://schemas.microsoft.com/office/drawing/2014/main" id="{EDC4A3D8-0EA2-297F-3400-A35F16D6A136}"/>
                    </a:ext>
                  </a:extLst>
                </p:cNvPr>
                <p:cNvGrpSpPr>
                  <a:grpSpLocks noChangeAspect="1"/>
                </p:cNvGrpSpPr>
                <p:nvPr/>
              </p:nvGrpSpPr>
              <p:grpSpPr bwMode="auto">
                <a:xfrm>
                  <a:off x="429" y="1639"/>
                  <a:ext cx="822" cy="291"/>
                  <a:chOff x="429" y="1639"/>
                  <a:chExt cx="822" cy="291"/>
                </a:xfrm>
              </p:grpSpPr>
              <p:sp>
                <p:nvSpPr>
                  <p:cNvPr id="42" name="Freeform 72">
                    <a:extLst>
                      <a:ext uri="{FF2B5EF4-FFF2-40B4-BE49-F238E27FC236}">
                        <a16:creationId xmlns:a16="http://schemas.microsoft.com/office/drawing/2014/main" id="{DFD37556-E148-827E-C941-733AECD2C1B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3" name="Freeform 73">
                    <a:extLst>
                      <a:ext uri="{FF2B5EF4-FFF2-40B4-BE49-F238E27FC236}">
                        <a16:creationId xmlns:a16="http://schemas.microsoft.com/office/drawing/2014/main" id="{7182A070-25A5-C387-18BE-F3B70348A3C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4" name="Freeform 74">
                    <a:extLst>
                      <a:ext uri="{FF2B5EF4-FFF2-40B4-BE49-F238E27FC236}">
                        <a16:creationId xmlns:a16="http://schemas.microsoft.com/office/drawing/2014/main" id="{F19F85A6-9AB0-A771-E0ED-A13F02E7C2F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5" name="Freeform 75">
                    <a:extLst>
                      <a:ext uri="{FF2B5EF4-FFF2-40B4-BE49-F238E27FC236}">
                        <a16:creationId xmlns:a16="http://schemas.microsoft.com/office/drawing/2014/main" id="{6DE448EC-8F63-1CF6-EEB6-91D37D3E513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6" name="Freeform 76">
                    <a:extLst>
                      <a:ext uri="{FF2B5EF4-FFF2-40B4-BE49-F238E27FC236}">
                        <a16:creationId xmlns:a16="http://schemas.microsoft.com/office/drawing/2014/main" id="{F70C254F-7D19-3124-4192-6B7E5196087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7" name="Freeform 77">
                    <a:extLst>
                      <a:ext uri="{FF2B5EF4-FFF2-40B4-BE49-F238E27FC236}">
                        <a16:creationId xmlns:a16="http://schemas.microsoft.com/office/drawing/2014/main" id="{95125788-59B8-5A47-66D5-979B1828E46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8" name="Freeform 78">
                    <a:extLst>
                      <a:ext uri="{FF2B5EF4-FFF2-40B4-BE49-F238E27FC236}">
                        <a16:creationId xmlns:a16="http://schemas.microsoft.com/office/drawing/2014/main" id="{7207942D-6365-5FED-025B-19F2C0F69E8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9" name="Freeform 79">
                    <a:extLst>
                      <a:ext uri="{FF2B5EF4-FFF2-40B4-BE49-F238E27FC236}">
                        <a16:creationId xmlns:a16="http://schemas.microsoft.com/office/drawing/2014/main" id="{90F873C8-E584-E0CD-3C49-5BA0FDDD050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37" name="WordArt 80">
              <a:extLst>
                <a:ext uri="{FF2B5EF4-FFF2-40B4-BE49-F238E27FC236}">
                  <a16:creationId xmlns:a16="http://schemas.microsoft.com/office/drawing/2014/main" id="{E214CEBC-AD80-D590-DDEA-5C0A99499D7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grpSp>
        <p:nvGrpSpPr>
          <p:cNvPr id="58" name="Group 93">
            <a:extLst>
              <a:ext uri="{FF2B5EF4-FFF2-40B4-BE49-F238E27FC236}">
                <a16:creationId xmlns:a16="http://schemas.microsoft.com/office/drawing/2014/main" id="{418C1B97-D8F4-D705-C260-5C64127E9C88}"/>
              </a:ext>
            </a:extLst>
          </p:cNvPr>
          <p:cNvGrpSpPr>
            <a:grpSpLocks noChangeAspect="1"/>
          </p:cNvGrpSpPr>
          <p:nvPr/>
        </p:nvGrpSpPr>
        <p:grpSpPr bwMode="auto">
          <a:xfrm>
            <a:off x="7779897" y="1642040"/>
            <a:ext cx="723900" cy="460375"/>
            <a:chOff x="3312" y="2160"/>
            <a:chExt cx="960" cy="528"/>
          </a:xfrm>
        </p:grpSpPr>
        <p:grpSp>
          <p:nvGrpSpPr>
            <p:cNvPr id="59" name="Group 94">
              <a:extLst>
                <a:ext uri="{FF2B5EF4-FFF2-40B4-BE49-F238E27FC236}">
                  <a16:creationId xmlns:a16="http://schemas.microsoft.com/office/drawing/2014/main" id="{773BB94F-2D19-0B3D-B264-4DE8BB6AA61C}"/>
                </a:ext>
              </a:extLst>
            </p:cNvPr>
            <p:cNvGrpSpPr>
              <a:grpSpLocks noChangeAspect="1"/>
            </p:cNvGrpSpPr>
            <p:nvPr/>
          </p:nvGrpSpPr>
          <p:grpSpPr bwMode="auto">
            <a:xfrm>
              <a:off x="3312" y="2160"/>
              <a:ext cx="960" cy="528"/>
              <a:chOff x="3312" y="2160"/>
              <a:chExt cx="960" cy="528"/>
            </a:xfrm>
          </p:grpSpPr>
          <p:sp>
            <p:nvSpPr>
              <p:cNvPr id="61" name="AutoShape 95">
                <a:extLst>
                  <a:ext uri="{FF2B5EF4-FFF2-40B4-BE49-F238E27FC236}">
                    <a16:creationId xmlns:a16="http://schemas.microsoft.com/office/drawing/2014/main" id="{BF7FCB6B-9D8E-D555-9EC8-1BF8A8AB0B3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2" name="Group 96">
                <a:extLst>
                  <a:ext uri="{FF2B5EF4-FFF2-40B4-BE49-F238E27FC236}">
                    <a16:creationId xmlns:a16="http://schemas.microsoft.com/office/drawing/2014/main" id="{8B791A72-F763-FF26-E734-F9F0707F14FA}"/>
                  </a:ext>
                </a:extLst>
              </p:cNvPr>
              <p:cNvGrpSpPr>
                <a:grpSpLocks noChangeAspect="1"/>
              </p:cNvGrpSpPr>
              <p:nvPr/>
            </p:nvGrpSpPr>
            <p:grpSpPr bwMode="auto">
              <a:xfrm>
                <a:off x="3488" y="2193"/>
                <a:ext cx="599" cy="207"/>
                <a:chOff x="422" y="1632"/>
                <a:chExt cx="829" cy="298"/>
              </a:xfrm>
            </p:grpSpPr>
            <p:grpSp>
              <p:nvGrpSpPr>
                <p:cNvPr id="63" name="Group 97">
                  <a:extLst>
                    <a:ext uri="{FF2B5EF4-FFF2-40B4-BE49-F238E27FC236}">
                      <a16:creationId xmlns:a16="http://schemas.microsoft.com/office/drawing/2014/main" id="{B6288C28-7F15-3D8C-936C-BFD3F0022838}"/>
                    </a:ext>
                  </a:extLst>
                </p:cNvPr>
                <p:cNvGrpSpPr>
                  <a:grpSpLocks noChangeAspect="1"/>
                </p:cNvGrpSpPr>
                <p:nvPr/>
              </p:nvGrpSpPr>
              <p:grpSpPr bwMode="auto">
                <a:xfrm>
                  <a:off x="422" y="1632"/>
                  <a:ext cx="822" cy="291"/>
                  <a:chOff x="422" y="1632"/>
                  <a:chExt cx="822" cy="291"/>
                </a:xfrm>
              </p:grpSpPr>
              <p:sp>
                <p:nvSpPr>
                  <p:cNvPr id="21515" name="Freeform 98">
                    <a:extLst>
                      <a:ext uri="{FF2B5EF4-FFF2-40B4-BE49-F238E27FC236}">
                        <a16:creationId xmlns:a16="http://schemas.microsoft.com/office/drawing/2014/main" id="{37D07775-7ED6-2004-885C-68F583E5EB6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6" name="Freeform 99">
                    <a:extLst>
                      <a:ext uri="{FF2B5EF4-FFF2-40B4-BE49-F238E27FC236}">
                        <a16:creationId xmlns:a16="http://schemas.microsoft.com/office/drawing/2014/main" id="{2E0C03AE-6095-6348-C337-0B867ECCD8F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7" name="Freeform 100">
                    <a:extLst>
                      <a:ext uri="{FF2B5EF4-FFF2-40B4-BE49-F238E27FC236}">
                        <a16:creationId xmlns:a16="http://schemas.microsoft.com/office/drawing/2014/main" id="{6E9CC569-39AD-3E69-C74D-05A952DBCE9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8" name="Freeform 101">
                    <a:extLst>
                      <a:ext uri="{FF2B5EF4-FFF2-40B4-BE49-F238E27FC236}">
                        <a16:creationId xmlns:a16="http://schemas.microsoft.com/office/drawing/2014/main" id="{EA24AFB0-C412-7E33-8487-62E6D51C91A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9" name="Freeform 102">
                    <a:extLst>
                      <a:ext uri="{FF2B5EF4-FFF2-40B4-BE49-F238E27FC236}">
                        <a16:creationId xmlns:a16="http://schemas.microsoft.com/office/drawing/2014/main" id="{C184E451-A74A-D09E-7A07-7737C251948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0" name="Freeform 103">
                    <a:extLst>
                      <a:ext uri="{FF2B5EF4-FFF2-40B4-BE49-F238E27FC236}">
                        <a16:creationId xmlns:a16="http://schemas.microsoft.com/office/drawing/2014/main" id="{6B5618F2-175F-7C92-CA74-E7BF17B2C04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1" name="Freeform 104">
                    <a:extLst>
                      <a:ext uri="{FF2B5EF4-FFF2-40B4-BE49-F238E27FC236}">
                        <a16:creationId xmlns:a16="http://schemas.microsoft.com/office/drawing/2014/main" id="{FA90C331-835F-AFAB-EF04-09ACB29330D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2" name="Freeform 105">
                    <a:extLst>
                      <a:ext uri="{FF2B5EF4-FFF2-40B4-BE49-F238E27FC236}">
                        <a16:creationId xmlns:a16="http://schemas.microsoft.com/office/drawing/2014/main" id="{273104CB-BE03-B839-DBFE-64EC0172095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04" name="Group 106">
                  <a:extLst>
                    <a:ext uri="{FF2B5EF4-FFF2-40B4-BE49-F238E27FC236}">
                      <a16:creationId xmlns:a16="http://schemas.microsoft.com/office/drawing/2014/main" id="{810CC237-2CCA-EF5E-26D8-930609FA46B0}"/>
                    </a:ext>
                  </a:extLst>
                </p:cNvPr>
                <p:cNvGrpSpPr>
                  <a:grpSpLocks noChangeAspect="1"/>
                </p:cNvGrpSpPr>
                <p:nvPr/>
              </p:nvGrpSpPr>
              <p:grpSpPr bwMode="auto">
                <a:xfrm>
                  <a:off x="429" y="1639"/>
                  <a:ext cx="822" cy="291"/>
                  <a:chOff x="429" y="1639"/>
                  <a:chExt cx="822" cy="291"/>
                </a:xfrm>
              </p:grpSpPr>
              <p:sp>
                <p:nvSpPr>
                  <p:cNvPr id="21505" name="Freeform 107">
                    <a:extLst>
                      <a:ext uri="{FF2B5EF4-FFF2-40B4-BE49-F238E27FC236}">
                        <a16:creationId xmlns:a16="http://schemas.microsoft.com/office/drawing/2014/main" id="{0BB9777F-E3DB-3CA0-F9EB-9DE751211E2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6" name="Freeform 108">
                    <a:extLst>
                      <a:ext uri="{FF2B5EF4-FFF2-40B4-BE49-F238E27FC236}">
                        <a16:creationId xmlns:a16="http://schemas.microsoft.com/office/drawing/2014/main" id="{5C3DC2A5-96BA-0DB1-9349-E91C5F06EC1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7" name="Freeform 109">
                    <a:extLst>
                      <a:ext uri="{FF2B5EF4-FFF2-40B4-BE49-F238E27FC236}">
                        <a16:creationId xmlns:a16="http://schemas.microsoft.com/office/drawing/2014/main" id="{798A53BD-E197-4DA8-4F9D-4ABF50A3F36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0" name="Freeform 110">
                    <a:extLst>
                      <a:ext uri="{FF2B5EF4-FFF2-40B4-BE49-F238E27FC236}">
                        <a16:creationId xmlns:a16="http://schemas.microsoft.com/office/drawing/2014/main" id="{A47C46BB-DDBE-A3FF-7A9C-00038106449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1" name="Freeform 111">
                    <a:extLst>
                      <a:ext uri="{FF2B5EF4-FFF2-40B4-BE49-F238E27FC236}">
                        <a16:creationId xmlns:a16="http://schemas.microsoft.com/office/drawing/2014/main" id="{D7B73FD7-F0ED-BAF3-97A0-3A681B1CC88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2" name="Freeform 112">
                    <a:extLst>
                      <a:ext uri="{FF2B5EF4-FFF2-40B4-BE49-F238E27FC236}">
                        <a16:creationId xmlns:a16="http://schemas.microsoft.com/office/drawing/2014/main" id="{3183CA20-7AAE-251D-E72C-F581278880C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3" name="Freeform 113">
                    <a:extLst>
                      <a:ext uri="{FF2B5EF4-FFF2-40B4-BE49-F238E27FC236}">
                        <a16:creationId xmlns:a16="http://schemas.microsoft.com/office/drawing/2014/main" id="{DAD73475-3982-9DB2-45FA-E323CD278A3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4" name="Freeform 114">
                    <a:extLst>
                      <a:ext uri="{FF2B5EF4-FFF2-40B4-BE49-F238E27FC236}">
                        <a16:creationId xmlns:a16="http://schemas.microsoft.com/office/drawing/2014/main" id="{ABF7D543-8176-62CC-BC18-7D36427B740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 name="WordArt 115">
              <a:extLst>
                <a:ext uri="{FF2B5EF4-FFF2-40B4-BE49-F238E27FC236}">
                  <a16:creationId xmlns:a16="http://schemas.microsoft.com/office/drawing/2014/main" id="{DD9E5CCF-F95B-E060-47A2-93478C90550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21523" name="Group 122">
            <a:extLst>
              <a:ext uri="{FF2B5EF4-FFF2-40B4-BE49-F238E27FC236}">
                <a16:creationId xmlns:a16="http://schemas.microsoft.com/office/drawing/2014/main" id="{8C636A99-E792-051D-4CC7-0AF4C69A759D}"/>
              </a:ext>
            </a:extLst>
          </p:cNvPr>
          <p:cNvGrpSpPr>
            <a:grpSpLocks noChangeAspect="1"/>
          </p:cNvGrpSpPr>
          <p:nvPr/>
        </p:nvGrpSpPr>
        <p:grpSpPr bwMode="auto">
          <a:xfrm>
            <a:off x="7968254" y="3531430"/>
            <a:ext cx="723900" cy="460375"/>
            <a:chOff x="3312" y="2160"/>
            <a:chExt cx="960" cy="528"/>
          </a:xfrm>
        </p:grpSpPr>
        <p:grpSp>
          <p:nvGrpSpPr>
            <p:cNvPr id="21524" name="Group 123">
              <a:extLst>
                <a:ext uri="{FF2B5EF4-FFF2-40B4-BE49-F238E27FC236}">
                  <a16:creationId xmlns:a16="http://schemas.microsoft.com/office/drawing/2014/main" id="{6B2A8C9A-1810-3936-4A72-CC7C1AD43C13}"/>
                </a:ext>
              </a:extLst>
            </p:cNvPr>
            <p:cNvGrpSpPr>
              <a:grpSpLocks noChangeAspect="1"/>
            </p:cNvGrpSpPr>
            <p:nvPr/>
          </p:nvGrpSpPr>
          <p:grpSpPr bwMode="auto">
            <a:xfrm>
              <a:off x="3312" y="2160"/>
              <a:ext cx="960" cy="528"/>
              <a:chOff x="3312" y="2160"/>
              <a:chExt cx="960" cy="528"/>
            </a:xfrm>
          </p:grpSpPr>
          <p:sp>
            <p:nvSpPr>
              <p:cNvPr id="21526" name="AutoShape 124">
                <a:extLst>
                  <a:ext uri="{FF2B5EF4-FFF2-40B4-BE49-F238E27FC236}">
                    <a16:creationId xmlns:a16="http://schemas.microsoft.com/office/drawing/2014/main" id="{485FEFB7-4F10-7F12-D27E-E08FEF3E737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27" name="Group 125">
                <a:extLst>
                  <a:ext uri="{FF2B5EF4-FFF2-40B4-BE49-F238E27FC236}">
                    <a16:creationId xmlns:a16="http://schemas.microsoft.com/office/drawing/2014/main" id="{BADADAA0-AF61-58FC-0E21-7ACDE28310D3}"/>
                  </a:ext>
                </a:extLst>
              </p:cNvPr>
              <p:cNvGrpSpPr>
                <a:grpSpLocks noChangeAspect="1"/>
              </p:cNvGrpSpPr>
              <p:nvPr/>
            </p:nvGrpSpPr>
            <p:grpSpPr bwMode="auto">
              <a:xfrm>
                <a:off x="3488" y="2193"/>
                <a:ext cx="599" cy="207"/>
                <a:chOff x="422" y="1632"/>
                <a:chExt cx="829" cy="298"/>
              </a:xfrm>
            </p:grpSpPr>
            <p:grpSp>
              <p:nvGrpSpPr>
                <p:cNvPr id="21528" name="Group 126">
                  <a:extLst>
                    <a:ext uri="{FF2B5EF4-FFF2-40B4-BE49-F238E27FC236}">
                      <a16:creationId xmlns:a16="http://schemas.microsoft.com/office/drawing/2014/main" id="{0086B9F0-CA06-8816-E8F2-F95291859CBC}"/>
                    </a:ext>
                  </a:extLst>
                </p:cNvPr>
                <p:cNvGrpSpPr>
                  <a:grpSpLocks noChangeAspect="1"/>
                </p:cNvGrpSpPr>
                <p:nvPr/>
              </p:nvGrpSpPr>
              <p:grpSpPr bwMode="auto">
                <a:xfrm>
                  <a:off x="422" y="1632"/>
                  <a:ext cx="822" cy="291"/>
                  <a:chOff x="422" y="1632"/>
                  <a:chExt cx="822" cy="291"/>
                </a:xfrm>
              </p:grpSpPr>
              <p:sp>
                <p:nvSpPr>
                  <p:cNvPr id="21549" name="Freeform 127">
                    <a:extLst>
                      <a:ext uri="{FF2B5EF4-FFF2-40B4-BE49-F238E27FC236}">
                        <a16:creationId xmlns:a16="http://schemas.microsoft.com/office/drawing/2014/main" id="{6521B9FF-899C-8769-E22C-BEA45397B1D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0" name="Freeform 128">
                    <a:extLst>
                      <a:ext uri="{FF2B5EF4-FFF2-40B4-BE49-F238E27FC236}">
                        <a16:creationId xmlns:a16="http://schemas.microsoft.com/office/drawing/2014/main" id="{498179DD-C74C-4C22-4377-D8410F7C05A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1" name="Freeform 129">
                    <a:extLst>
                      <a:ext uri="{FF2B5EF4-FFF2-40B4-BE49-F238E27FC236}">
                        <a16:creationId xmlns:a16="http://schemas.microsoft.com/office/drawing/2014/main" id="{B3BC125B-F789-6C8B-0D07-F3B2CA79E0F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2" name="Freeform 130">
                    <a:extLst>
                      <a:ext uri="{FF2B5EF4-FFF2-40B4-BE49-F238E27FC236}">
                        <a16:creationId xmlns:a16="http://schemas.microsoft.com/office/drawing/2014/main" id="{4AF925B7-84CA-9B17-BF3C-CECB5E74AE2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3" name="Freeform 131">
                    <a:extLst>
                      <a:ext uri="{FF2B5EF4-FFF2-40B4-BE49-F238E27FC236}">
                        <a16:creationId xmlns:a16="http://schemas.microsoft.com/office/drawing/2014/main" id="{B5CEF5C4-F4A2-2E38-B684-0B930256678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4" name="Freeform 132">
                    <a:extLst>
                      <a:ext uri="{FF2B5EF4-FFF2-40B4-BE49-F238E27FC236}">
                        <a16:creationId xmlns:a16="http://schemas.microsoft.com/office/drawing/2014/main" id="{EC9DD298-3ABA-DFCA-5F8A-02BCFFD48FB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5" name="Freeform 133">
                    <a:extLst>
                      <a:ext uri="{FF2B5EF4-FFF2-40B4-BE49-F238E27FC236}">
                        <a16:creationId xmlns:a16="http://schemas.microsoft.com/office/drawing/2014/main" id="{CE8BAA5D-E48C-F02D-17EB-723E70C0DE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6" name="Freeform 134">
                    <a:extLst>
                      <a:ext uri="{FF2B5EF4-FFF2-40B4-BE49-F238E27FC236}">
                        <a16:creationId xmlns:a16="http://schemas.microsoft.com/office/drawing/2014/main" id="{CFFE74F0-C6EC-DF34-0629-304012756C2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29" name="Group 135">
                  <a:extLst>
                    <a:ext uri="{FF2B5EF4-FFF2-40B4-BE49-F238E27FC236}">
                      <a16:creationId xmlns:a16="http://schemas.microsoft.com/office/drawing/2014/main" id="{57E28F75-7D1B-2B71-94B0-180C572B24C8}"/>
                    </a:ext>
                  </a:extLst>
                </p:cNvPr>
                <p:cNvGrpSpPr>
                  <a:grpSpLocks noChangeAspect="1"/>
                </p:cNvGrpSpPr>
                <p:nvPr/>
              </p:nvGrpSpPr>
              <p:grpSpPr bwMode="auto">
                <a:xfrm>
                  <a:off x="429" y="1639"/>
                  <a:ext cx="822" cy="291"/>
                  <a:chOff x="429" y="1639"/>
                  <a:chExt cx="822" cy="291"/>
                </a:xfrm>
              </p:grpSpPr>
              <p:sp>
                <p:nvSpPr>
                  <p:cNvPr id="21530" name="Freeform 136">
                    <a:extLst>
                      <a:ext uri="{FF2B5EF4-FFF2-40B4-BE49-F238E27FC236}">
                        <a16:creationId xmlns:a16="http://schemas.microsoft.com/office/drawing/2014/main" id="{CA7B053B-50DE-5A57-4E1C-6249BA1316E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1" name="Freeform 137">
                    <a:extLst>
                      <a:ext uri="{FF2B5EF4-FFF2-40B4-BE49-F238E27FC236}">
                        <a16:creationId xmlns:a16="http://schemas.microsoft.com/office/drawing/2014/main" id="{9CE7DBCA-0A4F-AB3F-53E9-CC831C02272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2" name="Freeform 138">
                    <a:extLst>
                      <a:ext uri="{FF2B5EF4-FFF2-40B4-BE49-F238E27FC236}">
                        <a16:creationId xmlns:a16="http://schemas.microsoft.com/office/drawing/2014/main" id="{77DA2937-3DC6-B2AB-062A-61183C0FDA5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3" name="Freeform 139">
                    <a:extLst>
                      <a:ext uri="{FF2B5EF4-FFF2-40B4-BE49-F238E27FC236}">
                        <a16:creationId xmlns:a16="http://schemas.microsoft.com/office/drawing/2014/main" id="{71799DF2-77A1-BBAB-6218-F43FBB08CAB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4" name="Freeform 140">
                    <a:extLst>
                      <a:ext uri="{FF2B5EF4-FFF2-40B4-BE49-F238E27FC236}">
                        <a16:creationId xmlns:a16="http://schemas.microsoft.com/office/drawing/2014/main" id="{267A88ED-03FD-4C0F-33EE-099D205168E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5" name="Freeform 141">
                    <a:extLst>
                      <a:ext uri="{FF2B5EF4-FFF2-40B4-BE49-F238E27FC236}">
                        <a16:creationId xmlns:a16="http://schemas.microsoft.com/office/drawing/2014/main" id="{0664CE1E-0004-20FE-0649-9CA58659392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6" name="Freeform 142">
                    <a:extLst>
                      <a:ext uri="{FF2B5EF4-FFF2-40B4-BE49-F238E27FC236}">
                        <a16:creationId xmlns:a16="http://schemas.microsoft.com/office/drawing/2014/main" id="{F56B102D-508A-B70F-7E3A-330CEC806E4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48" name="Freeform 143">
                    <a:extLst>
                      <a:ext uri="{FF2B5EF4-FFF2-40B4-BE49-F238E27FC236}">
                        <a16:creationId xmlns:a16="http://schemas.microsoft.com/office/drawing/2014/main" id="{57CA6746-97D8-C254-2DB2-99643D44639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25" name="WordArt 144">
              <a:extLst>
                <a:ext uri="{FF2B5EF4-FFF2-40B4-BE49-F238E27FC236}">
                  <a16:creationId xmlns:a16="http://schemas.microsoft.com/office/drawing/2014/main" id="{2EE5B74D-0221-342D-C512-737EA1F8274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sp>
        <p:nvSpPr>
          <p:cNvPr id="21580" name="AutoShape 182">
            <a:extLst>
              <a:ext uri="{FF2B5EF4-FFF2-40B4-BE49-F238E27FC236}">
                <a16:creationId xmlns:a16="http://schemas.microsoft.com/office/drawing/2014/main" id="{AAF8263B-B0B3-A65D-3DCA-6F87857E6027}"/>
              </a:ext>
            </a:extLst>
          </p:cNvPr>
          <p:cNvSpPr>
            <a:spLocks noChangeArrowheads="1"/>
          </p:cNvSpPr>
          <p:nvPr/>
        </p:nvSpPr>
        <p:spPr bwMode="auto">
          <a:xfrm>
            <a:off x="3267393"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10.0.3.1</a:t>
            </a:r>
          </a:p>
        </p:txBody>
      </p:sp>
      <p:sp>
        <p:nvSpPr>
          <p:cNvPr id="21581" name="AutoShape 183">
            <a:extLst>
              <a:ext uri="{FF2B5EF4-FFF2-40B4-BE49-F238E27FC236}">
                <a16:creationId xmlns:a16="http://schemas.microsoft.com/office/drawing/2014/main" id="{AEBCF5DC-DF62-D732-6A91-8D5C0F660489}"/>
              </a:ext>
            </a:extLst>
          </p:cNvPr>
          <p:cNvSpPr>
            <a:spLocks noChangeArrowheads="1"/>
          </p:cNvSpPr>
          <p:nvPr/>
        </p:nvSpPr>
        <p:spPr bwMode="auto">
          <a:xfrm>
            <a:off x="2932228" y="3929171"/>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10.0.3.2</a:t>
            </a:r>
          </a:p>
        </p:txBody>
      </p:sp>
      <p:sp>
        <p:nvSpPr>
          <p:cNvPr id="21582" name="AutoShape 185">
            <a:extLst>
              <a:ext uri="{FF2B5EF4-FFF2-40B4-BE49-F238E27FC236}">
                <a16:creationId xmlns:a16="http://schemas.microsoft.com/office/drawing/2014/main" id="{1DBEC42A-CBD1-19B7-F25C-8A892BC0FD97}"/>
              </a:ext>
            </a:extLst>
          </p:cNvPr>
          <p:cNvSpPr>
            <a:spLocks noChangeArrowheads="1"/>
          </p:cNvSpPr>
          <p:nvPr/>
        </p:nvSpPr>
        <p:spPr bwMode="auto">
          <a:xfrm>
            <a:off x="7809504" y="4021967"/>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dirty="0">
                <a:latin typeface="Courier New" panose="02070309020205020404" pitchFamily="49" charset="0"/>
              </a:rPr>
              <a:t>10.0.2.2</a:t>
            </a:r>
          </a:p>
        </p:txBody>
      </p:sp>
      <p:sp>
        <p:nvSpPr>
          <p:cNvPr id="21583" name="AutoShape 186">
            <a:extLst>
              <a:ext uri="{FF2B5EF4-FFF2-40B4-BE49-F238E27FC236}">
                <a16:creationId xmlns:a16="http://schemas.microsoft.com/office/drawing/2014/main" id="{90B64B42-6EB8-61B4-CE07-5514EEE6C7B2}"/>
              </a:ext>
            </a:extLst>
          </p:cNvPr>
          <p:cNvSpPr>
            <a:spLocks noChangeArrowheads="1"/>
          </p:cNvSpPr>
          <p:nvPr/>
        </p:nvSpPr>
        <p:spPr bwMode="auto">
          <a:xfrm>
            <a:off x="7621147"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10.0.1.1</a:t>
            </a:r>
          </a:p>
        </p:txBody>
      </p:sp>
      <p:sp>
        <p:nvSpPr>
          <p:cNvPr id="21584" name="AutoShape 214">
            <a:extLst>
              <a:ext uri="{FF2B5EF4-FFF2-40B4-BE49-F238E27FC236}">
                <a16:creationId xmlns:a16="http://schemas.microsoft.com/office/drawing/2014/main" id="{8A261A5F-7264-3AC9-C64E-CFA81FE95B65}"/>
              </a:ext>
            </a:extLst>
          </p:cNvPr>
          <p:cNvSpPr>
            <a:spLocks noChangeArrowheads="1"/>
          </p:cNvSpPr>
          <p:nvPr/>
        </p:nvSpPr>
        <p:spPr bwMode="auto">
          <a:xfrm>
            <a:off x="6244202" y="2468145"/>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10.0.2.3</a:t>
            </a:r>
          </a:p>
        </p:txBody>
      </p:sp>
      <p:sp>
        <p:nvSpPr>
          <p:cNvPr id="21827" name="AutoShape 298">
            <a:extLst>
              <a:ext uri="{FF2B5EF4-FFF2-40B4-BE49-F238E27FC236}">
                <a16:creationId xmlns:a16="http://schemas.microsoft.com/office/drawing/2014/main" id="{06B3DCAD-6000-B97B-E025-9E874C4ECA57}"/>
              </a:ext>
            </a:extLst>
          </p:cNvPr>
          <p:cNvSpPr>
            <a:spLocks noChangeArrowheads="1"/>
          </p:cNvSpPr>
          <p:nvPr/>
        </p:nvSpPr>
        <p:spPr bwMode="auto">
          <a:xfrm>
            <a:off x="9702678" y="4341655"/>
            <a:ext cx="2344737" cy="1554162"/>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it-IT" altLang="en-IT" sz="2400" dirty="0">
                <a:latin typeface="Tahoma" panose="020B0604030504040204" pitchFamily="34" charset="0"/>
              </a:rPr>
              <a:t>for router </a:t>
            </a:r>
            <a:r>
              <a:rPr lang="it-IT" altLang="en-IT" sz="2400" dirty="0" err="1">
                <a:latin typeface="Tahoma" panose="020B0604030504040204" pitchFamily="34" charset="0"/>
              </a:rPr>
              <a:t>lsas</a:t>
            </a:r>
            <a:r>
              <a:rPr lang="it-IT" altLang="en-IT" sz="2400" dirty="0">
                <a:latin typeface="Tahoma" panose="020B0604030504040204" pitchFamily="34" charset="0"/>
              </a:rPr>
              <a:t>, the </a:t>
            </a:r>
            <a:r>
              <a:rPr lang="it-IT" altLang="en-IT" sz="2400" dirty="0">
                <a:latin typeface="Lucida Console" panose="020B0609040504020204" pitchFamily="49" charset="0"/>
              </a:rPr>
              <a:t>Link ID</a:t>
            </a:r>
            <a:r>
              <a:rPr lang="it-IT" altLang="en-IT" sz="2400" dirty="0">
                <a:latin typeface="Tahoma" panose="020B0604030504040204" pitchFamily="34" charset="0"/>
              </a:rPr>
              <a:t> </a:t>
            </a:r>
            <a:r>
              <a:rPr lang="it-IT" altLang="en-IT" sz="2400" dirty="0" err="1">
                <a:latin typeface="Tahoma" panose="020B0604030504040204" pitchFamily="34" charset="0"/>
              </a:rPr>
              <a:t>is</a:t>
            </a:r>
            <a:r>
              <a:rPr lang="it-IT" altLang="en-IT" sz="2400" dirty="0">
                <a:latin typeface="Tahoma" panose="020B0604030504040204" pitchFamily="34" charset="0"/>
              </a:rPr>
              <a:t> the </a:t>
            </a:r>
            <a:r>
              <a:rPr lang="it-IT" altLang="en-IT" sz="2400" dirty="0" err="1">
                <a:latin typeface="Tahoma" panose="020B0604030504040204" pitchFamily="34" charset="0"/>
              </a:rPr>
              <a:t>router’s</a:t>
            </a:r>
            <a:r>
              <a:rPr lang="it-IT" altLang="en-IT" sz="2400" dirty="0">
                <a:latin typeface="Tahoma" panose="020B0604030504040204" pitchFamily="34" charset="0"/>
              </a:rPr>
              <a:t> id</a:t>
            </a:r>
          </a:p>
        </p:txBody>
      </p:sp>
      <p:grpSp>
        <p:nvGrpSpPr>
          <p:cNvPr id="21585" name="Group 22">
            <a:extLst>
              <a:ext uri="{FF2B5EF4-FFF2-40B4-BE49-F238E27FC236}">
                <a16:creationId xmlns:a16="http://schemas.microsoft.com/office/drawing/2014/main" id="{83935637-EBEA-E530-CA01-E5A5E4545DE9}"/>
              </a:ext>
            </a:extLst>
          </p:cNvPr>
          <p:cNvGrpSpPr>
            <a:grpSpLocks noChangeAspect="1"/>
          </p:cNvGrpSpPr>
          <p:nvPr/>
        </p:nvGrpSpPr>
        <p:grpSpPr bwMode="auto">
          <a:xfrm>
            <a:off x="5453228" y="2573027"/>
            <a:ext cx="723900" cy="460375"/>
            <a:chOff x="3312" y="2160"/>
            <a:chExt cx="960" cy="528"/>
          </a:xfrm>
        </p:grpSpPr>
        <p:grpSp>
          <p:nvGrpSpPr>
            <p:cNvPr id="21586" name="Group 23">
              <a:extLst>
                <a:ext uri="{FF2B5EF4-FFF2-40B4-BE49-F238E27FC236}">
                  <a16:creationId xmlns:a16="http://schemas.microsoft.com/office/drawing/2014/main" id="{E567A928-C911-DBDA-AF21-7676DAC5127E}"/>
                </a:ext>
              </a:extLst>
            </p:cNvPr>
            <p:cNvGrpSpPr>
              <a:grpSpLocks noChangeAspect="1"/>
            </p:cNvGrpSpPr>
            <p:nvPr/>
          </p:nvGrpSpPr>
          <p:grpSpPr bwMode="auto">
            <a:xfrm>
              <a:off x="3312" y="2160"/>
              <a:ext cx="960" cy="528"/>
              <a:chOff x="3312" y="2160"/>
              <a:chExt cx="960" cy="528"/>
            </a:xfrm>
          </p:grpSpPr>
          <p:sp>
            <p:nvSpPr>
              <p:cNvPr id="21588" name="AutoShape 24">
                <a:extLst>
                  <a:ext uri="{FF2B5EF4-FFF2-40B4-BE49-F238E27FC236}">
                    <a16:creationId xmlns:a16="http://schemas.microsoft.com/office/drawing/2014/main" id="{584065C6-1424-9B2E-53BF-3E4A3E55F774}"/>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89" name="Group 25">
                <a:extLst>
                  <a:ext uri="{FF2B5EF4-FFF2-40B4-BE49-F238E27FC236}">
                    <a16:creationId xmlns:a16="http://schemas.microsoft.com/office/drawing/2014/main" id="{106BD360-CC94-36AE-3046-B7991EDB4FA6}"/>
                  </a:ext>
                </a:extLst>
              </p:cNvPr>
              <p:cNvGrpSpPr>
                <a:grpSpLocks noChangeAspect="1"/>
              </p:cNvGrpSpPr>
              <p:nvPr/>
            </p:nvGrpSpPr>
            <p:grpSpPr bwMode="auto">
              <a:xfrm>
                <a:off x="3488" y="2193"/>
                <a:ext cx="599" cy="207"/>
                <a:chOff x="422" y="1632"/>
                <a:chExt cx="829" cy="298"/>
              </a:xfrm>
            </p:grpSpPr>
            <p:grpSp>
              <p:nvGrpSpPr>
                <p:cNvPr id="21590" name="Group 26">
                  <a:extLst>
                    <a:ext uri="{FF2B5EF4-FFF2-40B4-BE49-F238E27FC236}">
                      <a16:creationId xmlns:a16="http://schemas.microsoft.com/office/drawing/2014/main" id="{FD06D9EC-F0C0-419C-B4ED-70B65FDED061}"/>
                    </a:ext>
                  </a:extLst>
                </p:cNvPr>
                <p:cNvGrpSpPr>
                  <a:grpSpLocks noChangeAspect="1"/>
                </p:cNvGrpSpPr>
                <p:nvPr/>
              </p:nvGrpSpPr>
              <p:grpSpPr bwMode="auto">
                <a:xfrm>
                  <a:off x="422" y="1632"/>
                  <a:ext cx="822" cy="291"/>
                  <a:chOff x="422" y="1632"/>
                  <a:chExt cx="822" cy="291"/>
                </a:xfrm>
              </p:grpSpPr>
              <p:sp>
                <p:nvSpPr>
                  <p:cNvPr id="21600" name="Freeform 27">
                    <a:extLst>
                      <a:ext uri="{FF2B5EF4-FFF2-40B4-BE49-F238E27FC236}">
                        <a16:creationId xmlns:a16="http://schemas.microsoft.com/office/drawing/2014/main" id="{A4419B1E-6483-7E36-F26C-EC0C3D80173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1" name="Freeform 28">
                    <a:extLst>
                      <a:ext uri="{FF2B5EF4-FFF2-40B4-BE49-F238E27FC236}">
                        <a16:creationId xmlns:a16="http://schemas.microsoft.com/office/drawing/2014/main" id="{CEC50569-1240-2BE0-B40F-21CFE1AF700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2" name="Freeform 29">
                    <a:extLst>
                      <a:ext uri="{FF2B5EF4-FFF2-40B4-BE49-F238E27FC236}">
                        <a16:creationId xmlns:a16="http://schemas.microsoft.com/office/drawing/2014/main" id="{D65A24E6-CF05-7811-1C56-532DCCCAA1CC}"/>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3" name="Freeform 30">
                    <a:extLst>
                      <a:ext uri="{FF2B5EF4-FFF2-40B4-BE49-F238E27FC236}">
                        <a16:creationId xmlns:a16="http://schemas.microsoft.com/office/drawing/2014/main" id="{CC00CF54-5789-47FE-399D-2ED95C77997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4" name="Freeform 31">
                    <a:extLst>
                      <a:ext uri="{FF2B5EF4-FFF2-40B4-BE49-F238E27FC236}">
                        <a16:creationId xmlns:a16="http://schemas.microsoft.com/office/drawing/2014/main" id="{89A3D817-2412-5DA2-3317-09710774AF2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5" name="Freeform 32">
                    <a:extLst>
                      <a:ext uri="{FF2B5EF4-FFF2-40B4-BE49-F238E27FC236}">
                        <a16:creationId xmlns:a16="http://schemas.microsoft.com/office/drawing/2014/main" id="{0FB3A965-B6D0-4B46-8613-333B24E5CE1A}"/>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6" name="Freeform 33">
                    <a:extLst>
                      <a:ext uri="{FF2B5EF4-FFF2-40B4-BE49-F238E27FC236}">
                        <a16:creationId xmlns:a16="http://schemas.microsoft.com/office/drawing/2014/main" id="{A51328FE-A3F6-051D-2903-E0BCCB84D37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7" name="Freeform 34">
                    <a:extLst>
                      <a:ext uri="{FF2B5EF4-FFF2-40B4-BE49-F238E27FC236}">
                        <a16:creationId xmlns:a16="http://schemas.microsoft.com/office/drawing/2014/main" id="{68E6F453-6ABA-5D13-85B9-083E92115EA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91" name="Group 35">
                  <a:extLst>
                    <a:ext uri="{FF2B5EF4-FFF2-40B4-BE49-F238E27FC236}">
                      <a16:creationId xmlns:a16="http://schemas.microsoft.com/office/drawing/2014/main" id="{F96164E1-DC20-07B3-A708-9F3423F84060}"/>
                    </a:ext>
                  </a:extLst>
                </p:cNvPr>
                <p:cNvGrpSpPr>
                  <a:grpSpLocks noChangeAspect="1"/>
                </p:cNvGrpSpPr>
                <p:nvPr/>
              </p:nvGrpSpPr>
              <p:grpSpPr bwMode="auto">
                <a:xfrm>
                  <a:off x="429" y="1639"/>
                  <a:ext cx="822" cy="291"/>
                  <a:chOff x="429" y="1639"/>
                  <a:chExt cx="822" cy="291"/>
                </a:xfrm>
              </p:grpSpPr>
              <p:sp>
                <p:nvSpPr>
                  <p:cNvPr id="21592" name="Freeform 36">
                    <a:extLst>
                      <a:ext uri="{FF2B5EF4-FFF2-40B4-BE49-F238E27FC236}">
                        <a16:creationId xmlns:a16="http://schemas.microsoft.com/office/drawing/2014/main" id="{5CA5BD63-DE39-3DEC-12FA-1CC7E6215DFA}"/>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93" name="Freeform 37">
                    <a:extLst>
                      <a:ext uri="{FF2B5EF4-FFF2-40B4-BE49-F238E27FC236}">
                        <a16:creationId xmlns:a16="http://schemas.microsoft.com/office/drawing/2014/main" id="{0B97882B-1917-C1CD-A03A-B24CB6575F9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94" name="Freeform 38">
                    <a:extLst>
                      <a:ext uri="{FF2B5EF4-FFF2-40B4-BE49-F238E27FC236}">
                        <a16:creationId xmlns:a16="http://schemas.microsoft.com/office/drawing/2014/main" id="{C46892CB-B034-082E-FCCF-E130D1C7B85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95" name="Freeform 39">
                    <a:extLst>
                      <a:ext uri="{FF2B5EF4-FFF2-40B4-BE49-F238E27FC236}">
                        <a16:creationId xmlns:a16="http://schemas.microsoft.com/office/drawing/2014/main" id="{FF5EA0AF-DBAD-8592-119A-A8A005534F24}"/>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96" name="Freeform 40">
                    <a:extLst>
                      <a:ext uri="{FF2B5EF4-FFF2-40B4-BE49-F238E27FC236}">
                        <a16:creationId xmlns:a16="http://schemas.microsoft.com/office/drawing/2014/main" id="{D54D7AD7-0D01-323C-8B6F-C90B3D121611}"/>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97" name="Freeform 41">
                    <a:extLst>
                      <a:ext uri="{FF2B5EF4-FFF2-40B4-BE49-F238E27FC236}">
                        <a16:creationId xmlns:a16="http://schemas.microsoft.com/office/drawing/2014/main" id="{F6D89AEB-4C30-546A-975C-1E247EA95AF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98" name="Freeform 42">
                    <a:extLst>
                      <a:ext uri="{FF2B5EF4-FFF2-40B4-BE49-F238E27FC236}">
                        <a16:creationId xmlns:a16="http://schemas.microsoft.com/office/drawing/2014/main" id="{EB999026-2CFE-F37E-A96A-AB22CD32181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99" name="Freeform 43">
                    <a:extLst>
                      <a:ext uri="{FF2B5EF4-FFF2-40B4-BE49-F238E27FC236}">
                        <a16:creationId xmlns:a16="http://schemas.microsoft.com/office/drawing/2014/main" id="{EDA6FFE3-7A77-D34D-A5F6-FFCE158A315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87" name="WordArt 44">
              <a:extLst>
                <a:ext uri="{FF2B5EF4-FFF2-40B4-BE49-F238E27FC236}">
                  <a16:creationId xmlns:a16="http://schemas.microsoft.com/office/drawing/2014/main" id="{15DEB5D8-588A-3832-FF83-863EC095EAD8}"/>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grpSp>
        <p:nvGrpSpPr>
          <p:cNvPr id="21609" name="Group 145">
            <a:extLst>
              <a:ext uri="{FF2B5EF4-FFF2-40B4-BE49-F238E27FC236}">
                <a16:creationId xmlns:a16="http://schemas.microsoft.com/office/drawing/2014/main" id="{EC09CC70-A0E5-BBBF-DF19-BA662DB214ED}"/>
              </a:ext>
            </a:extLst>
          </p:cNvPr>
          <p:cNvGrpSpPr>
            <a:grpSpLocks noChangeAspect="1"/>
          </p:cNvGrpSpPr>
          <p:nvPr/>
        </p:nvGrpSpPr>
        <p:grpSpPr bwMode="auto">
          <a:xfrm>
            <a:off x="3427884" y="3438634"/>
            <a:ext cx="723900" cy="460375"/>
            <a:chOff x="3312" y="2160"/>
            <a:chExt cx="960" cy="528"/>
          </a:xfrm>
        </p:grpSpPr>
        <p:grpSp>
          <p:nvGrpSpPr>
            <p:cNvPr id="21610" name="Group 146">
              <a:extLst>
                <a:ext uri="{FF2B5EF4-FFF2-40B4-BE49-F238E27FC236}">
                  <a16:creationId xmlns:a16="http://schemas.microsoft.com/office/drawing/2014/main" id="{5AFCD495-2243-6539-93FC-C3FA2559B31E}"/>
                </a:ext>
              </a:extLst>
            </p:cNvPr>
            <p:cNvGrpSpPr>
              <a:grpSpLocks noChangeAspect="1"/>
            </p:cNvGrpSpPr>
            <p:nvPr/>
          </p:nvGrpSpPr>
          <p:grpSpPr bwMode="auto">
            <a:xfrm>
              <a:off x="3312" y="2160"/>
              <a:ext cx="960" cy="528"/>
              <a:chOff x="3312" y="2160"/>
              <a:chExt cx="960" cy="528"/>
            </a:xfrm>
          </p:grpSpPr>
          <p:sp>
            <p:nvSpPr>
              <p:cNvPr id="21612" name="AutoShape 147">
                <a:extLst>
                  <a:ext uri="{FF2B5EF4-FFF2-40B4-BE49-F238E27FC236}">
                    <a16:creationId xmlns:a16="http://schemas.microsoft.com/office/drawing/2014/main" id="{32965757-87B6-B900-1542-ACD67343F4DB}"/>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613" name="Group 148">
                <a:extLst>
                  <a:ext uri="{FF2B5EF4-FFF2-40B4-BE49-F238E27FC236}">
                    <a16:creationId xmlns:a16="http://schemas.microsoft.com/office/drawing/2014/main" id="{E6C079D4-9DEE-A848-E03C-1AFF5F8F5AB7}"/>
                  </a:ext>
                </a:extLst>
              </p:cNvPr>
              <p:cNvGrpSpPr>
                <a:grpSpLocks noChangeAspect="1"/>
              </p:cNvGrpSpPr>
              <p:nvPr/>
            </p:nvGrpSpPr>
            <p:grpSpPr bwMode="auto">
              <a:xfrm>
                <a:off x="3488" y="2193"/>
                <a:ext cx="599" cy="207"/>
                <a:chOff x="422" y="1632"/>
                <a:chExt cx="829" cy="298"/>
              </a:xfrm>
            </p:grpSpPr>
            <p:grpSp>
              <p:nvGrpSpPr>
                <p:cNvPr id="21614" name="Group 149">
                  <a:extLst>
                    <a:ext uri="{FF2B5EF4-FFF2-40B4-BE49-F238E27FC236}">
                      <a16:creationId xmlns:a16="http://schemas.microsoft.com/office/drawing/2014/main" id="{D38E2ACC-C4BF-A9D2-66C5-42651B40714A}"/>
                    </a:ext>
                  </a:extLst>
                </p:cNvPr>
                <p:cNvGrpSpPr>
                  <a:grpSpLocks noChangeAspect="1"/>
                </p:cNvGrpSpPr>
                <p:nvPr/>
              </p:nvGrpSpPr>
              <p:grpSpPr bwMode="auto">
                <a:xfrm>
                  <a:off x="422" y="1632"/>
                  <a:ext cx="822" cy="291"/>
                  <a:chOff x="422" y="1632"/>
                  <a:chExt cx="822" cy="291"/>
                </a:xfrm>
              </p:grpSpPr>
              <p:sp>
                <p:nvSpPr>
                  <p:cNvPr id="21624" name="Freeform 150">
                    <a:extLst>
                      <a:ext uri="{FF2B5EF4-FFF2-40B4-BE49-F238E27FC236}">
                        <a16:creationId xmlns:a16="http://schemas.microsoft.com/office/drawing/2014/main" id="{A099D978-7DBA-13F1-9014-96F355C8A2A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25" name="Freeform 151">
                    <a:extLst>
                      <a:ext uri="{FF2B5EF4-FFF2-40B4-BE49-F238E27FC236}">
                        <a16:creationId xmlns:a16="http://schemas.microsoft.com/office/drawing/2014/main" id="{B1EF2056-D0C4-7203-A2F0-DD02FDF6322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26" name="Freeform 152">
                    <a:extLst>
                      <a:ext uri="{FF2B5EF4-FFF2-40B4-BE49-F238E27FC236}">
                        <a16:creationId xmlns:a16="http://schemas.microsoft.com/office/drawing/2014/main" id="{D5C245BF-AEF5-11BF-CCB5-8843111268D0}"/>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27" name="Freeform 153">
                    <a:extLst>
                      <a:ext uri="{FF2B5EF4-FFF2-40B4-BE49-F238E27FC236}">
                        <a16:creationId xmlns:a16="http://schemas.microsoft.com/office/drawing/2014/main" id="{DC06B39A-4D28-0B7E-236A-B31E91EA63A9}"/>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28" name="Freeform 154">
                    <a:extLst>
                      <a:ext uri="{FF2B5EF4-FFF2-40B4-BE49-F238E27FC236}">
                        <a16:creationId xmlns:a16="http://schemas.microsoft.com/office/drawing/2014/main" id="{771DC232-40BF-725A-BD40-E87887C663E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29" name="Freeform 155">
                    <a:extLst>
                      <a:ext uri="{FF2B5EF4-FFF2-40B4-BE49-F238E27FC236}">
                        <a16:creationId xmlns:a16="http://schemas.microsoft.com/office/drawing/2014/main" id="{88DAB930-1B5E-2812-416F-CB8984C373F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30" name="Freeform 156">
                    <a:extLst>
                      <a:ext uri="{FF2B5EF4-FFF2-40B4-BE49-F238E27FC236}">
                        <a16:creationId xmlns:a16="http://schemas.microsoft.com/office/drawing/2014/main" id="{CF29884D-0238-9B11-9131-991ABE4037D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31" name="Freeform 157">
                    <a:extLst>
                      <a:ext uri="{FF2B5EF4-FFF2-40B4-BE49-F238E27FC236}">
                        <a16:creationId xmlns:a16="http://schemas.microsoft.com/office/drawing/2014/main" id="{6E4966F4-A30E-0D7B-7BEC-0290ECCA59F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615" name="Group 158">
                  <a:extLst>
                    <a:ext uri="{FF2B5EF4-FFF2-40B4-BE49-F238E27FC236}">
                      <a16:creationId xmlns:a16="http://schemas.microsoft.com/office/drawing/2014/main" id="{92F2F2FB-8C1A-9FDE-2BD6-4C1B714383EA}"/>
                    </a:ext>
                  </a:extLst>
                </p:cNvPr>
                <p:cNvGrpSpPr>
                  <a:grpSpLocks noChangeAspect="1"/>
                </p:cNvGrpSpPr>
                <p:nvPr/>
              </p:nvGrpSpPr>
              <p:grpSpPr bwMode="auto">
                <a:xfrm>
                  <a:off x="429" y="1639"/>
                  <a:ext cx="822" cy="291"/>
                  <a:chOff x="429" y="1639"/>
                  <a:chExt cx="822" cy="291"/>
                </a:xfrm>
              </p:grpSpPr>
              <p:sp>
                <p:nvSpPr>
                  <p:cNvPr id="21616" name="Freeform 159">
                    <a:extLst>
                      <a:ext uri="{FF2B5EF4-FFF2-40B4-BE49-F238E27FC236}">
                        <a16:creationId xmlns:a16="http://schemas.microsoft.com/office/drawing/2014/main" id="{8C57DFFB-97D4-1628-292C-D86B49C6C45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17" name="Freeform 160">
                    <a:extLst>
                      <a:ext uri="{FF2B5EF4-FFF2-40B4-BE49-F238E27FC236}">
                        <a16:creationId xmlns:a16="http://schemas.microsoft.com/office/drawing/2014/main" id="{83B485D0-F692-DD6D-C20C-8A866C5184CB}"/>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18" name="Freeform 161">
                    <a:extLst>
                      <a:ext uri="{FF2B5EF4-FFF2-40B4-BE49-F238E27FC236}">
                        <a16:creationId xmlns:a16="http://schemas.microsoft.com/office/drawing/2014/main" id="{74D1F99F-C82F-7508-853C-C318C80E87D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19" name="Freeform 162">
                    <a:extLst>
                      <a:ext uri="{FF2B5EF4-FFF2-40B4-BE49-F238E27FC236}">
                        <a16:creationId xmlns:a16="http://schemas.microsoft.com/office/drawing/2014/main" id="{510B9097-B3AE-28D2-C351-26EE4BA0D77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20" name="Freeform 163">
                    <a:extLst>
                      <a:ext uri="{FF2B5EF4-FFF2-40B4-BE49-F238E27FC236}">
                        <a16:creationId xmlns:a16="http://schemas.microsoft.com/office/drawing/2014/main" id="{AF0D2AFF-66D2-866A-F7D2-754E217DC56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21" name="Freeform 164">
                    <a:extLst>
                      <a:ext uri="{FF2B5EF4-FFF2-40B4-BE49-F238E27FC236}">
                        <a16:creationId xmlns:a16="http://schemas.microsoft.com/office/drawing/2014/main" id="{A75CA7E0-91F1-DC1A-EA25-7D1CC9122BF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22" name="Freeform 165">
                    <a:extLst>
                      <a:ext uri="{FF2B5EF4-FFF2-40B4-BE49-F238E27FC236}">
                        <a16:creationId xmlns:a16="http://schemas.microsoft.com/office/drawing/2014/main" id="{DC6E889B-0A56-8A27-08FF-51271030EFE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23" name="Freeform 166">
                    <a:extLst>
                      <a:ext uri="{FF2B5EF4-FFF2-40B4-BE49-F238E27FC236}">
                        <a16:creationId xmlns:a16="http://schemas.microsoft.com/office/drawing/2014/main" id="{E37DF99E-4170-7EEC-E8F2-48FEC4DE2C0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611" name="WordArt 167">
              <a:extLst>
                <a:ext uri="{FF2B5EF4-FFF2-40B4-BE49-F238E27FC236}">
                  <a16:creationId xmlns:a16="http://schemas.microsoft.com/office/drawing/2014/main" id="{A1F43D5A-BFA2-1799-FA05-F63FCB846C8B}"/>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spTree>
    <p:extLst>
      <p:ext uri="{BB962C8B-B14F-4D97-AF65-F5344CB8AC3E}">
        <p14:creationId xmlns:p14="http://schemas.microsoft.com/office/powerpoint/2010/main" val="1912609050"/>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9" name="Rectangle 162">
            <a:extLst>
              <a:ext uri="{FF2B5EF4-FFF2-40B4-BE49-F238E27FC236}">
                <a16:creationId xmlns:a16="http://schemas.microsoft.com/office/drawing/2014/main" id="{8584387D-BCD0-10AC-7D8D-EC2987806EDE}"/>
              </a:ext>
            </a:extLst>
          </p:cNvPr>
          <p:cNvSpPr>
            <a:spLocks noGrp="1" noChangeArrowheads="1"/>
          </p:cNvSpPr>
          <p:nvPr>
            <p:ph type="title"/>
          </p:nvPr>
        </p:nvSpPr>
        <p:spPr/>
        <p:txBody>
          <a:bodyPr/>
          <a:lstStyle/>
          <a:p>
            <a:pPr eaLnBrk="1" hangingPunct="1"/>
            <a:r>
              <a:rPr lang="it-IT" altLang="it-IT" sz="4000"/>
              <a:t>ospf’s view of the network</a:t>
            </a:r>
          </a:p>
        </p:txBody>
      </p:sp>
      <p:sp>
        <p:nvSpPr>
          <p:cNvPr id="2" name="Rectangle 4">
            <a:extLst>
              <a:ext uri="{FF2B5EF4-FFF2-40B4-BE49-F238E27FC236}">
                <a16:creationId xmlns:a16="http://schemas.microsoft.com/office/drawing/2014/main" id="{6CE004DA-5A77-5B87-6A43-BCDFAA7F1A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A2AFE0F-CDE3-53AA-46B9-074CE3A31213}"/>
              </a:ext>
            </a:extLst>
          </p:cNvPr>
          <p:cNvSpPr>
            <a:spLocks noGrp="1" noChangeArrowheads="1"/>
          </p:cNvSpPr>
          <p:nvPr>
            <p:ph type="ftr" sz="quarter" idx="11"/>
          </p:nvPr>
        </p:nvSpPr>
        <p:spPr>
          <a:ln/>
        </p:spPr>
        <p:txBody>
          <a:bodyPr/>
          <a:lstStyle/>
          <a:p>
            <a:r>
              <a:rPr lang="it-IT" altLang="en-IT"/>
              <a:t>kathara – [ labs: ospf_frr ]</a:t>
            </a:r>
          </a:p>
        </p:txBody>
      </p:sp>
      <p:grpSp>
        <p:nvGrpSpPr>
          <p:cNvPr id="21508" name="Group 2">
            <a:extLst>
              <a:ext uri="{FF2B5EF4-FFF2-40B4-BE49-F238E27FC236}">
                <a16:creationId xmlns:a16="http://schemas.microsoft.com/office/drawing/2014/main" id="{2DA97725-4953-C550-1AE7-B08BFB277F90}"/>
              </a:ext>
            </a:extLst>
          </p:cNvPr>
          <p:cNvGrpSpPr>
            <a:grpSpLocks/>
          </p:cNvGrpSpPr>
          <p:nvPr/>
        </p:nvGrpSpPr>
        <p:grpSpPr bwMode="auto">
          <a:xfrm>
            <a:off x="2166173" y="1050664"/>
            <a:ext cx="7655970" cy="3628007"/>
            <a:chOff x="-177" y="1030"/>
            <a:chExt cx="5760" cy="2840"/>
          </a:xfrm>
        </p:grpSpPr>
        <p:grpSp>
          <p:nvGrpSpPr>
            <p:cNvPr id="21537" name="Group 3">
              <a:extLst>
                <a:ext uri="{FF2B5EF4-FFF2-40B4-BE49-F238E27FC236}">
                  <a16:creationId xmlns:a16="http://schemas.microsoft.com/office/drawing/2014/main" id="{E2681DC0-9B50-77BB-239C-DF7BA73E9B3B}"/>
                </a:ext>
              </a:extLst>
            </p:cNvPr>
            <p:cNvGrpSpPr>
              <a:grpSpLocks/>
            </p:cNvGrpSpPr>
            <p:nvPr/>
          </p:nvGrpSpPr>
          <p:grpSpPr bwMode="auto">
            <a:xfrm>
              <a:off x="-177" y="1221"/>
              <a:ext cx="5760" cy="2649"/>
              <a:chOff x="-177" y="1221"/>
              <a:chExt cx="5760" cy="2649"/>
            </a:xfrm>
          </p:grpSpPr>
          <p:sp>
            <p:nvSpPr>
              <p:cNvPr id="21539" name="Oval 4">
                <a:extLst>
                  <a:ext uri="{FF2B5EF4-FFF2-40B4-BE49-F238E27FC236}">
                    <a16:creationId xmlns:a16="http://schemas.microsoft.com/office/drawing/2014/main" id="{B69635C6-E67E-A5FF-F83A-EDD0A07E21AD}"/>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0" name="Oval 5">
                <a:extLst>
                  <a:ext uri="{FF2B5EF4-FFF2-40B4-BE49-F238E27FC236}">
                    <a16:creationId xmlns:a16="http://schemas.microsoft.com/office/drawing/2014/main" id="{CD6F14E2-E370-605B-5409-012738BB8ECB}"/>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1" name="Oval 6">
                <a:extLst>
                  <a:ext uri="{FF2B5EF4-FFF2-40B4-BE49-F238E27FC236}">
                    <a16:creationId xmlns:a16="http://schemas.microsoft.com/office/drawing/2014/main" id="{B0991C3C-4720-AA4F-C655-54ADA1D57C12}"/>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2" name="Oval 7">
                <a:extLst>
                  <a:ext uri="{FF2B5EF4-FFF2-40B4-BE49-F238E27FC236}">
                    <a16:creationId xmlns:a16="http://schemas.microsoft.com/office/drawing/2014/main" id="{45C8B705-A185-D395-872F-2FEC97CFF287}"/>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3" name="Oval 8">
                <a:extLst>
                  <a:ext uri="{FF2B5EF4-FFF2-40B4-BE49-F238E27FC236}">
                    <a16:creationId xmlns:a16="http://schemas.microsoft.com/office/drawing/2014/main" id="{F725B197-4602-ACB5-B8B8-56129D2CDD21}"/>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4" name="Oval 9">
                <a:extLst>
                  <a:ext uri="{FF2B5EF4-FFF2-40B4-BE49-F238E27FC236}">
                    <a16:creationId xmlns:a16="http://schemas.microsoft.com/office/drawing/2014/main" id="{ACBEF2A0-3712-BAD5-FD1A-C29D5EC8AB13}"/>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5" name="Oval 10">
                <a:extLst>
                  <a:ext uri="{FF2B5EF4-FFF2-40B4-BE49-F238E27FC236}">
                    <a16:creationId xmlns:a16="http://schemas.microsoft.com/office/drawing/2014/main" id="{E674A691-74D1-1DC0-A014-ADBC3155DCA2}"/>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6" name="Oval 11">
                <a:extLst>
                  <a:ext uri="{FF2B5EF4-FFF2-40B4-BE49-F238E27FC236}">
                    <a16:creationId xmlns:a16="http://schemas.microsoft.com/office/drawing/2014/main" id="{B83FF4C2-6943-FEFF-00E0-6E588EDA7C0A}"/>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7" name="Oval 12">
                <a:extLst>
                  <a:ext uri="{FF2B5EF4-FFF2-40B4-BE49-F238E27FC236}">
                    <a16:creationId xmlns:a16="http://schemas.microsoft.com/office/drawing/2014/main" id="{EF32C6C9-82D0-B1E8-DA27-1F3B19138F71}"/>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dirty="0">
                  <a:latin typeface="Arial" panose="020B0604020202020204" pitchFamily="34" charset="0"/>
                </a:endParaRPr>
              </a:p>
            </p:txBody>
          </p:sp>
        </p:grpSp>
        <p:sp>
          <p:nvSpPr>
            <p:cNvPr id="21538" name="Oval 13">
              <a:extLst>
                <a:ext uri="{FF2B5EF4-FFF2-40B4-BE49-F238E27FC236}">
                  <a16:creationId xmlns:a16="http://schemas.microsoft.com/office/drawing/2014/main" id="{6EC22C66-8731-D095-AF4D-2BED9A96CFED}"/>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grpSp>
        <p:nvGrpSpPr>
          <p:cNvPr id="4" name="Group 3">
            <a:extLst>
              <a:ext uri="{FF2B5EF4-FFF2-40B4-BE49-F238E27FC236}">
                <a16:creationId xmlns:a16="http://schemas.microsoft.com/office/drawing/2014/main" id="{2D42DAB1-303A-3E40-3524-C11468DCB958}"/>
              </a:ext>
            </a:extLst>
          </p:cNvPr>
          <p:cNvGrpSpPr/>
          <p:nvPr/>
        </p:nvGrpSpPr>
        <p:grpSpPr>
          <a:xfrm>
            <a:off x="2780918" y="4408603"/>
            <a:ext cx="6802068" cy="2334786"/>
            <a:chOff x="4778215" y="2378844"/>
            <a:chExt cx="6802068" cy="1961626"/>
          </a:xfrm>
        </p:grpSpPr>
        <p:sp>
          <p:nvSpPr>
            <p:cNvPr id="5" name="Rectangle 4">
              <a:extLst>
                <a:ext uri="{FF2B5EF4-FFF2-40B4-BE49-F238E27FC236}">
                  <a16:creationId xmlns:a16="http://schemas.microsoft.com/office/drawing/2014/main" id="{70361730-5F00-C0BB-08BD-044CC667EEAE}"/>
                </a:ext>
              </a:extLst>
            </p:cNvPr>
            <p:cNvSpPr/>
            <p:nvPr/>
          </p:nvSpPr>
          <p:spPr>
            <a:xfrm>
              <a:off x="4778215" y="2632077"/>
              <a:ext cx="6802068" cy="1708393"/>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en-US" altLang="it-IT" sz="1400" dirty="0">
                  <a:solidFill>
                    <a:schemeClr val="bg1"/>
                  </a:solidFill>
                  <a:latin typeface="Lucida Console" panose="020B0609040504020204" pitchFamily="49" charset="0"/>
                </a:rPr>
                <a:t> Net Link States (Area 0.0.0.0)</a:t>
              </a:r>
            </a:p>
            <a:p>
              <a:pPr eaLnBrk="1" hangingPunct="1"/>
              <a:r>
                <a:rPr lang="en-US" altLang="it-IT" sz="1400" dirty="0">
                  <a:solidFill>
                    <a:schemeClr val="bg1"/>
                  </a:solidFill>
                  <a:latin typeface="Lucida Console" panose="020B0609040504020204" pitchFamily="49" charset="0"/>
                </a:rPr>
                <a:t>Link ID         ADV Router      Age  Seq#       </a:t>
              </a:r>
              <a:r>
                <a:rPr lang="en-US" altLang="it-IT" sz="1400" dirty="0" err="1">
                  <a:solidFill>
                    <a:schemeClr val="bg1"/>
                  </a:solidFill>
                  <a:latin typeface="Lucida Console" panose="020B0609040504020204" pitchFamily="49" charset="0"/>
                </a:rPr>
                <a:t>CkSum</a:t>
              </a:r>
              <a:endParaRPr lang="en-US" altLang="it-IT" sz="1400" dirty="0">
                <a:solidFill>
                  <a:schemeClr val="bg1"/>
                </a:solidFill>
                <a:latin typeface="Lucida Console" panose="020B0609040504020204" pitchFamily="49" charset="0"/>
              </a:endParaRPr>
            </a:p>
            <a:p>
              <a:pPr eaLnBrk="1" hangingPunct="1"/>
              <a:r>
                <a:rPr lang="en-US" altLang="it-IT" sz="1400" dirty="0">
                  <a:solidFill>
                    <a:schemeClr val="bg1"/>
                  </a:solidFill>
                  <a:latin typeface="Lucida Console" panose="020B0609040504020204" pitchFamily="49" charset="0"/>
                </a:rPr>
                <a:t>10.0.0.1       10.0.3.1         749 0x80000002 0x69a9</a:t>
              </a:r>
            </a:p>
            <a:p>
              <a:pPr eaLnBrk="1" hangingPunct="1"/>
              <a:r>
                <a:rPr lang="en-US" altLang="it-IT" sz="1400" dirty="0">
                  <a:solidFill>
                    <a:schemeClr val="bg1"/>
                  </a:solidFill>
                  <a:latin typeface="Lucida Console" panose="020B0609040504020204" pitchFamily="49" charset="0"/>
                </a:rPr>
                <a:t>10.0.1.2       10.0.2.2         743 0x80000001 0x69bb</a:t>
              </a:r>
            </a:p>
            <a:p>
              <a:pPr eaLnBrk="1" hangingPunct="1"/>
              <a:r>
                <a:rPr lang="en-US" altLang="it-IT" sz="1400" dirty="0">
                  <a:solidFill>
                    <a:schemeClr val="bg1"/>
                  </a:solidFill>
                  <a:latin typeface="Lucida Console" panose="020B0609040504020204" pitchFamily="49" charset="0"/>
                </a:rPr>
                <a:t>10.0.2.1       10.0.3.2         752 0x80000002 0x729a</a:t>
              </a:r>
            </a:p>
            <a:p>
              <a:pPr eaLnBrk="1" hangingPunct="1"/>
              <a:r>
                <a:rPr lang="en-US" altLang="it-IT" sz="1400" dirty="0">
                  <a:solidFill>
                    <a:schemeClr val="bg1"/>
                  </a:solidFill>
                  <a:latin typeface="Lucida Console" panose="020B0609040504020204" pitchFamily="49" charset="0"/>
                </a:rPr>
                <a:t>10.0.3.2       10.0.3.2         753 0x80000001 0x6bb3</a:t>
              </a:r>
              <a:endParaRPr lang="it-IT" altLang="it-IT" sz="1400" dirty="0">
                <a:solidFill>
                  <a:schemeClr val="bg1"/>
                </a:solidFill>
                <a:latin typeface="Lucida Console" panose="020B0609040504020204" pitchFamily="49" charset="0"/>
              </a:endParaRPr>
            </a:p>
          </p:txBody>
        </p:sp>
        <p:sp>
          <p:nvSpPr>
            <p:cNvPr id="6" name="Rectangle 5">
              <a:extLst>
                <a:ext uri="{FF2B5EF4-FFF2-40B4-BE49-F238E27FC236}">
                  <a16:creationId xmlns:a16="http://schemas.microsoft.com/office/drawing/2014/main" id="{E8931EE6-7A3E-795A-0473-EC7653C2A51A}"/>
                </a:ext>
              </a:extLst>
            </p:cNvPr>
            <p:cNvSpPr/>
            <p:nvPr/>
          </p:nvSpPr>
          <p:spPr>
            <a:xfrm>
              <a:off x="4778215" y="2378844"/>
              <a:ext cx="6802064"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7" name="Group 6">
              <a:extLst>
                <a:ext uri="{FF2B5EF4-FFF2-40B4-BE49-F238E27FC236}">
                  <a16:creationId xmlns:a16="http://schemas.microsoft.com/office/drawing/2014/main" id="{2CE8E8BB-74C2-AC0C-E3A5-C38E3B3F0654}"/>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E844A620-6750-B0F9-F8AC-10A7C8E1AC64}"/>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B770B94-AC31-A4C4-6A0F-3E88FAEF025C}"/>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E583634-35BC-41C5-2601-F81456C681CE}"/>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4" name="AutoShape 54">
            <a:extLst>
              <a:ext uri="{FF2B5EF4-FFF2-40B4-BE49-F238E27FC236}">
                <a16:creationId xmlns:a16="http://schemas.microsoft.com/office/drawing/2014/main" id="{AB0AF694-8067-C502-B6AB-55D6D79D8F99}"/>
              </a:ext>
            </a:extLst>
          </p:cNvPr>
          <p:cNvSpPr>
            <a:spLocks noChangeArrowheads="1"/>
          </p:cNvSpPr>
          <p:nvPr/>
        </p:nvSpPr>
        <p:spPr bwMode="auto">
          <a:xfrm>
            <a:off x="1843302" y="2058827"/>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dirty="0">
                <a:solidFill>
                  <a:schemeClr val="bg1"/>
                </a:solidFill>
              </a:rPr>
              <a:t>0.0.0.0</a:t>
            </a:r>
          </a:p>
        </p:txBody>
      </p:sp>
      <p:grpSp>
        <p:nvGrpSpPr>
          <p:cNvPr id="35" name="Group 58">
            <a:extLst>
              <a:ext uri="{FF2B5EF4-FFF2-40B4-BE49-F238E27FC236}">
                <a16:creationId xmlns:a16="http://schemas.microsoft.com/office/drawing/2014/main" id="{E59B77AC-6891-3FC2-54D5-5DC0F4CA30D2}"/>
              </a:ext>
            </a:extLst>
          </p:cNvPr>
          <p:cNvGrpSpPr>
            <a:grpSpLocks noChangeAspect="1"/>
          </p:cNvGrpSpPr>
          <p:nvPr/>
        </p:nvGrpSpPr>
        <p:grpSpPr bwMode="auto">
          <a:xfrm>
            <a:off x="3418205" y="1642040"/>
            <a:ext cx="723900" cy="460375"/>
            <a:chOff x="3312" y="2160"/>
            <a:chExt cx="960" cy="528"/>
          </a:xfrm>
        </p:grpSpPr>
        <p:grpSp>
          <p:nvGrpSpPr>
            <p:cNvPr id="36" name="Group 59">
              <a:extLst>
                <a:ext uri="{FF2B5EF4-FFF2-40B4-BE49-F238E27FC236}">
                  <a16:creationId xmlns:a16="http://schemas.microsoft.com/office/drawing/2014/main" id="{358B3B2D-E8BA-1E94-14AE-B007D2DA2B53}"/>
                </a:ext>
              </a:extLst>
            </p:cNvPr>
            <p:cNvGrpSpPr>
              <a:grpSpLocks noChangeAspect="1"/>
            </p:cNvGrpSpPr>
            <p:nvPr/>
          </p:nvGrpSpPr>
          <p:grpSpPr bwMode="auto">
            <a:xfrm>
              <a:off x="3312" y="2160"/>
              <a:ext cx="960" cy="528"/>
              <a:chOff x="3312" y="2160"/>
              <a:chExt cx="960" cy="528"/>
            </a:xfrm>
          </p:grpSpPr>
          <p:sp>
            <p:nvSpPr>
              <p:cNvPr id="38" name="AutoShape 60">
                <a:extLst>
                  <a:ext uri="{FF2B5EF4-FFF2-40B4-BE49-F238E27FC236}">
                    <a16:creationId xmlns:a16="http://schemas.microsoft.com/office/drawing/2014/main" id="{B5BD0E12-FF8A-1D07-7047-4D285097916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39" name="Group 61">
                <a:extLst>
                  <a:ext uri="{FF2B5EF4-FFF2-40B4-BE49-F238E27FC236}">
                    <a16:creationId xmlns:a16="http://schemas.microsoft.com/office/drawing/2014/main" id="{3D58A98C-FB1A-914C-C89D-1AB4E97A30CE}"/>
                  </a:ext>
                </a:extLst>
              </p:cNvPr>
              <p:cNvGrpSpPr>
                <a:grpSpLocks noChangeAspect="1"/>
              </p:cNvGrpSpPr>
              <p:nvPr/>
            </p:nvGrpSpPr>
            <p:grpSpPr bwMode="auto">
              <a:xfrm>
                <a:off x="3488" y="2193"/>
                <a:ext cx="599" cy="207"/>
                <a:chOff x="422" y="1632"/>
                <a:chExt cx="829" cy="298"/>
              </a:xfrm>
            </p:grpSpPr>
            <p:grpSp>
              <p:nvGrpSpPr>
                <p:cNvPr id="40" name="Group 62">
                  <a:extLst>
                    <a:ext uri="{FF2B5EF4-FFF2-40B4-BE49-F238E27FC236}">
                      <a16:creationId xmlns:a16="http://schemas.microsoft.com/office/drawing/2014/main" id="{1B435C44-4945-1186-C685-2EBEA0450C98}"/>
                    </a:ext>
                  </a:extLst>
                </p:cNvPr>
                <p:cNvGrpSpPr>
                  <a:grpSpLocks noChangeAspect="1"/>
                </p:cNvGrpSpPr>
                <p:nvPr/>
              </p:nvGrpSpPr>
              <p:grpSpPr bwMode="auto">
                <a:xfrm>
                  <a:off x="422" y="1632"/>
                  <a:ext cx="822" cy="291"/>
                  <a:chOff x="422" y="1632"/>
                  <a:chExt cx="822" cy="291"/>
                </a:xfrm>
              </p:grpSpPr>
              <p:sp>
                <p:nvSpPr>
                  <p:cNvPr id="50" name="Freeform 63">
                    <a:extLst>
                      <a:ext uri="{FF2B5EF4-FFF2-40B4-BE49-F238E27FC236}">
                        <a16:creationId xmlns:a16="http://schemas.microsoft.com/office/drawing/2014/main" id="{B7109261-9C9F-F1C8-BEE5-9E18EAD52D1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1" name="Freeform 64">
                    <a:extLst>
                      <a:ext uri="{FF2B5EF4-FFF2-40B4-BE49-F238E27FC236}">
                        <a16:creationId xmlns:a16="http://schemas.microsoft.com/office/drawing/2014/main" id="{DF07984C-6065-BDC5-F697-56DB089B466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2" name="Freeform 65">
                    <a:extLst>
                      <a:ext uri="{FF2B5EF4-FFF2-40B4-BE49-F238E27FC236}">
                        <a16:creationId xmlns:a16="http://schemas.microsoft.com/office/drawing/2014/main" id="{759D1AB2-789C-7CE3-27B1-6AE8B2C1739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3" name="Freeform 66">
                    <a:extLst>
                      <a:ext uri="{FF2B5EF4-FFF2-40B4-BE49-F238E27FC236}">
                        <a16:creationId xmlns:a16="http://schemas.microsoft.com/office/drawing/2014/main" id="{400C610D-46FF-23B9-0C27-5EBCB41DF37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4" name="Freeform 67">
                    <a:extLst>
                      <a:ext uri="{FF2B5EF4-FFF2-40B4-BE49-F238E27FC236}">
                        <a16:creationId xmlns:a16="http://schemas.microsoft.com/office/drawing/2014/main" id="{B16A48EC-EF7F-4BE0-F6E4-ECCA66E9CD7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5" name="Freeform 68">
                    <a:extLst>
                      <a:ext uri="{FF2B5EF4-FFF2-40B4-BE49-F238E27FC236}">
                        <a16:creationId xmlns:a16="http://schemas.microsoft.com/office/drawing/2014/main" id="{19F1100D-8148-89E6-52E6-125C40AD333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6" name="Freeform 69">
                    <a:extLst>
                      <a:ext uri="{FF2B5EF4-FFF2-40B4-BE49-F238E27FC236}">
                        <a16:creationId xmlns:a16="http://schemas.microsoft.com/office/drawing/2014/main" id="{3CFC53CC-782F-BEF7-6986-BA080261A08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 name="Freeform 70">
                    <a:extLst>
                      <a:ext uri="{FF2B5EF4-FFF2-40B4-BE49-F238E27FC236}">
                        <a16:creationId xmlns:a16="http://schemas.microsoft.com/office/drawing/2014/main" id="{05BCE7A7-0FFB-785E-9573-AF9EADE0A54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41" name="Group 71">
                  <a:extLst>
                    <a:ext uri="{FF2B5EF4-FFF2-40B4-BE49-F238E27FC236}">
                      <a16:creationId xmlns:a16="http://schemas.microsoft.com/office/drawing/2014/main" id="{EDC4A3D8-0EA2-297F-3400-A35F16D6A136}"/>
                    </a:ext>
                  </a:extLst>
                </p:cNvPr>
                <p:cNvGrpSpPr>
                  <a:grpSpLocks noChangeAspect="1"/>
                </p:cNvGrpSpPr>
                <p:nvPr/>
              </p:nvGrpSpPr>
              <p:grpSpPr bwMode="auto">
                <a:xfrm>
                  <a:off x="429" y="1639"/>
                  <a:ext cx="822" cy="291"/>
                  <a:chOff x="429" y="1639"/>
                  <a:chExt cx="822" cy="291"/>
                </a:xfrm>
              </p:grpSpPr>
              <p:sp>
                <p:nvSpPr>
                  <p:cNvPr id="42" name="Freeform 72">
                    <a:extLst>
                      <a:ext uri="{FF2B5EF4-FFF2-40B4-BE49-F238E27FC236}">
                        <a16:creationId xmlns:a16="http://schemas.microsoft.com/office/drawing/2014/main" id="{DFD37556-E148-827E-C941-733AECD2C1B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3" name="Freeform 73">
                    <a:extLst>
                      <a:ext uri="{FF2B5EF4-FFF2-40B4-BE49-F238E27FC236}">
                        <a16:creationId xmlns:a16="http://schemas.microsoft.com/office/drawing/2014/main" id="{7182A070-25A5-C387-18BE-F3B70348A3C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4" name="Freeform 74">
                    <a:extLst>
                      <a:ext uri="{FF2B5EF4-FFF2-40B4-BE49-F238E27FC236}">
                        <a16:creationId xmlns:a16="http://schemas.microsoft.com/office/drawing/2014/main" id="{F19F85A6-9AB0-A771-E0ED-A13F02E7C2F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5" name="Freeform 75">
                    <a:extLst>
                      <a:ext uri="{FF2B5EF4-FFF2-40B4-BE49-F238E27FC236}">
                        <a16:creationId xmlns:a16="http://schemas.microsoft.com/office/drawing/2014/main" id="{6DE448EC-8F63-1CF6-EEB6-91D37D3E513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6" name="Freeform 76">
                    <a:extLst>
                      <a:ext uri="{FF2B5EF4-FFF2-40B4-BE49-F238E27FC236}">
                        <a16:creationId xmlns:a16="http://schemas.microsoft.com/office/drawing/2014/main" id="{F70C254F-7D19-3124-4192-6B7E5196087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7" name="Freeform 77">
                    <a:extLst>
                      <a:ext uri="{FF2B5EF4-FFF2-40B4-BE49-F238E27FC236}">
                        <a16:creationId xmlns:a16="http://schemas.microsoft.com/office/drawing/2014/main" id="{95125788-59B8-5A47-66D5-979B1828E46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8" name="Freeform 78">
                    <a:extLst>
                      <a:ext uri="{FF2B5EF4-FFF2-40B4-BE49-F238E27FC236}">
                        <a16:creationId xmlns:a16="http://schemas.microsoft.com/office/drawing/2014/main" id="{7207942D-6365-5FED-025B-19F2C0F69E8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9" name="Freeform 79">
                    <a:extLst>
                      <a:ext uri="{FF2B5EF4-FFF2-40B4-BE49-F238E27FC236}">
                        <a16:creationId xmlns:a16="http://schemas.microsoft.com/office/drawing/2014/main" id="{90F873C8-E584-E0CD-3C49-5BA0FDDD050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37" name="WordArt 80">
              <a:extLst>
                <a:ext uri="{FF2B5EF4-FFF2-40B4-BE49-F238E27FC236}">
                  <a16:creationId xmlns:a16="http://schemas.microsoft.com/office/drawing/2014/main" id="{E214CEBC-AD80-D590-DDEA-5C0A99499D7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grpSp>
        <p:nvGrpSpPr>
          <p:cNvPr id="58" name="Group 93">
            <a:extLst>
              <a:ext uri="{FF2B5EF4-FFF2-40B4-BE49-F238E27FC236}">
                <a16:creationId xmlns:a16="http://schemas.microsoft.com/office/drawing/2014/main" id="{418C1B97-D8F4-D705-C260-5C64127E9C88}"/>
              </a:ext>
            </a:extLst>
          </p:cNvPr>
          <p:cNvGrpSpPr>
            <a:grpSpLocks noChangeAspect="1"/>
          </p:cNvGrpSpPr>
          <p:nvPr/>
        </p:nvGrpSpPr>
        <p:grpSpPr bwMode="auto">
          <a:xfrm>
            <a:off x="7779897" y="1642040"/>
            <a:ext cx="723900" cy="460375"/>
            <a:chOff x="3312" y="2160"/>
            <a:chExt cx="960" cy="528"/>
          </a:xfrm>
        </p:grpSpPr>
        <p:grpSp>
          <p:nvGrpSpPr>
            <p:cNvPr id="59" name="Group 94">
              <a:extLst>
                <a:ext uri="{FF2B5EF4-FFF2-40B4-BE49-F238E27FC236}">
                  <a16:creationId xmlns:a16="http://schemas.microsoft.com/office/drawing/2014/main" id="{773BB94F-2D19-0B3D-B264-4DE8BB6AA61C}"/>
                </a:ext>
              </a:extLst>
            </p:cNvPr>
            <p:cNvGrpSpPr>
              <a:grpSpLocks noChangeAspect="1"/>
            </p:cNvGrpSpPr>
            <p:nvPr/>
          </p:nvGrpSpPr>
          <p:grpSpPr bwMode="auto">
            <a:xfrm>
              <a:off x="3312" y="2160"/>
              <a:ext cx="960" cy="528"/>
              <a:chOff x="3312" y="2160"/>
              <a:chExt cx="960" cy="528"/>
            </a:xfrm>
          </p:grpSpPr>
          <p:sp>
            <p:nvSpPr>
              <p:cNvPr id="61" name="AutoShape 95">
                <a:extLst>
                  <a:ext uri="{FF2B5EF4-FFF2-40B4-BE49-F238E27FC236}">
                    <a16:creationId xmlns:a16="http://schemas.microsoft.com/office/drawing/2014/main" id="{BF7FCB6B-9D8E-D555-9EC8-1BF8A8AB0B3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2" name="Group 96">
                <a:extLst>
                  <a:ext uri="{FF2B5EF4-FFF2-40B4-BE49-F238E27FC236}">
                    <a16:creationId xmlns:a16="http://schemas.microsoft.com/office/drawing/2014/main" id="{8B791A72-F763-FF26-E734-F9F0707F14FA}"/>
                  </a:ext>
                </a:extLst>
              </p:cNvPr>
              <p:cNvGrpSpPr>
                <a:grpSpLocks noChangeAspect="1"/>
              </p:cNvGrpSpPr>
              <p:nvPr/>
            </p:nvGrpSpPr>
            <p:grpSpPr bwMode="auto">
              <a:xfrm>
                <a:off x="3488" y="2193"/>
                <a:ext cx="599" cy="207"/>
                <a:chOff x="422" y="1632"/>
                <a:chExt cx="829" cy="298"/>
              </a:xfrm>
            </p:grpSpPr>
            <p:grpSp>
              <p:nvGrpSpPr>
                <p:cNvPr id="63" name="Group 97">
                  <a:extLst>
                    <a:ext uri="{FF2B5EF4-FFF2-40B4-BE49-F238E27FC236}">
                      <a16:creationId xmlns:a16="http://schemas.microsoft.com/office/drawing/2014/main" id="{B6288C28-7F15-3D8C-936C-BFD3F0022838}"/>
                    </a:ext>
                  </a:extLst>
                </p:cNvPr>
                <p:cNvGrpSpPr>
                  <a:grpSpLocks noChangeAspect="1"/>
                </p:cNvGrpSpPr>
                <p:nvPr/>
              </p:nvGrpSpPr>
              <p:grpSpPr bwMode="auto">
                <a:xfrm>
                  <a:off x="422" y="1632"/>
                  <a:ext cx="822" cy="291"/>
                  <a:chOff x="422" y="1632"/>
                  <a:chExt cx="822" cy="291"/>
                </a:xfrm>
              </p:grpSpPr>
              <p:sp>
                <p:nvSpPr>
                  <p:cNvPr id="21515" name="Freeform 98">
                    <a:extLst>
                      <a:ext uri="{FF2B5EF4-FFF2-40B4-BE49-F238E27FC236}">
                        <a16:creationId xmlns:a16="http://schemas.microsoft.com/office/drawing/2014/main" id="{37D07775-7ED6-2004-885C-68F583E5EB6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6" name="Freeform 99">
                    <a:extLst>
                      <a:ext uri="{FF2B5EF4-FFF2-40B4-BE49-F238E27FC236}">
                        <a16:creationId xmlns:a16="http://schemas.microsoft.com/office/drawing/2014/main" id="{2E0C03AE-6095-6348-C337-0B867ECCD8F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7" name="Freeform 100">
                    <a:extLst>
                      <a:ext uri="{FF2B5EF4-FFF2-40B4-BE49-F238E27FC236}">
                        <a16:creationId xmlns:a16="http://schemas.microsoft.com/office/drawing/2014/main" id="{6E9CC569-39AD-3E69-C74D-05A952DBCE9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8" name="Freeform 101">
                    <a:extLst>
                      <a:ext uri="{FF2B5EF4-FFF2-40B4-BE49-F238E27FC236}">
                        <a16:creationId xmlns:a16="http://schemas.microsoft.com/office/drawing/2014/main" id="{EA24AFB0-C412-7E33-8487-62E6D51C91A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9" name="Freeform 102">
                    <a:extLst>
                      <a:ext uri="{FF2B5EF4-FFF2-40B4-BE49-F238E27FC236}">
                        <a16:creationId xmlns:a16="http://schemas.microsoft.com/office/drawing/2014/main" id="{C184E451-A74A-D09E-7A07-7737C251948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0" name="Freeform 103">
                    <a:extLst>
                      <a:ext uri="{FF2B5EF4-FFF2-40B4-BE49-F238E27FC236}">
                        <a16:creationId xmlns:a16="http://schemas.microsoft.com/office/drawing/2014/main" id="{6B5618F2-175F-7C92-CA74-E7BF17B2C04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1" name="Freeform 104">
                    <a:extLst>
                      <a:ext uri="{FF2B5EF4-FFF2-40B4-BE49-F238E27FC236}">
                        <a16:creationId xmlns:a16="http://schemas.microsoft.com/office/drawing/2014/main" id="{FA90C331-835F-AFAB-EF04-09ACB29330D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2" name="Freeform 105">
                    <a:extLst>
                      <a:ext uri="{FF2B5EF4-FFF2-40B4-BE49-F238E27FC236}">
                        <a16:creationId xmlns:a16="http://schemas.microsoft.com/office/drawing/2014/main" id="{273104CB-BE03-B839-DBFE-64EC0172095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04" name="Group 106">
                  <a:extLst>
                    <a:ext uri="{FF2B5EF4-FFF2-40B4-BE49-F238E27FC236}">
                      <a16:creationId xmlns:a16="http://schemas.microsoft.com/office/drawing/2014/main" id="{810CC237-2CCA-EF5E-26D8-930609FA46B0}"/>
                    </a:ext>
                  </a:extLst>
                </p:cNvPr>
                <p:cNvGrpSpPr>
                  <a:grpSpLocks noChangeAspect="1"/>
                </p:cNvGrpSpPr>
                <p:nvPr/>
              </p:nvGrpSpPr>
              <p:grpSpPr bwMode="auto">
                <a:xfrm>
                  <a:off x="429" y="1639"/>
                  <a:ext cx="822" cy="291"/>
                  <a:chOff x="429" y="1639"/>
                  <a:chExt cx="822" cy="291"/>
                </a:xfrm>
              </p:grpSpPr>
              <p:sp>
                <p:nvSpPr>
                  <p:cNvPr id="21505" name="Freeform 107">
                    <a:extLst>
                      <a:ext uri="{FF2B5EF4-FFF2-40B4-BE49-F238E27FC236}">
                        <a16:creationId xmlns:a16="http://schemas.microsoft.com/office/drawing/2014/main" id="{0BB9777F-E3DB-3CA0-F9EB-9DE751211E2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6" name="Freeform 108">
                    <a:extLst>
                      <a:ext uri="{FF2B5EF4-FFF2-40B4-BE49-F238E27FC236}">
                        <a16:creationId xmlns:a16="http://schemas.microsoft.com/office/drawing/2014/main" id="{5C3DC2A5-96BA-0DB1-9349-E91C5F06EC1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7" name="Freeform 109">
                    <a:extLst>
                      <a:ext uri="{FF2B5EF4-FFF2-40B4-BE49-F238E27FC236}">
                        <a16:creationId xmlns:a16="http://schemas.microsoft.com/office/drawing/2014/main" id="{798A53BD-E197-4DA8-4F9D-4ABF50A3F36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0" name="Freeform 110">
                    <a:extLst>
                      <a:ext uri="{FF2B5EF4-FFF2-40B4-BE49-F238E27FC236}">
                        <a16:creationId xmlns:a16="http://schemas.microsoft.com/office/drawing/2014/main" id="{A47C46BB-DDBE-A3FF-7A9C-00038106449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1" name="Freeform 111">
                    <a:extLst>
                      <a:ext uri="{FF2B5EF4-FFF2-40B4-BE49-F238E27FC236}">
                        <a16:creationId xmlns:a16="http://schemas.microsoft.com/office/drawing/2014/main" id="{D7B73FD7-F0ED-BAF3-97A0-3A681B1CC88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2" name="Freeform 112">
                    <a:extLst>
                      <a:ext uri="{FF2B5EF4-FFF2-40B4-BE49-F238E27FC236}">
                        <a16:creationId xmlns:a16="http://schemas.microsoft.com/office/drawing/2014/main" id="{3183CA20-7AAE-251D-E72C-F581278880C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3" name="Freeform 113">
                    <a:extLst>
                      <a:ext uri="{FF2B5EF4-FFF2-40B4-BE49-F238E27FC236}">
                        <a16:creationId xmlns:a16="http://schemas.microsoft.com/office/drawing/2014/main" id="{DAD73475-3982-9DB2-45FA-E323CD278A3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4" name="Freeform 114">
                    <a:extLst>
                      <a:ext uri="{FF2B5EF4-FFF2-40B4-BE49-F238E27FC236}">
                        <a16:creationId xmlns:a16="http://schemas.microsoft.com/office/drawing/2014/main" id="{ABF7D543-8176-62CC-BC18-7D36427B740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 name="WordArt 115">
              <a:extLst>
                <a:ext uri="{FF2B5EF4-FFF2-40B4-BE49-F238E27FC236}">
                  <a16:creationId xmlns:a16="http://schemas.microsoft.com/office/drawing/2014/main" id="{DD9E5CCF-F95B-E060-47A2-93478C90550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21523" name="Group 122">
            <a:extLst>
              <a:ext uri="{FF2B5EF4-FFF2-40B4-BE49-F238E27FC236}">
                <a16:creationId xmlns:a16="http://schemas.microsoft.com/office/drawing/2014/main" id="{8C636A99-E792-051D-4CC7-0AF4C69A759D}"/>
              </a:ext>
            </a:extLst>
          </p:cNvPr>
          <p:cNvGrpSpPr>
            <a:grpSpLocks noChangeAspect="1"/>
          </p:cNvGrpSpPr>
          <p:nvPr/>
        </p:nvGrpSpPr>
        <p:grpSpPr bwMode="auto">
          <a:xfrm>
            <a:off x="7968254" y="3531430"/>
            <a:ext cx="723900" cy="460375"/>
            <a:chOff x="3312" y="2160"/>
            <a:chExt cx="960" cy="528"/>
          </a:xfrm>
        </p:grpSpPr>
        <p:grpSp>
          <p:nvGrpSpPr>
            <p:cNvPr id="21524" name="Group 123">
              <a:extLst>
                <a:ext uri="{FF2B5EF4-FFF2-40B4-BE49-F238E27FC236}">
                  <a16:creationId xmlns:a16="http://schemas.microsoft.com/office/drawing/2014/main" id="{6B2A8C9A-1810-3936-4A72-CC7C1AD43C13}"/>
                </a:ext>
              </a:extLst>
            </p:cNvPr>
            <p:cNvGrpSpPr>
              <a:grpSpLocks noChangeAspect="1"/>
            </p:cNvGrpSpPr>
            <p:nvPr/>
          </p:nvGrpSpPr>
          <p:grpSpPr bwMode="auto">
            <a:xfrm>
              <a:off x="3312" y="2160"/>
              <a:ext cx="960" cy="528"/>
              <a:chOff x="3312" y="2160"/>
              <a:chExt cx="960" cy="528"/>
            </a:xfrm>
          </p:grpSpPr>
          <p:sp>
            <p:nvSpPr>
              <p:cNvPr id="21526" name="AutoShape 124">
                <a:extLst>
                  <a:ext uri="{FF2B5EF4-FFF2-40B4-BE49-F238E27FC236}">
                    <a16:creationId xmlns:a16="http://schemas.microsoft.com/office/drawing/2014/main" id="{485FEFB7-4F10-7F12-D27E-E08FEF3E737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27" name="Group 125">
                <a:extLst>
                  <a:ext uri="{FF2B5EF4-FFF2-40B4-BE49-F238E27FC236}">
                    <a16:creationId xmlns:a16="http://schemas.microsoft.com/office/drawing/2014/main" id="{BADADAA0-AF61-58FC-0E21-7ACDE28310D3}"/>
                  </a:ext>
                </a:extLst>
              </p:cNvPr>
              <p:cNvGrpSpPr>
                <a:grpSpLocks noChangeAspect="1"/>
              </p:cNvGrpSpPr>
              <p:nvPr/>
            </p:nvGrpSpPr>
            <p:grpSpPr bwMode="auto">
              <a:xfrm>
                <a:off x="3488" y="2193"/>
                <a:ext cx="599" cy="207"/>
                <a:chOff x="422" y="1632"/>
                <a:chExt cx="829" cy="298"/>
              </a:xfrm>
            </p:grpSpPr>
            <p:grpSp>
              <p:nvGrpSpPr>
                <p:cNvPr id="21528" name="Group 126">
                  <a:extLst>
                    <a:ext uri="{FF2B5EF4-FFF2-40B4-BE49-F238E27FC236}">
                      <a16:creationId xmlns:a16="http://schemas.microsoft.com/office/drawing/2014/main" id="{0086B9F0-CA06-8816-E8F2-F95291859CBC}"/>
                    </a:ext>
                  </a:extLst>
                </p:cNvPr>
                <p:cNvGrpSpPr>
                  <a:grpSpLocks noChangeAspect="1"/>
                </p:cNvGrpSpPr>
                <p:nvPr/>
              </p:nvGrpSpPr>
              <p:grpSpPr bwMode="auto">
                <a:xfrm>
                  <a:off x="422" y="1632"/>
                  <a:ext cx="822" cy="291"/>
                  <a:chOff x="422" y="1632"/>
                  <a:chExt cx="822" cy="291"/>
                </a:xfrm>
              </p:grpSpPr>
              <p:sp>
                <p:nvSpPr>
                  <p:cNvPr id="21549" name="Freeform 127">
                    <a:extLst>
                      <a:ext uri="{FF2B5EF4-FFF2-40B4-BE49-F238E27FC236}">
                        <a16:creationId xmlns:a16="http://schemas.microsoft.com/office/drawing/2014/main" id="{6521B9FF-899C-8769-E22C-BEA45397B1D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0" name="Freeform 128">
                    <a:extLst>
                      <a:ext uri="{FF2B5EF4-FFF2-40B4-BE49-F238E27FC236}">
                        <a16:creationId xmlns:a16="http://schemas.microsoft.com/office/drawing/2014/main" id="{498179DD-C74C-4C22-4377-D8410F7C05A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1" name="Freeform 129">
                    <a:extLst>
                      <a:ext uri="{FF2B5EF4-FFF2-40B4-BE49-F238E27FC236}">
                        <a16:creationId xmlns:a16="http://schemas.microsoft.com/office/drawing/2014/main" id="{B3BC125B-F789-6C8B-0D07-F3B2CA79E0F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2" name="Freeform 130">
                    <a:extLst>
                      <a:ext uri="{FF2B5EF4-FFF2-40B4-BE49-F238E27FC236}">
                        <a16:creationId xmlns:a16="http://schemas.microsoft.com/office/drawing/2014/main" id="{4AF925B7-84CA-9B17-BF3C-CECB5E74AE2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3" name="Freeform 131">
                    <a:extLst>
                      <a:ext uri="{FF2B5EF4-FFF2-40B4-BE49-F238E27FC236}">
                        <a16:creationId xmlns:a16="http://schemas.microsoft.com/office/drawing/2014/main" id="{B5CEF5C4-F4A2-2E38-B684-0B930256678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4" name="Freeform 132">
                    <a:extLst>
                      <a:ext uri="{FF2B5EF4-FFF2-40B4-BE49-F238E27FC236}">
                        <a16:creationId xmlns:a16="http://schemas.microsoft.com/office/drawing/2014/main" id="{EC9DD298-3ABA-DFCA-5F8A-02BCFFD48FB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5" name="Freeform 133">
                    <a:extLst>
                      <a:ext uri="{FF2B5EF4-FFF2-40B4-BE49-F238E27FC236}">
                        <a16:creationId xmlns:a16="http://schemas.microsoft.com/office/drawing/2014/main" id="{CE8BAA5D-E48C-F02D-17EB-723E70C0DE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6" name="Freeform 134">
                    <a:extLst>
                      <a:ext uri="{FF2B5EF4-FFF2-40B4-BE49-F238E27FC236}">
                        <a16:creationId xmlns:a16="http://schemas.microsoft.com/office/drawing/2014/main" id="{CFFE74F0-C6EC-DF34-0629-304012756C2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29" name="Group 135">
                  <a:extLst>
                    <a:ext uri="{FF2B5EF4-FFF2-40B4-BE49-F238E27FC236}">
                      <a16:creationId xmlns:a16="http://schemas.microsoft.com/office/drawing/2014/main" id="{57E28F75-7D1B-2B71-94B0-180C572B24C8}"/>
                    </a:ext>
                  </a:extLst>
                </p:cNvPr>
                <p:cNvGrpSpPr>
                  <a:grpSpLocks noChangeAspect="1"/>
                </p:cNvGrpSpPr>
                <p:nvPr/>
              </p:nvGrpSpPr>
              <p:grpSpPr bwMode="auto">
                <a:xfrm>
                  <a:off x="429" y="1639"/>
                  <a:ext cx="822" cy="291"/>
                  <a:chOff x="429" y="1639"/>
                  <a:chExt cx="822" cy="291"/>
                </a:xfrm>
              </p:grpSpPr>
              <p:sp>
                <p:nvSpPr>
                  <p:cNvPr id="21530" name="Freeform 136">
                    <a:extLst>
                      <a:ext uri="{FF2B5EF4-FFF2-40B4-BE49-F238E27FC236}">
                        <a16:creationId xmlns:a16="http://schemas.microsoft.com/office/drawing/2014/main" id="{CA7B053B-50DE-5A57-4E1C-6249BA1316E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1" name="Freeform 137">
                    <a:extLst>
                      <a:ext uri="{FF2B5EF4-FFF2-40B4-BE49-F238E27FC236}">
                        <a16:creationId xmlns:a16="http://schemas.microsoft.com/office/drawing/2014/main" id="{9CE7DBCA-0A4F-AB3F-53E9-CC831C02272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2" name="Freeform 138">
                    <a:extLst>
                      <a:ext uri="{FF2B5EF4-FFF2-40B4-BE49-F238E27FC236}">
                        <a16:creationId xmlns:a16="http://schemas.microsoft.com/office/drawing/2014/main" id="{77DA2937-3DC6-B2AB-062A-61183C0FDA5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3" name="Freeform 139">
                    <a:extLst>
                      <a:ext uri="{FF2B5EF4-FFF2-40B4-BE49-F238E27FC236}">
                        <a16:creationId xmlns:a16="http://schemas.microsoft.com/office/drawing/2014/main" id="{71799DF2-77A1-BBAB-6218-F43FBB08CAB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4" name="Freeform 140">
                    <a:extLst>
                      <a:ext uri="{FF2B5EF4-FFF2-40B4-BE49-F238E27FC236}">
                        <a16:creationId xmlns:a16="http://schemas.microsoft.com/office/drawing/2014/main" id="{267A88ED-03FD-4C0F-33EE-099D205168E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5" name="Freeform 141">
                    <a:extLst>
                      <a:ext uri="{FF2B5EF4-FFF2-40B4-BE49-F238E27FC236}">
                        <a16:creationId xmlns:a16="http://schemas.microsoft.com/office/drawing/2014/main" id="{0664CE1E-0004-20FE-0649-9CA58659392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6" name="Freeform 142">
                    <a:extLst>
                      <a:ext uri="{FF2B5EF4-FFF2-40B4-BE49-F238E27FC236}">
                        <a16:creationId xmlns:a16="http://schemas.microsoft.com/office/drawing/2014/main" id="{F56B102D-508A-B70F-7E3A-330CEC806E4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48" name="Freeform 143">
                    <a:extLst>
                      <a:ext uri="{FF2B5EF4-FFF2-40B4-BE49-F238E27FC236}">
                        <a16:creationId xmlns:a16="http://schemas.microsoft.com/office/drawing/2014/main" id="{57CA6746-97D8-C254-2DB2-99643D44639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25" name="WordArt 144">
              <a:extLst>
                <a:ext uri="{FF2B5EF4-FFF2-40B4-BE49-F238E27FC236}">
                  <a16:creationId xmlns:a16="http://schemas.microsoft.com/office/drawing/2014/main" id="{2EE5B74D-0221-342D-C512-737EA1F8274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sp>
        <p:nvSpPr>
          <p:cNvPr id="21580" name="AutoShape 182">
            <a:extLst>
              <a:ext uri="{FF2B5EF4-FFF2-40B4-BE49-F238E27FC236}">
                <a16:creationId xmlns:a16="http://schemas.microsoft.com/office/drawing/2014/main" id="{AAF8263B-B0B3-A65D-3DCA-6F87857E6027}"/>
              </a:ext>
            </a:extLst>
          </p:cNvPr>
          <p:cNvSpPr>
            <a:spLocks noChangeArrowheads="1"/>
          </p:cNvSpPr>
          <p:nvPr/>
        </p:nvSpPr>
        <p:spPr bwMode="auto">
          <a:xfrm>
            <a:off x="3267393"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10.0.3.1</a:t>
            </a:r>
          </a:p>
        </p:txBody>
      </p:sp>
      <p:sp>
        <p:nvSpPr>
          <p:cNvPr id="21581" name="AutoShape 183">
            <a:extLst>
              <a:ext uri="{FF2B5EF4-FFF2-40B4-BE49-F238E27FC236}">
                <a16:creationId xmlns:a16="http://schemas.microsoft.com/office/drawing/2014/main" id="{AEBCF5DC-DF62-D732-6A91-8D5C0F660489}"/>
              </a:ext>
            </a:extLst>
          </p:cNvPr>
          <p:cNvSpPr>
            <a:spLocks noChangeArrowheads="1"/>
          </p:cNvSpPr>
          <p:nvPr/>
        </p:nvSpPr>
        <p:spPr bwMode="auto">
          <a:xfrm>
            <a:off x="2932228" y="3929171"/>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10.0.3.2</a:t>
            </a:r>
          </a:p>
        </p:txBody>
      </p:sp>
      <p:sp>
        <p:nvSpPr>
          <p:cNvPr id="21582" name="AutoShape 185">
            <a:extLst>
              <a:ext uri="{FF2B5EF4-FFF2-40B4-BE49-F238E27FC236}">
                <a16:creationId xmlns:a16="http://schemas.microsoft.com/office/drawing/2014/main" id="{1DBEC42A-CBD1-19B7-F25C-8A892BC0FD97}"/>
              </a:ext>
            </a:extLst>
          </p:cNvPr>
          <p:cNvSpPr>
            <a:spLocks noChangeArrowheads="1"/>
          </p:cNvSpPr>
          <p:nvPr/>
        </p:nvSpPr>
        <p:spPr bwMode="auto">
          <a:xfrm>
            <a:off x="7809504" y="4021967"/>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dirty="0">
                <a:latin typeface="Courier New" panose="02070309020205020404" pitchFamily="49" charset="0"/>
              </a:rPr>
              <a:t>10.0.2.2</a:t>
            </a:r>
          </a:p>
        </p:txBody>
      </p:sp>
      <p:sp>
        <p:nvSpPr>
          <p:cNvPr id="21583" name="AutoShape 186">
            <a:extLst>
              <a:ext uri="{FF2B5EF4-FFF2-40B4-BE49-F238E27FC236}">
                <a16:creationId xmlns:a16="http://schemas.microsoft.com/office/drawing/2014/main" id="{90B64B42-6EB8-61B4-CE07-5514EEE6C7B2}"/>
              </a:ext>
            </a:extLst>
          </p:cNvPr>
          <p:cNvSpPr>
            <a:spLocks noChangeArrowheads="1"/>
          </p:cNvSpPr>
          <p:nvPr/>
        </p:nvSpPr>
        <p:spPr bwMode="auto">
          <a:xfrm>
            <a:off x="7621147"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10.0.1.1</a:t>
            </a:r>
          </a:p>
        </p:txBody>
      </p:sp>
      <p:sp>
        <p:nvSpPr>
          <p:cNvPr id="21584" name="AutoShape 214">
            <a:extLst>
              <a:ext uri="{FF2B5EF4-FFF2-40B4-BE49-F238E27FC236}">
                <a16:creationId xmlns:a16="http://schemas.microsoft.com/office/drawing/2014/main" id="{8A261A5F-7264-3AC9-C64E-CFA81FE95B65}"/>
              </a:ext>
            </a:extLst>
          </p:cNvPr>
          <p:cNvSpPr>
            <a:spLocks noChangeArrowheads="1"/>
          </p:cNvSpPr>
          <p:nvPr/>
        </p:nvSpPr>
        <p:spPr bwMode="auto">
          <a:xfrm>
            <a:off x="6244202" y="2468145"/>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10.0.2.3</a:t>
            </a:r>
          </a:p>
        </p:txBody>
      </p:sp>
      <p:sp>
        <p:nvSpPr>
          <p:cNvPr id="21827" name="AutoShape 298">
            <a:extLst>
              <a:ext uri="{FF2B5EF4-FFF2-40B4-BE49-F238E27FC236}">
                <a16:creationId xmlns:a16="http://schemas.microsoft.com/office/drawing/2014/main" id="{06B3DCAD-6000-B97B-E025-9E874C4ECA57}"/>
              </a:ext>
            </a:extLst>
          </p:cNvPr>
          <p:cNvSpPr>
            <a:spLocks noChangeArrowheads="1"/>
          </p:cNvSpPr>
          <p:nvPr/>
        </p:nvSpPr>
        <p:spPr bwMode="auto">
          <a:xfrm>
            <a:off x="9702678" y="4341654"/>
            <a:ext cx="2344737" cy="1823649"/>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it-IT" altLang="en-IT" sz="2400" dirty="0">
                <a:latin typeface="Tahoma" panose="020B0604030504040204" pitchFamily="34" charset="0"/>
              </a:rPr>
              <a:t>for network </a:t>
            </a:r>
            <a:r>
              <a:rPr lang="it-IT" altLang="en-IT" sz="2400" dirty="0" err="1">
                <a:latin typeface="Tahoma" panose="020B0604030504040204" pitchFamily="34" charset="0"/>
              </a:rPr>
              <a:t>lsas</a:t>
            </a:r>
            <a:r>
              <a:rPr lang="it-IT" altLang="en-IT" sz="2400" dirty="0">
                <a:latin typeface="Tahoma" panose="020B0604030504040204" pitchFamily="34" charset="0"/>
              </a:rPr>
              <a:t>, the </a:t>
            </a:r>
            <a:r>
              <a:rPr lang="it-IT" altLang="en-IT" sz="2400" dirty="0">
                <a:latin typeface="Lucida Console" panose="020B0609040504020204" pitchFamily="49" charset="0"/>
              </a:rPr>
              <a:t>Link ID</a:t>
            </a:r>
            <a:r>
              <a:rPr lang="it-IT" altLang="en-IT" sz="2400" dirty="0">
                <a:latin typeface="Tahoma" panose="020B0604030504040204" pitchFamily="34" charset="0"/>
              </a:rPr>
              <a:t> </a:t>
            </a:r>
            <a:r>
              <a:rPr lang="it-IT" altLang="en-IT" sz="2400" dirty="0" err="1">
                <a:latin typeface="Tahoma" panose="020B0604030504040204" pitchFamily="34" charset="0"/>
              </a:rPr>
              <a:t>is</a:t>
            </a:r>
            <a:r>
              <a:rPr lang="it-IT" altLang="en-IT" sz="2400" dirty="0">
                <a:latin typeface="Tahoma" panose="020B0604030504040204" pitchFamily="34" charset="0"/>
              </a:rPr>
              <a:t> the </a:t>
            </a:r>
            <a:r>
              <a:rPr lang="it-IT" altLang="en-IT" sz="2400" dirty="0" err="1">
                <a:latin typeface="Tahoma" panose="020B0604030504040204" pitchFamily="34" charset="0"/>
              </a:rPr>
              <a:t>dr’s</a:t>
            </a:r>
            <a:r>
              <a:rPr lang="it-IT" altLang="en-IT" sz="2400" dirty="0">
                <a:latin typeface="Tahoma" panose="020B0604030504040204" pitchFamily="34" charset="0"/>
              </a:rPr>
              <a:t> </a:t>
            </a:r>
            <a:r>
              <a:rPr lang="it-IT" altLang="en-IT" sz="2400" dirty="0" err="1">
                <a:latin typeface="Tahoma" panose="020B0604030504040204" pitchFamily="34" charset="0"/>
              </a:rPr>
              <a:t>address</a:t>
            </a:r>
            <a:endParaRPr lang="it-IT" altLang="en-IT" sz="2400" dirty="0">
              <a:latin typeface="Tahoma" panose="020B0604030504040204" pitchFamily="34" charset="0"/>
            </a:endParaRPr>
          </a:p>
        </p:txBody>
      </p:sp>
      <p:grpSp>
        <p:nvGrpSpPr>
          <p:cNvPr id="21828" name="Group 299">
            <a:extLst>
              <a:ext uri="{FF2B5EF4-FFF2-40B4-BE49-F238E27FC236}">
                <a16:creationId xmlns:a16="http://schemas.microsoft.com/office/drawing/2014/main" id="{31C774FC-35CC-BA8A-3E25-EEE5414758EE}"/>
              </a:ext>
            </a:extLst>
          </p:cNvPr>
          <p:cNvGrpSpPr>
            <a:grpSpLocks/>
          </p:cNvGrpSpPr>
          <p:nvPr/>
        </p:nvGrpSpPr>
        <p:grpSpPr bwMode="auto">
          <a:xfrm>
            <a:off x="2033682" y="2546791"/>
            <a:ext cx="1797050" cy="900113"/>
            <a:chOff x="333" y="1678"/>
            <a:chExt cx="1132" cy="567"/>
          </a:xfrm>
        </p:grpSpPr>
        <p:grpSp>
          <p:nvGrpSpPr>
            <p:cNvPr id="21829" name="Group 298">
              <a:extLst>
                <a:ext uri="{FF2B5EF4-FFF2-40B4-BE49-F238E27FC236}">
                  <a16:creationId xmlns:a16="http://schemas.microsoft.com/office/drawing/2014/main" id="{1D371C09-16ED-9BE7-63F5-49B41BD55687}"/>
                </a:ext>
              </a:extLst>
            </p:cNvPr>
            <p:cNvGrpSpPr>
              <a:grpSpLocks/>
            </p:cNvGrpSpPr>
            <p:nvPr/>
          </p:nvGrpSpPr>
          <p:grpSpPr bwMode="auto">
            <a:xfrm>
              <a:off x="333" y="1678"/>
              <a:ext cx="1132" cy="567"/>
              <a:chOff x="333" y="1678"/>
              <a:chExt cx="1132" cy="567"/>
            </a:xfrm>
          </p:grpSpPr>
          <p:sp>
            <p:nvSpPr>
              <p:cNvPr id="21831" name="Freeform 230">
                <a:extLst>
                  <a:ext uri="{FF2B5EF4-FFF2-40B4-BE49-F238E27FC236}">
                    <a16:creationId xmlns:a16="http://schemas.microsoft.com/office/drawing/2014/main" id="{2D84D18C-F2B9-37E1-DBA6-FCA8FA2515AC}"/>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2" name="Freeform 231">
                <a:extLst>
                  <a:ext uri="{FF2B5EF4-FFF2-40B4-BE49-F238E27FC236}">
                    <a16:creationId xmlns:a16="http://schemas.microsoft.com/office/drawing/2014/main" id="{E9DF031B-5C38-5189-E553-EC6D3D63CD8B}"/>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3" name="Freeform 233">
                <a:extLst>
                  <a:ext uri="{FF2B5EF4-FFF2-40B4-BE49-F238E27FC236}">
                    <a16:creationId xmlns:a16="http://schemas.microsoft.com/office/drawing/2014/main" id="{E4BFF9C5-B7E4-6FB8-5529-AE1B5A3073B0}"/>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4" name="Freeform 234">
                <a:extLst>
                  <a:ext uri="{FF2B5EF4-FFF2-40B4-BE49-F238E27FC236}">
                    <a16:creationId xmlns:a16="http://schemas.microsoft.com/office/drawing/2014/main" id="{F84A35F1-E915-A689-B9A2-68030DE545AA}"/>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5" name="Freeform 235">
                <a:extLst>
                  <a:ext uri="{FF2B5EF4-FFF2-40B4-BE49-F238E27FC236}">
                    <a16:creationId xmlns:a16="http://schemas.microsoft.com/office/drawing/2014/main" id="{A210F15B-0D58-08D5-348E-9C7DE6F31D4B}"/>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6" name="Freeform 236">
                <a:extLst>
                  <a:ext uri="{FF2B5EF4-FFF2-40B4-BE49-F238E27FC236}">
                    <a16:creationId xmlns:a16="http://schemas.microsoft.com/office/drawing/2014/main" id="{A94303D2-B908-6D8F-F897-94218576FE76}"/>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37" name="Freeform 237">
                <a:extLst>
                  <a:ext uri="{FF2B5EF4-FFF2-40B4-BE49-F238E27FC236}">
                    <a16:creationId xmlns:a16="http://schemas.microsoft.com/office/drawing/2014/main" id="{4C58013A-1F82-DDF2-9F2A-14EEAA4363E7}"/>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30" name="Text Box 238">
              <a:extLst>
                <a:ext uri="{FF2B5EF4-FFF2-40B4-BE49-F238E27FC236}">
                  <a16:creationId xmlns:a16="http://schemas.microsoft.com/office/drawing/2014/main" id="{36691FB7-EF30-B085-8C12-12D200CF70B8}"/>
                </a:ext>
              </a:extLst>
            </p:cNvPr>
            <p:cNvSpPr txBox="1">
              <a:spLocks noChangeArrowheads="1"/>
            </p:cNvSpPr>
            <p:nvPr/>
          </p:nvSpPr>
          <p:spPr bwMode="auto">
            <a:xfrm rot="-1143463">
              <a:off x="362" y="1861"/>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a:latin typeface="Courier New" panose="02070309020205020404" pitchFamily="49" charset="0"/>
                </a:rPr>
                <a:t>10.0.3.2</a:t>
              </a:r>
            </a:p>
          </p:txBody>
        </p:sp>
      </p:grpSp>
      <p:grpSp>
        <p:nvGrpSpPr>
          <p:cNvPr id="21838" name="Group 310">
            <a:extLst>
              <a:ext uri="{FF2B5EF4-FFF2-40B4-BE49-F238E27FC236}">
                <a16:creationId xmlns:a16="http://schemas.microsoft.com/office/drawing/2014/main" id="{C1715358-EA46-0943-5B10-BD76FC3B4579}"/>
              </a:ext>
            </a:extLst>
          </p:cNvPr>
          <p:cNvGrpSpPr>
            <a:grpSpLocks/>
          </p:cNvGrpSpPr>
          <p:nvPr/>
        </p:nvGrpSpPr>
        <p:grpSpPr bwMode="auto">
          <a:xfrm>
            <a:off x="8228369" y="2538521"/>
            <a:ext cx="1797050" cy="900113"/>
            <a:chOff x="4259" y="1678"/>
            <a:chExt cx="1132" cy="567"/>
          </a:xfrm>
        </p:grpSpPr>
        <p:grpSp>
          <p:nvGrpSpPr>
            <p:cNvPr id="21839" name="Group 301">
              <a:extLst>
                <a:ext uri="{FF2B5EF4-FFF2-40B4-BE49-F238E27FC236}">
                  <a16:creationId xmlns:a16="http://schemas.microsoft.com/office/drawing/2014/main" id="{175E303E-A273-38CD-94FD-4D40A75DEB46}"/>
                </a:ext>
              </a:extLst>
            </p:cNvPr>
            <p:cNvGrpSpPr>
              <a:grpSpLocks/>
            </p:cNvGrpSpPr>
            <p:nvPr/>
          </p:nvGrpSpPr>
          <p:grpSpPr bwMode="auto">
            <a:xfrm flipH="1">
              <a:off x="4259" y="1678"/>
              <a:ext cx="1132" cy="567"/>
              <a:chOff x="333" y="1678"/>
              <a:chExt cx="1132" cy="567"/>
            </a:xfrm>
          </p:grpSpPr>
          <p:sp>
            <p:nvSpPr>
              <p:cNvPr id="21841" name="Freeform 302">
                <a:extLst>
                  <a:ext uri="{FF2B5EF4-FFF2-40B4-BE49-F238E27FC236}">
                    <a16:creationId xmlns:a16="http://schemas.microsoft.com/office/drawing/2014/main" id="{DCF23916-EFD2-EF2B-330C-EE3393E52EEF}"/>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2" name="Freeform 303">
                <a:extLst>
                  <a:ext uri="{FF2B5EF4-FFF2-40B4-BE49-F238E27FC236}">
                    <a16:creationId xmlns:a16="http://schemas.microsoft.com/office/drawing/2014/main" id="{796FB6DD-253D-3CF0-A2F8-688003298AF1}"/>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3" name="Freeform 304">
                <a:extLst>
                  <a:ext uri="{FF2B5EF4-FFF2-40B4-BE49-F238E27FC236}">
                    <a16:creationId xmlns:a16="http://schemas.microsoft.com/office/drawing/2014/main" id="{73138C89-D38E-533C-FF8D-BFCF0074B04D}"/>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4" name="Freeform 305">
                <a:extLst>
                  <a:ext uri="{FF2B5EF4-FFF2-40B4-BE49-F238E27FC236}">
                    <a16:creationId xmlns:a16="http://schemas.microsoft.com/office/drawing/2014/main" id="{FB7EC9F7-AB9D-2BCF-17D7-9632ADC73265}"/>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5" name="Freeform 306">
                <a:extLst>
                  <a:ext uri="{FF2B5EF4-FFF2-40B4-BE49-F238E27FC236}">
                    <a16:creationId xmlns:a16="http://schemas.microsoft.com/office/drawing/2014/main" id="{36400994-7F64-D988-1C18-96DB1E46E1F5}"/>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6" name="Freeform 307">
                <a:extLst>
                  <a:ext uri="{FF2B5EF4-FFF2-40B4-BE49-F238E27FC236}">
                    <a16:creationId xmlns:a16="http://schemas.microsoft.com/office/drawing/2014/main" id="{750FEAC9-9087-97C7-1DF0-4EAB0734D4C0}"/>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47" name="Freeform 308">
                <a:extLst>
                  <a:ext uri="{FF2B5EF4-FFF2-40B4-BE49-F238E27FC236}">
                    <a16:creationId xmlns:a16="http://schemas.microsoft.com/office/drawing/2014/main" id="{17947170-3199-DABF-E7DB-70C1A85421DE}"/>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40" name="Text Box 309">
              <a:extLst>
                <a:ext uri="{FF2B5EF4-FFF2-40B4-BE49-F238E27FC236}">
                  <a16:creationId xmlns:a16="http://schemas.microsoft.com/office/drawing/2014/main" id="{52EFE552-2ABA-882F-D044-3D8EA70FA675}"/>
                </a:ext>
              </a:extLst>
            </p:cNvPr>
            <p:cNvSpPr txBox="1">
              <a:spLocks noChangeArrowheads="1"/>
            </p:cNvSpPr>
            <p:nvPr/>
          </p:nvSpPr>
          <p:spPr bwMode="auto">
            <a:xfrm rot="1143463" flipH="1">
              <a:off x="4627" y="1867"/>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a:latin typeface="Courier New" panose="02070309020205020404" pitchFamily="49" charset="0"/>
                </a:rPr>
                <a:t>10.0.1.2</a:t>
              </a:r>
            </a:p>
          </p:txBody>
        </p:sp>
      </p:grpSp>
      <p:sp>
        <p:nvSpPr>
          <p:cNvPr id="21868" name="Oval 51">
            <a:extLst>
              <a:ext uri="{FF2B5EF4-FFF2-40B4-BE49-F238E27FC236}">
                <a16:creationId xmlns:a16="http://schemas.microsoft.com/office/drawing/2014/main" id="{D82483F4-E4A6-720E-4DEA-40AE4183B17E}"/>
              </a:ext>
            </a:extLst>
          </p:cNvPr>
          <p:cNvSpPr>
            <a:spLocks noChangeArrowheads="1"/>
          </p:cNvSpPr>
          <p:nvPr/>
        </p:nvSpPr>
        <p:spPr bwMode="auto">
          <a:xfrm flipH="1">
            <a:off x="3641819" y="263727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D</a:t>
            </a:r>
          </a:p>
        </p:txBody>
      </p:sp>
      <p:sp>
        <p:nvSpPr>
          <p:cNvPr id="21869" name="Oval 52">
            <a:extLst>
              <a:ext uri="{FF2B5EF4-FFF2-40B4-BE49-F238E27FC236}">
                <a16:creationId xmlns:a16="http://schemas.microsoft.com/office/drawing/2014/main" id="{73544B8B-DAD4-372F-26F7-2EC5B2E58FC1}"/>
              </a:ext>
            </a:extLst>
          </p:cNvPr>
          <p:cNvSpPr>
            <a:spLocks noChangeArrowheads="1"/>
          </p:cNvSpPr>
          <p:nvPr/>
        </p:nvSpPr>
        <p:spPr bwMode="auto">
          <a:xfrm flipH="1">
            <a:off x="8063269" y="262900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B</a:t>
            </a:r>
          </a:p>
        </p:txBody>
      </p:sp>
      <p:grpSp>
        <p:nvGrpSpPr>
          <p:cNvPr id="21601" name="Group 321">
            <a:extLst>
              <a:ext uri="{FF2B5EF4-FFF2-40B4-BE49-F238E27FC236}">
                <a16:creationId xmlns:a16="http://schemas.microsoft.com/office/drawing/2014/main" id="{3C57AB8F-45F4-FCD4-1601-4B01B65B6984}"/>
              </a:ext>
            </a:extLst>
          </p:cNvPr>
          <p:cNvGrpSpPr>
            <a:grpSpLocks/>
          </p:cNvGrpSpPr>
          <p:nvPr/>
        </p:nvGrpSpPr>
        <p:grpSpPr bwMode="auto">
          <a:xfrm rot="19469389">
            <a:off x="5686244" y="1082574"/>
            <a:ext cx="1797050" cy="900112"/>
            <a:chOff x="4259" y="1678"/>
            <a:chExt cx="1132" cy="567"/>
          </a:xfrm>
        </p:grpSpPr>
        <p:grpSp>
          <p:nvGrpSpPr>
            <p:cNvPr id="21602" name="Group 322">
              <a:extLst>
                <a:ext uri="{FF2B5EF4-FFF2-40B4-BE49-F238E27FC236}">
                  <a16:creationId xmlns:a16="http://schemas.microsoft.com/office/drawing/2014/main" id="{7F56ECDF-4693-14C2-2F29-6934A2ED2394}"/>
                </a:ext>
              </a:extLst>
            </p:cNvPr>
            <p:cNvGrpSpPr>
              <a:grpSpLocks/>
            </p:cNvGrpSpPr>
            <p:nvPr/>
          </p:nvGrpSpPr>
          <p:grpSpPr bwMode="auto">
            <a:xfrm flipH="1">
              <a:off x="4259" y="1678"/>
              <a:ext cx="1132" cy="567"/>
              <a:chOff x="333" y="1678"/>
              <a:chExt cx="1132" cy="567"/>
            </a:xfrm>
          </p:grpSpPr>
          <p:sp>
            <p:nvSpPr>
              <p:cNvPr id="21604" name="Freeform 323">
                <a:extLst>
                  <a:ext uri="{FF2B5EF4-FFF2-40B4-BE49-F238E27FC236}">
                    <a16:creationId xmlns:a16="http://schemas.microsoft.com/office/drawing/2014/main" id="{7F8E3B44-2BD9-0C03-274C-82C5CEE44C05}"/>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5" name="Freeform 324">
                <a:extLst>
                  <a:ext uri="{FF2B5EF4-FFF2-40B4-BE49-F238E27FC236}">
                    <a16:creationId xmlns:a16="http://schemas.microsoft.com/office/drawing/2014/main" id="{8C2E3810-0027-802E-F3FA-E02CD5E53A0A}"/>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6" name="Freeform 325">
                <a:extLst>
                  <a:ext uri="{FF2B5EF4-FFF2-40B4-BE49-F238E27FC236}">
                    <a16:creationId xmlns:a16="http://schemas.microsoft.com/office/drawing/2014/main" id="{CD898C82-40D3-BB72-3A6E-967F5782A4A0}"/>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7" name="Freeform 326">
                <a:extLst>
                  <a:ext uri="{FF2B5EF4-FFF2-40B4-BE49-F238E27FC236}">
                    <a16:creationId xmlns:a16="http://schemas.microsoft.com/office/drawing/2014/main" id="{C311FA76-454D-6AC1-43C4-9BB06F5F407F}"/>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8" name="Freeform 327">
                <a:extLst>
                  <a:ext uri="{FF2B5EF4-FFF2-40B4-BE49-F238E27FC236}">
                    <a16:creationId xmlns:a16="http://schemas.microsoft.com/office/drawing/2014/main" id="{31B026BF-2886-0CAD-4E84-7994DD393EF7}"/>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9" name="Freeform 328">
                <a:extLst>
                  <a:ext uri="{FF2B5EF4-FFF2-40B4-BE49-F238E27FC236}">
                    <a16:creationId xmlns:a16="http://schemas.microsoft.com/office/drawing/2014/main" id="{972580D3-5D3C-A566-7379-32722DB25C8B}"/>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610" name="Freeform 329">
                <a:extLst>
                  <a:ext uri="{FF2B5EF4-FFF2-40B4-BE49-F238E27FC236}">
                    <a16:creationId xmlns:a16="http://schemas.microsoft.com/office/drawing/2014/main" id="{7FFA6D1C-DEA1-864E-2903-C4BBFA9EFCE2}"/>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603" name="Text Box 330">
              <a:extLst>
                <a:ext uri="{FF2B5EF4-FFF2-40B4-BE49-F238E27FC236}">
                  <a16:creationId xmlns:a16="http://schemas.microsoft.com/office/drawing/2014/main" id="{0A357D12-DA86-7F46-BDDD-CF27E194577C}"/>
                </a:ext>
              </a:extLst>
            </p:cNvPr>
            <p:cNvSpPr txBox="1">
              <a:spLocks noChangeArrowheads="1"/>
            </p:cNvSpPr>
            <p:nvPr/>
          </p:nvSpPr>
          <p:spPr bwMode="auto">
            <a:xfrm rot="1143463" flipH="1">
              <a:off x="4627" y="1865"/>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dirty="0">
                  <a:latin typeface="Courier New" panose="02070309020205020404" pitchFamily="49" charset="0"/>
                </a:rPr>
                <a:t>10.0.0.1</a:t>
              </a:r>
            </a:p>
          </p:txBody>
        </p:sp>
      </p:grpSp>
      <p:sp>
        <p:nvSpPr>
          <p:cNvPr id="21611" name="Oval 57">
            <a:extLst>
              <a:ext uri="{FF2B5EF4-FFF2-40B4-BE49-F238E27FC236}">
                <a16:creationId xmlns:a16="http://schemas.microsoft.com/office/drawing/2014/main" id="{BE63ACCF-E92E-D687-C6AA-D7DA61ABA3BD}"/>
              </a:ext>
            </a:extLst>
          </p:cNvPr>
          <p:cNvSpPr>
            <a:spLocks noChangeArrowheads="1"/>
          </p:cNvSpPr>
          <p:nvPr/>
        </p:nvSpPr>
        <p:spPr bwMode="auto">
          <a:xfrm flipH="1">
            <a:off x="5707907" y="171297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A</a:t>
            </a:r>
          </a:p>
        </p:txBody>
      </p:sp>
      <p:grpSp>
        <p:nvGrpSpPr>
          <p:cNvPr id="21612" name="Group 311">
            <a:extLst>
              <a:ext uri="{FF2B5EF4-FFF2-40B4-BE49-F238E27FC236}">
                <a16:creationId xmlns:a16="http://schemas.microsoft.com/office/drawing/2014/main" id="{697288D1-A16F-F24A-36FC-667EB993F180}"/>
              </a:ext>
            </a:extLst>
          </p:cNvPr>
          <p:cNvGrpSpPr>
            <a:grpSpLocks/>
          </p:cNvGrpSpPr>
          <p:nvPr/>
        </p:nvGrpSpPr>
        <p:grpSpPr bwMode="auto">
          <a:xfrm rot="19389679">
            <a:off x="5846128" y="2945643"/>
            <a:ext cx="1797050" cy="900112"/>
            <a:chOff x="4259" y="1678"/>
            <a:chExt cx="1132" cy="567"/>
          </a:xfrm>
        </p:grpSpPr>
        <p:grpSp>
          <p:nvGrpSpPr>
            <p:cNvPr id="21613" name="Group 312">
              <a:extLst>
                <a:ext uri="{FF2B5EF4-FFF2-40B4-BE49-F238E27FC236}">
                  <a16:creationId xmlns:a16="http://schemas.microsoft.com/office/drawing/2014/main" id="{8EB96538-2722-F407-29AA-466D1C0C1CFE}"/>
                </a:ext>
              </a:extLst>
            </p:cNvPr>
            <p:cNvGrpSpPr>
              <a:grpSpLocks/>
            </p:cNvGrpSpPr>
            <p:nvPr/>
          </p:nvGrpSpPr>
          <p:grpSpPr bwMode="auto">
            <a:xfrm flipH="1">
              <a:off x="4259" y="1678"/>
              <a:ext cx="1132" cy="567"/>
              <a:chOff x="333" y="1678"/>
              <a:chExt cx="1132" cy="567"/>
            </a:xfrm>
          </p:grpSpPr>
          <p:sp>
            <p:nvSpPr>
              <p:cNvPr id="21615" name="Freeform 313">
                <a:extLst>
                  <a:ext uri="{FF2B5EF4-FFF2-40B4-BE49-F238E27FC236}">
                    <a16:creationId xmlns:a16="http://schemas.microsoft.com/office/drawing/2014/main" id="{08E141FD-6617-5C9B-790B-E89A9DF8D2DB}"/>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16" name="Freeform 314">
                <a:extLst>
                  <a:ext uri="{FF2B5EF4-FFF2-40B4-BE49-F238E27FC236}">
                    <a16:creationId xmlns:a16="http://schemas.microsoft.com/office/drawing/2014/main" id="{0B0942FB-6439-F19B-9BA7-1C408192FD59}"/>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17" name="Freeform 315">
                <a:extLst>
                  <a:ext uri="{FF2B5EF4-FFF2-40B4-BE49-F238E27FC236}">
                    <a16:creationId xmlns:a16="http://schemas.microsoft.com/office/drawing/2014/main" id="{2E009AE1-11DD-654C-1F27-55258B1EEFE5}"/>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18" name="Freeform 316">
                <a:extLst>
                  <a:ext uri="{FF2B5EF4-FFF2-40B4-BE49-F238E27FC236}">
                    <a16:creationId xmlns:a16="http://schemas.microsoft.com/office/drawing/2014/main" id="{D1870D4D-9E98-53AB-7D02-37ABF671843F}"/>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19" name="Freeform 317">
                <a:extLst>
                  <a:ext uri="{FF2B5EF4-FFF2-40B4-BE49-F238E27FC236}">
                    <a16:creationId xmlns:a16="http://schemas.microsoft.com/office/drawing/2014/main" id="{060EF37B-1342-1950-48BA-457C7D8124FE}"/>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20" name="Freeform 318">
                <a:extLst>
                  <a:ext uri="{FF2B5EF4-FFF2-40B4-BE49-F238E27FC236}">
                    <a16:creationId xmlns:a16="http://schemas.microsoft.com/office/drawing/2014/main" id="{79BCD448-DA69-B140-0413-AFA621A79F7A}"/>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621" name="Freeform 319">
                <a:extLst>
                  <a:ext uri="{FF2B5EF4-FFF2-40B4-BE49-F238E27FC236}">
                    <a16:creationId xmlns:a16="http://schemas.microsoft.com/office/drawing/2014/main" id="{B04A6926-92A3-5DD9-CD30-66D9BA3F925E}"/>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614" name="Text Box 320">
              <a:extLst>
                <a:ext uri="{FF2B5EF4-FFF2-40B4-BE49-F238E27FC236}">
                  <a16:creationId xmlns:a16="http://schemas.microsoft.com/office/drawing/2014/main" id="{8C2F5CD5-6811-DEDE-B1F0-DDFBD80B3B53}"/>
                </a:ext>
              </a:extLst>
            </p:cNvPr>
            <p:cNvSpPr txBox="1">
              <a:spLocks noChangeArrowheads="1"/>
            </p:cNvSpPr>
            <p:nvPr/>
          </p:nvSpPr>
          <p:spPr bwMode="auto">
            <a:xfrm rot="1143463" flipH="1">
              <a:off x="4626" y="1866"/>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dirty="0">
                  <a:latin typeface="Courier New" panose="02070309020205020404" pitchFamily="49" charset="0"/>
                </a:rPr>
                <a:t>10.0.2.1</a:t>
              </a:r>
            </a:p>
          </p:txBody>
        </p:sp>
      </p:grpSp>
      <p:grpSp>
        <p:nvGrpSpPr>
          <p:cNvPr id="21623" name="Group 22">
            <a:extLst>
              <a:ext uri="{FF2B5EF4-FFF2-40B4-BE49-F238E27FC236}">
                <a16:creationId xmlns:a16="http://schemas.microsoft.com/office/drawing/2014/main" id="{66C3ECC5-81F3-E8F3-F4E6-8D9C8EDDBBFD}"/>
              </a:ext>
            </a:extLst>
          </p:cNvPr>
          <p:cNvGrpSpPr>
            <a:grpSpLocks noChangeAspect="1"/>
          </p:cNvGrpSpPr>
          <p:nvPr/>
        </p:nvGrpSpPr>
        <p:grpSpPr bwMode="auto">
          <a:xfrm>
            <a:off x="5453228" y="2573027"/>
            <a:ext cx="723900" cy="460375"/>
            <a:chOff x="3312" y="2160"/>
            <a:chExt cx="960" cy="528"/>
          </a:xfrm>
        </p:grpSpPr>
        <p:grpSp>
          <p:nvGrpSpPr>
            <p:cNvPr id="21624" name="Group 23">
              <a:extLst>
                <a:ext uri="{FF2B5EF4-FFF2-40B4-BE49-F238E27FC236}">
                  <a16:creationId xmlns:a16="http://schemas.microsoft.com/office/drawing/2014/main" id="{2F037444-31FE-407C-9E75-7DF834812C37}"/>
                </a:ext>
              </a:extLst>
            </p:cNvPr>
            <p:cNvGrpSpPr>
              <a:grpSpLocks noChangeAspect="1"/>
            </p:cNvGrpSpPr>
            <p:nvPr/>
          </p:nvGrpSpPr>
          <p:grpSpPr bwMode="auto">
            <a:xfrm>
              <a:off x="3312" y="2160"/>
              <a:ext cx="960" cy="528"/>
              <a:chOff x="3312" y="2160"/>
              <a:chExt cx="960" cy="528"/>
            </a:xfrm>
          </p:grpSpPr>
          <p:sp>
            <p:nvSpPr>
              <p:cNvPr id="21626" name="AutoShape 24">
                <a:extLst>
                  <a:ext uri="{FF2B5EF4-FFF2-40B4-BE49-F238E27FC236}">
                    <a16:creationId xmlns:a16="http://schemas.microsoft.com/office/drawing/2014/main" id="{844BDDA6-C9FA-CC10-BCF4-90131E0FD8A2}"/>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627" name="Group 25">
                <a:extLst>
                  <a:ext uri="{FF2B5EF4-FFF2-40B4-BE49-F238E27FC236}">
                    <a16:creationId xmlns:a16="http://schemas.microsoft.com/office/drawing/2014/main" id="{D56CAC33-392F-C139-258F-A52646CB01DF}"/>
                  </a:ext>
                </a:extLst>
              </p:cNvPr>
              <p:cNvGrpSpPr>
                <a:grpSpLocks noChangeAspect="1"/>
              </p:cNvGrpSpPr>
              <p:nvPr/>
            </p:nvGrpSpPr>
            <p:grpSpPr bwMode="auto">
              <a:xfrm>
                <a:off x="3488" y="2193"/>
                <a:ext cx="599" cy="207"/>
                <a:chOff x="422" y="1632"/>
                <a:chExt cx="829" cy="298"/>
              </a:xfrm>
            </p:grpSpPr>
            <p:grpSp>
              <p:nvGrpSpPr>
                <p:cNvPr id="21628" name="Group 26">
                  <a:extLst>
                    <a:ext uri="{FF2B5EF4-FFF2-40B4-BE49-F238E27FC236}">
                      <a16:creationId xmlns:a16="http://schemas.microsoft.com/office/drawing/2014/main" id="{0CAEE9B5-AA55-D426-2220-BB4A6147C20C}"/>
                    </a:ext>
                  </a:extLst>
                </p:cNvPr>
                <p:cNvGrpSpPr>
                  <a:grpSpLocks noChangeAspect="1"/>
                </p:cNvGrpSpPr>
                <p:nvPr/>
              </p:nvGrpSpPr>
              <p:grpSpPr bwMode="auto">
                <a:xfrm>
                  <a:off x="422" y="1632"/>
                  <a:ext cx="822" cy="291"/>
                  <a:chOff x="422" y="1632"/>
                  <a:chExt cx="822" cy="291"/>
                </a:xfrm>
              </p:grpSpPr>
              <p:sp>
                <p:nvSpPr>
                  <p:cNvPr id="21875" name="Freeform 27">
                    <a:extLst>
                      <a:ext uri="{FF2B5EF4-FFF2-40B4-BE49-F238E27FC236}">
                        <a16:creationId xmlns:a16="http://schemas.microsoft.com/office/drawing/2014/main" id="{D8E4CCF1-F232-3CE1-BDBE-D493397E8BAD}"/>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6" name="Freeform 28">
                    <a:extLst>
                      <a:ext uri="{FF2B5EF4-FFF2-40B4-BE49-F238E27FC236}">
                        <a16:creationId xmlns:a16="http://schemas.microsoft.com/office/drawing/2014/main" id="{6EF247AC-849B-7678-4478-DB3E889354F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7" name="Freeform 29">
                    <a:extLst>
                      <a:ext uri="{FF2B5EF4-FFF2-40B4-BE49-F238E27FC236}">
                        <a16:creationId xmlns:a16="http://schemas.microsoft.com/office/drawing/2014/main" id="{CD0845D2-83A1-4508-7517-A3A56438AE5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8" name="Freeform 30">
                    <a:extLst>
                      <a:ext uri="{FF2B5EF4-FFF2-40B4-BE49-F238E27FC236}">
                        <a16:creationId xmlns:a16="http://schemas.microsoft.com/office/drawing/2014/main" id="{6DE2796C-5A54-1C20-82C7-9CAADDCA93C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9" name="Freeform 31">
                    <a:extLst>
                      <a:ext uri="{FF2B5EF4-FFF2-40B4-BE49-F238E27FC236}">
                        <a16:creationId xmlns:a16="http://schemas.microsoft.com/office/drawing/2014/main" id="{06B9557F-9ECD-D961-6D1D-3596EDC6CEF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0" name="Freeform 32">
                    <a:extLst>
                      <a:ext uri="{FF2B5EF4-FFF2-40B4-BE49-F238E27FC236}">
                        <a16:creationId xmlns:a16="http://schemas.microsoft.com/office/drawing/2014/main" id="{70C17BFA-D51F-F1DF-8B1C-A2709E8A588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1" name="Freeform 33">
                    <a:extLst>
                      <a:ext uri="{FF2B5EF4-FFF2-40B4-BE49-F238E27FC236}">
                        <a16:creationId xmlns:a16="http://schemas.microsoft.com/office/drawing/2014/main" id="{E94D200E-60C1-2567-9042-8F5B0DF46969}"/>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2" name="Freeform 34">
                    <a:extLst>
                      <a:ext uri="{FF2B5EF4-FFF2-40B4-BE49-F238E27FC236}">
                        <a16:creationId xmlns:a16="http://schemas.microsoft.com/office/drawing/2014/main" id="{B0A07281-1DB0-02C9-2509-5CE4BAEFAB7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629" name="Group 35">
                  <a:extLst>
                    <a:ext uri="{FF2B5EF4-FFF2-40B4-BE49-F238E27FC236}">
                      <a16:creationId xmlns:a16="http://schemas.microsoft.com/office/drawing/2014/main" id="{4B0E2585-800D-5047-995E-29FE56A3F46F}"/>
                    </a:ext>
                  </a:extLst>
                </p:cNvPr>
                <p:cNvGrpSpPr>
                  <a:grpSpLocks noChangeAspect="1"/>
                </p:cNvGrpSpPr>
                <p:nvPr/>
              </p:nvGrpSpPr>
              <p:grpSpPr bwMode="auto">
                <a:xfrm>
                  <a:off x="429" y="1639"/>
                  <a:ext cx="822" cy="291"/>
                  <a:chOff x="429" y="1639"/>
                  <a:chExt cx="822" cy="291"/>
                </a:xfrm>
              </p:grpSpPr>
              <p:sp>
                <p:nvSpPr>
                  <p:cNvPr id="21630" name="Freeform 36">
                    <a:extLst>
                      <a:ext uri="{FF2B5EF4-FFF2-40B4-BE49-F238E27FC236}">
                        <a16:creationId xmlns:a16="http://schemas.microsoft.com/office/drawing/2014/main" id="{219C5AAD-4AF8-A300-FD06-E7BC2FF5724A}"/>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31" name="Freeform 37">
                    <a:extLst>
                      <a:ext uri="{FF2B5EF4-FFF2-40B4-BE49-F238E27FC236}">
                        <a16:creationId xmlns:a16="http://schemas.microsoft.com/office/drawing/2014/main" id="{119D508E-7E88-864E-774C-284F08D0EC0B}"/>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24" name="Freeform 38">
                    <a:extLst>
                      <a:ext uri="{FF2B5EF4-FFF2-40B4-BE49-F238E27FC236}">
                        <a16:creationId xmlns:a16="http://schemas.microsoft.com/office/drawing/2014/main" id="{A8E5ADD2-0239-9C5C-B8A2-918BA12C46D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25" name="Freeform 39">
                    <a:extLst>
                      <a:ext uri="{FF2B5EF4-FFF2-40B4-BE49-F238E27FC236}">
                        <a16:creationId xmlns:a16="http://schemas.microsoft.com/office/drawing/2014/main" id="{90E7A2FE-2305-C1FD-99D3-B47C87F90C7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26" name="Freeform 40">
                    <a:extLst>
                      <a:ext uri="{FF2B5EF4-FFF2-40B4-BE49-F238E27FC236}">
                        <a16:creationId xmlns:a16="http://schemas.microsoft.com/office/drawing/2014/main" id="{88FD37C7-67A6-A86A-3592-06ABE935C64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2" name="Freeform 41">
                    <a:extLst>
                      <a:ext uri="{FF2B5EF4-FFF2-40B4-BE49-F238E27FC236}">
                        <a16:creationId xmlns:a16="http://schemas.microsoft.com/office/drawing/2014/main" id="{C7684B1B-6C60-046A-9625-94E17506681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3" name="Freeform 42">
                    <a:extLst>
                      <a:ext uri="{FF2B5EF4-FFF2-40B4-BE49-F238E27FC236}">
                        <a16:creationId xmlns:a16="http://schemas.microsoft.com/office/drawing/2014/main" id="{15FFDBA0-E093-1097-F9A1-8094A8BAA54A}"/>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4" name="Freeform 43">
                    <a:extLst>
                      <a:ext uri="{FF2B5EF4-FFF2-40B4-BE49-F238E27FC236}">
                        <a16:creationId xmlns:a16="http://schemas.microsoft.com/office/drawing/2014/main" id="{E6553F1D-7848-3BFF-E35F-24AA41138E6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625" name="WordArt 44">
              <a:extLst>
                <a:ext uri="{FF2B5EF4-FFF2-40B4-BE49-F238E27FC236}">
                  <a16:creationId xmlns:a16="http://schemas.microsoft.com/office/drawing/2014/main" id="{1812992C-0640-C943-4FEA-B5645ACB552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21883" name="Oval 53">
            <a:extLst>
              <a:ext uri="{FF2B5EF4-FFF2-40B4-BE49-F238E27FC236}">
                <a16:creationId xmlns:a16="http://schemas.microsoft.com/office/drawing/2014/main" id="{7DC5A49D-481D-3896-02E6-AC101DB1696F}"/>
              </a:ext>
            </a:extLst>
          </p:cNvPr>
          <p:cNvSpPr>
            <a:spLocks noChangeArrowheads="1"/>
          </p:cNvSpPr>
          <p:nvPr/>
        </p:nvSpPr>
        <p:spPr bwMode="auto">
          <a:xfrm flipH="1">
            <a:off x="5707907" y="3567987"/>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C</a:t>
            </a:r>
          </a:p>
        </p:txBody>
      </p:sp>
      <p:grpSp>
        <p:nvGrpSpPr>
          <p:cNvPr id="21884" name="Group 145">
            <a:extLst>
              <a:ext uri="{FF2B5EF4-FFF2-40B4-BE49-F238E27FC236}">
                <a16:creationId xmlns:a16="http://schemas.microsoft.com/office/drawing/2014/main" id="{B58A9627-864F-FCB0-9370-AF5573446EA4}"/>
              </a:ext>
            </a:extLst>
          </p:cNvPr>
          <p:cNvGrpSpPr>
            <a:grpSpLocks noChangeAspect="1"/>
          </p:cNvGrpSpPr>
          <p:nvPr/>
        </p:nvGrpSpPr>
        <p:grpSpPr bwMode="auto">
          <a:xfrm>
            <a:off x="3427884" y="3438634"/>
            <a:ext cx="723900" cy="460375"/>
            <a:chOff x="3312" y="2160"/>
            <a:chExt cx="960" cy="528"/>
          </a:xfrm>
        </p:grpSpPr>
        <p:grpSp>
          <p:nvGrpSpPr>
            <p:cNvPr id="21885" name="Group 146">
              <a:extLst>
                <a:ext uri="{FF2B5EF4-FFF2-40B4-BE49-F238E27FC236}">
                  <a16:creationId xmlns:a16="http://schemas.microsoft.com/office/drawing/2014/main" id="{13B3CD60-F65D-4347-52D3-0CEDCA399A26}"/>
                </a:ext>
              </a:extLst>
            </p:cNvPr>
            <p:cNvGrpSpPr>
              <a:grpSpLocks noChangeAspect="1"/>
            </p:cNvGrpSpPr>
            <p:nvPr/>
          </p:nvGrpSpPr>
          <p:grpSpPr bwMode="auto">
            <a:xfrm>
              <a:off x="3312" y="2160"/>
              <a:ext cx="960" cy="528"/>
              <a:chOff x="3312" y="2160"/>
              <a:chExt cx="960" cy="528"/>
            </a:xfrm>
          </p:grpSpPr>
          <p:sp>
            <p:nvSpPr>
              <p:cNvPr id="21887" name="AutoShape 147">
                <a:extLst>
                  <a:ext uri="{FF2B5EF4-FFF2-40B4-BE49-F238E27FC236}">
                    <a16:creationId xmlns:a16="http://schemas.microsoft.com/office/drawing/2014/main" id="{CD103CAF-3219-5795-6D6E-1458C3DEA440}"/>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888" name="Group 148">
                <a:extLst>
                  <a:ext uri="{FF2B5EF4-FFF2-40B4-BE49-F238E27FC236}">
                    <a16:creationId xmlns:a16="http://schemas.microsoft.com/office/drawing/2014/main" id="{EB4BE88F-565A-8816-A5E8-AF7908F1ADBF}"/>
                  </a:ext>
                </a:extLst>
              </p:cNvPr>
              <p:cNvGrpSpPr>
                <a:grpSpLocks noChangeAspect="1"/>
              </p:cNvGrpSpPr>
              <p:nvPr/>
            </p:nvGrpSpPr>
            <p:grpSpPr bwMode="auto">
              <a:xfrm>
                <a:off x="3488" y="2193"/>
                <a:ext cx="599" cy="207"/>
                <a:chOff x="422" y="1632"/>
                <a:chExt cx="829" cy="298"/>
              </a:xfrm>
            </p:grpSpPr>
            <p:grpSp>
              <p:nvGrpSpPr>
                <p:cNvPr id="21889" name="Group 149">
                  <a:extLst>
                    <a:ext uri="{FF2B5EF4-FFF2-40B4-BE49-F238E27FC236}">
                      <a16:creationId xmlns:a16="http://schemas.microsoft.com/office/drawing/2014/main" id="{D8F1D80D-BA14-696C-29E3-E7913ABAE5D0}"/>
                    </a:ext>
                  </a:extLst>
                </p:cNvPr>
                <p:cNvGrpSpPr>
                  <a:grpSpLocks noChangeAspect="1"/>
                </p:cNvGrpSpPr>
                <p:nvPr/>
              </p:nvGrpSpPr>
              <p:grpSpPr bwMode="auto">
                <a:xfrm>
                  <a:off x="422" y="1632"/>
                  <a:ext cx="822" cy="291"/>
                  <a:chOff x="422" y="1632"/>
                  <a:chExt cx="822" cy="291"/>
                </a:xfrm>
              </p:grpSpPr>
              <p:sp>
                <p:nvSpPr>
                  <p:cNvPr id="21899" name="Freeform 150">
                    <a:extLst>
                      <a:ext uri="{FF2B5EF4-FFF2-40B4-BE49-F238E27FC236}">
                        <a16:creationId xmlns:a16="http://schemas.microsoft.com/office/drawing/2014/main" id="{517A0C3E-9D2D-42BD-932C-D4F048B0632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0" name="Freeform 151">
                    <a:extLst>
                      <a:ext uri="{FF2B5EF4-FFF2-40B4-BE49-F238E27FC236}">
                        <a16:creationId xmlns:a16="http://schemas.microsoft.com/office/drawing/2014/main" id="{CB19489C-C123-C3C9-EE9A-DEA96A723EA3}"/>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1" name="Freeform 152">
                    <a:extLst>
                      <a:ext uri="{FF2B5EF4-FFF2-40B4-BE49-F238E27FC236}">
                        <a16:creationId xmlns:a16="http://schemas.microsoft.com/office/drawing/2014/main" id="{E663DDAD-0134-8B42-431F-C8C7221F8672}"/>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2" name="Freeform 153">
                    <a:extLst>
                      <a:ext uri="{FF2B5EF4-FFF2-40B4-BE49-F238E27FC236}">
                        <a16:creationId xmlns:a16="http://schemas.microsoft.com/office/drawing/2014/main" id="{7E3B2203-BC38-BCFE-19BB-B4E1B4AA3CF5}"/>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3" name="Freeform 154">
                    <a:extLst>
                      <a:ext uri="{FF2B5EF4-FFF2-40B4-BE49-F238E27FC236}">
                        <a16:creationId xmlns:a16="http://schemas.microsoft.com/office/drawing/2014/main" id="{1EE6F059-6F68-846E-3BFD-0F20521C2D92}"/>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4" name="Freeform 155">
                    <a:extLst>
                      <a:ext uri="{FF2B5EF4-FFF2-40B4-BE49-F238E27FC236}">
                        <a16:creationId xmlns:a16="http://schemas.microsoft.com/office/drawing/2014/main" id="{10DEE199-49D5-7920-0567-C747C98A383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5" name="Freeform 156">
                    <a:extLst>
                      <a:ext uri="{FF2B5EF4-FFF2-40B4-BE49-F238E27FC236}">
                        <a16:creationId xmlns:a16="http://schemas.microsoft.com/office/drawing/2014/main" id="{6B8652F8-8692-1260-6EBF-57E3AFF4F343}"/>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6" name="Freeform 157">
                    <a:extLst>
                      <a:ext uri="{FF2B5EF4-FFF2-40B4-BE49-F238E27FC236}">
                        <a16:creationId xmlns:a16="http://schemas.microsoft.com/office/drawing/2014/main" id="{ADAEAB56-FCB3-D90B-7187-6306695F0DFF}"/>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890" name="Group 158">
                  <a:extLst>
                    <a:ext uri="{FF2B5EF4-FFF2-40B4-BE49-F238E27FC236}">
                      <a16:creationId xmlns:a16="http://schemas.microsoft.com/office/drawing/2014/main" id="{6124BAB5-F27D-6487-6648-208DE949EC43}"/>
                    </a:ext>
                  </a:extLst>
                </p:cNvPr>
                <p:cNvGrpSpPr>
                  <a:grpSpLocks noChangeAspect="1"/>
                </p:cNvGrpSpPr>
                <p:nvPr/>
              </p:nvGrpSpPr>
              <p:grpSpPr bwMode="auto">
                <a:xfrm>
                  <a:off x="429" y="1639"/>
                  <a:ext cx="822" cy="291"/>
                  <a:chOff x="429" y="1639"/>
                  <a:chExt cx="822" cy="291"/>
                </a:xfrm>
              </p:grpSpPr>
              <p:sp>
                <p:nvSpPr>
                  <p:cNvPr id="21891" name="Freeform 159">
                    <a:extLst>
                      <a:ext uri="{FF2B5EF4-FFF2-40B4-BE49-F238E27FC236}">
                        <a16:creationId xmlns:a16="http://schemas.microsoft.com/office/drawing/2014/main" id="{E6A9F6B5-354B-B69B-FBFF-7FBB568B630A}"/>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2" name="Freeform 160">
                    <a:extLst>
                      <a:ext uri="{FF2B5EF4-FFF2-40B4-BE49-F238E27FC236}">
                        <a16:creationId xmlns:a16="http://schemas.microsoft.com/office/drawing/2014/main" id="{7C1C7930-F1E0-983E-AA8C-EEF6D14097D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3" name="Freeform 161">
                    <a:extLst>
                      <a:ext uri="{FF2B5EF4-FFF2-40B4-BE49-F238E27FC236}">
                        <a16:creationId xmlns:a16="http://schemas.microsoft.com/office/drawing/2014/main" id="{FFA49F38-CC3D-818E-CBD2-D08570248C8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4" name="Freeform 162">
                    <a:extLst>
                      <a:ext uri="{FF2B5EF4-FFF2-40B4-BE49-F238E27FC236}">
                        <a16:creationId xmlns:a16="http://schemas.microsoft.com/office/drawing/2014/main" id="{39054C32-9212-DBD4-2E32-896081C0CFB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5" name="Freeform 163">
                    <a:extLst>
                      <a:ext uri="{FF2B5EF4-FFF2-40B4-BE49-F238E27FC236}">
                        <a16:creationId xmlns:a16="http://schemas.microsoft.com/office/drawing/2014/main" id="{6F202A6F-A4A1-4A5E-4B5A-4EB1504AB96E}"/>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6" name="Freeform 164">
                    <a:extLst>
                      <a:ext uri="{FF2B5EF4-FFF2-40B4-BE49-F238E27FC236}">
                        <a16:creationId xmlns:a16="http://schemas.microsoft.com/office/drawing/2014/main" id="{B30C05D0-7827-3FB5-6663-A1AB71287F8B}"/>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7" name="Freeform 165">
                    <a:extLst>
                      <a:ext uri="{FF2B5EF4-FFF2-40B4-BE49-F238E27FC236}">
                        <a16:creationId xmlns:a16="http://schemas.microsoft.com/office/drawing/2014/main" id="{E9DDE0D3-386F-6839-A20B-4EB69944620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8" name="Freeform 166">
                    <a:extLst>
                      <a:ext uri="{FF2B5EF4-FFF2-40B4-BE49-F238E27FC236}">
                        <a16:creationId xmlns:a16="http://schemas.microsoft.com/office/drawing/2014/main" id="{1ADDD833-8279-3A92-D5B8-8036DDBE9FEA}"/>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886" name="WordArt 167">
              <a:extLst>
                <a:ext uri="{FF2B5EF4-FFF2-40B4-BE49-F238E27FC236}">
                  <a16:creationId xmlns:a16="http://schemas.microsoft.com/office/drawing/2014/main" id="{E493B99E-CD2A-71EF-0B61-F0E9103A155A}"/>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spTree>
    <p:extLst>
      <p:ext uri="{BB962C8B-B14F-4D97-AF65-F5344CB8AC3E}">
        <p14:creationId xmlns:p14="http://schemas.microsoft.com/office/powerpoint/2010/main" val="3654394586"/>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9" name="Rectangle 162">
            <a:extLst>
              <a:ext uri="{FF2B5EF4-FFF2-40B4-BE49-F238E27FC236}">
                <a16:creationId xmlns:a16="http://schemas.microsoft.com/office/drawing/2014/main" id="{8584387D-BCD0-10AC-7D8D-EC2987806EDE}"/>
              </a:ext>
            </a:extLst>
          </p:cNvPr>
          <p:cNvSpPr>
            <a:spLocks noGrp="1" noChangeArrowheads="1"/>
          </p:cNvSpPr>
          <p:nvPr>
            <p:ph type="title"/>
          </p:nvPr>
        </p:nvSpPr>
        <p:spPr/>
        <p:txBody>
          <a:bodyPr/>
          <a:lstStyle/>
          <a:p>
            <a:pPr eaLnBrk="1" hangingPunct="1"/>
            <a:r>
              <a:rPr lang="it-IT" altLang="it-IT" sz="4000"/>
              <a:t>ospf’s view of the network</a:t>
            </a:r>
          </a:p>
        </p:txBody>
      </p:sp>
      <p:sp>
        <p:nvSpPr>
          <p:cNvPr id="2" name="Rectangle 4">
            <a:extLst>
              <a:ext uri="{FF2B5EF4-FFF2-40B4-BE49-F238E27FC236}">
                <a16:creationId xmlns:a16="http://schemas.microsoft.com/office/drawing/2014/main" id="{6CE004DA-5A77-5B87-6A43-BCDFAA7F1A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A2AFE0F-CDE3-53AA-46B9-074CE3A31213}"/>
              </a:ext>
            </a:extLst>
          </p:cNvPr>
          <p:cNvSpPr>
            <a:spLocks noGrp="1" noChangeArrowheads="1"/>
          </p:cNvSpPr>
          <p:nvPr>
            <p:ph type="ftr" sz="quarter" idx="11"/>
          </p:nvPr>
        </p:nvSpPr>
        <p:spPr>
          <a:ln/>
        </p:spPr>
        <p:txBody>
          <a:bodyPr/>
          <a:lstStyle/>
          <a:p>
            <a:r>
              <a:rPr lang="it-IT" altLang="en-IT"/>
              <a:t>kathara – [ labs: ospf_frr ]</a:t>
            </a:r>
          </a:p>
        </p:txBody>
      </p:sp>
      <p:grpSp>
        <p:nvGrpSpPr>
          <p:cNvPr id="21508" name="Group 2">
            <a:extLst>
              <a:ext uri="{FF2B5EF4-FFF2-40B4-BE49-F238E27FC236}">
                <a16:creationId xmlns:a16="http://schemas.microsoft.com/office/drawing/2014/main" id="{2DA97725-4953-C550-1AE7-B08BFB277F90}"/>
              </a:ext>
            </a:extLst>
          </p:cNvPr>
          <p:cNvGrpSpPr>
            <a:grpSpLocks/>
          </p:cNvGrpSpPr>
          <p:nvPr/>
        </p:nvGrpSpPr>
        <p:grpSpPr bwMode="auto">
          <a:xfrm>
            <a:off x="2166173" y="1050664"/>
            <a:ext cx="7655970" cy="3628007"/>
            <a:chOff x="-177" y="1030"/>
            <a:chExt cx="5760" cy="2840"/>
          </a:xfrm>
        </p:grpSpPr>
        <p:grpSp>
          <p:nvGrpSpPr>
            <p:cNvPr id="21537" name="Group 3">
              <a:extLst>
                <a:ext uri="{FF2B5EF4-FFF2-40B4-BE49-F238E27FC236}">
                  <a16:creationId xmlns:a16="http://schemas.microsoft.com/office/drawing/2014/main" id="{E2681DC0-9B50-77BB-239C-DF7BA73E9B3B}"/>
                </a:ext>
              </a:extLst>
            </p:cNvPr>
            <p:cNvGrpSpPr>
              <a:grpSpLocks/>
            </p:cNvGrpSpPr>
            <p:nvPr/>
          </p:nvGrpSpPr>
          <p:grpSpPr bwMode="auto">
            <a:xfrm>
              <a:off x="-177" y="1221"/>
              <a:ext cx="5760" cy="2649"/>
              <a:chOff x="-177" y="1221"/>
              <a:chExt cx="5760" cy="2649"/>
            </a:xfrm>
          </p:grpSpPr>
          <p:sp>
            <p:nvSpPr>
              <p:cNvPr id="21539" name="Oval 4">
                <a:extLst>
                  <a:ext uri="{FF2B5EF4-FFF2-40B4-BE49-F238E27FC236}">
                    <a16:creationId xmlns:a16="http://schemas.microsoft.com/office/drawing/2014/main" id="{B69635C6-E67E-A5FF-F83A-EDD0A07E21AD}"/>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0" name="Oval 5">
                <a:extLst>
                  <a:ext uri="{FF2B5EF4-FFF2-40B4-BE49-F238E27FC236}">
                    <a16:creationId xmlns:a16="http://schemas.microsoft.com/office/drawing/2014/main" id="{CD6F14E2-E370-605B-5409-012738BB8ECB}"/>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1" name="Oval 6">
                <a:extLst>
                  <a:ext uri="{FF2B5EF4-FFF2-40B4-BE49-F238E27FC236}">
                    <a16:creationId xmlns:a16="http://schemas.microsoft.com/office/drawing/2014/main" id="{B0991C3C-4720-AA4F-C655-54ADA1D57C12}"/>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2" name="Oval 7">
                <a:extLst>
                  <a:ext uri="{FF2B5EF4-FFF2-40B4-BE49-F238E27FC236}">
                    <a16:creationId xmlns:a16="http://schemas.microsoft.com/office/drawing/2014/main" id="{45C8B705-A185-D395-872F-2FEC97CFF287}"/>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3" name="Oval 8">
                <a:extLst>
                  <a:ext uri="{FF2B5EF4-FFF2-40B4-BE49-F238E27FC236}">
                    <a16:creationId xmlns:a16="http://schemas.microsoft.com/office/drawing/2014/main" id="{F725B197-4602-ACB5-B8B8-56129D2CDD21}"/>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4" name="Oval 9">
                <a:extLst>
                  <a:ext uri="{FF2B5EF4-FFF2-40B4-BE49-F238E27FC236}">
                    <a16:creationId xmlns:a16="http://schemas.microsoft.com/office/drawing/2014/main" id="{ACBEF2A0-3712-BAD5-FD1A-C29D5EC8AB13}"/>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5" name="Oval 10">
                <a:extLst>
                  <a:ext uri="{FF2B5EF4-FFF2-40B4-BE49-F238E27FC236}">
                    <a16:creationId xmlns:a16="http://schemas.microsoft.com/office/drawing/2014/main" id="{E674A691-74D1-1DC0-A014-ADBC3155DCA2}"/>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6" name="Oval 11">
                <a:extLst>
                  <a:ext uri="{FF2B5EF4-FFF2-40B4-BE49-F238E27FC236}">
                    <a16:creationId xmlns:a16="http://schemas.microsoft.com/office/drawing/2014/main" id="{B83FF4C2-6943-FEFF-00E0-6E588EDA7C0A}"/>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7" name="Oval 12">
                <a:extLst>
                  <a:ext uri="{FF2B5EF4-FFF2-40B4-BE49-F238E27FC236}">
                    <a16:creationId xmlns:a16="http://schemas.microsoft.com/office/drawing/2014/main" id="{EF32C6C9-82D0-B1E8-DA27-1F3B19138F71}"/>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dirty="0">
                  <a:latin typeface="Arial" panose="020B0604020202020204" pitchFamily="34" charset="0"/>
                </a:endParaRPr>
              </a:p>
            </p:txBody>
          </p:sp>
        </p:grpSp>
        <p:sp>
          <p:nvSpPr>
            <p:cNvPr id="21538" name="Oval 13">
              <a:extLst>
                <a:ext uri="{FF2B5EF4-FFF2-40B4-BE49-F238E27FC236}">
                  <a16:creationId xmlns:a16="http://schemas.microsoft.com/office/drawing/2014/main" id="{6EC22C66-8731-D095-AF4D-2BED9A96CFED}"/>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grpSp>
        <p:nvGrpSpPr>
          <p:cNvPr id="4" name="Group 3">
            <a:extLst>
              <a:ext uri="{FF2B5EF4-FFF2-40B4-BE49-F238E27FC236}">
                <a16:creationId xmlns:a16="http://schemas.microsoft.com/office/drawing/2014/main" id="{2D42DAB1-303A-3E40-3524-C11468DCB958}"/>
              </a:ext>
            </a:extLst>
          </p:cNvPr>
          <p:cNvGrpSpPr/>
          <p:nvPr/>
        </p:nvGrpSpPr>
        <p:grpSpPr>
          <a:xfrm>
            <a:off x="2780918" y="4408603"/>
            <a:ext cx="6802068" cy="2334786"/>
            <a:chOff x="4778215" y="2378844"/>
            <a:chExt cx="6802068" cy="1961626"/>
          </a:xfrm>
        </p:grpSpPr>
        <p:sp>
          <p:nvSpPr>
            <p:cNvPr id="5" name="Rectangle 4">
              <a:extLst>
                <a:ext uri="{FF2B5EF4-FFF2-40B4-BE49-F238E27FC236}">
                  <a16:creationId xmlns:a16="http://schemas.microsoft.com/office/drawing/2014/main" id="{70361730-5F00-C0BB-08BD-044CC667EEAE}"/>
                </a:ext>
              </a:extLst>
            </p:cNvPr>
            <p:cNvSpPr/>
            <p:nvPr/>
          </p:nvSpPr>
          <p:spPr>
            <a:xfrm>
              <a:off x="4778215" y="2632077"/>
              <a:ext cx="6802068" cy="1708393"/>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it-IT" altLang="it-IT" sz="1400" dirty="0">
                  <a:solidFill>
                    <a:schemeClr val="bg1"/>
                  </a:solidFill>
                  <a:latin typeface="Lucida Console" panose="020B0609040504020204" pitchFamily="49" charset="0"/>
                </a:rPr>
                <a:t>bb0# show </a:t>
              </a:r>
              <a:r>
                <a:rPr lang="it-IT" altLang="it-IT" sz="1400" dirty="0" err="1">
                  <a:solidFill>
                    <a:schemeClr val="bg1"/>
                  </a:solidFill>
                  <a:latin typeface="Lucida Console" panose="020B0609040504020204" pitchFamily="49" charset="0"/>
                </a:rPr>
                <a:t>ip</a:t>
              </a:r>
              <a:r>
                <a:rPr lang="it-IT" altLang="it-IT" sz="1400" dirty="0">
                  <a:solidFill>
                    <a:schemeClr val="bg1"/>
                  </a:solidFill>
                  <a:latin typeface="Lucida Console" panose="020B0609040504020204" pitchFamily="49" charset="0"/>
                </a:rPr>
                <a:t> </a:t>
              </a:r>
              <a:r>
                <a:rPr lang="it-IT" altLang="it-IT" sz="1400" dirty="0" err="1">
                  <a:solidFill>
                    <a:schemeClr val="bg1"/>
                  </a:solidFill>
                  <a:latin typeface="Lucida Console" panose="020B0609040504020204" pitchFamily="49" charset="0"/>
                </a:rPr>
                <a:t>ospf</a:t>
              </a:r>
              <a:r>
                <a:rPr lang="it-IT" altLang="it-IT" sz="1400" dirty="0">
                  <a:solidFill>
                    <a:schemeClr val="bg1"/>
                  </a:solidFill>
                  <a:latin typeface="Lucida Console" panose="020B0609040504020204" pitchFamily="49" charset="0"/>
                </a:rPr>
                <a:t> database router</a:t>
              </a:r>
            </a:p>
            <a:p>
              <a:pPr eaLnBrk="1" hangingPunct="1"/>
              <a:r>
                <a:rPr lang="it-IT" altLang="it-IT" sz="1400" dirty="0">
                  <a:solidFill>
                    <a:schemeClr val="bg1"/>
                  </a:solidFill>
                  <a:latin typeface="Lucida Console" panose="020B0609040504020204" pitchFamily="49" charset="0"/>
                </a:rPr>
                <a:t> Link State ID: 10.0.1.1 </a:t>
              </a:r>
            </a:p>
            <a:p>
              <a:pPr eaLnBrk="1" hangingPunct="1"/>
              <a:r>
                <a:rPr lang="it-IT" altLang="it-IT" sz="1400" dirty="0">
                  <a:solidFill>
                    <a:schemeClr val="bg1"/>
                  </a:solidFill>
                  <a:latin typeface="Lucida Console" panose="020B0609040504020204" pitchFamily="49" charset="0"/>
                </a:rPr>
                <a:t>   </a:t>
              </a:r>
              <a:r>
                <a:rPr lang="it-IT" altLang="it-IT" sz="1400" dirty="0" err="1">
                  <a:solidFill>
                    <a:schemeClr val="bg1"/>
                  </a:solidFill>
                  <a:latin typeface="Lucida Console" panose="020B0609040504020204" pitchFamily="49" charset="0"/>
                </a:rPr>
                <a:t>Number</a:t>
              </a:r>
              <a:r>
                <a:rPr lang="it-IT" altLang="it-IT" sz="1400" dirty="0">
                  <a:solidFill>
                    <a:schemeClr val="bg1"/>
                  </a:solidFill>
                  <a:latin typeface="Lucida Console" panose="020B0609040504020204" pitchFamily="49" charset="0"/>
                </a:rPr>
                <a:t> of Links: 2</a:t>
              </a:r>
            </a:p>
            <a:p>
              <a:pPr eaLnBrk="1" hangingPunct="1"/>
              <a:r>
                <a:rPr lang="it-IT" altLang="it-IT" sz="1400" dirty="0">
                  <a:solidFill>
                    <a:schemeClr val="bg1"/>
                  </a:solidFill>
                  <a:latin typeface="Lucida Console" panose="020B0609040504020204" pitchFamily="49" charset="0"/>
                </a:rPr>
                <a:t>    Link </a:t>
              </a:r>
              <a:r>
                <a:rPr lang="it-IT" altLang="it-IT" sz="1400" dirty="0" err="1">
                  <a:solidFill>
                    <a:schemeClr val="bg1"/>
                  </a:solidFill>
                  <a:latin typeface="Lucida Console" panose="020B0609040504020204" pitchFamily="49" charset="0"/>
                </a:rPr>
                <a:t>connected</a:t>
              </a:r>
              <a:r>
                <a:rPr lang="it-IT" altLang="it-IT" sz="1400" dirty="0">
                  <a:solidFill>
                    <a:schemeClr val="bg1"/>
                  </a:solidFill>
                  <a:latin typeface="Lucida Console" panose="020B0609040504020204" pitchFamily="49" charset="0"/>
                </a:rPr>
                <a:t> to: a Transit Network</a:t>
              </a:r>
            </a:p>
            <a:p>
              <a:pPr eaLnBrk="1" hangingPunct="1"/>
              <a:r>
                <a:rPr lang="it-IT" altLang="it-IT" sz="1400" dirty="0">
                  <a:solidFill>
                    <a:schemeClr val="bg1"/>
                  </a:solidFill>
                  <a:latin typeface="Lucida Console" panose="020B0609040504020204" pitchFamily="49" charset="0"/>
                </a:rPr>
                <a:t>     (Link ID) </a:t>
              </a:r>
              <a:r>
                <a:rPr lang="it-IT" altLang="it-IT" sz="1400" dirty="0" err="1">
                  <a:solidFill>
                    <a:schemeClr val="bg1"/>
                  </a:solidFill>
                  <a:latin typeface="Lucida Console" panose="020B0609040504020204" pitchFamily="49" charset="0"/>
                </a:rPr>
                <a:t>Designated</a:t>
              </a:r>
              <a:r>
                <a:rPr lang="it-IT" altLang="it-IT" sz="1400" dirty="0">
                  <a:solidFill>
                    <a:schemeClr val="bg1"/>
                  </a:solidFill>
                  <a:latin typeface="Lucida Console" panose="020B0609040504020204" pitchFamily="49" charset="0"/>
                </a:rPr>
                <a:t> Router </a:t>
              </a:r>
              <a:r>
                <a:rPr lang="it-IT" altLang="it-IT" sz="1400" dirty="0" err="1">
                  <a:solidFill>
                    <a:schemeClr val="bg1"/>
                  </a:solidFill>
                  <a:latin typeface="Lucida Console" panose="020B0609040504020204" pitchFamily="49" charset="0"/>
                </a:rPr>
                <a:t>address</a:t>
              </a:r>
              <a:r>
                <a:rPr lang="it-IT" altLang="it-IT" sz="1400" dirty="0">
                  <a:solidFill>
                    <a:schemeClr val="bg1"/>
                  </a:solidFill>
                  <a:latin typeface="Lucida Console" panose="020B0609040504020204" pitchFamily="49" charset="0"/>
                </a:rPr>
                <a:t>: 10.0.0.1</a:t>
              </a:r>
            </a:p>
            <a:p>
              <a:pPr eaLnBrk="1" hangingPunct="1"/>
              <a:r>
                <a:rPr lang="it-IT" altLang="it-IT" sz="1400" dirty="0">
                  <a:solidFill>
                    <a:schemeClr val="bg1"/>
                  </a:solidFill>
                  <a:latin typeface="Lucida Console" panose="020B0609040504020204" pitchFamily="49" charset="0"/>
                </a:rPr>
                <a:t>     (Link Data) Router Interface </a:t>
              </a:r>
              <a:r>
                <a:rPr lang="it-IT" altLang="it-IT" sz="1400" dirty="0" err="1">
                  <a:solidFill>
                    <a:schemeClr val="bg1"/>
                  </a:solidFill>
                  <a:latin typeface="Lucida Console" panose="020B0609040504020204" pitchFamily="49" charset="0"/>
                </a:rPr>
                <a:t>address</a:t>
              </a:r>
              <a:r>
                <a:rPr lang="it-IT" altLang="it-IT" sz="1400" dirty="0">
                  <a:solidFill>
                    <a:schemeClr val="bg1"/>
                  </a:solidFill>
                  <a:latin typeface="Lucida Console" panose="020B0609040504020204" pitchFamily="49" charset="0"/>
                </a:rPr>
                <a:t>: 10.0.0.2</a:t>
              </a:r>
            </a:p>
            <a:p>
              <a:pPr eaLnBrk="1" hangingPunct="1"/>
              <a:r>
                <a:rPr lang="it-IT" altLang="it-IT" sz="1400" dirty="0">
                  <a:solidFill>
                    <a:schemeClr val="bg1"/>
                  </a:solidFill>
                  <a:latin typeface="Lucida Console" panose="020B0609040504020204" pitchFamily="49" charset="0"/>
                </a:rPr>
                <a:t>    Link </a:t>
              </a:r>
              <a:r>
                <a:rPr lang="it-IT" altLang="it-IT" sz="1400" dirty="0" err="1">
                  <a:solidFill>
                    <a:schemeClr val="bg1"/>
                  </a:solidFill>
                  <a:latin typeface="Lucida Console" panose="020B0609040504020204" pitchFamily="49" charset="0"/>
                </a:rPr>
                <a:t>connected</a:t>
              </a:r>
              <a:r>
                <a:rPr lang="it-IT" altLang="it-IT" sz="1400" dirty="0">
                  <a:solidFill>
                    <a:schemeClr val="bg1"/>
                  </a:solidFill>
                  <a:latin typeface="Lucida Console" panose="020B0609040504020204" pitchFamily="49" charset="0"/>
                </a:rPr>
                <a:t> to: a Transit Network</a:t>
              </a:r>
            </a:p>
            <a:p>
              <a:pPr eaLnBrk="1" hangingPunct="1"/>
              <a:r>
                <a:rPr lang="it-IT" altLang="it-IT" sz="1400" dirty="0">
                  <a:solidFill>
                    <a:schemeClr val="bg1"/>
                  </a:solidFill>
                  <a:latin typeface="Lucida Console" panose="020B0609040504020204" pitchFamily="49" charset="0"/>
                </a:rPr>
                <a:t>     (Link ID) </a:t>
              </a:r>
              <a:r>
                <a:rPr lang="it-IT" altLang="it-IT" sz="1400" dirty="0" err="1">
                  <a:solidFill>
                    <a:schemeClr val="bg1"/>
                  </a:solidFill>
                  <a:latin typeface="Lucida Console" panose="020B0609040504020204" pitchFamily="49" charset="0"/>
                </a:rPr>
                <a:t>Designated</a:t>
              </a:r>
              <a:r>
                <a:rPr lang="it-IT" altLang="it-IT" sz="1400" dirty="0">
                  <a:solidFill>
                    <a:schemeClr val="bg1"/>
                  </a:solidFill>
                  <a:latin typeface="Lucida Console" panose="020B0609040504020204" pitchFamily="49" charset="0"/>
                </a:rPr>
                <a:t> Router </a:t>
              </a:r>
              <a:r>
                <a:rPr lang="it-IT" altLang="it-IT" sz="1400" dirty="0" err="1">
                  <a:solidFill>
                    <a:schemeClr val="bg1"/>
                  </a:solidFill>
                  <a:latin typeface="Lucida Console" panose="020B0609040504020204" pitchFamily="49" charset="0"/>
                </a:rPr>
                <a:t>address</a:t>
              </a:r>
              <a:r>
                <a:rPr lang="it-IT" altLang="it-IT" sz="1400" dirty="0">
                  <a:solidFill>
                    <a:schemeClr val="bg1"/>
                  </a:solidFill>
                  <a:latin typeface="Lucida Console" panose="020B0609040504020204" pitchFamily="49" charset="0"/>
                </a:rPr>
                <a:t>: 10.0.1.2</a:t>
              </a:r>
            </a:p>
            <a:p>
              <a:pPr eaLnBrk="1" hangingPunct="1"/>
              <a:r>
                <a:rPr lang="it-IT" altLang="it-IT" sz="1400" dirty="0">
                  <a:solidFill>
                    <a:schemeClr val="bg1"/>
                  </a:solidFill>
                  <a:latin typeface="Lucida Console" panose="020B0609040504020204" pitchFamily="49" charset="0"/>
                </a:rPr>
                <a:t>     (Link Data) Router Interface </a:t>
              </a:r>
              <a:r>
                <a:rPr lang="it-IT" altLang="it-IT" sz="1400" dirty="0" err="1">
                  <a:solidFill>
                    <a:schemeClr val="bg1"/>
                  </a:solidFill>
                  <a:latin typeface="Lucida Console" panose="020B0609040504020204" pitchFamily="49" charset="0"/>
                </a:rPr>
                <a:t>address</a:t>
              </a:r>
              <a:r>
                <a:rPr lang="it-IT" altLang="it-IT" sz="1400" dirty="0">
                  <a:solidFill>
                    <a:schemeClr val="bg1"/>
                  </a:solidFill>
                  <a:latin typeface="Lucida Console" panose="020B0609040504020204" pitchFamily="49" charset="0"/>
                </a:rPr>
                <a:t>: 10.0.1.1 </a:t>
              </a:r>
            </a:p>
            <a:p>
              <a:pPr eaLnBrk="1" hangingPunct="1"/>
              <a:endParaRPr lang="it-IT" altLang="it-IT" sz="1400" dirty="0">
                <a:solidFill>
                  <a:schemeClr val="bg1"/>
                </a:solidFill>
                <a:latin typeface="Lucida Console" panose="020B0609040504020204" pitchFamily="49" charset="0"/>
              </a:endParaRPr>
            </a:p>
          </p:txBody>
        </p:sp>
        <p:sp>
          <p:nvSpPr>
            <p:cNvPr id="6" name="Rectangle 5">
              <a:extLst>
                <a:ext uri="{FF2B5EF4-FFF2-40B4-BE49-F238E27FC236}">
                  <a16:creationId xmlns:a16="http://schemas.microsoft.com/office/drawing/2014/main" id="{E8931EE6-7A3E-795A-0473-EC7653C2A51A}"/>
                </a:ext>
              </a:extLst>
            </p:cNvPr>
            <p:cNvSpPr/>
            <p:nvPr/>
          </p:nvSpPr>
          <p:spPr>
            <a:xfrm>
              <a:off x="4778215" y="2378844"/>
              <a:ext cx="6802064"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7" name="Group 6">
              <a:extLst>
                <a:ext uri="{FF2B5EF4-FFF2-40B4-BE49-F238E27FC236}">
                  <a16:creationId xmlns:a16="http://schemas.microsoft.com/office/drawing/2014/main" id="{2CE8E8BB-74C2-AC0C-E3A5-C38E3B3F0654}"/>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E844A620-6750-B0F9-F8AC-10A7C8E1AC64}"/>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B770B94-AC31-A4C4-6A0F-3E88FAEF025C}"/>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E583634-35BC-41C5-2601-F81456C681CE}"/>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4" name="AutoShape 54">
            <a:extLst>
              <a:ext uri="{FF2B5EF4-FFF2-40B4-BE49-F238E27FC236}">
                <a16:creationId xmlns:a16="http://schemas.microsoft.com/office/drawing/2014/main" id="{AB0AF694-8067-C502-B6AB-55D6D79D8F99}"/>
              </a:ext>
            </a:extLst>
          </p:cNvPr>
          <p:cNvSpPr>
            <a:spLocks noChangeArrowheads="1"/>
          </p:cNvSpPr>
          <p:nvPr/>
        </p:nvSpPr>
        <p:spPr bwMode="auto">
          <a:xfrm>
            <a:off x="1843302" y="2058827"/>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dirty="0">
                <a:solidFill>
                  <a:schemeClr val="bg1"/>
                </a:solidFill>
              </a:rPr>
              <a:t>0.0.0.0</a:t>
            </a:r>
          </a:p>
        </p:txBody>
      </p:sp>
      <p:grpSp>
        <p:nvGrpSpPr>
          <p:cNvPr id="35" name="Group 58">
            <a:extLst>
              <a:ext uri="{FF2B5EF4-FFF2-40B4-BE49-F238E27FC236}">
                <a16:creationId xmlns:a16="http://schemas.microsoft.com/office/drawing/2014/main" id="{E59B77AC-6891-3FC2-54D5-5DC0F4CA30D2}"/>
              </a:ext>
            </a:extLst>
          </p:cNvPr>
          <p:cNvGrpSpPr>
            <a:grpSpLocks noChangeAspect="1"/>
          </p:cNvGrpSpPr>
          <p:nvPr/>
        </p:nvGrpSpPr>
        <p:grpSpPr bwMode="auto">
          <a:xfrm>
            <a:off x="3418205" y="1642040"/>
            <a:ext cx="723900" cy="460375"/>
            <a:chOff x="3312" y="2160"/>
            <a:chExt cx="960" cy="528"/>
          </a:xfrm>
        </p:grpSpPr>
        <p:grpSp>
          <p:nvGrpSpPr>
            <p:cNvPr id="36" name="Group 59">
              <a:extLst>
                <a:ext uri="{FF2B5EF4-FFF2-40B4-BE49-F238E27FC236}">
                  <a16:creationId xmlns:a16="http://schemas.microsoft.com/office/drawing/2014/main" id="{358B3B2D-E8BA-1E94-14AE-B007D2DA2B53}"/>
                </a:ext>
              </a:extLst>
            </p:cNvPr>
            <p:cNvGrpSpPr>
              <a:grpSpLocks noChangeAspect="1"/>
            </p:cNvGrpSpPr>
            <p:nvPr/>
          </p:nvGrpSpPr>
          <p:grpSpPr bwMode="auto">
            <a:xfrm>
              <a:off x="3312" y="2160"/>
              <a:ext cx="960" cy="528"/>
              <a:chOff x="3312" y="2160"/>
              <a:chExt cx="960" cy="528"/>
            </a:xfrm>
          </p:grpSpPr>
          <p:sp>
            <p:nvSpPr>
              <p:cNvPr id="38" name="AutoShape 60">
                <a:extLst>
                  <a:ext uri="{FF2B5EF4-FFF2-40B4-BE49-F238E27FC236}">
                    <a16:creationId xmlns:a16="http://schemas.microsoft.com/office/drawing/2014/main" id="{B5BD0E12-FF8A-1D07-7047-4D285097916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39" name="Group 61">
                <a:extLst>
                  <a:ext uri="{FF2B5EF4-FFF2-40B4-BE49-F238E27FC236}">
                    <a16:creationId xmlns:a16="http://schemas.microsoft.com/office/drawing/2014/main" id="{3D58A98C-FB1A-914C-C89D-1AB4E97A30CE}"/>
                  </a:ext>
                </a:extLst>
              </p:cNvPr>
              <p:cNvGrpSpPr>
                <a:grpSpLocks noChangeAspect="1"/>
              </p:cNvGrpSpPr>
              <p:nvPr/>
            </p:nvGrpSpPr>
            <p:grpSpPr bwMode="auto">
              <a:xfrm>
                <a:off x="3488" y="2193"/>
                <a:ext cx="599" cy="207"/>
                <a:chOff x="422" y="1632"/>
                <a:chExt cx="829" cy="298"/>
              </a:xfrm>
            </p:grpSpPr>
            <p:grpSp>
              <p:nvGrpSpPr>
                <p:cNvPr id="40" name="Group 62">
                  <a:extLst>
                    <a:ext uri="{FF2B5EF4-FFF2-40B4-BE49-F238E27FC236}">
                      <a16:creationId xmlns:a16="http://schemas.microsoft.com/office/drawing/2014/main" id="{1B435C44-4945-1186-C685-2EBEA0450C98}"/>
                    </a:ext>
                  </a:extLst>
                </p:cNvPr>
                <p:cNvGrpSpPr>
                  <a:grpSpLocks noChangeAspect="1"/>
                </p:cNvGrpSpPr>
                <p:nvPr/>
              </p:nvGrpSpPr>
              <p:grpSpPr bwMode="auto">
                <a:xfrm>
                  <a:off x="422" y="1632"/>
                  <a:ext cx="822" cy="291"/>
                  <a:chOff x="422" y="1632"/>
                  <a:chExt cx="822" cy="291"/>
                </a:xfrm>
              </p:grpSpPr>
              <p:sp>
                <p:nvSpPr>
                  <p:cNvPr id="50" name="Freeform 63">
                    <a:extLst>
                      <a:ext uri="{FF2B5EF4-FFF2-40B4-BE49-F238E27FC236}">
                        <a16:creationId xmlns:a16="http://schemas.microsoft.com/office/drawing/2014/main" id="{B7109261-9C9F-F1C8-BEE5-9E18EAD52D1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1" name="Freeform 64">
                    <a:extLst>
                      <a:ext uri="{FF2B5EF4-FFF2-40B4-BE49-F238E27FC236}">
                        <a16:creationId xmlns:a16="http://schemas.microsoft.com/office/drawing/2014/main" id="{DF07984C-6065-BDC5-F697-56DB089B466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2" name="Freeform 65">
                    <a:extLst>
                      <a:ext uri="{FF2B5EF4-FFF2-40B4-BE49-F238E27FC236}">
                        <a16:creationId xmlns:a16="http://schemas.microsoft.com/office/drawing/2014/main" id="{759D1AB2-789C-7CE3-27B1-6AE8B2C1739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3" name="Freeform 66">
                    <a:extLst>
                      <a:ext uri="{FF2B5EF4-FFF2-40B4-BE49-F238E27FC236}">
                        <a16:creationId xmlns:a16="http://schemas.microsoft.com/office/drawing/2014/main" id="{400C610D-46FF-23B9-0C27-5EBCB41DF37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4" name="Freeform 67">
                    <a:extLst>
                      <a:ext uri="{FF2B5EF4-FFF2-40B4-BE49-F238E27FC236}">
                        <a16:creationId xmlns:a16="http://schemas.microsoft.com/office/drawing/2014/main" id="{B16A48EC-EF7F-4BE0-F6E4-ECCA66E9CD7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5" name="Freeform 68">
                    <a:extLst>
                      <a:ext uri="{FF2B5EF4-FFF2-40B4-BE49-F238E27FC236}">
                        <a16:creationId xmlns:a16="http://schemas.microsoft.com/office/drawing/2014/main" id="{19F1100D-8148-89E6-52E6-125C40AD333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6" name="Freeform 69">
                    <a:extLst>
                      <a:ext uri="{FF2B5EF4-FFF2-40B4-BE49-F238E27FC236}">
                        <a16:creationId xmlns:a16="http://schemas.microsoft.com/office/drawing/2014/main" id="{3CFC53CC-782F-BEF7-6986-BA080261A08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 name="Freeform 70">
                    <a:extLst>
                      <a:ext uri="{FF2B5EF4-FFF2-40B4-BE49-F238E27FC236}">
                        <a16:creationId xmlns:a16="http://schemas.microsoft.com/office/drawing/2014/main" id="{05BCE7A7-0FFB-785E-9573-AF9EADE0A54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41" name="Group 71">
                  <a:extLst>
                    <a:ext uri="{FF2B5EF4-FFF2-40B4-BE49-F238E27FC236}">
                      <a16:creationId xmlns:a16="http://schemas.microsoft.com/office/drawing/2014/main" id="{EDC4A3D8-0EA2-297F-3400-A35F16D6A136}"/>
                    </a:ext>
                  </a:extLst>
                </p:cNvPr>
                <p:cNvGrpSpPr>
                  <a:grpSpLocks noChangeAspect="1"/>
                </p:cNvGrpSpPr>
                <p:nvPr/>
              </p:nvGrpSpPr>
              <p:grpSpPr bwMode="auto">
                <a:xfrm>
                  <a:off x="429" y="1639"/>
                  <a:ext cx="822" cy="291"/>
                  <a:chOff x="429" y="1639"/>
                  <a:chExt cx="822" cy="291"/>
                </a:xfrm>
              </p:grpSpPr>
              <p:sp>
                <p:nvSpPr>
                  <p:cNvPr id="42" name="Freeform 72">
                    <a:extLst>
                      <a:ext uri="{FF2B5EF4-FFF2-40B4-BE49-F238E27FC236}">
                        <a16:creationId xmlns:a16="http://schemas.microsoft.com/office/drawing/2014/main" id="{DFD37556-E148-827E-C941-733AECD2C1B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3" name="Freeform 73">
                    <a:extLst>
                      <a:ext uri="{FF2B5EF4-FFF2-40B4-BE49-F238E27FC236}">
                        <a16:creationId xmlns:a16="http://schemas.microsoft.com/office/drawing/2014/main" id="{7182A070-25A5-C387-18BE-F3B70348A3C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4" name="Freeform 74">
                    <a:extLst>
                      <a:ext uri="{FF2B5EF4-FFF2-40B4-BE49-F238E27FC236}">
                        <a16:creationId xmlns:a16="http://schemas.microsoft.com/office/drawing/2014/main" id="{F19F85A6-9AB0-A771-E0ED-A13F02E7C2F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5" name="Freeform 75">
                    <a:extLst>
                      <a:ext uri="{FF2B5EF4-FFF2-40B4-BE49-F238E27FC236}">
                        <a16:creationId xmlns:a16="http://schemas.microsoft.com/office/drawing/2014/main" id="{6DE448EC-8F63-1CF6-EEB6-91D37D3E513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6" name="Freeform 76">
                    <a:extLst>
                      <a:ext uri="{FF2B5EF4-FFF2-40B4-BE49-F238E27FC236}">
                        <a16:creationId xmlns:a16="http://schemas.microsoft.com/office/drawing/2014/main" id="{F70C254F-7D19-3124-4192-6B7E5196087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7" name="Freeform 77">
                    <a:extLst>
                      <a:ext uri="{FF2B5EF4-FFF2-40B4-BE49-F238E27FC236}">
                        <a16:creationId xmlns:a16="http://schemas.microsoft.com/office/drawing/2014/main" id="{95125788-59B8-5A47-66D5-979B1828E46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8" name="Freeform 78">
                    <a:extLst>
                      <a:ext uri="{FF2B5EF4-FFF2-40B4-BE49-F238E27FC236}">
                        <a16:creationId xmlns:a16="http://schemas.microsoft.com/office/drawing/2014/main" id="{7207942D-6365-5FED-025B-19F2C0F69E8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9" name="Freeform 79">
                    <a:extLst>
                      <a:ext uri="{FF2B5EF4-FFF2-40B4-BE49-F238E27FC236}">
                        <a16:creationId xmlns:a16="http://schemas.microsoft.com/office/drawing/2014/main" id="{90F873C8-E584-E0CD-3C49-5BA0FDDD050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37" name="WordArt 80">
              <a:extLst>
                <a:ext uri="{FF2B5EF4-FFF2-40B4-BE49-F238E27FC236}">
                  <a16:creationId xmlns:a16="http://schemas.microsoft.com/office/drawing/2014/main" id="{E214CEBC-AD80-D590-DDEA-5C0A99499D7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grpSp>
        <p:nvGrpSpPr>
          <p:cNvPr id="58" name="Group 93">
            <a:extLst>
              <a:ext uri="{FF2B5EF4-FFF2-40B4-BE49-F238E27FC236}">
                <a16:creationId xmlns:a16="http://schemas.microsoft.com/office/drawing/2014/main" id="{418C1B97-D8F4-D705-C260-5C64127E9C88}"/>
              </a:ext>
            </a:extLst>
          </p:cNvPr>
          <p:cNvGrpSpPr>
            <a:grpSpLocks noChangeAspect="1"/>
          </p:cNvGrpSpPr>
          <p:nvPr/>
        </p:nvGrpSpPr>
        <p:grpSpPr bwMode="auto">
          <a:xfrm>
            <a:off x="7779897" y="1642040"/>
            <a:ext cx="723900" cy="460375"/>
            <a:chOff x="3312" y="2160"/>
            <a:chExt cx="960" cy="528"/>
          </a:xfrm>
        </p:grpSpPr>
        <p:grpSp>
          <p:nvGrpSpPr>
            <p:cNvPr id="59" name="Group 94">
              <a:extLst>
                <a:ext uri="{FF2B5EF4-FFF2-40B4-BE49-F238E27FC236}">
                  <a16:creationId xmlns:a16="http://schemas.microsoft.com/office/drawing/2014/main" id="{773BB94F-2D19-0B3D-B264-4DE8BB6AA61C}"/>
                </a:ext>
              </a:extLst>
            </p:cNvPr>
            <p:cNvGrpSpPr>
              <a:grpSpLocks noChangeAspect="1"/>
            </p:cNvGrpSpPr>
            <p:nvPr/>
          </p:nvGrpSpPr>
          <p:grpSpPr bwMode="auto">
            <a:xfrm>
              <a:off x="3312" y="2160"/>
              <a:ext cx="960" cy="528"/>
              <a:chOff x="3312" y="2160"/>
              <a:chExt cx="960" cy="528"/>
            </a:xfrm>
          </p:grpSpPr>
          <p:sp>
            <p:nvSpPr>
              <p:cNvPr id="61" name="AutoShape 95">
                <a:extLst>
                  <a:ext uri="{FF2B5EF4-FFF2-40B4-BE49-F238E27FC236}">
                    <a16:creationId xmlns:a16="http://schemas.microsoft.com/office/drawing/2014/main" id="{BF7FCB6B-9D8E-D555-9EC8-1BF8A8AB0B3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2" name="Group 96">
                <a:extLst>
                  <a:ext uri="{FF2B5EF4-FFF2-40B4-BE49-F238E27FC236}">
                    <a16:creationId xmlns:a16="http://schemas.microsoft.com/office/drawing/2014/main" id="{8B791A72-F763-FF26-E734-F9F0707F14FA}"/>
                  </a:ext>
                </a:extLst>
              </p:cNvPr>
              <p:cNvGrpSpPr>
                <a:grpSpLocks noChangeAspect="1"/>
              </p:cNvGrpSpPr>
              <p:nvPr/>
            </p:nvGrpSpPr>
            <p:grpSpPr bwMode="auto">
              <a:xfrm>
                <a:off x="3488" y="2193"/>
                <a:ext cx="599" cy="207"/>
                <a:chOff x="422" y="1632"/>
                <a:chExt cx="829" cy="298"/>
              </a:xfrm>
            </p:grpSpPr>
            <p:grpSp>
              <p:nvGrpSpPr>
                <p:cNvPr id="63" name="Group 97">
                  <a:extLst>
                    <a:ext uri="{FF2B5EF4-FFF2-40B4-BE49-F238E27FC236}">
                      <a16:creationId xmlns:a16="http://schemas.microsoft.com/office/drawing/2014/main" id="{B6288C28-7F15-3D8C-936C-BFD3F0022838}"/>
                    </a:ext>
                  </a:extLst>
                </p:cNvPr>
                <p:cNvGrpSpPr>
                  <a:grpSpLocks noChangeAspect="1"/>
                </p:cNvGrpSpPr>
                <p:nvPr/>
              </p:nvGrpSpPr>
              <p:grpSpPr bwMode="auto">
                <a:xfrm>
                  <a:off x="422" y="1632"/>
                  <a:ext cx="822" cy="291"/>
                  <a:chOff x="422" y="1632"/>
                  <a:chExt cx="822" cy="291"/>
                </a:xfrm>
              </p:grpSpPr>
              <p:sp>
                <p:nvSpPr>
                  <p:cNvPr id="21515" name="Freeform 98">
                    <a:extLst>
                      <a:ext uri="{FF2B5EF4-FFF2-40B4-BE49-F238E27FC236}">
                        <a16:creationId xmlns:a16="http://schemas.microsoft.com/office/drawing/2014/main" id="{37D07775-7ED6-2004-885C-68F583E5EB6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6" name="Freeform 99">
                    <a:extLst>
                      <a:ext uri="{FF2B5EF4-FFF2-40B4-BE49-F238E27FC236}">
                        <a16:creationId xmlns:a16="http://schemas.microsoft.com/office/drawing/2014/main" id="{2E0C03AE-6095-6348-C337-0B867ECCD8F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7" name="Freeform 100">
                    <a:extLst>
                      <a:ext uri="{FF2B5EF4-FFF2-40B4-BE49-F238E27FC236}">
                        <a16:creationId xmlns:a16="http://schemas.microsoft.com/office/drawing/2014/main" id="{6E9CC569-39AD-3E69-C74D-05A952DBCE9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8" name="Freeform 101">
                    <a:extLst>
                      <a:ext uri="{FF2B5EF4-FFF2-40B4-BE49-F238E27FC236}">
                        <a16:creationId xmlns:a16="http://schemas.microsoft.com/office/drawing/2014/main" id="{EA24AFB0-C412-7E33-8487-62E6D51C91A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9" name="Freeform 102">
                    <a:extLst>
                      <a:ext uri="{FF2B5EF4-FFF2-40B4-BE49-F238E27FC236}">
                        <a16:creationId xmlns:a16="http://schemas.microsoft.com/office/drawing/2014/main" id="{C184E451-A74A-D09E-7A07-7737C251948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0" name="Freeform 103">
                    <a:extLst>
                      <a:ext uri="{FF2B5EF4-FFF2-40B4-BE49-F238E27FC236}">
                        <a16:creationId xmlns:a16="http://schemas.microsoft.com/office/drawing/2014/main" id="{6B5618F2-175F-7C92-CA74-E7BF17B2C04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1" name="Freeform 104">
                    <a:extLst>
                      <a:ext uri="{FF2B5EF4-FFF2-40B4-BE49-F238E27FC236}">
                        <a16:creationId xmlns:a16="http://schemas.microsoft.com/office/drawing/2014/main" id="{FA90C331-835F-AFAB-EF04-09ACB29330D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2" name="Freeform 105">
                    <a:extLst>
                      <a:ext uri="{FF2B5EF4-FFF2-40B4-BE49-F238E27FC236}">
                        <a16:creationId xmlns:a16="http://schemas.microsoft.com/office/drawing/2014/main" id="{273104CB-BE03-B839-DBFE-64EC0172095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04" name="Group 106">
                  <a:extLst>
                    <a:ext uri="{FF2B5EF4-FFF2-40B4-BE49-F238E27FC236}">
                      <a16:creationId xmlns:a16="http://schemas.microsoft.com/office/drawing/2014/main" id="{810CC237-2CCA-EF5E-26D8-930609FA46B0}"/>
                    </a:ext>
                  </a:extLst>
                </p:cNvPr>
                <p:cNvGrpSpPr>
                  <a:grpSpLocks noChangeAspect="1"/>
                </p:cNvGrpSpPr>
                <p:nvPr/>
              </p:nvGrpSpPr>
              <p:grpSpPr bwMode="auto">
                <a:xfrm>
                  <a:off x="429" y="1639"/>
                  <a:ext cx="822" cy="291"/>
                  <a:chOff x="429" y="1639"/>
                  <a:chExt cx="822" cy="291"/>
                </a:xfrm>
              </p:grpSpPr>
              <p:sp>
                <p:nvSpPr>
                  <p:cNvPr id="21505" name="Freeform 107">
                    <a:extLst>
                      <a:ext uri="{FF2B5EF4-FFF2-40B4-BE49-F238E27FC236}">
                        <a16:creationId xmlns:a16="http://schemas.microsoft.com/office/drawing/2014/main" id="{0BB9777F-E3DB-3CA0-F9EB-9DE751211E2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6" name="Freeform 108">
                    <a:extLst>
                      <a:ext uri="{FF2B5EF4-FFF2-40B4-BE49-F238E27FC236}">
                        <a16:creationId xmlns:a16="http://schemas.microsoft.com/office/drawing/2014/main" id="{5C3DC2A5-96BA-0DB1-9349-E91C5F06EC1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7" name="Freeform 109">
                    <a:extLst>
                      <a:ext uri="{FF2B5EF4-FFF2-40B4-BE49-F238E27FC236}">
                        <a16:creationId xmlns:a16="http://schemas.microsoft.com/office/drawing/2014/main" id="{798A53BD-E197-4DA8-4F9D-4ABF50A3F36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0" name="Freeform 110">
                    <a:extLst>
                      <a:ext uri="{FF2B5EF4-FFF2-40B4-BE49-F238E27FC236}">
                        <a16:creationId xmlns:a16="http://schemas.microsoft.com/office/drawing/2014/main" id="{A47C46BB-DDBE-A3FF-7A9C-00038106449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1" name="Freeform 111">
                    <a:extLst>
                      <a:ext uri="{FF2B5EF4-FFF2-40B4-BE49-F238E27FC236}">
                        <a16:creationId xmlns:a16="http://schemas.microsoft.com/office/drawing/2014/main" id="{D7B73FD7-F0ED-BAF3-97A0-3A681B1CC88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2" name="Freeform 112">
                    <a:extLst>
                      <a:ext uri="{FF2B5EF4-FFF2-40B4-BE49-F238E27FC236}">
                        <a16:creationId xmlns:a16="http://schemas.microsoft.com/office/drawing/2014/main" id="{3183CA20-7AAE-251D-E72C-F581278880C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3" name="Freeform 113">
                    <a:extLst>
                      <a:ext uri="{FF2B5EF4-FFF2-40B4-BE49-F238E27FC236}">
                        <a16:creationId xmlns:a16="http://schemas.microsoft.com/office/drawing/2014/main" id="{DAD73475-3982-9DB2-45FA-E323CD278A3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4" name="Freeform 114">
                    <a:extLst>
                      <a:ext uri="{FF2B5EF4-FFF2-40B4-BE49-F238E27FC236}">
                        <a16:creationId xmlns:a16="http://schemas.microsoft.com/office/drawing/2014/main" id="{ABF7D543-8176-62CC-BC18-7D36427B740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 name="WordArt 115">
              <a:extLst>
                <a:ext uri="{FF2B5EF4-FFF2-40B4-BE49-F238E27FC236}">
                  <a16:creationId xmlns:a16="http://schemas.microsoft.com/office/drawing/2014/main" id="{DD9E5CCF-F95B-E060-47A2-93478C90550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21523" name="Group 122">
            <a:extLst>
              <a:ext uri="{FF2B5EF4-FFF2-40B4-BE49-F238E27FC236}">
                <a16:creationId xmlns:a16="http://schemas.microsoft.com/office/drawing/2014/main" id="{8C636A99-E792-051D-4CC7-0AF4C69A759D}"/>
              </a:ext>
            </a:extLst>
          </p:cNvPr>
          <p:cNvGrpSpPr>
            <a:grpSpLocks noChangeAspect="1"/>
          </p:cNvGrpSpPr>
          <p:nvPr/>
        </p:nvGrpSpPr>
        <p:grpSpPr bwMode="auto">
          <a:xfrm>
            <a:off x="7968254" y="3531430"/>
            <a:ext cx="723900" cy="460375"/>
            <a:chOff x="3312" y="2160"/>
            <a:chExt cx="960" cy="528"/>
          </a:xfrm>
        </p:grpSpPr>
        <p:grpSp>
          <p:nvGrpSpPr>
            <p:cNvPr id="21524" name="Group 123">
              <a:extLst>
                <a:ext uri="{FF2B5EF4-FFF2-40B4-BE49-F238E27FC236}">
                  <a16:creationId xmlns:a16="http://schemas.microsoft.com/office/drawing/2014/main" id="{6B2A8C9A-1810-3936-4A72-CC7C1AD43C13}"/>
                </a:ext>
              </a:extLst>
            </p:cNvPr>
            <p:cNvGrpSpPr>
              <a:grpSpLocks noChangeAspect="1"/>
            </p:cNvGrpSpPr>
            <p:nvPr/>
          </p:nvGrpSpPr>
          <p:grpSpPr bwMode="auto">
            <a:xfrm>
              <a:off x="3312" y="2160"/>
              <a:ext cx="960" cy="528"/>
              <a:chOff x="3312" y="2160"/>
              <a:chExt cx="960" cy="528"/>
            </a:xfrm>
          </p:grpSpPr>
          <p:sp>
            <p:nvSpPr>
              <p:cNvPr id="21526" name="AutoShape 124">
                <a:extLst>
                  <a:ext uri="{FF2B5EF4-FFF2-40B4-BE49-F238E27FC236}">
                    <a16:creationId xmlns:a16="http://schemas.microsoft.com/office/drawing/2014/main" id="{485FEFB7-4F10-7F12-D27E-E08FEF3E737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27" name="Group 125">
                <a:extLst>
                  <a:ext uri="{FF2B5EF4-FFF2-40B4-BE49-F238E27FC236}">
                    <a16:creationId xmlns:a16="http://schemas.microsoft.com/office/drawing/2014/main" id="{BADADAA0-AF61-58FC-0E21-7ACDE28310D3}"/>
                  </a:ext>
                </a:extLst>
              </p:cNvPr>
              <p:cNvGrpSpPr>
                <a:grpSpLocks noChangeAspect="1"/>
              </p:cNvGrpSpPr>
              <p:nvPr/>
            </p:nvGrpSpPr>
            <p:grpSpPr bwMode="auto">
              <a:xfrm>
                <a:off x="3488" y="2193"/>
                <a:ext cx="599" cy="207"/>
                <a:chOff x="422" y="1632"/>
                <a:chExt cx="829" cy="298"/>
              </a:xfrm>
            </p:grpSpPr>
            <p:grpSp>
              <p:nvGrpSpPr>
                <p:cNvPr id="21528" name="Group 126">
                  <a:extLst>
                    <a:ext uri="{FF2B5EF4-FFF2-40B4-BE49-F238E27FC236}">
                      <a16:creationId xmlns:a16="http://schemas.microsoft.com/office/drawing/2014/main" id="{0086B9F0-CA06-8816-E8F2-F95291859CBC}"/>
                    </a:ext>
                  </a:extLst>
                </p:cNvPr>
                <p:cNvGrpSpPr>
                  <a:grpSpLocks noChangeAspect="1"/>
                </p:cNvGrpSpPr>
                <p:nvPr/>
              </p:nvGrpSpPr>
              <p:grpSpPr bwMode="auto">
                <a:xfrm>
                  <a:off x="422" y="1632"/>
                  <a:ext cx="822" cy="291"/>
                  <a:chOff x="422" y="1632"/>
                  <a:chExt cx="822" cy="291"/>
                </a:xfrm>
              </p:grpSpPr>
              <p:sp>
                <p:nvSpPr>
                  <p:cNvPr id="21549" name="Freeform 127">
                    <a:extLst>
                      <a:ext uri="{FF2B5EF4-FFF2-40B4-BE49-F238E27FC236}">
                        <a16:creationId xmlns:a16="http://schemas.microsoft.com/office/drawing/2014/main" id="{6521B9FF-899C-8769-E22C-BEA45397B1D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0" name="Freeform 128">
                    <a:extLst>
                      <a:ext uri="{FF2B5EF4-FFF2-40B4-BE49-F238E27FC236}">
                        <a16:creationId xmlns:a16="http://schemas.microsoft.com/office/drawing/2014/main" id="{498179DD-C74C-4C22-4377-D8410F7C05A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1" name="Freeform 129">
                    <a:extLst>
                      <a:ext uri="{FF2B5EF4-FFF2-40B4-BE49-F238E27FC236}">
                        <a16:creationId xmlns:a16="http://schemas.microsoft.com/office/drawing/2014/main" id="{B3BC125B-F789-6C8B-0D07-F3B2CA79E0F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2" name="Freeform 130">
                    <a:extLst>
                      <a:ext uri="{FF2B5EF4-FFF2-40B4-BE49-F238E27FC236}">
                        <a16:creationId xmlns:a16="http://schemas.microsoft.com/office/drawing/2014/main" id="{4AF925B7-84CA-9B17-BF3C-CECB5E74AE2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3" name="Freeform 131">
                    <a:extLst>
                      <a:ext uri="{FF2B5EF4-FFF2-40B4-BE49-F238E27FC236}">
                        <a16:creationId xmlns:a16="http://schemas.microsoft.com/office/drawing/2014/main" id="{B5CEF5C4-F4A2-2E38-B684-0B930256678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4" name="Freeform 132">
                    <a:extLst>
                      <a:ext uri="{FF2B5EF4-FFF2-40B4-BE49-F238E27FC236}">
                        <a16:creationId xmlns:a16="http://schemas.microsoft.com/office/drawing/2014/main" id="{EC9DD298-3ABA-DFCA-5F8A-02BCFFD48FB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5" name="Freeform 133">
                    <a:extLst>
                      <a:ext uri="{FF2B5EF4-FFF2-40B4-BE49-F238E27FC236}">
                        <a16:creationId xmlns:a16="http://schemas.microsoft.com/office/drawing/2014/main" id="{CE8BAA5D-E48C-F02D-17EB-723E70C0DE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6" name="Freeform 134">
                    <a:extLst>
                      <a:ext uri="{FF2B5EF4-FFF2-40B4-BE49-F238E27FC236}">
                        <a16:creationId xmlns:a16="http://schemas.microsoft.com/office/drawing/2014/main" id="{CFFE74F0-C6EC-DF34-0629-304012756C2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29" name="Group 135">
                  <a:extLst>
                    <a:ext uri="{FF2B5EF4-FFF2-40B4-BE49-F238E27FC236}">
                      <a16:creationId xmlns:a16="http://schemas.microsoft.com/office/drawing/2014/main" id="{57E28F75-7D1B-2B71-94B0-180C572B24C8}"/>
                    </a:ext>
                  </a:extLst>
                </p:cNvPr>
                <p:cNvGrpSpPr>
                  <a:grpSpLocks noChangeAspect="1"/>
                </p:cNvGrpSpPr>
                <p:nvPr/>
              </p:nvGrpSpPr>
              <p:grpSpPr bwMode="auto">
                <a:xfrm>
                  <a:off x="429" y="1639"/>
                  <a:ext cx="822" cy="291"/>
                  <a:chOff x="429" y="1639"/>
                  <a:chExt cx="822" cy="291"/>
                </a:xfrm>
              </p:grpSpPr>
              <p:sp>
                <p:nvSpPr>
                  <p:cNvPr id="21530" name="Freeform 136">
                    <a:extLst>
                      <a:ext uri="{FF2B5EF4-FFF2-40B4-BE49-F238E27FC236}">
                        <a16:creationId xmlns:a16="http://schemas.microsoft.com/office/drawing/2014/main" id="{CA7B053B-50DE-5A57-4E1C-6249BA1316E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1" name="Freeform 137">
                    <a:extLst>
                      <a:ext uri="{FF2B5EF4-FFF2-40B4-BE49-F238E27FC236}">
                        <a16:creationId xmlns:a16="http://schemas.microsoft.com/office/drawing/2014/main" id="{9CE7DBCA-0A4F-AB3F-53E9-CC831C02272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2" name="Freeform 138">
                    <a:extLst>
                      <a:ext uri="{FF2B5EF4-FFF2-40B4-BE49-F238E27FC236}">
                        <a16:creationId xmlns:a16="http://schemas.microsoft.com/office/drawing/2014/main" id="{77DA2937-3DC6-B2AB-062A-61183C0FDA5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3" name="Freeform 139">
                    <a:extLst>
                      <a:ext uri="{FF2B5EF4-FFF2-40B4-BE49-F238E27FC236}">
                        <a16:creationId xmlns:a16="http://schemas.microsoft.com/office/drawing/2014/main" id="{71799DF2-77A1-BBAB-6218-F43FBB08CAB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4" name="Freeform 140">
                    <a:extLst>
                      <a:ext uri="{FF2B5EF4-FFF2-40B4-BE49-F238E27FC236}">
                        <a16:creationId xmlns:a16="http://schemas.microsoft.com/office/drawing/2014/main" id="{267A88ED-03FD-4C0F-33EE-099D205168E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5" name="Freeform 141">
                    <a:extLst>
                      <a:ext uri="{FF2B5EF4-FFF2-40B4-BE49-F238E27FC236}">
                        <a16:creationId xmlns:a16="http://schemas.microsoft.com/office/drawing/2014/main" id="{0664CE1E-0004-20FE-0649-9CA58659392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6" name="Freeform 142">
                    <a:extLst>
                      <a:ext uri="{FF2B5EF4-FFF2-40B4-BE49-F238E27FC236}">
                        <a16:creationId xmlns:a16="http://schemas.microsoft.com/office/drawing/2014/main" id="{F56B102D-508A-B70F-7E3A-330CEC806E4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48" name="Freeform 143">
                    <a:extLst>
                      <a:ext uri="{FF2B5EF4-FFF2-40B4-BE49-F238E27FC236}">
                        <a16:creationId xmlns:a16="http://schemas.microsoft.com/office/drawing/2014/main" id="{57CA6746-97D8-C254-2DB2-99643D44639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25" name="WordArt 144">
              <a:extLst>
                <a:ext uri="{FF2B5EF4-FFF2-40B4-BE49-F238E27FC236}">
                  <a16:creationId xmlns:a16="http://schemas.microsoft.com/office/drawing/2014/main" id="{2EE5B74D-0221-342D-C512-737EA1F8274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sp>
        <p:nvSpPr>
          <p:cNvPr id="21580" name="AutoShape 182">
            <a:extLst>
              <a:ext uri="{FF2B5EF4-FFF2-40B4-BE49-F238E27FC236}">
                <a16:creationId xmlns:a16="http://schemas.microsoft.com/office/drawing/2014/main" id="{AAF8263B-B0B3-A65D-3DCA-6F87857E6027}"/>
              </a:ext>
            </a:extLst>
          </p:cNvPr>
          <p:cNvSpPr>
            <a:spLocks noChangeArrowheads="1"/>
          </p:cNvSpPr>
          <p:nvPr/>
        </p:nvSpPr>
        <p:spPr bwMode="auto">
          <a:xfrm>
            <a:off x="3267393"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10.0.3.1</a:t>
            </a:r>
          </a:p>
        </p:txBody>
      </p:sp>
      <p:sp>
        <p:nvSpPr>
          <p:cNvPr id="21581" name="AutoShape 183">
            <a:extLst>
              <a:ext uri="{FF2B5EF4-FFF2-40B4-BE49-F238E27FC236}">
                <a16:creationId xmlns:a16="http://schemas.microsoft.com/office/drawing/2014/main" id="{AEBCF5DC-DF62-D732-6A91-8D5C0F660489}"/>
              </a:ext>
            </a:extLst>
          </p:cNvPr>
          <p:cNvSpPr>
            <a:spLocks noChangeArrowheads="1"/>
          </p:cNvSpPr>
          <p:nvPr/>
        </p:nvSpPr>
        <p:spPr bwMode="auto">
          <a:xfrm>
            <a:off x="2932228" y="3929171"/>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10.0.3.2</a:t>
            </a:r>
          </a:p>
        </p:txBody>
      </p:sp>
      <p:sp>
        <p:nvSpPr>
          <p:cNvPr id="21582" name="AutoShape 185">
            <a:extLst>
              <a:ext uri="{FF2B5EF4-FFF2-40B4-BE49-F238E27FC236}">
                <a16:creationId xmlns:a16="http://schemas.microsoft.com/office/drawing/2014/main" id="{1DBEC42A-CBD1-19B7-F25C-8A892BC0FD97}"/>
              </a:ext>
            </a:extLst>
          </p:cNvPr>
          <p:cNvSpPr>
            <a:spLocks noChangeArrowheads="1"/>
          </p:cNvSpPr>
          <p:nvPr/>
        </p:nvSpPr>
        <p:spPr bwMode="auto">
          <a:xfrm>
            <a:off x="7809504" y="4021967"/>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dirty="0">
                <a:latin typeface="Courier New" panose="02070309020205020404" pitchFamily="49" charset="0"/>
              </a:rPr>
              <a:t>10.0.2.2</a:t>
            </a:r>
          </a:p>
        </p:txBody>
      </p:sp>
      <p:sp>
        <p:nvSpPr>
          <p:cNvPr id="21583" name="AutoShape 186">
            <a:extLst>
              <a:ext uri="{FF2B5EF4-FFF2-40B4-BE49-F238E27FC236}">
                <a16:creationId xmlns:a16="http://schemas.microsoft.com/office/drawing/2014/main" id="{90B64B42-6EB8-61B4-CE07-5514EEE6C7B2}"/>
              </a:ext>
            </a:extLst>
          </p:cNvPr>
          <p:cNvSpPr>
            <a:spLocks noChangeArrowheads="1"/>
          </p:cNvSpPr>
          <p:nvPr/>
        </p:nvSpPr>
        <p:spPr bwMode="auto">
          <a:xfrm>
            <a:off x="7621147"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10.0.1.1</a:t>
            </a:r>
          </a:p>
        </p:txBody>
      </p:sp>
      <p:sp>
        <p:nvSpPr>
          <p:cNvPr id="21584" name="AutoShape 214">
            <a:extLst>
              <a:ext uri="{FF2B5EF4-FFF2-40B4-BE49-F238E27FC236}">
                <a16:creationId xmlns:a16="http://schemas.microsoft.com/office/drawing/2014/main" id="{8A261A5F-7264-3AC9-C64E-CFA81FE95B65}"/>
              </a:ext>
            </a:extLst>
          </p:cNvPr>
          <p:cNvSpPr>
            <a:spLocks noChangeArrowheads="1"/>
          </p:cNvSpPr>
          <p:nvPr/>
        </p:nvSpPr>
        <p:spPr bwMode="auto">
          <a:xfrm>
            <a:off x="6244202" y="2468145"/>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10.0.2.3</a:t>
            </a:r>
          </a:p>
        </p:txBody>
      </p:sp>
      <p:sp>
        <p:nvSpPr>
          <p:cNvPr id="21827" name="AutoShape 298">
            <a:extLst>
              <a:ext uri="{FF2B5EF4-FFF2-40B4-BE49-F238E27FC236}">
                <a16:creationId xmlns:a16="http://schemas.microsoft.com/office/drawing/2014/main" id="{06B3DCAD-6000-B97B-E025-9E874C4ECA57}"/>
              </a:ext>
            </a:extLst>
          </p:cNvPr>
          <p:cNvSpPr>
            <a:spLocks noChangeArrowheads="1"/>
          </p:cNvSpPr>
          <p:nvPr/>
        </p:nvSpPr>
        <p:spPr bwMode="auto">
          <a:xfrm>
            <a:off x="9744874" y="4408603"/>
            <a:ext cx="2344737" cy="1696196"/>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IT" dirty="0">
                <a:latin typeface="Tahoma" panose="020B0604030504040204" pitchFamily="34" charset="0"/>
              </a:rPr>
              <a:t>note: the output of </a:t>
            </a:r>
            <a:r>
              <a:rPr lang="it-IT" altLang="en-IT" b="1" dirty="0">
                <a:latin typeface="Courier New" panose="02070309020205020404" pitchFamily="49" charset="0"/>
              </a:rPr>
              <a:t>show </a:t>
            </a:r>
            <a:r>
              <a:rPr lang="it-IT" altLang="en-IT" b="1" dirty="0" err="1">
                <a:latin typeface="Courier New" panose="02070309020205020404" pitchFamily="49" charset="0"/>
              </a:rPr>
              <a:t>ip</a:t>
            </a:r>
            <a:r>
              <a:rPr lang="it-IT" altLang="en-IT" b="1" dirty="0">
                <a:latin typeface="Courier New" panose="02070309020205020404" pitchFamily="49" charset="0"/>
              </a:rPr>
              <a:t> </a:t>
            </a:r>
            <a:r>
              <a:rPr lang="it-IT" altLang="en-IT" b="1" dirty="0" err="1">
                <a:latin typeface="Courier New" panose="02070309020205020404" pitchFamily="49" charset="0"/>
              </a:rPr>
              <a:t>ospf</a:t>
            </a:r>
            <a:r>
              <a:rPr lang="it-IT" altLang="en-IT" b="1" dirty="0">
                <a:latin typeface="Courier New" panose="02070309020205020404" pitchFamily="49" charset="0"/>
              </a:rPr>
              <a:t> database router</a:t>
            </a:r>
            <a:r>
              <a:rPr lang="it-IT" altLang="en-IT" dirty="0">
                <a:latin typeface="Tahoma" panose="020B0604030504040204" pitchFamily="34" charset="0"/>
              </a:rPr>
              <a:t> </a:t>
            </a:r>
            <a:r>
              <a:rPr lang="it-IT" altLang="en-IT" dirty="0" err="1">
                <a:latin typeface="Tahoma" panose="020B0604030504040204" pitchFamily="34" charset="0"/>
              </a:rPr>
              <a:t>has</a:t>
            </a:r>
            <a:r>
              <a:rPr lang="it-IT" altLang="en-IT" dirty="0">
                <a:latin typeface="Tahoma" panose="020B0604030504040204" pitchFamily="34" charset="0"/>
              </a:rPr>
              <a:t> </a:t>
            </a:r>
            <a:r>
              <a:rPr lang="it-IT" altLang="en-IT" dirty="0" err="1">
                <a:latin typeface="Tahoma" panose="020B0604030504040204" pitchFamily="34" charset="0"/>
              </a:rPr>
              <a:t>been</a:t>
            </a:r>
            <a:r>
              <a:rPr lang="it-IT" altLang="en-IT" dirty="0">
                <a:latin typeface="Tahoma" panose="020B0604030504040204" pitchFamily="34" charset="0"/>
              </a:rPr>
              <a:t> </a:t>
            </a:r>
            <a:r>
              <a:rPr lang="it-IT" altLang="en-IT" dirty="0" err="1">
                <a:latin typeface="Tahoma" panose="020B0604030504040204" pitchFamily="34" charset="0"/>
              </a:rPr>
              <a:t>summarized</a:t>
            </a:r>
            <a:r>
              <a:rPr lang="it-IT" altLang="en-IT" sz="2000" dirty="0">
                <a:latin typeface="Tahoma" panose="020B0604030504040204" pitchFamily="34" charset="0"/>
              </a:rPr>
              <a:t> </a:t>
            </a:r>
          </a:p>
        </p:txBody>
      </p:sp>
      <p:grpSp>
        <p:nvGrpSpPr>
          <p:cNvPr id="21828" name="Group 299">
            <a:extLst>
              <a:ext uri="{FF2B5EF4-FFF2-40B4-BE49-F238E27FC236}">
                <a16:creationId xmlns:a16="http://schemas.microsoft.com/office/drawing/2014/main" id="{31C774FC-35CC-BA8A-3E25-EEE5414758EE}"/>
              </a:ext>
            </a:extLst>
          </p:cNvPr>
          <p:cNvGrpSpPr>
            <a:grpSpLocks/>
          </p:cNvGrpSpPr>
          <p:nvPr/>
        </p:nvGrpSpPr>
        <p:grpSpPr bwMode="auto">
          <a:xfrm>
            <a:off x="2033682" y="2546791"/>
            <a:ext cx="1797050" cy="900113"/>
            <a:chOff x="333" y="1678"/>
            <a:chExt cx="1132" cy="567"/>
          </a:xfrm>
        </p:grpSpPr>
        <p:grpSp>
          <p:nvGrpSpPr>
            <p:cNvPr id="21829" name="Group 298">
              <a:extLst>
                <a:ext uri="{FF2B5EF4-FFF2-40B4-BE49-F238E27FC236}">
                  <a16:creationId xmlns:a16="http://schemas.microsoft.com/office/drawing/2014/main" id="{1D371C09-16ED-9BE7-63F5-49B41BD55687}"/>
                </a:ext>
              </a:extLst>
            </p:cNvPr>
            <p:cNvGrpSpPr>
              <a:grpSpLocks/>
            </p:cNvGrpSpPr>
            <p:nvPr/>
          </p:nvGrpSpPr>
          <p:grpSpPr bwMode="auto">
            <a:xfrm>
              <a:off x="333" y="1678"/>
              <a:ext cx="1132" cy="567"/>
              <a:chOff x="333" y="1678"/>
              <a:chExt cx="1132" cy="567"/>
            </a:xfrm>
          </p:grpSpPr>
          <p:sp>
            <p:nvSpPr>
              <p:cNvPr id="21831" name="Freeform 230">
                <a:extLst>
                  <a:ext uri="{FF2B5EF4-FFF2-40B4-BE49-F238E27FC236}">
                    <a16:creationId xmlns:a16="http://schemas.microsoft.com/office/drawing/2014/main" id="{2D84D18C-F2B9-37E1-DBA6-FCA8FA2515AC}"/>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2" name="Freeform 231">
                <a:extLst>
                  <a:ext uri="{FF2B5EF4-FFF2-40B4-BE49-F238E27FC236}">
                    <a16:creationId xmlns:a16="http://schemas.microsoft.com/office/drawing/2014/main" id="{E9DF031B-5C38-5189-E553-EC6D3D63CD8B}"/>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3" name="Freeform 233">
                <a:extLst>
                  <a:ext uri="{FF2B5EF4-FFF2-40B4-BE49-F238E27FC236}">
                    <a16:creationId xmlns:a16="http://schemas.microsoft.com/office/drawing/2014/main" id="{E4BFF9C5-B7E4-6FB8-5529-AE1B5A3073B0}"/>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4" name="Freeform 234">
                <a:extLst>
                  <a:ext uri="{FF2B5EF4-FFF2-40B4-BE49-F238E27FC236}">
                    <a16:creationId xmlns:a16="http://schemas.microsoft.com/office/drawing/2014/main" id="{F84A35F1-E915-A689-B9A2-68030DE545AA}"/>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5" name="Freeform 235">
                <a:extLst>
                  <a:ext uri="{FF2B5EF4-FFF2-40B4-BE49-F238E27FC236}">
                    <a16:creationId xmlns:a16="http://schemas.microsoft.com/office/drawing/2014/main" id="{A210F15B-0D58-08D5-348E-9C7DE6F31D4B}"/>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6" name="Freeform 236">
                <a:extLst>
                  <a:ext uri="{FF2B5EF4-FFF2-40B4-BE49-F238E27FC236}">
                    <a16:creationId xmlns:a16="http://schemas.microsoft.com/office/drawing/2014/main" id="{A94303D2-B908-6D8F-F897-94218576FE76}"/>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37" name="Freeform 237">
                <a:extLst>
                  <a:ext uri="{FF2B5EF4-FFF2-40B4-BE49-F238E27FC236}">
                    <a16:creationId xmlns:a16="http://schemas.microsoft.com/office/drawing/2014/main" id="{4C58013A-1F82-DDF2-9F2A-14EEAA4363E7}"/>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30" name="Text Box 238">
              <a:extLst>
                <a:ext uri="{FF2B5EF4-FFF2-40B4-BE49-F238E27FC236}">
                  <a16:creationId xmlns:a16="http://schemas.microsoft.com/office/drawing/2014/main" id="{36691FB7-EF30-B085-8C12-12D200CF70B8}"/>
                </a:ext>
              </a:extLst>
            </p:cNvPr>
            <p:cNvSpPr txBox="1">
              <a:spLocks noChangeArrowheads="1"/>
            </p:cNvSpPr>
            <p:nvPr/>
          </p:nvSpPr>
          <p:spPr bwMode="auto">
            <a:xfrm rot="-1143463">
              <a:off x="362" y="1861"/>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a:latin typeface="Courier New" panose="02070309020205020404" pitchFamily="49" charset="0"/>
                </a:rPr>
                <a:t>10.0.3.2</a:t>
              </a:r>
            </a:p>
          </p:txBody>
        </p:sp>
      </p:grpSp>
      <p:grpSp>
        <p:nvGrpSpPr>
          <p:cNvPr id="21838" name="Group 310">
            <a:extLst>
              <a:ext uri="{FF2B5EF4-FFF2-40B4-BE49-F238E27FC236}">
                <a16:creationId xmlns:a16="http://schemas.microsoft.com/office/drawing/2014/main" id="{C1715358-EA46-0943-5B10-BD76FC3B4579}"/>
              </a:ext>
            </a:extLst>
          </p:cNvPr>
          <p:cNvGrpSpPr>
            <a:grpSpLocks/>
          </p:cNvGrpSpPr>
          <p:nvPr/>
        </p:nvGrpSpPr>
        <p:grpSpPr bwMode="auto">
          <a:xfrm>
            <a:off x="8228369" y="2538521"/>
            <a:ext cx="1797050" cy="900113"/>
            <a:chOff x="4259" y="1678"/>
            <a:chExt cx="1132" cy="567"/>
          </a:xfrm>
        </p:grpSpPr>
        <p:grpSp>
          <p:nvGrpSpPr>
            <p:cNvPr id="21839" name="Group 301">
              <a:extLst>
                <a:ext uri="{FF2B5EF4-FFF2-40B4-BE49-F238E27FC236}">
                  <a16:creationId xmlns:a16="http://schemas.microsoft.com/office/drawing/2014/main" id="{175E303E-A273-38CD-94FD-4D40A75DEB46}"/>
                </a:ext>
              </a:extLst>
            </p:cNvPr>
            <p:cNvGrpSpPr>
              <a:grpSpLocks/>
            </p:cNvGrpSpPr>
            <p:nvPr/>
          </p:nvGrpSpPr>
          <p:grpSpPr bwMode="auto">
            <a:xfrm flipH="1">
              <a:off x="4259" y="1678"/>
              <a:ext cx="1132" cy="567"/>
              <a:chOff x="333" y="1678"/>
              <a:chExt cx="1132" cy="567"/>
            </a:xfrm>
          </p:grpSpPr>
          <p:sp>
            <p:nvSpPr>
              <p:cNvPr id="21841" name="Freeform 302">
                <a:extLst>
                  <a:ext uri="{FF2B5EF4-FFF2-40B4-BE49-F238E27FC236}">
                    <a16:creationId xmlns:a16="http://schemas.microsoft.com/office/drawing/2014/main" id="{DCF23916-EFD2-EF2B-330C-EE3393E52EEF}"/>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2" name="Freeform 303">
                <a:extLst>
                  <a:ext uri="{FF2B5EF4-FFF2-40B4-BE49-F238E27FC236}">
                    <a16:creationId xmlns:a16="http://schemas.microsoft.com/office/drawing/2014/main" id="{796FB6DD-253D-3CF0-A2F8-688003298AF1}"/>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3" name="Freeform 304">
                <a:extLst>
                  <a:ext uri="{FF2B5EF4-FFF2-40B4-BE49-F238E27FC236}">
                    <a16:creationId xmlns:a16="http://schemas.microsoft.com/office/drawing/2014/main" id="{73138C89-D38E-533C-FF8D-BFCF0074B04D}"/>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4" name="Freeform 305">
                <a:extLst>
                  <a:ext uri="{FF2B5EF4-FFF2-40B4-BE49-F238E27FC236}">
                    <a16:creationId xmlns:a16="http://schemas.microsoft.com/office/drawing/2014/main" id="{FB7EC9F7-AB9D-2BCF-17D7-9632ADC73265}"/>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5" name="Freeform 306">
                <a:extLst>
                  <a:ext uri="{FF2B5EF4-FFF2-40B4-BE49-F238E27FC236}">
                    <a16:creationId xmlns:a16="http://schemas.microsoft.com/office/drawing/2014/main" id="{36400994-7F64-D988-1C18-96DB1E46E1F5}"/>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6" name="Freeform 307">
                <a:extLst>
                  <a:ext uri="{FF2B5EF4-FFF2-40B4-BE49-F238E27FC236}">
                    <a16:creationId xmlns:a16="http://schemas.microsoft.com/office/drawing/2014/main" id="{750FEAC9-9087-97C7-1DF0-4EAB0734D4C0}"/>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47" name="Freeform 308">
                <a:extLst>
                  <a:ext uri="{FF2B5EF4-FFF2-40B4-BE49-F238E27FC236}">
                    <a16:creationId xmlns:a16="http://schemas.microsoft.com/office/drawing/2014/main" id="{17947170-3199-DABF-E7DB-70C1A85421DE}"/>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40" name="Text Box 309">
              <a:extLst>
                <a:ext uri="{FF2B5EF4-FFF2-40B4-BE49-F238E27FC236}">
                  <a16:creationId xmlns:a16="http://schemas.microsoft.com/office/drawing/2014/main" id="{52EFE552-2ABA-882F-D044-3D8EA70FA675}"/>
                </a:ext>
              </a:extLst>
            </p:cNvPr>
            <p:cNvSpPr txBox="1">
              <a:spLocks noChangeArrowheads="1"/>
            </p:cNvSpPr>
            <p:nvPr/>
          </p:nvSpPr>
          <p:spPr bwMode="auto">
            <a:xfrm rot="1143463" flipH="1">
              <a:off x="4627" y="1867"/>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a:latin typeface="Courier New" panose="02070309020205020404" pitchFamily="49" charset="0"/>
                </a:rPr>
                <a:t>10.0.1.2</a:t>
              </a:r>
            </a:p>
          </p:txBody>
        </p:sp>
      </p:grpSp>
      <p:sp>
        <p:nvSpPr>
          <p:cNvPr id="21868" name="Oval 51">
            <a:extLst>
              <a:ext uri="{FF2B5EF4-FFF2-40B4-BE49-F238E27FC236}">
                <a16:creationId xmlns:a16="http://schemas.microsoft.com/office/drawing/2014/main" id="{D82483F4-E4A6-720E-4DEA-40AE4183B17E}"/>
              </a:ext>
            </a:extLst>
          </p:cNvPr>
          <p:cNvSpPr>
            <a:spLocks noChangeArrowheads="1"/>
          </p:cNvSpPr>
          <p:nvPr/>
        </p:nvSpPr>
        <p:spPr bwMode="auto">
          <a:xfrm flipH="1">
            <a:off x="3641819" y="263727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D</a:t>
            </a:r>
          </a:p>
        </p:txBody>
      </p:sp>
      <p:sp>
        <p:nvSpPr>
          <p:cNvPr id="21869" name="Oval 52">
            <a:extLst>
              <a:ext uri="{FF2B5EF4-FFF2-40B4-BE49-F238E27FC236}">
                <a16:creationId xmlns:a16="http://schemas.microsoft.com/office/drawing/2014/main" id="{73544B8B-DAD4-372F-26F7-2EC5B2E58FC1}"/>
              </a:ext>
            </a:extLst>
          </p:cNvPr>
          <p:cNvSpPr>
            <a:spLocks noChangeArrowheads="1"/>
          </p:cNvSpPr>
          <p:nvPr/>
        </p:nvSpPr>
        <p:spPr bwMode="auto">
          <a:xfrm flipH="1">
            <a:off x="8063269" y="262900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B</a:t>
            </a:r>
          </a:p>
        </p:txBody>
      </p:sp>
      <p:grpSp>
        <p:nvGrpSpPr>
          <p:cNvPr id="21603" name="Group 321">
            <a:extLst>
              <a:ext uri="{FF2B5EF4-FFF2-40B4-BE49-F238E27FC236}">
                <a16:creationId xmlns:a16="http://schemas.microsoft.com/office/drawing/2014/main" id="{CA26FA2E-FCF4-3ABC-6046-AC8F04813114}"/>
              </a:ext>
            </a:extLst>
          </p:cNvPr>
          <p:cNvGrpSpPr>
            <a:grpSpLocks/>
          </p:cNvGrpSpPr>
          <p:nvPr/>
        </p:nvGrpSpPr>
        <p:grpSpPr bwMode="auto">
          <a:xfrm rot="19469389">
            <a:off x="5686244" y="1082574"/>
            <a:ext cx="1797050" cy="900112"/>
            <a:chOff x="4259" y="1678"/>
            <a:chExt cx="1132" cy="567"/>
          </a:xfrm>
        </p:grpSpPr>
        <p:grpSp>
          <p:nvGrpSpPr>
            <p:cNvPr id="21604" name="Group 322">
              <a:extLst>
                <a:ext uri="{FF2B5EF4-FFF2-40B4-BE49-F238E27FC236}">
                  <a16:creationId xmlns:a16="http://schemas.microsoft.com/office/drawing/2014/main" id="{3EAF1267-EFF8-2B76-19EB-279FC3277FDF}"/>
                </a:ext>
              </a:extLst>
            </p:cNvPr>
            <p:cNvGrpSpPr>
              <a:grpSpLocks/>
            </p:cNvGrpSpPr>
            <p:nvPr/>
          </p:nvGrpSpPr>
          <p:grpSpPr bwMode="auto">
            <a:xfrm flipH="1">
              <a:off x="4259" y="1678"/>
              <a:ext cx="1132" cy="567"/>
              <a:chOff x="333" y="1678"/>
              <a:chExt cx="1132" cy="567"/>
            </a:xfrm>
          </p:grpSpPr>
          <p:sp>
            <p:nvSpPr>
              <p:cNvPr id="21606" name="Freeform 323">
                <a:extLst>
                  <a:ext uri="{FF2B5EF4-FFF2-40B4-BE49-F238E27FC236}">
                    <a16:creationId xmlns:a16="http://schemas.microsoft.com/office/drawing/2014/main" id="{D8775A58-3CE5-5863-0D83-50A09554B92B}"/>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7" name="Freeform 324">
                <a:extLst>
                  <a:ext uri="{FF2B5EF4-FFF2-40B4-BE49-F238E27FC236}">
                    <a16:creationId xmlns:a16="http://schemas.microsoft.com/office/drawing/2014/main" id="{11A7DFC3-FE48-BB91-07FC-4C7A158AF89B}"/>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8" name="Freeform 325">
                <a:extLst>
                  <a:ext uri="{FF2B5EF4-FFF2-40B4-BE49-F238E27FC236}">
                    <a16:creationId xmlns:a16="http://schemas.microsoft.com/office/drawing/2014/main" id="{34EF5279-058E-02D6-F056-2DEE5CBA90B1}"/>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9" name="Freeform 326">
                <a:extLst>
                  <a:ext uri="{FF2B5EF4-FFF2-40B4-BE49-F238E27FC236}">
                    <a16:creationId xmlns:a16="http://schemas.microsoft.com/office/drawing/2014/main" id="{8B43548B-F8E2-6393-CB90-EA2C7F1EA982}"/>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10" name="Freeform 327">
                <a:extLst>
                  <a:ext uri="{FF2B5EF4-FFF2-40B4-BE49-F238E27FC236}">
                    <a16:creationId xmlns:a16="http://schemas.microsoft.com/office/drawing/2014/main" id="{16AB7A70-54E8-9DEA-0F1E-4228F17338D6}"/>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11" name="Freeform 328">
                <a:extLst>
                  <a:ext uri="{FF2B5EF4-FFF2-40B4-BE49-F238E27FC236}">
                    <a16:creationId xmlns:a16="http://schemas.microsoft.com/office/drawing/2014/main" id="{A9E12CD6-A409-192A-25F7-FDCBA072A8B6}"/>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612" name="Freeform 329">
                <a:extLst>
                  <a:ext uri="{FF2B5EF4-FFF2-40B4-BE49-F238E27FC236}">
                    <a16:creationId xmlns:a16="http://schemas.microsoft.com/office/drawing/2014/main" id="{0A5495DA-4389-02EF-52E2-173F2DE8FF3A}"/>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605" name="Text Box 330">
              <a:extLst>
                <a:ext uri="{FF2B5EF4-FFF2-40B4-BE49-F238E27FC236}">
                  <a16:creationId xmlns:a16="http://schemas.microsoft.com/office/drawing/2014/main" id="{2AD8DE64-40A2-48F0-D605-DD487181707B}"/>
                </a:ext>
              </a:extLst>
            </p:cNvPr>
            <p:cNvSpPr txBox="1">
              <a:spLocks noChangeArrowheads="1"/>
            </p:cNvSpPr>
            <p:nvPr/>
          </p:nvSpPr>
          <p:spPr bwMode="auto">
            <a:xfrm rot="1143463" flipH="1">
              <a:off x="4627" y="1865"/>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dirty="0">
                  <a:latin typeface="Courier New" panose="02070309020205020404" pitchFamily="49" charset="0"/>
                </a:rPr>
                <a:t>10.0.0.1</a:t>
              </a:r>
            </a:p>
          </p:txBody>
        </p:sp>
      </p:grpSp>
      <p:sp>
        <p:nvSpPr>
          <p:cNvPr id="21613" name="Oval 57">
            <a:extLst>
              <a:ext uri="{FF2B5EF4-FFF2-40B4-BE49-F238E27FC236}">
                <a16:creationId xmlns:a16="http://schemas.microsoft.com/office/drawing/2014/main" id="{61AAEB1B-2C98-0E7F-8407-02821592499B}"/>
              </a:ext>
            </a:extLst>
          </p:cNvPr>
          <p:cNvSpPr>
            <a:spLocks noChangeArrowheads="1"/>
          </p:cNvSpPr>
          <p:nvPr/>
        </p:nvSpPr>
        <p:spPr bwMode="auto">
          <a:xfrm flipH="1">
            <a:off x="5707907" y="171297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A</a:t>
            </a:r>
          </a:p>
        </p:txBody>
      </p:sp>
      <p:grpSp>
        <p:nvGrpSpPr>
          <p:cNvPr id="21614" name="Group 311">
            <a:extLst>
              <a:ext uri="{FF2B5EF4-FFF2-40B4-BE49-F238E27FC236}">
                <a16:creationId xmlns:a16="http://schemas.microsoft.com/office/drawing/2014/main" id="{2F859968-7124-91F3-E7D1-F1D5955F4DFD}"/>
              </a:ext>
            </a:extLst>
          </p:cNvPr>
          <p:cNvGrpSpPr>
            <a:grpSpLocks/>
          </p:cNvGrpSpPr>
          <p:nvPr/>
        </p:nvGrpSpPr>
        <p:grpSpPr bwMode="auto">
          <a:xfrm rot="19389679">
            <a:off x="5846128" y="2945643"/>
            <a:ext cx="1797050" cy="900112"/>
            <a:chOff x="4259" y="1678"/>
            <a:chExt cx="1132" cy="567"/>
          </a:xfrm>
        </p:grpSpPr>
        <p:grpSp>
          <p:nvGrpSpPr>
            <p:cNvPr id="21615" name="Group 312">
              <a:extLst>
                <a:ext uri="{FF2B5EF4-FFF2-40B4-BE49-F238E27FC236}">
                  <a16:creationId xmlns:a16="http://schemas.microsoft.com/office/drawing/2014/main" id="{872DBE1E-286F-0703-77B9-539A4CCCF4FF}"/>
                </a:ext>
              </a:extLst>
            </p:cNvPr>
            <p:cNvGrpSpPr>
              <a:grpSpLocks/>
            </p:cNvGrpSpPr>
            <p:nvPr/>
          </p:nvGrpSpPr>
          <p:grpSpPr bwMode="auto">
            <a:xfrm flipH="1">
              <a:off x="4259" y="1678"/>
              <a:ext cx="1132" cy="567"/>
              <a:chOff x="333" y="1678"/>
              <a:chExt cx="1132" cy="567"/>
            </a:xfrm>
          </p:grpSpPr>
          <p:sp>
            <p:nvSpPr>
              <p:cNvPr id="21617" name="Freeform 313">
                <a:extLst>
                  <a:ext uri="{FF2B5EF4-FFF2-40B4-BE49-F238E27FC236}">
                    <a16:creationId xmlns:a16="http://schemas.microsoft.com/office/drawing/2014/main" id="{0318D9C3-DA2C-7DD3-3A50-E5EEBE4130DC}"/>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18" name="Freeform 314">
                <a:extLst>
                  <a:ext uri="{FF2B5EF4-FFF2-40B4-BE49-F238E27FC236}">
                    <a16:creationId xmlns:a16="http://schemas.microsoft.com/office/drawing/2014/main" id="{CAEF86DB-D333-35EC-FECA-7F3F1A388765}"/>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19" name="Freeform 315">
                <a:extLst>
                  <a:ext uri="{FF2B5EF4-FFF2-40B4-BE49-F238E27FC236}">
                    <a16:creationId xmlns:a16="http://schemas.microsoft.com/office/drawing/2014/main" id="{B7B06DC0-A57C-F3ED-CA5D-F29BA909793F}"/>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20" name="Freeform 316">
                <a:extLst>
                  <a:ext uri="{FF2B5EF4-FFF2-40B4-BE49-F238E27FC236}">
                    <a16:creationId xmlns:a16="http://schemas.microsoft.com/office/drawing/2014/main" id="{B2752845-8F40-E491-C5AA-2D846232B6C3}"/>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21" name="Freeform 317">
                <a:extLst>
                  <a:ext uri="{FF2B5EF4-FFF2-40B4-BE49-F238E27FC236}">
                    <a16:creationId xmlns:a16="http://schemas.microsoft.com/office/drawing/2014/main" id="{C97DF464-3963-2EEA-F47F-172524C42B02}"/>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22" name="Freeform 318">
                <a:extLst>
                  <a:ext uri="{FF2B5EF4-FFF2-40B4-BE49-F238E27FC236}">
                    <a16:creationId xmlns:a16="http://schemas.microsoft.com/office/drawing/2014/main" id="{FB729F6A-7F9E-E624-C3E8-E10A7BA3A16C}"/>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623" name="Freeform 319">
                <a:extLst>
                  <a:ext uri="{FF2B5EF4-FFF2-40B4-BE49-F238E27FC236}">
                    <a16:creationId xmlns:a16="http://schemas.microsoft.com/office/drawing/2014/main" id="{148712A8-606B-D38C-2C17-997D89E75747}"/>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616" name="Text Box 320">
              <a:extLst>
                <a:ext uri="{FF2B5EF4-FFF2-40B4-BE49-F238E27FC236}">
                  <a16:creationId xmlns:a16="http://schemas.microsoft.com/office/drawing/2014/main" id="{7150118C-CE15-3B6D-B9E8-2FB5A302618E}"/>
                </a:ext>
              </a:extLst>
            </p:cNvPr>
            <p:cNvSpPr txBox="1">
              <a:spLocks noChangeArrowheads="1"/>
            </p:cNvSpPr>
            <p:nvPr/>
          </p:nvSpPr>
          <p:spPr bwMode="auto">
            <a:xfrm rot="1143463" flipH="1">
              <a:off x="4626" y="1866"/>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dirty="0">
                  <a:latin typeface="Courier New" panose="02070309020205020404" pitchFamily="49" charset="0"/>
                </a:rPr>
                <a:t>10.0.2.1</a:t>
              </a:r>
            </a:p>
          </p:txBody>
        </p:sp>
      </p:grpSp>
      <p:grpSp>
        <p:nvGrpSpPr>
          <p:cNvPr id="21625" name="Group 22">
            <a:extLst>
              <a:ext uri="{FF2B5EF4-FFF2-40B4-BE49-F238E27FC236}">
                <a16:creationId xmlns:a16="http://schemas.microsoft.com/office/drawing/2014/main" id="{05886B5C-A40D-7121-A12F-F98C8F43EF30}"/>
              </a:ext>
            </a:extLst>
          </p:cNvPr>
          <p:cNvGrpSpPr>
            <a:grpSpLocks noChangeAspect="1"/>
          </p:cNvGrpSpPr>
          <p:nvPr/>
        </p:nvGrpSpPr>
        <p:grpSpPr bwMode="auto">
          <a:xfrm>
            <a:off x="5453228" y="2573027"/>
            <a:ext cx="723900" cy="460375"/>
            <a:chOff x="3312" y="2160"/>
            <a:chExt cx="960" cy="528"/>
          </a:xfrm>
        </p:grpSpPr>
        <p:grpSp>
          <p:nvGrpSpPr>
            <p:cNvPr id="21626" name="Group 23">
              <a:extLst>
                <a:ext uri="{FF2B5EF4-FFF2-40B4-BE49-F238E27FC236}">
                  <a16:creationId xmlns:a16="http://schemas.microsoft.com/office/drawing/2014/main" id="{95986C40-4FC3-7E9E-5DEF-776D9EAE50BD}"/>
                </a:ext>
              </a:extLst>
            </p:cNvPr>
            <p:cNvGrpSpPr>
              <a:grpSpLocks noChangeAspect="1"/>
            </p:cNvGrpSpPr>
            <p:nvPr/>
          </p:nvGrpSpPr>
          <p:grpSpPr bwMode="auto">
            <a:xfrm>
              <a:off x="3312" y="2160"/>
              <a:ext cx="960" cy="528"/>
              <a:chOff x="3312" y="2160"/>
              <a:chExt cx="960" cy="528"/>
            </a:xfrm>
          </p:grpSpPr>
          <p:sp>
            <p:nvSpPr>
              <p:cNvPr id="21628" name="AutoShape 24">
                <a:extLst>
                  <a:ext uri="{FF2B5EF4-FFF2-40B4-BE49-F238E27FC236}">
                    <a16:creationId xmlns:a16="http://schemas.microsoft.com/office/drawing/2014/main" id="{BEFB5420-870C-9594-D0B3-8739DB1ED3A2}"/>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629" name="Group 25">
                <a:extLst>
                  <a:ext uri="{FF2B5EF4-FFF2-40B4-BE49-F238E27FC236}">
                    <a16:creationId xmlns:a16="http://schemas.microsoft.com/office/drawing/2014/main" id="{EA324C80-1AF3-5476-5B67-2D5CB32F4C13}"/>
                  </a:ext>
                </a:extLst>
              </p:cNvPr>
              <p:cNvGrpSpPr>
                <a:grpSpLocks noChangeAspect="1"/>
              </p:cNvGrpSpPr>
              <p:nvPr/>
            </p:nvGrpSpPr>
            <p:grpSpPr bwMode="auto">
              <a:xfrm>
                <a:off x="3488" y="2193"/>
                <a:ext cx="599" cy="207"/>
                <a:chOff x="422" y="1632"/>
                <a:chExt cx="829" cy="298"/>
              </a:xfrm>
            </p:grpSpPr>
            <p:grpSp>
              <p:nvGrpSpPr>
                <p:cNvPr id="21630" name="Group 26">
                  <a:extLst>
                    <a:ext uri="{FF2B5EF4-FFF2-40B4-BE49-F238E27FC236}">
                      <a16:creationId xmlns:a16="http://schemas.microsoft.com/office/drawing/2014/main" id="{BA8A47E6-C7E4-BC39-9705-3A516D79A397}"/>
                    </a:ext>
                  </a:extLst>
                </p:cNvPr>
                <p:cNvGrpSpPr>
                  <a:grpSpLocks noChangeAspect="1"/>
                </p:cNvGrpSpPr>
                <p:nvPr/>
              </p:nvGrpSpPr>
              <p:grpSpPr bwMode="auto">
                <a:xfrm>
                  <a:off x="422" y="1632"/>
                  <a:ext cx="822" cy="291"/>
                  <a:chOff x="422" y="1632"/>
                  <a:chExt cx="822" cy="291"/>
                </a:xfrm>
              </p:grpSpPr>
              <p:sp>
                <p:nvSpPr>
                  <p:cNvPr id="21877" name="Freeform 27">
                    <a:extLst>
                      <a:ext uri="{FF2B5EF4-FFF2-40B4-BE49-F238E27FC236}">
                        <a16:creationId xmlns:a16="http://schemas.microsoft.com/office/drawing/2014/main" id="{99B7C7E6-A585-FFA8-3C3F-EDFF14E85B3A}"/>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8" name="Freeform 28">
                    <a:extLst>
                      <a:ext uri="{FF2B5EF4-FFF2-40B4-BE49-F238E27FC236}">
                        <a16:creationId xmlns:a16="http://schemas.microsoft.com/office/drawing/2014/main" id="{3A52B9AC-16FD-0B4B-40C0-66F22BE174A1}"/>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9" name="Freeform 29">
                    <a:extLst>
                      <a:ext uri="{FF2B5EF4-FFF2-40B4-BE49-F238E27FC236}">
                        <a16:creationId xmlns:a16="http://schemas.microsoft.com/office/drawing/2014/main" id="{DAF647E7-A55D-B8E6-29F4-458506545260}"/>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0" name="Freeform 30">
                    <a:extLst>
                      <a:ext uri="{FF2B5EF4-FFF2-40B4-BE49-F238E27FC236}">
                        <a16:creationId xmlns:a16="http://schemas.microsoft.com/office/drawing/2014/main" id="{D0A43F01-EC61-593F-522C-1B0BF2CDB31C}"/>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1" name="Freeform 31">
                    <a:extLst>
                      <a:ext uri="{FF2B5EF4-FFF2-40B4-BE49-F238E27FC236}">
                        <a16:creationId xmlns:a16="http://schemas.microsoft.com/office/drawing/2014/main" id="{1320F3D2-5D98-7CB3-7D17-D21DABF936A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2" name="Freeform 32">
                    <a:extLst>
                      <a:ext uri="{FF2B5EF4-FFF2-40B4-BE49-F238E27FC236}">
                        <a16:creationId xmlns:a16="http://schemas.microsoft.com/office/drawing/2014/main" id="{7F61BF38-92DF-EA7F-0CE3-44C43ACF7B6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3" name="Freeform 33">
                    <a:extLst>
                      <a:ext uri="{FF2B5EF4-FFF2-40B4-BE49-F238E27FC236}">
                        <a16:creationId xmlns:a16="http://schemas.microsoft.com/office/drawing/2014/main" id="{CCF66294-0AAD-F150-972F-68BE84D8408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4" name="Freeform 34">
                    <a:extLst>
                      <a:ext uri="{FF2B5EF4-FFF2-40B4-BE49-F238E27FC236}">
                        <a16:creationId xmlns:a16="http://schemas.microsoft.com/office/drawing/2014/main" id="{FB91C4AC-D66B-841D-E059-83000BEE4AA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631" name="Group 35">
                  <a:extLst>
                    <a:ext uri="{FF2B5EF4-FFF2-40B4-BE49-F238E27FC236}">
                      <a16:creationId xmlns:a16="http://schemas.microsoft.com/office/drawing/2014/main" id="{71FB39A7-7746-447B-D33F-D1287D0FA928}"/>
                    </a:ext>
                  </a:extLst>
                </p:cNvPr>
                <p:cNvGrpSpPr>
                  <a:grpSpLocks noChangeAspect="1"/>
                </p:cNvGrpSpPr>
                <p:nvPr/>
              </p:nvGrpSpPr>
              <p:grpSpPr bwMode="auto">
                <a:xfrm>
                  <a:off x="429" y="1639"/>
                  <a:ext cx="822" cy="291"/>
                  <a:chOff x="429" y="1639"/>
                  <a:chExt cx="822" cy="291"/>
                </a:xfrm>
              </p:grpSpPr>
              <p:sp>
                <p:nvSpPr>
                  <p:cNvPr id="21824" name="Freeform 36">
                    <a:extLst>
                      <a:ext uri="{FF2B5EF4-FFF2-40B4-BE49-F238E27FC236}">
                        <a16:creationId xmlns:a16="http://schemas.microsoft.com/office/drawing/2014/main" id="{86566161-89B1-5548-D1E4-F243C4ABA231}"/>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25" name="Freeform 37">
                    <a:extLst>
                      <a:ext uri="{FF2B5EF4-FFF2-40B4-BE49-F238E27FC236}">
                        <a16:creationId xmlns:a16="http://schemas.microsoft.com/office/drawing/2014/main" id="{980E9460-7953-F61F-0E7D-052EDD82E0C7}"/>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26" name="Freeform 38">
                    <a:extLst>
                      <a:ext uri="{FF2B5EF4-FFF2-40B4-BE49-F238E27FC236}">
                        <a16:creationId xmlns:a16="http://schemas.microsoft.com/office/drawing/2014/main" id="{B76FC2FE-5C7A-070D-F77F-236365FBDF13}"/>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2" name="Freeform 39">
                    <a:extLst>
                      <a:ext uri="{FF2B5EF4-FFF2-40B4-BE49-F238E27FC236}">
                        <a16:creationId xmlns:a16="http://schemas.microsoft.com/office/drawing/2014/main" id="{14A6310E-BEE7-9F48-40F6-22EBFABD848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3" name="Freeform 40">
                    <a:extLst>
                      <a:ext uri="{FF2B5EF4-FFF2-40B4-BE49-F238E27FC236}">
                        <a16:creationId xmlns:a16="http://schemas.microsoft.com/office/drawing/2014/main" id="{C99C55A2-C65D-2509-8E1E-15ACDEC1A758}"/>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4" name="Freeform 41">
                    <a:extLst>
                      <a:ext uri="{FF2B5EF4-FFF2-40B4-BE49-F238E27FC236}">
                        <a16:creationId xmlns:a16="http://schemas.microsoft.com/office/drawing/2014/main" id="{12A04DEC-D286-76B8-DA7C-F836F3AC423F}"/>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5" name="Freeform 42">
                    <a:extLst>
                      <a:ext uri="{FF2B5EF4-FFF2-40B4-BE49-F238E27FC236}">
                        <a16:creationId xmlns:a16="http://schemas.microsoft.com/office/drawing/2014/main" id="{8A602DCE-946E-90AD-F37F-B26D23FFC57A}"/>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6" name="Freeform 43">
                    <a:extLst>
                      <a:ext uri="{FF2B5EF4-FFF2-40B4-BE49-F238E27FC236}">
                        <a16:creationId xmlns:a16="http://schemas.microsoft.com/office/drawing/2014/main" id="{8E6903A8-1911-6F07-304E-3A1CD5F3301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627" name="WordArt 44">
              <a:extLst>
                <a:ext uri="{FF2B5EF4-FFF2-40B4-BE49-F238E27FC236}">
                  <a16:creationId xmlns:a16="http://schemas.microsoft.com/office/drawing/2014/main" id="{ADBCED2A-3F79-4F60-FEF0-C1AE1F78B36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21885" name="Oval 53">
            <a:extLst>
              <a:ext uri="{FF2B5EF4-FFF2-40B4-BE49-F238E27FC236}">
                <a16:creationId xmlns:a16="http://schemas.microsoft.com/office/drawing/2014/main" id="{8CFC6EAC-4C99-896E-8BCB-99C22F088D41}"/>
              </a:ext>
            </a:extLst>
          </p:cNvPr>
          <p:cNvSpPr>
            <a:spLocks noChangeArrowheads="1"/>
          </p:cNvSpPr>
          <p:nvPr/>
        </p:nvSpPr>
        <p:spPr bwMode="auto">
          <a:xfrm flipH="1">
            <a:off x="5707907" y="3567987"/>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C</a:t>
            </a:r>
          </a:p>
        </p:txBody>
      </p:sp>
      <p:grpSp>
        <p:nvGrpSpPr>
          <p:cNvPr id="21886" name="Group 145">
            <a:extLst>
              <a:ext uri="{FF2B5EF4-FFF2-40B4-BE49-F238E27FC236}">
                <a16:creationId xmlns:a16="http://schemas.microsoft.com/office/drawing/2014/main" id="{2B73B587-1EAC-25EA-1215-3526535F2513}"/>
              </a:ext>
            </a:extLst>
          </p:cNvPr>
          <p:cNvGrpSpPr>
            <a:grpSpLocks noChangeAspect="1"/>
          </p:cNvGrpSpPr>
          <p:nvPr/>
        </p:nvGrpSpPr>
        <p:grpSpPr bwMode="auto">
          <a:xfrm>
            <a:off x="3427884" y="3438634"/>
            <a:ext cx="723900" cy="460375"/>
            <a:chOff x="3312" y="2160"/>
            <a:chExt cx="960" cy="528"/>
          </a:xfrm>
        </p:grpSpPr>
        <p:grpSp>
          <p:nvGrpSpPr>
            <p:cNvPr id="21887" name="Group 146">
              <a:extLst>
                <a:ext uri="{FF2B5EF4-FFF2-40B4-BE49-F238E27FC236}">
                  <a16:creationId xmlns:a16="http://schemas.microsoft.com/office/drawing/2014/main" id="{8F929967-EF9F-5BEB-6415-7E22FE4E0B24}"/>
                </a:ext>
              </a:extLst>
            </p:cNvPr>
            <p:cNvGrpSpPr>
              <a:grpSpLocks noChangeAspect="1"/>
            </p:cNvGrpSpPr>
            <p:nvPr/>
          </p:nvGrpSpPr>
          <p:grpSpPr bwMode="auto">
            <a:xfrm>
              <a:off x="3312" y="2160"/>
              <a:ext cx="960" cy="528"/>
              <a:chOff x="3312" y="2160"/>
              <a:chExt cx="960" cy="528"/>
            </a:xfrm>
          </p:grpSpPr>
          <p:sp>
            <p:nvSpPr>
              <p:cNvPr id="21889" name="AutoShape 147">
                <a:extLst>
                  <a:ext uri="{FF2B5EF4-FFF2-40B4-BE49-F238E27FC236}">
                    <a16:creationId xmlns:a16="http://schemas.microsoft.com/office/drawing/2014/main" id="{A0DDBE27-ED4C-D457-A69A-7EBEDFA0D27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890" name="Group 148">
                <a:extLst>
                  <a:ext uri="{FF2B5EF4-FFF2-40B4-BE49-F238E27FC236}">
                    <a16:creationId xmlns:a16="http://schemas.microsoft.com/office/drawing/2014/main" id="{EE2D6875-FED7-6178-23A5-A00D84D2C90E}"/>
                  </a:ext>
                </a:extLst>
              </p:cNvPr>
              <p:cNvGrpSpPr>
                <a:grpSpLocks noChangeAspect="1"/>
              </p:cNvGrpSpPr>
              <p:nvPr/>
            </p:nvGrpSpPr>
            <p:grpSpPr bwMode="auto">
              <a:xfrm>
                <a:off x="3488" y="2193"/>
                <a:ext cx="599" cy="207"/>
                <a:chOff x="422" y="1632"/>
                <a:chExt cx="829" cy="298"/>
              </a:xfrm>
            </p:grpSpPr>
            <p:grpSp>
              <p:nvGrpSpPr>
                <p:cNvPr id="21891" name="Group 149">
                  <a:extLst>
                    <a:ext uri="{FF2B5EF4-FFF2-40B4-BE49-F238E27FC236}">
                      <a16:creationId xmlns:a16="http://schemas.microsoft.com/office/drawing/2014/main" id="{EDEB0640-2BE4-2E18-F9EF-0E334B19A13E}"/>
                    </a:ext>
                  </a:extLst>
                </p:cNvPr>
                <p:cNvGrpSpPr>
                  <a:grpSpLocks noChangeAspect="1"/>
                </p:cNvGrpSpPr>
                <p:nvPr/>
              </p:nvGrpSpPr>
              <p:grpSpPr bwMode="auto">
                <a:xfrm>
                  <a:off x="422" y="1632"/>
                  <a:ext cx="822" cy="291"/>
                  <a:chOff x="422" y="1632"/>
                  <a:chExt cx="822" cy="291"/>
                </a:xfrm>
              </p:grpSpPr>
              <p:sp>
                <p:nvSpPr>
                  <p:cNvPr id="21901" name="Freeform 150">
                    <a:extLst>
                      <a:ext uri="{FF2B5EF4-FFF2-40B4-BE49-F238E27FC236}">
                        <a16:creationId xmlns:a16="http://schemas.microsoft.com/office/drawing/2014/main" id="{345E83AE-2620-6941-7DAB-18B66AB2C7A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2" name="Freeform 151">
                    <a:extLst>
                      <a:ext uri="{FF2B5EF4-FFF2-40B4-BE49-F238E27FC236}">
                        <a16:creationId xmlns:a16="http://schemas.microsoft.com/office/drawing/2014/main" id="{BC972146-E0D8-3771-1AA2-B0C0331FDA0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3" name="Freeform 152">
                    <a:extLst>
                      <a:ext uri="{FF2B5EF4-FFF2-40B4-BE49-F238E27FC236}">
                        <a16:creationId xmlns:a16="http://schemas.microsoft.com/office/drawing/2014/main" id="{44188CE6-7482-C0EA-61C1-422A00DA4AE9}"/>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4" name="Freeform 153">
                    <a:extLst>
                      <a:ext uri="{FF2B5EF4-FFF2-40B4-BE49-F238E27FC236}">
                        <a16:creationId xmlns:a16="http://schemas.microsoft.com/office/drawing/2014/main" id="{4CE2A285-AF88-59F5-8062-C36EC54FFC2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5" name="Freeform 154">
                    <a:extLst>
                      <a:ext uri="{FF2B5EF4-FFF2-40B4-BE49-F238E27FC236}">
                        <a16:creationId xmlns:a16="http://schemas.microsoft.com/office/drawing/2014/main" id="{AD98A926-0D36-1563-6484-E537A7C7FE5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6" name="Freeform 155">
                    <a:extLst>
                      <a:ext uri="{FF2B5EF4-FFF2-40B4-BE49-F238E27FC236}">
                        <a16:creationId xmlns:a16="http://schemas.microsoft.com/office/drawing/2014/main" id="{C8A6DD48-49CA-88D9-6F9D-E52A1FBA6DB7}"/>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7" name="Freeform 156">
                    <a:extLst>
                      <a:ext uri="{FF2B5EF4-FFF2-40B4-BE49-F238E27FC236}">
                        <a16:creationId xmlns:a16="http://schemas.microsoft.com/office/drawing/2014/main" id="{963C309A-22D2-5D78-9AEC-E39B8AA2627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8" name="Freeform 157">
                    <a:extLst>
                      <a:ext uri="{FF2B5EF4-FFF2-40B4-BE49-F238E27FC236}">
                        <a16:creationId xmlns:a16="http://schemas.microsoft.com/office/drawing/2014/main" id="{EBF33713-DCA2-D056-CECB-E7BBCE1937B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892" name="Group 158">
                  <a:extLst>
                    <a:ext uri="{FF2B5EF4-FFF2-40B4-BE49-F238E27FC236}">
                      <a16:creationId xmlns:a16="http://schemas.microsoft.com/office/drawing/2014/main" id="{79FDC37B-2C2C-0A90-FCF7-903336226E2B}"/>
                    </a:ext>
                  </a:extLst>
                </p:cNvPr>
                <p:cNvGrpSpPr>
                  <a:grpSpLocks noChangeAspect="1"/>
                </p:cNvGrpSpPr>
                <p:nvPr/>
              </p:nvGrpSpPr>
              <p:grpSpPr bwMode="auto">
                <a:xfrm>
                  <a:off x="429" y="1639"/>
                  <a:ext cx="822" cy="291"/>
                  <a:chOff x="429" y="1639"/>
                  <a:chExt cx="822" cy="291"/>
                </a:xfrm>
              </p:grpSpPr>
              <p:sp>
                <p:nvSpPr>
                  <p:cNvPr id="21893" name="Freeform 159">
                    <a:extLst>
                      <a:ext uri="{FF2B5EF4-FFF2-40B4-BE49-F238E27FC236}">
                        <a16:creationId xmlns:a16="http://schemas.microsoft.com/office/drawing/2014/main" id="{2AB7D9B7-D662-22FE-82E5-17B32B1F4E22}"/>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4" name="Freeform 160">
                    <a:extLst>
                      <a:ext uri="{FF2B5EF4-FFF2-40B4-BE49-F238E27FC236}">
                        <a16:creationId xmlns:a16="http://schemas.microsoft.com/office/drawing/2014/main" id="{2EDCCDF3-9165-20A2-255F-0B58AC20FA0C}"/>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5" name="Freeform 161">
                    <a:extLst>
                      <a:ext uri="{FF2B5EF4-FFF2-40B4-BE49-F238E27FC236}">
                        <a16:creationId xmlns:a16="http://schemas.microsoft.com/office/drawing/2014/main" id="{19F65B0E-20F3-65F1-8CF0-AB2F7780A3D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6" name="Freeform 162">
                    <a:extLst>
                      <a:ext uri="{FF2B5EF4-FFF2-40B4-BE49-F238E27FC236}">
                        <a16:creationId xmlns:a16="http://schemas.microsoft.com/office/drawing/2014/main" id="{7643C2CE-3DDE-1B71-E006-3492CD4536D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7" name="Freeform 163">
                    <a:extLst>
                      <a:ext uri="{FF2B5EF4-FFF2-40B4-BE49-F238E27FC236}">
                        <a16:creationId xmlns:a16="http://schemas.microsoft.com/office/drawing/2014/main" id="{1EC93F55-00E2-4001-0C5D-04CE4F42146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8" name="Freeform 164">
                    <a:extLst>
                      <a:ext uri="{FF2B5EF4-FFF2-40B4-BE49-F238E27FC236}">
                        <a16:creationId xmlns:a16="http://schemas.microsoft.com/office/drawing/2014/main" id="{73532D09-A964-D6A0-27F6-2573748F026B}"/>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9" name="Freeform 165">
                    <a:extLst>
                      <a:ext uri="{FF2B5EF4-FFF2-40B4-BE49-F238E27FC236}">
                        <a16:creationId xmlns:a16="http://schemas.microsoft.com/office/drawing/2014/main" id="{F4D6E032-2A71-4CF1-FE3C-3FAFDAB5CEA6}"/>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0" name="Freeform 166">
                    <a:extLst>
                      <a:ext uri="{FF2B5EF4-FFF2-40B4-BE49-F238E27FC236}">
                        <a16:creationId xmlns:a16="http://schemas.microsoft.com/office/drawing/2014/main" id="{E775D4A3-3275-E84F-0BBB-91F33CDCDE34}"/>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888" name="WordArt 167">
              <a:extLst>
                <a:ext uri="{FF2B5EF4-FFF2-40B4-BE49-F238E27FC236}">
                  <a16:creationId xmlns:a16="http://schemas.microsoft.com/office/drawing/2014/main" id="{2FF4CD17-E339-D1DE-0ABA-3AEC5002157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spTree>
    <p:extLst>
      <p:ext uri="{BB962C8B-B14F-4D97-AF65-F5344CB8AC3E}">
        <p14:creationId xmlns:p14="http://schemas.microsoft.com/office/powerpoint/2010/main" val="4133599637"/>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9" name="Rectangle 162">
            <a:extLst>
              <a:ext uri="{FF2B5EF4-FFF2-40B4-BE49-F238E27FC236}">
                <a16:creationId xmlns:a16="http://schemas.microsoft.com/office/drawing/2014/main" id="{8584387D-BCD0-10AC-7D8D-EC2987806EDE}"/>
              </a:ext>
            </a:extLst>
          </p:cNvPr>
          <p:cNvSpPr>
            <a:spLocks noGrp="1" noChangeArrowheads="1"/>
          </p:cNvSpPr>
          <p:nvPr>
            <p:ph type="title"/>
          </p:nvPr>
        </p:nvSpPr>
        <p:spPr/>
        <p:txBody>
          <a:bodyPr/>
          <a:lstStyle/>
          <a:p>
            <a:pPr eaLnBrk="1" hangingPunct="1"/>
            <a:r>
              <a:rPr lang="it-IT" altLang="it-IT" sz="4000"/>
              <a:t>ospf’s view of the network</a:t>
            </a:r>
          </a:p>
        </p:txBody>
      </p:sp>
      <p:sp>
        <p:nvSpPr>
          <p:cNvPr id="2" name="Rectangle 4">
            <a:extLst>
              <a:ext uri="{FF2B5EF4-FFF2-40B4-BE49-F238E27FC236}">
                <a16:creationId xmlns:a16="http://schemas.microsoft.com/office/drawing/2014/main" id="{6CE004DA-5A77-5B87-6A43-BCDFAA7F1A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A2AFE0F-CDE3-53AA-46B9-074CE3A31213}"/>
              </a:ext>
            </a:extLst>
          </p:cNvPr>
          <p:cNvSpPr>
            <a:spLocks noGrp="1" noChangeArrowheads="1"/>
          </p:cNvSpPr>
          <p:nvPr>
            <p:ph type="ftr" sz="quarter" idx="11"/>
          </p:nvPr>
        </p:nvSpPr>
        <p:spPr>
          <a:ln/>
        </p:spPr>
        <p:txBody>
          <a:bodyPr/>
          <a:lstStyle/>
          <a:p>
            <a:r>
              <a:rPr lang="it-IT" altLang="en-IT"/>
              <a:t>kathara – [ labs: ospf_frr ]</a:t>
            </a:r>
          </a:p>
        </p:txBody>
      </p:sp>
      <p:grpSp>
        <p:nvGrpSpPr>
          <p:cNvPr id="21508" name="Group 2">
            <a:extLst>
              <a:ext uri="{FF2B5EF4-FFF2-40B4-BE49-F238E27FC236}">
                <a16:creationId xmlns:a16="http://schemas.microsoft.com/office/drawing/2014/main" id="{2DA97725-4953-C550-1AE7-B08BFB277F90}"/>
              </a:ext>
            </a:extLst>
          </p:cNvPr>
          <p:cNvGrpSpPr>
            <a:grpSpLocks/>
          </p:cNvGrpSpPr>
          <p:nvPr/>
        </p:nvGrpSpPr>
        <p:grpSpPr bwMode="auto">
          <a:xfrm>
            <a:off x="2166173" y="1050664"/>
            <a:ext cx="7655970" cy="3628007"/>
            <a:chOff x="-177" y="1030"/>
            <a:chExt cx="5760" cy="2840"/>
          </a:xfrm>
        </p:grpSpPr>
        <p:grpSp>
          <p:nvGrpSpPr>
            <p:cNvPr id="21537" name="Group 3">
              <a:extLst>
                <a:ext uri="{FF2B5EF4-FFF2-40B4-BE49-F238E27FC236}">
                  <a16:creationId xmlns:a16="http://schemas.microsoft.com/office/drawing/2014/main" id="{E2681DC0-9B50-77BB-239C-DF7BA73E9B3B}"/>
                </a:ext>
              </a:extLst>
            </p:cNvPr>
            <p:cNvGrpSpPr>
              <a:grpSpLocks/>
            </p:cNvGrpSpPr>
            <p:nvPr/>
          </p:nvGrpSpPr>
          <p:grpSpPr bwMode="auto">
            <a:xfrm>
              <a:off x="-177" y="1221"/>
              <a:ext cx="5760" cy="2649"/>
              <a:chOff x="-177" y="1221"/>
              <a:chExt cx="5760" cy="2649"/>
            </a:xfrm>
          </p:grpSpPr>
          <p:sp>
            <p:nvSpPr>
              <p:cNvPr id="21539" name="Oval 4">
                <a:extLst>
                  <a:ext uri="{FF2B5EF4-FFF2-40B4-BE49-F238E27FC236}">
                    <a16:creationId xmlns:a16="http://schemas.microsoft.com/office/drawing/2014/main" id="{B69635C6-E67E-A5FF-F83A-EDD0A07E21AD}"/>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0" name="Oval 5">
                <a:extLst>
                  <a:ext uri="{FF2B5EF4-FFF2-40B4-BE49-F238E27FC236}">
                    <a16:creationId xmlns:a16="http://schemas.microsoft.com/office/drawing/2014/main" id="{CD6F14E2-E370-605B-5409-012738BB8ECB}"/>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1" name="Oval 6">
                <a:extLst>
                  <a:ext uri="{FF2B5EF4-FFF2-40B4-BE49-F238E27FC236}">
                    <a16:creationId xmlns:a16="http://schemas.microsoft.com/office/drawing/2014/main" id="{B0991C3C-4720-AA4F-C655-54ADA1D57C12}"/>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2" name="Oval 7">
                <a:extLst>
                  <a:ext uri="{FF2B5EF4-FFF2-40B4-BE49-F238E27FC236}">
                    <a16:creationId xmlns:a16="http://schemas.microsoft.com/office/drawing/2014/main" id="{45C8B705-A185-D395-872F-2FEC97CFF287}"/>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3" name="Oval 8">
                <a:extLst>
                  <a:ext uri="{FF2B5EF4-FFF2-40B4-BE49-F238E27FC236}">
                    <a16:creationId xmlns:a16="http://schemas.microsoft.com/office/drawing/2014/main" id="{F725B197-4602-ACB5-B8B8-56129D2CDD21}"/>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4" name="Oval 9">
                <a:extLst>
                  <a:ext uri="{FF2B5EF4-FFF2-40B4-BE49-F238E27FC236}">
                    <a16:creationId xmlns:a16="http://schemas.microsoft.com/office/drawing/2014/main" id="{ACBEF2A0-3712-BAD5-FD1A-C29D5EC8AB13}"/>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5" name="Oval 10">
                <a:extLst>
                  <a:ext uri="{FF2B5EF4-FFF2-40B4-BE49-F238E27FC236}">
                    <a16:creationId xmlns:a16="http://schemas.microsoft.com/office/drawing/2014/main" id="{E674A691-74D1-1DC0-A014-ADBC3155DCA2}"/>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6" name="Oval 11">
                <a:extLst>
                  <a:ext uri="{FF2B5EF4-FFF2-40B4-BE49-F238E27FC236}">
                    <a16:creationId xmlns:a16="http://schemas.microsoft.com/office/drawing/2014/main" id="{B83FF4C2-6943-FEFF-00E0-6E588EDA7C0A}"/>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7" name="Oval 12">
                <a:extLst>
                  <a:ext uri="{FF2B5EF4-FFF2-40B4-BE49-F238E27FC236}">
                    <a16:creationId xmlns:a16="http://schemas.microsoft.com/office/drawing/2014/main" id="{EF32C6C9-82D0-B1E8-DA27-1F3B19138F71}"/>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dirty="0">
                  <a:latin typeface="Arial" panose="020B0604020202020204" pitchFamily="34" charset="0"/>
                </a:endParaRPr>
              </a:p>
            </p:txBody>
          </p:sp>
        </p:grpSp>
        <p:sp>
          <p:nvSpPr>
            <p:cNvPr id="21538" name="Oval 13">
              <a:extLst>
                <a:ext uri="{FF2B5EF4-FFF2-40B4-BE49-F238E27FC236}">
                  <a16:creationId xmlns:a16="http://schemas.microsoft.com/office/drawing/2014/main" id="{6EC22C66-8731-D095-AF4D-2BED9A96CFED}"/>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grpSp>
        <p:nvGrpSpPr>
          <p:cNvPr id="4" name="Group 3">
            <a:extLst>
              <a:ext uri="{FF2B5EF4-FFF2-40B4-BE49-F238E27FC236}">
                <a16:creationId xmlns:a16="http://schemas.microsoft.com/office/drawing/2014/main" id="{2D42DAB1-303A-3E40-3524-C11468DCB958}"/>
              </a:ext>
            </a:extLst>
          </p:cNvPr>
          <p:cNvGrpSpPr/>
          <p:nvPr/>
        </p:nvGrpSpPr>
        <p:grpSpPr>
          <a:xfrm>
            <a:off x="2780918" y="4408603"/>
            <a:ext cx="6802068" cy="2334786"/>
            <a:chOff x="4778215" y="2378844"/>
            <a:chExt cx="6802068" cy="1961626"/>
          </a:xfrm>
        </p:grpSpPr>
        <p:sp>
          <p:nvSpPr>
            <p:cNvPr id="5" name="Rectangle 4">
              <a:extLst>
                <a:ext uri="{FF2B5EF4-FFF2-40B4-BE49-F238E27FC236}">
                  <a16:creationId xmlns:a16="http://schemas.microsoft.com/office/drawing/2014/main" id="{70361730-5F00-C0BB-08BD-044CC667EEAE}"/>
                </a:ext>
              </a:extLst>
            </p:cNvPr>
            <p:cNvSpPr/>
            <p:nvPr/>
          </p:nvSpPr>
          <p:spPr>
            <a:xfrm>
              <a:off x="4778215" y="2632077"/>
              <a:ext cx="6802068" cy="1708393"/>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it-IT" altLang="it-IT" sz="1400" dirty="0">
                  <a:solidFill>
                    <a:schemeClr val="bg1"/>
                  </a:solidFill>
                  <a:latin typeface="Lucida Console" panose="020B0609040504020204" pitchFamily="49" charset="0"/>
                </a:rPr>
                <a:t>bb0# show </a:t>
              </a:r>
              <a:r>
                <a:rPr lang="it-IT" altLang="it-IT" sz="1400" dirty="0" err="1">
                  <a:solidFill>
                    <a:schemeClr val="bg1"/>
                  </a:solidFill>
                  <a:latin typeface="Lucida Console" panose="020B0609040504020204" pitchFamily="49" charset="0"/>
                </a:rPr>
                <a:t>ip</a:t>
              </a:r>
              <a:r>
                <a:rPr lang="it-IT" altLang="it-IT" sz="1400" dirty="0">
                  <a:solidFill>
                    <a:schemeClr val="bg1"/>
                  </a:solidFill>
                  <a:latin typeface="Lucida Console" panose="020B0609040504020204" pitchFamily="49" charset="0"/>
                </a:rPr>
                <a:t> </a:t>
              </a:r>
              <a:r>
                <a:rPr lang="it-IT" altLang="it-IT" sz="1400" dirty="0" err="1">
                  <a:solidFill>
                    <a:schemeClr val="bg1"/>
                  </a:solidFill>
                  <a:latin typeface="Lucida Console" panose="020B0609040504020204" pitchFamily="49" charset="0"/>
                </a:rPr>
                <a:t>ospf</a:t>
              </a:r>
              <a:r>
                <a:rPr lang="it-IT" altLang="it-IT" sz="1400" dirty="0">
                  <a:solidFill>
                    <a:schemeClr val="bg1"/>
                  </a:solidFill>
                  <a:latin typeface="Lucida Console" panose="020B0609040504020204" pitchFamily="49" charset="0"/>
                </a:rPr>
                <a:t> database router</a:t>
              </a:r>
            </a:p>
            <a:p>
              <a:pPr eaLnBrk="1" hangingPunct="1"/>
              <a:r>
                <a:rPr lang="it-IT" altLang="it-IT" sz="1400" dirty="0">
                  <a:solidFill>
                    <a:schemeClr val="bg1"/>
                  </a:solidFill>
                  <a:latin typeface="Lucida Console" panose="020B0609040504020204" pitchFamily="49" charset="0"/>
                </a:rPr>
                <a:t> Link State ID: 10.0.1.1 </a:t>
              </a:r>
            </a:p>
            <a:p>
              <a:pPr eaLnBrk="1" hangingPunct="1"/>
              <a:r>
                <a:rPr lang="it-IT" altLang="it-IT" sz="1400" dirty="0">
                  <a:solidFill>
                    <a:schemeClr val="bg1"/>
                  </a:solidFill>
                  <a:latin typeface="Lucida Console" panose="020B0609040504020204" pitchFamily="49" charset="0"/>
                </a:rPr>
                <a:t>   </a:t>
              </a:r>
              <a:r>
                <a:rPr lang="it-IT" altLang="it-IT" sz="1400" dirty="0" err="1">
                  <a:solidFill>
                    <a:schemeClr val="bg1"/>
                  </a:solidFill>
                  <a:latin typeface="Lucida Console" panose="020B0609040504020204" pitchFamily="49" charset="0"/>
                </a:rPr>
                <a:t>Number</a:t>
              </a:r>
              <a:r>
                <a:rPr lang="it-IT" altLang="it-IT" sz="1400" dirty="0">
                  <a:solidFill>
                    <a:schemeClr val="bg1"/>
                  </a:solidFill>
                  <a:latin typeface="Lucida Console" panose="020B0609040504020204" pitchFamily="49" charset="0"/>
                </a:rPr>
                <a:t> of Links: 2</a:t>
              </a:r>
            </a:p>
            <a:p>
              <a:pPr eaLnBrk="1" hangingPunct="1"/>
              <a:r>
                <a:rPr lang="it-IT" altLang="it-IT" sz="1400" dirty="0">
                  <a:solidFill>
                    <a:schemeClr val="bg1"/>
                  </a:solidFill>
                  <a:latin typeface="Lucida Console" panose="020B0609040504020204" pitchFamily="49" charset="0"/>
                </a:rPr>
                <a:t>    Link </a:t>
              </a:r>
              <a:r>
                <a:rPr lang="it-IT" altLang="it-IT" sz="1400" dirty="0" err="1">
                  <a:solidFill>
                    <a:schemeClr val="bg1"/>
                  </a:solidFill>
                  <a:latin typeface="Lucida Console" panose="020B0609040504020204" pitchFamily="49" charset="0"/>
                </a:rPr>
                <a:t>connected</a:t>
              </a:r>
              <a:r>
                <a:rPr lang="it-IT" altLang="it-IT" sz="1400" dirty="0">
                  <a:solidFill>
                    <a:schemeClr val="bg1"/>
                  </a:solidFill>
                  <a:latin typeface="Lucida Console" panose="020B0609040504020204" pitchFamily="49" charset="0"/>
                </a:rPr>
                <a:t> to: a Transit Network</a:t>
              </a:r>
            </a:p>
            <a:p>
              <a:pPr eaLnBrk="1" hangingPunct="1"/>
              <a:r>
                <a:rPr lang="it-IT" altLang="it-IT" sz="1400" dirty="0">
                  <a:solidFill>
                    <a:schemeClr val="bg1"/>
                  </a:solidFill>
                  <a:latin typeface="Lucida Console" panose="020B0609040504020204" pitchFamily="49" charset="0"/>
                </a:rPr>
                <a:t>     (Link ID) </a:t>
              </a:r>
              <a:r>
                <a:rPr lang="it-IT" altLang="it-IT" sz="1400" dirty="0" err="1">
                  <a:solidFill>
                    <a:schemeClr val="bg1"/>
                  </a:solidFill>
                  <a:latin typeface="Lucida Console" panose="020B0609040504020204" pitchFamily="49" charset="0"/>
                </a:rPr>
                <a:t>Designated</a:t>
              </a:r>
              <a:r>
                <a:rPr lang="it-IT" altLang="it-IT" sz="1400" dirty="0">
                  <a:solidFill>
                    <a:schemeClr val="bg1"/>
                  </a:solidFill>
                  <a:latin typeface="Lucida Console" panose="020B0609040504020204" pitchFamily="49" charset="0"/>
                </a:rPr>
                <a:t> Router </a:t>
              </a:r>
              <a:r>
                <a:rPr lang="it-IT" altLang="it-IT" sz="1400" dirty="0" err="1">
                  <a:solidFill>
                    <a:schemeClr val="bg1"/>
                  </a:solidFill>
                  <a:latin typeface="Lucida Console" panose="020B0609040504020204" pitchFamily="49" charset="0"/>
                </a:rPr>
                <a:t>address</a:t>
              </a:r>
              <a:r>
                <a:rPr lang="it-IT" altLang="it-IT" sz="1400" dirty="0">
                  <a:solidFill>
                    <a:schemeClr val="bg1"/>
                  </a:solidFill>
                  <a:latin typeface="Lucida Console" panose="020B0609040504020204" pitchFamily="49" charset="0"/>
                </a:rPr>
                <a:t>: 10.0.0.1</a:t>
              </a:r>
            </a:p>
            <a:p>
              <a:pPr eaLnBrk="1" hangingPunct="1"/>
              <a:r>
                <a:rPr lang="it-IT" altLang="it-IT" sz="1400" dirty="0">
                  <a:solidFill>
                    <a:schemeClr val="bg1"/>
                  </a:solidFill>
                  <a:latin typeface="Lucida Console" panose="020B0609040504020204" pitchFamily="49" charset="0"/>
                </a:rPr>
                <a:t>     (Link Data) Router Interface </a:t>
              </a:r>
              <a:r>
                <a:rPr lang="it-IT" altLang="it-IT" sz="1400" dirty="0" err="1">
                  <a:solidFill>
                    <a:schemeClr val="bg1"/>
                  </a:solidFill>
                  <a:latin typeface="Lucida Console" panose="020B0609040504020204" pitchFamily="49" charset="0"/>
                </a:rPr>
                <a:t>address</a:t>
              </a:r>
              <a:r>
                <a:rPr lang="it-IT" altLang="it-IT" sz="1400" dirty="0">
                  <a:solidFill>
                    <a:schemeClr val="bg1"/>
                  </a:solidFill>
                  <a:latin typeface="Lucida Console" panose="020B0609040504020204" pitchFamily="49" charset="0"/>
                </a:rPr>
                <a:t>: 10.0.0.2</a:t>
              </a:r>
            </a:p>
            <a:p>
              <a:pPr eaLnBrk="1" hangingPunct="1"/>
              <a:r>
                <a:rPr lang="it-IT" altLang="it-IT" sz="1400" dirty="0">
                  <a:solidFill>
                    <a:schemeClr val="bg1"/>
                  </a:solidFill>
                  <a:latin typeface="Lucida Console" panose="020B0609040504020204" pitchFamily="49" charset="0"/>
                </a:rPr>
                <a:t>    Link </a:t>
              </a:r>
              <a:r>
                <a:rPr lang="it-IT" altLang="it-IT" sz="1400" dirty="0" err="1">
                  <a:solidFill>
                    <a:schemeClr val="bg1"/>
                  </a:solidFill>
                  <a:latin typeface="Lucida Console" panose="020B0609040504020204" pitchFamily="49" charset="0"/>
                </a:rPr>
                <a:t>connected</a:t>
              </a:r>
              <a:r>
                <a:rPr lang="it-IT" altLang="it-IT" sz="1400" dirty="0">
                  <a:solidFill>
                    <a:schemeClr val="bg1"/>
                  </a:solidFill>
                  <a:latin typeface="Lucida Console" panose="020B0609040504020204" pitchFamily="49" charset="0"/>
                </a:rPr>
                <a:t> to: a Transit Network</a:t>
              </a:r>
            </a:p>
            <a:p>
              <a:pPr eaLnBrk="1" hangingPunct="1"/>
              <a:r>
                <a:rPr lang="it-IT" altLang="it-IT" sz="1400" dirty="0">
                  <a:solidFill>
                    <a:schemeClr val="bg1"/>
                  </a:solidFill>
                  <a:latin typeface="Lucida Console" panose="020B0609040504020204" pitchFamily="49" charset="0"/>
                </a:rPr>
                <a:t>     (Link ID) </a:t>
              </a:r>
              <a:r>
                <a:rPr lang="it-IT" altLang="it-IT" sz="1400" dirty="0" err="1">
                  <a:solidFill>
                    <a:schemeClr val="bg1"/>
                  </a:solidFill>
                  <a:latin typeface="Lucida Console" panose="020B0609040504020204" pitchFamily="49" charset="0"/>
                </a:rPr>
                <a:t>Designated</a:t>
              </a:r>
              <a:r>
                <a:rPr lang="it-IT" altLang="it-IT" sz="1400" dirty="0">
                  <a:solidFill>
                    <a:schemeClr val="bg1"/>
                  </a:solidFill>
                  <a:latin typeface="Lucida Console" panose="020B0609040504020204" pitchFamily="49" charset="0"/>
                </a:rPr>
                <a:t> Router </a:t>
              </a:r>
              <a:r>
                <a:rPr lang="it-IT" altLang="it-IT" sz="1400" dirty="0" err="1">
                  <a:solidFill>
                    <a:schemeClr val="bg1"/>
                  </a:solidFill>
                  <a:latin typeface="Lucida Console" panose="020B0609040504020204" pitchFamily="49" charset="0"/>
                </a:rPr>
                <a:t>address</a:t>
              </a:r>
              <a:r>
                <a:rPr lang="it-IT" altLang="it-IT" sz="1400" dirty="0">
                  <a:solidFill>
                    <a:schemeClr val="bg1"/>
                  </a:solidFill>
                  <a:latin typeface="Lucida Console" panose="020B0609040504020204" pitchFamily="49" charset="0"/>
                </a:rPr>
                <a:t>: 10.0.1.2</a:t>
              </a:r>
            </a:p>
            <a:p>
              <a:pPr eaLnBrk="1" hangingPunct="1"/>
              <a:r>
                <a:rPr lang="it-IT" altLang="it-IT" sz="1400" dirty="0">
                  <a:solidFill>
                    <a:schemeClr val="bg1"/>
                  </a:solidFill>
                  <a:latin typeface="Lucida Console" panose="020B0609040504020204" pitchFamily="49" charset="0"/>
                </a:rPr>
                <a:t>     (Link Data) Router Interface </a:t>
              </a:r>
              <a:r>
                <a:rPr lang="it-IT" altLang="it-IT" sz="1400" dirty="0" err="1">
                  <a:solidFill>
                    <a:schemeClr val="bg1"/>
                  </a:solidFill>
                  <a:latin typeface="Lucida Console" panose="020B0609040504020204" pitchFamily="49" charset="0"/>
                </a:rPr>
                <a:t>address</a:t>
              </a:r>
              <a:r>
                <a:rPr lang="it-IT" altLang="it-IT" sz="1400" dirty="0">
                  <a:solidFill>
                    <a:schemeClr val="bg1"/>
                  </a:solidFill>
                  <a:latin typeface="Lucida Console" panose="020B0609040504020204" pitchFamily="49" charset="0"/>
                </a:rPr>
                <a:t>: 10.0.1.1 </a:t>
              </a:r>
            </a:p>
            <a:p>
              <a:pPr eaLnBrk="1" hangingPunct="1"/>
              <a:endParaRPr lang="it-IT" altLang="it-IT" sz="1400" dirty="0">
                <a:solidFill>
                  <a:schemeClr val="bg1"/>
                </a:solidFill>
                <a:latin typeface="Lucida Console" panose="020B0609040504020204" pitchFamily="49" charset="0"/>
              </a:endParaRPr>
            </a:p>
          </p:txBody>
        </p:sp>
        <p:sp>
          <p:nvSpPr>
            <p:cNvPr id="6" name="Rectangle 5">
              <a:extLst>
                <a:ext uri="{FF2B5EF4-FFF2-40B4-BE49-F238E27FC236}">
                  <a16:creationId xmlns:a16="http://schemas.microsoft.com/office/drawing/2014/main" id="{E8931EE6-7A3E-795A-0473-EC7653C2A51A}"/>
                </a:ext>
              </a:extLst>
            </p:cNvPr>
            <p:cNvSpPr/>
            <p:nvPr/>
          </p:nvSpPr>
          <p:spPr>
            <a:xfrm>
              <a:off x="4778215" y="2378844"/>
              <a:ext cx="6802064"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7" name="Group 6">
              <a:extLst>
                <a:ext uri="{FF2B5EF4-FFF2-40B4-BE49-F238E27FC236}">
                  <a16:creationId xmlns:a16="http://schemas.microsoft.com/office/drawing/2014/main" id="{2CE8E8BB-74C2-AC0C-E3A5-C38E3B3F0654}"/>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E844A620-6750-B0F9-F8AC-10A7C8E1AC64}"/>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B770B94-AC31-A4C4-6A0F-3E88FAEF025C}"/>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E583634-35BC-41C5-2601-F81456C681CE}"/>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4" name="AutoShape 54">
            <a:extLst>
              <a:ext uri="{FF2B5EF4-FFF2-40B4-BE49-F238E27FC236}">
                <a16:creationId xmlns:a16="http://schemas.microsoft.com/office/drawing/2014/main" id="{AB0AF694-8067-C502-B6AB-55D6D79D8F99}"/>
              </a:ext>
            </a:extLst>
          </p:cNvPr>
          <p:cNvSpPr>
            <a:spLocks noChangeArrowheads="1"/>
          </p:cNvSpPr>
          <p:nvPr/>
        </p:nvSpPr>
        <p:spPr bwMode="auto">
          <a:xfrm>
            <a:off x="1843302" y="2058827"/>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dirty="0">
                <a:solidFill>
                  <a:schemeClr val="bg1"/>
                </a:solidFill>
              </a:rPr>
              <a:t>0.0.0.0</a:t>
            </a:r>
          </a:p>
        </p:txBody>
      </p:sp>
      <p:grpSp>
        <p:nvGrpSpPr>
          <p:cNvPr id="35" name="Group 58">
            <a:extLst>
              <a:ext uri="{FF2B5EF4-FFF2-40B4-BE49-F238E27FC236}">
                <a16:creationId xmlns:a16="http://schemas.microsoft.com/office/drawing/2014/main" id="{E59B77AC-6891-3FC2-54D5-5DC0F4CA30D2}"/>
              </a:ext>
            </a:extLst>
          </p:cNvPr>
          <p:cNvGrpSpPr>
            <a:grpSpLocks noChangeAspect="1"/>
          </p:cNvGrpSpPr>
          <p:nvPr/>
        </p:nvGrpSpPr>
        <p:grpSpPr bwMode="auto">
          <a:xfrm>
            <a:off x="3418205" y="1642040"/>
            <a:ext cx="723900" cy="460375"/>
            <a:chOff x="3312" y="2160"/>
            <a:chExt cx="960" cy="528"/>
          </a:xfrm>
        </p:grpSpPr>
        <p:grpSp>
          <p:nvGrpSpPr>
            <p:cNvPr id="36" name="Group 59">
              <a:extLst>
                <a:ext uri="{FF2B5EF4-FFF2-40B4-BE49-F238E27FC236}">
                  <a16:creationId xmlns:a16="http://schemas.microsoft.com/office/drawing/2014/main" id="{358B3B2D-E8BA-1E94-14AE-B007D2DA2B53}"/>
                </a:ext>
              </a:extLst>
            </p:cNvPr>
            <p:cNvGrpSpPr>
              <a:grpSpLocks noChangeAspect="1"/>
            </p:cNvGrpSpPr>
            <p:nvPr/>
          </p:nvGrpSpPr>
          <p:grpSpPr bwMode="auto">
            <a:xfrm>
              <a:off x="3312" y="2160"/>
              <a:ext cx="960" cy="528"/>
              <a:chOff x="3312" y="2160"/>
              <a:chExt cx="960" cy="528"/>
            </a:xfrm>
          </p:grpSpPr>
          <p:sp>
            <p:nvSpPr>
              <p:cNvPr id="38" name="AutoShape 60">
                <a:extLst>
                  <a:ext uri="{FF2B5EF4-FFF2-40B4-BE49-F238E27FC236}">
                    <a16:creationId xmlns:a16="http://schemas.microsoft.com/office/drawing/2014/main" id="{B5BD0E12-FF8A-1D07-7047-4D285097916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39" name="Group 61">
                <a:extLst>
                  <a:ext uri="{FF2B5EF4-FFF2-40B4-BE49-F238E27FC236}">
                    <a16:creationId xmlns:a16="http://schemas.microsoft.com/office/drawing/2014/main" id="{3D58A98C-FB1A-914C-C89D-1AB4E97A30CE}"/>
                  </a:ext>
                </a:extLst>
              </p:cNvPr>
              <p:cNvGrpSpPr>
                <a:grpSpLocks noChangeAspect="1"/>
              </p:cNvGrpSpPr>
              <p:nvPr/>
            </p:nvGrpSpPr>
            <p:grpSpPr bwMode="auto">
              <a:xfrm>
                <a:off x="3488" y="2193"/>
                <a:ext cx="599" cy="207"/>
                <a:chOff x="422" y="1632"/>
                <a:chExt cx="829" cy="298"/>
              </a:xfrm>
            </p:grpSpPr>
            <p:grpSp>
              <p:nvGrpSpPr>
                <p:cNvPr id="40" name="Group 62">
                  <a:extLst>
                    <a:ext uri="{FF2B5EF4-FFF2-40B4-BE49-F238E27FC236}">
                      <a16:creationId xmlns:a16="http://schemas.microsoft.com/office/drawing/2014/main" id="{1B435C44-4945-1186-C685-2EBEA0450C98}"/>
                    </a:ext>
                  </a:extLst>
                </p:cNvPr>
                <p:cNvGrpSpPr>
                  <a:grpSpLocks noChangeAspect="1"/>
                </p:cNvGrpSpPr>
                <p:nvPr/>
              </p:nvGrpSpPr>
              <p:grpSpPr bwMode="auto">
                <a:xfrm>
                  <a:off x="422" y="1632"/>
                  <a:ext cx="822" cy="291"/>
                  <a:chOff x="422" y="1632"/>
                  <a:chExt cx="822" cy="291"/>
                </a:xfrm>
              </p:grpSpPr>
              <p:sp>
                <p:nvSpPr>
                  <p:cNvPr id="50" name="Freeform 63">
                    <a:extLst>
                      <a:ext uri="{FF2B5EF4-FFF2-40B4-BE49-F238E27FC236}">
                        <a16:creationId xmlns:a16="http://schemas.microsoft.com/office/drawing/2014/main" id="{B7109261-9C9F-F1C8-BEE5-9E18EAD52D1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1" name="Freeform 64">
                    <a:extLst>
                      <a:ext uri="{FF2B5EF4-FFF2-40B4-BE49-F238E27FC236}">
                        <a16:creationId xmlns:a16="http://schemas.microsoft.com/office/drawing/2014/main" id="{DF07984C-6065-BDC5-F697-56DB089B466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2" name="Freeform 65">
                    <a:extLst>
                      <a:ext uri="{FF2B5EF4-FFF2-40B4-BE49-F238E27FC236}">
                        <a16:creationId xmlns:a16="http://schemas.microsoft.com/office/drawing/2014/main" id="{759D1AB2-789C-7CE3-27B1-6AE8B2C1739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3" name="Freeform 66">
                    <a:extLst>
                      <a:ext uri="{FF2B5EF4-FFF2-40B4-BE49-F238E27FC236}">
                        <a16:creationId xmlns:a16="http://schemas.microsoft.com/office/drawing/2014/main" id="{400C610D-46FF-23B9-0C27-5EBCB41DF37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4" name="Freeform 67">
                    <a:extLst>
                      <a:ext uri="{FF2B5EF4-FFF2-40B4-BE49-F238E27FC236}">
                        <a16:creationId xmlns:a16="http://schemas.microsoft.com/office/drawing/2014/main" id="{B16A48EC-EF7F-4BE0-F6E4-ECCA66E9CD7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5" name="Freeform 68">
                    <a:extLst>
                      <a:ext uri="{FF2B5EF4-FFF2-40B4-BE49-F238E27FC236}">
                        <a16:creationId xmlns:a16="http://schemas.microsoft.com/office/drawing/2014/main" id="{19F1100D-8148-89E6-52E6-125C40AD333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6" name="Freeform 69">
                    <a:extLst>
                      <a:ext uri="{FF2B5EF4-FFF2-40B4-BE49-F238E27FC236}">
                        <a16:creationId xmlns:a16="http://schemas.microsoft.com/office/drawing/2014/main" id="{3CFC53CC-782F-BEF7-6986-BA080261A08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 name="Freeform 70">
                    <a:extLst>
                      <a:ext uri="{FF2B5EF4-FFF2-40B4-BE49-F238E27FC236}">
                        <a16:creationId xmlns:a16="http://schemas.microsoft.com/office/drawing/2014/main" id="{05BCE7A7-0FFB-785E-9573-AF9EADE0A54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41" name="Group 71">
                  <a:extLst>
                    <a:ext uri="{FF2B5EF4-FFF2-40B4-BE49-F238E27FC236}">
                      <a16:creationId xmlns:a16="http://schemas.microsoft.com/office/drawing/2014/main" id="{EDC4A3D8-0EA2-297F-3400-A35F16D6A136}"/>
                    </a:ext>
                  </a:extLst>
                </p:cNvPr>
                <p:cNvGrpSpPr>
                  <a:grpSpLocks noChangeAspect="1"/>
                </p:cNvGrpSpPr>
                <p:nvPr/>
              </p:nvGrpSpPr>
              <p:grpSpPr bwMode="auto">
                <a:xfrm>
                  <a:off x="429" y="1639"/>
                  <a:ext cx="822" cy="291"/>
                  <a:chOff x="429" y="1639"/>
                  <a:chExt cx="822" cy="291"/>
                </a:xfrm>
              </p:grpSpPr>
              <p:sp>
                <p:nvSpPr>
                  <p:cNvPr id="42" name="Freeform 72">
                    <a:extLst>
                      <a:ext uri="{FF2B5EF4-FFF2-40B4-BE49-F238E27FC236}">
                        <a16:creationId xmlns:a16="http://schemas.microsoft.com/office/drawing/2014/main" id="{DFD37556-E148-827E-C941-733AECD2C1B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3" name="Freeform 73">
                    <a:extLst>
                      <a:ext uri="{FF2B5EF4-FFF2-40B4-BE49-F238E27FC236}">
                        <a16:creationId xmlns:a16="http://schemas.microsoft.com/office/drawing/2014/main" id="{7182A070-25A5-C387-18BE-F3B70348A3C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4" name="Freeform 74">
                    <a:extLst>
                      <a:ext uri="{FF2B5EF4-FFF2-40B4-BE49-F238E27FC236}">
                        <a16:creationId xmlns:a16="http://schemas.microsoft.com/office/drawing/2014/main" id="{F19F85A6-9AB0-A771-E0ED-A13F02E7C2F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5" name="Freeform 75">
                    <a:extLst>
                      <a:ext uri="{FF2B5EF4-FFF2-40B4-BE49-F238E27FC236}">
                        <a16:creationId xmlns:a16="http://schemas.microsoft.com/office/drawing/2014/main" id="{6DE448EC-8F63-1CF6-EEB6-91D37D3E513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6" name="Freeform 76">
                    <a:extLst>
                      <a:ext uri="{FF2B5EF4-FFF2-40B4-BE49-F238E27FC236}">
                        <a16:creationId xmlns:a16="http://schemas.microsoft.com/office/drawing/2014/main" id="{F70C254F-7D19-3124-4192-6B7E5196087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7" name="Freeform 77">
                    <a:extLst>
                      <a:ext uri="{FF2B5EF4-FFF2-40B4-BE49-F238E27FC236}">
                        <a16:creationId xmlns:a16="http://schemas.microsoft.com/office/drawing/2014/main" id="{95125788-59B8-5A47-66D5-979B1828E46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8" name="Freeform 78">
                    <a:extLst>
                      <a:ext uri="{FF2B5EF4-FFF2-40B4-BE49-F238E27FC236}">
                        <a16:creationId xmlns:a16="http://schemas.microsoft.com/office/drawing/2014/main" id="{7207942D-6365-5FED-025B-19F2C0F69E8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9" name="Freeform 79">
                    <a:extLst>
                      <a:ext uri="{FF2B5EF4-FFF2-40B4-BE49-F238E27FC236}">
                        <a16:creationId xmlns:a16="http://schemas.microsoft.com/office/drawing/2014/main" id="{90F873C8-E584-E0CD-3C49-5BA0FDDD050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37" name="WordArt 80">
              <a:extLst>
                <a:ext uri="{FF2B5EF4-FFF2-40B4-BE49-F238E27FC236}">
                  <a16:creationId xmlns:a16="http://schemas.microsoft.com/office/drawing/2014/main" id="{E214CEBC-AD80-D590-DDEA-5C0A99499D7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grpSp>
        <p:nvGrpSpPr>
          <p:cNvPr id="58" name="Group 93">
            <a:extLst>
              <a:ext uri="{FF2B5EF4-FFF2-40B4-BE49-F238E27FC236}">
                <a16:creationId xmlns:a16="http://schemas.microsoft.com/office/drawing/2014/main" id="{418C1B97-D8F4-D705-C260-5C64127E9C88}"/>
              </a:ext>
            </a:extLst>
          </p:cNvPr>
          <p:cNvGrpSpPr>
            <a:grpSpLocks noChangeAspect="1"/>
          </p:cNvGrpSpPr>
          <p:nvPr/>
        </p:nvGrpSpPr>
        <p:grpSpPr bwMode="auto">
          <a:xfrm>
            <a:off x="7779897" y="1642040"/>
            <a:ext cx="723900" cy="460375"/>
            <a:chOff x="3312" y="2160"/>
            <a:chExt cx="960" cy="528"/>
          </a:xfrm>
        </p:grpSpPr>
        <p:grpSp>
          <p:nvGrpSpPr>
            <p:cNvPr id="59" name="Group 94">
              <a:extLst>
                <a:ext uri="{FF2B5EF4-FFF2-40B4-BE49-F238E27FC236}">
                  <a16:creationId xmlns:a16="http://schemas.microsoft.com/office/drawing/2014/main" id="{773BB94F-2D19-0B3D-B264-4DE8BB6AA61C}"/>
                </a:ext>
              </a:extLst>
            </p:cNvPr>
            <p:cNvGrpSpPr>
              <a:grpSpLocks noChangeAspect="1"/>
            </p:cNvGrpSpPr>
            <p:nvPr/>
          </p:nvGrpSpPr>
          <p:grpSpPr bwMode="auto">
            <a:xfrm>
              <a:off x="3312" y="2160"/>
              <a:ext cx="960" cy="528"/>
              <a:chOff x="3312" y="2160"/>
              <a:chExt cx="960" cy="528"/>
            </a:xfrm>
          </p:grpSpPr>
          <p:sp>
            <p:nvSpPr>
              <p:cNvPr id="61" name="AutoShape 95">
                <a:extLst>
                  <a:ext uri="{FF2B5EF4-FFF2-40B4-BE49-F238E27FC236}">
                    <a16:creationId xmlns:a16="http://schemas.microsoft.com/office/drawing/2014/main" id="{BF7FCB6B-9D8E-D555-9EC8-1BF8A8AB0B3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2" name="Group 96">
                <a:extLst>
                  <a:ext uri="{FF2B5EF4-FFF2-40B4-BE49-F238E27FC236}">
                    <a16:creationId xmlns:a16="http://schemas.microsoft.com/office/drawing/2014/main" id="{8B791A72-F763-FF26-E734-F9F0707F14FA}"/>
                  </a:ext>
                </a:extLst>
              </p:cNvPr>
              <p:cNvGrpSpPr>
                <a:grpSpLocks noChangeAspect="1"/>
              </p:cNvGrpSpPr>
              <p:nvPr/>
            </p:nvGrpSpPr>
            <p:grpSpPr bwMode="auto">
              <a:xfrm>
                <a:off x="3488" y="2193"/>
                <a:ext cx="599" cy="207"/>
                <a:chOff x="422" y="1632"/>
                <a:chExt cx="829" cy="298"/>
              </a:xfrm>
            </p:grpSpPr>
            <p:grpSp>
              <p:nvGrpSpPr>
                <p:cNvPr id="63" name="Group 97">
                  <a:extLst>
                    <a:ext uri="{FF2B5EF4-FFF2-40B4-BE49-F238E27FC236}">
                      <a16:creationId xmlns:a16="http://schemas.microsoft.com/office/drawing/2014/main" id="{B6288C28-7F15-3D8C-936C-BFD3F0022838}"/>
                    </a:ext>
                  </a:extLst>
                </p:cNvPr>
                <p:cNvGrpSpPr>
                  <a:grpSpLocks noChangeAspect="1"/>
                </p:cNvGrpSpPr>
                <p:nvPr/>
              </p:nvGrpSpPr>
              <p:grpSpPr bwMode="auto">
                <a:xfrm>
                  <a:off x="422" y="1632"/>
                  <a:ext cx="822" cy="291"/>
                  <a:chOff x="422" y="1632"/>
                  <a:chExt cx="822" cy="291"/>
                </a:xfrm>
              </p:grpSpPr>
              <p:sp>
                <p:nvSpPr>
                  <p:cNvPr id="21515" name="Freeform 98">
                    <a:extLst>
                      <a:ext uri="{FF2B5EF4-FFF2-40B4-BE49-F238E27FC236}">
                        <a16:creationId xmlns:a16="http://schemas.microsoft.com/office/drawing/2014/main" id="{37D07775-7ED6-2004-885C-68F583E5EB6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6" name="Freeform 99">
                    <a:extLst>
                      <a:ext uri="{FF2B5EF4-FFF2-40B4-BE49-F238E27FC236}">
                        <a16:creationId xmlns:a16="http://schemas.microsoft.com/office/drawing/2014/main" id="{2E0C03AE-6095-6348-C337-0B867ECCD8F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7" name="Freeform 100">
                    <a:extLst>
                      <a:ext uri="{FF2B5EF4-FFF2-40B4-BE49-F238E27FC236}">
                        <a16:creationId xmlns:a16="http://schemas.microsoft.com/office/drawing/2014/main" id="{6E9CC569-39AD-3E69-C74D-05A952DBCE9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8" name="Freeform 101">
                    <a:extLst>
                      <a:ext uri="{FF2B5EF4-FFF2-40B4-BE49-F238E27FC236}">
                        <a16:creationId xmlns:a16="http://schemas.microsoft.com/office/drawing/2014/main" id="{EA24AFB0-C412-7E33-8487-62E6D51C91A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9" name="Freeform 102">
                    <a:extLst>
                      <a:ext uri="{FF2B5EF4-FFF2-40B4-BE49-F238E27FC236}">
                        <a16:creationId xmlns:a16="http://schemas.microsoft.com/office/drawing/2014/main" id="{C184E451-A74A-D09E-7A07-7737C251948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0" name="Freeform 103">
                    <a:extLst>
                      <a:ext uri="{FF2B5EF4-FFF2-40B4-BE49-F238E27FC236}">
                        <a16:creationId xmlns:a16="http://schemas.microsoft.com/office/drawing/2014/main" id="{6B5618F2-175F-7C92-CA74-E7BF17B2C04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1" name="Freeform 104">
                    <a:extLst>
                      <a:ext uri="{FF2B5EF4-FFF2-40B4-BE49-F238E27FC236}">
                        <a16:creationId xmlns:a16="http://schemas.microsoft.com/office/drawing/2014/main" id="{FA90C331-835F-AFAB-EF04-09ACB29330D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2" name="Freeform 105">
                    <a:extLst>
                      <a:ext uri="{FF2B5EF4-FFF2-40B4-BE49-F238E27FC236}">
                        <a16:creationId xmlns:a16="http://schemas.microsoft.com/office/drawing/2014/main" id="{273104CB-BE03-B839-DBFE-64EC0172095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04" name="Group 106">
                  <a:extLst>
                    <a:ext uri="{FF2B5EF4-FFF2-40B4-BE49-F238E27FC236}">
                      <a16:creationId xmlns:a16="http://schemas.microsoft.com/office/drawing/2014/main" id="{810CC237-2CCA-EF5E-26D8-930609FA46B0}"/>
                    </a:ext>
                  </a:extLst>
                </p:cNvPr>
                <p:cNvGrpSpPr>
                  <a:grpSpLocks noChangeAspect="1"/>
                </p:cNvGrpSpPr>
                <p:nvPr/>
              </p:nvGrpSpPr>
              <p:grpSpPr bwMode="auto">
                <a:xfrm>
                  <a:off x="429" y="1639"/>
                  <a:ext cx="822" cy="291"/>
                  <a:chOff x="429" y="1639"/>
                  <a:chExt cx="822" cy="291"/>
                </a:xfrm>
              </p:grpSpPr>
              <p:sp>
                <p:nvSpPr>
                  <p:cNvPr id="21505" name="Freeform 107">
                    <a:extLst>
                      <a:ext uri="{FF2B5EF4-FFF2-40B4-BE49-F238E27FC236}">
                        <a16:creationId xmlns:a16="http://schemas.microsoft.com/office/drawing/2014/main" id="{0BB9777F-E3DB-3CA0-F9EB-9DE751211E2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6" name="Freeform 108">
                    <a:extLst>
                      <a:ext uri="{FF2B5EF4-FFF2-40B4-BE49-F238E27FC236}">
                        <a16:creationId xmlns:a16="http://schemas.microsoft.com/office/drawing/2014/main" id="{5C3DC2A5-96BA-0DB1-9349-E91C5F06EC1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7" name="Freeform 109">
                    <a:extLst>
                      <a:ext uri="{FF2B5EF4-FFF2-40B4-BE49-F238E27FC236}">
                        <a16:creationId xmlns:a16="http://schemas.microsoft.com/office/drawing/2014/main" id="{798A53BD-E197-4DA8-4F9D-4ABF50A3F36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0" name="Freeform 110">
                    <a:extLst>
                      <a:ext uri="{FF2B5EF4-FFF2-40B4-BE49-F238E27FC236}">
                        <a16:creationId xmlns:a16="http://schemas.microsoft.com/office/drawing/2014/main" id="{A47C46BB-DDBE-A3FF-7A9C-00038106449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1" name="Freeform 111">
                    <a:extLst>
                      <a:ext uri="{FF2B5EF4-FFF2-40B4-BE49-F238E27FC236}">
                        <a16:creationId xmlns:a16="http://schemas.microsoft.com/office/drawing/2014/main" id="{D7B73FD7-F0ED-BAF3-97A0-3A681B1CC88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2" name="Freeform 112">
                    <a:extLst>
                      <a:ext uri="{FF2B5EF4-FFF2-40B4-BE49-F238E27FC236}">
                        <a16:creationId xmlns:a16="http://schemas.microsoft.com/office/drawing/2014/main" id="{3183CA20-7AAE-251D-E72C-F581278880C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3" name="Freeform 113">
                    <a:extLst>
                      <a:ext uri="{FF2B5EF4-FFF2-40B4-BE49-F238E27FC236}">
                        <a16:creationId xmlns:a16="http://schemas.microsoft.com/office/drawing/2014/main" id="{DAD73475-3982-9DB2-45FA-E323CD278A3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4" name="Freeform 114">
                    <a:extLst>
                      <a:ext uri="{FF2B5EF4-FFF2-40B4-BE49-F238E27FC236}">
                        <a16:creationId xmlns:a16="http://schemas.microsoft.com/office/drawing/2014/main" id="{ABF7D543-8176-62CC-BC18-7D36427B740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 name="WordArt 115">
              <a:extLst>
                <a:ext uri="{FF2B5EF4-FFF2-40B4-BE49-F238E27FC236}">
                  <a16:creationId xmlns:a16="http://schemas.microsoft.com/office/drawing/2014/main" id="{DD9E5CCF-F95B-E060-47A2-93478C90550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21523" name="Group 122">
            <a:extLst>
              <a:ext uri="{FF2B5EF4-FFF2-40B4-BE49-F238E27FC236}">
                <a16:creationId xmlns:a16="http://schemas.microsoft.com/office/drawing/2014/main" id="{8C636A99-E792-051D-4CC7-0AF4C69A759D}"/>
              </a:ext>
            </a:extLst>
          </p:cNvPr>
          <p:cNvGrpSpPr>
            <a:grpSpLocks noChangeAspect="1"/>
          </p:cNvGrpSpPr>
          <p:nvPr/>
        </p:nvGrpSpPr>
        <p:grpSpPr bwMode="auto">
          <a:xfrm>
            <a:off x="7968254" y="3531430"/>
            <a:ext cx="723900" cy="460375"/>
            <a:chOff x="3312" y="2160"/>
            <a:chExt cx="960" cy="528"/>
          </a:xfrm>
        </p:grpSpPr>
        <p:grpSp>
          <p:nvGrpSpPr>
            <p:cNvPr id="21524" name="Group 123">
              <a:extLst>
                <a:ext uri="{FF2B5EF4-FFF2-40B4-BE49-F238E27FC236}">
                  <a16:creationId xmlns:a16="http://schemas.microsoft.com/office/drawing/2014/main" id="{6B2A8C9A-1810-3936-4A72-CC7C1AD43C13}"/>
                </a:ext>
              </a:extLst>
            </p:cNvPr>
            <p:cNvGrpSpPr>
              <a:grpSpLocks noChangeAspect="1"/>
            </p:cNvGrpSpPr>
            <p:nvPr/>
          </p:nvGrpSpPr>
          <p:grpSpPr bwMode="auto">
            <a:xfrm>
              <a:off x="3312" y="2160"/>
              <a:ext cx="960" cy="528"/>
              <a:chOff x="3312" y="2160"/>
              <a:chExt cx="960" cy="528"/>
            </a:xfrm>
          </p:grpSpPr>
          <p:sp>
            <p:nvSpPr>
              <p:cNvPr id="21526" name="AutoShape 124">
                <a:extLst>
                  <a:ext uri="{FF2B5EF4-FFF2-40B4-BE49-F238E27FC236}">
                    <a16:creationId xmlns:a16="http://schemas.microsoft.com/office/drawing/2014/main" id="{485FEFB7-4F10-7F12-D27E-E08FEF3E737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27" name="Group 125">
                <a:extLst>
                  <a:ext uri="{FF2B5EF4-FFF2-40B4-BE49-F238E27FC236}">
                    <a16:creationId xmlns:a16="http://schemas.microsoft.com/office/drawing/2014/main" id="{BADADAA0-AF61-58FC-0E21-7ACDE28310D3}"/>
                  </a:ext>
                </a:extLst>
              </p:cNvPr>
              <p:cNvGrpSpPr>
                <a:grpSpLocks noChangeAspect="1"/>
              </p:cNvGrpSpPr>
              <p:nvPr/>
            </p:nvGrpSpPr>
            <p:grpSpPr bwMode="auto">
              <a:xfrm>
                <a:off x="3488" y="2193"/>
                <a:ext cx="599" cy="207"/>
                <a:chOff x="422" y="1632"/>
                <a:chExt cx="829" cy="298"/>
              </a:xfrm>
            </p:grpSpPr>
            <p:grpSp>
              <p:nvGrpSpPr>
                <p:cNvPr id="21528" name="Group 126">
                  <a:extLst>
                    <a:ext uri="{FF2B5EF4-FFF2-40B4-BE49-F238E27FC236}">
                      <a16:creationId xmlns:a16="http://schemas.microsoft.com/office/drawing/2014/main" id="{0086B9F0-CA06-8816-E8F2-F95291859CBC}"/>
                    </a:ext>
                  </a:extLst>
                </p:cNvPr>
                <p:cNvGrpSpPr>
                  <a:grpSpLocks noChangeAspect="1"/>
                </p:cNvGrpSpPr>
                <p:nvPr/>
              </p:nvGrpSpPr>
              <p:grpSpPr bwMode="auto">
                <a:xfrm>
                  <a:off x="422" y="1632"/>
                  <a:ext cx="822" cy="291"/>
                  <a:chOff x="422" y="1632"/>
                  <a:chExt cx="822" cy="291"/>
                </a:xfrm>
              </p:grpSpPr>
              <p:sp>
                <p:nvSpPr>
                  <p:cNvPr id="21549" name="Freeform 127">
                    <a:extLst>
                      <a:ext uri="{FF2B5EF4-FFF2-40B4-BE49-F238E27FC236}">
                        <a16:creationId xmlns:a16="http://schemas.microsoft.com/office/drawing/2014/main" id="{6521B9FF-899C-8769-E22C-BEA45397B1D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0" name="Freeform 128">
                    <a:extLst>
                      <a:ext uri="{FF2B5EF4-FFF2-40B4-BE49-F238E27FC236}">
                        <a16:creationId xmlns:a16="http://schemas.microsoft.com/office/drawing/2014/main" id="{498179DD-C74C-4C22-4377-D8410F7C05A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1" name="Freeform 129">
                    <a:extLst>
                      <a:ext uri="{FF2B5EF4-FFF2-40B4-BE49-F238E27FC236}">
                        <a16:creationId xmlns:a16="http://schemas.microsoft.com/office/drawing/2014/main" id="{B3BC125B-F789-6C8B-0D07-F3B2CA79E0F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2" name="Freeform 130">
                    <a:extLst>
                      <a:ext uri="{FF2B5EF4-FFF2-40B4-BE49-F238E27FC236}">
                        <a16:creationId xmlns:a16="http://schemas.microsoft.com/office/drawing/2014/main" id="{4AF925B7-84CA-9B17-BF3C-CECB5E74AE2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3" name="Freeform 131">
                    <a:extLst>
                      <a:ext uri="{FF2B5EF4-FFF2-40B4-BE49-F238E27FC236}">
                        <a16:creationId xmlns:a16="http://schemas.microsoft.com/office/drawing/2014/main" id="{B5CEF5C4-F4A2-2E38-B684-0B930256678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4" name="Freeform 132">
                    <a:extLst>
                      <a:ext uri="{FF2B5EF4-FFF2-40B4-BE49-F238E27FC236}">
                        <a16:creationId xmlns:a16="http://schemas.microsoft.com/office/drawing/2014/main" id="{EC9DD298-3ABA-DFCA-5F8A-02BCFFD48FB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5" name="Freeform 133">
                    <a:extLst>
                      <a:ext uri="{FF2B5EF4-FFF2-40B4-BE49-F238E27FC236}">
                        <a16:creationId xmlns:a16="http://schemas.microsoft.com/office/drawing/2014/main" id="{CE8BAA5D-E48C-F02D-17EB-723E70C0DE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6" name="Freeform 134">
                    <a:extLst>
                      <a:ext uri="{FF2B5EF4-FFF2-40B4-BE49-F238E27FC236}">
                        <a16:creationId xmlns:a16="http://schemas.microsoft.com/office/drawing/2014/main" id="{CFFE74F0-C6EC-DF34-0629-304012756C2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29" name="Group 135">
                  <a:extLst>
                    <a:ext uri="{FF2B5EF4-FFF2-40B4-BE49-F238E27FC236}">
                      <a16:creationId xmlns:a16="http://schemas.microsoft.com/office/drawing/2014/main" id="{57E28F75-7D1B-2B71-94B0-180C572B24C8}"/>
                    </a:ext>
                  </a:extLst>
                </p:cNvPr>
                <p:cNvGrpSpPr>
                  <a:grpSpLocks noChangeAspect="1"/>
                </p:cNvGrpSpPr>
                <p:nvPr/>
              </p:nvGrpSpPr>
              <p:grpSpPr bwMode="auto">
                <a:xfrm>
                  <a:off x="429" y="1639"/>
                  <a:ext cx="822" cy="291"/>
                  <a:chOff x="429" y="1639"/>
                  <a:chExt cx="822" cy="291"/>
                </a:xfrm>
              </p:grpSpPr>
              <p:sp>
                <p:nvSpPr>
                  <p:cNvPr id="21530" name="Freeform 136">
                    <a:extLst>
                      <a:ext uri="{FF2B5EF4-FFF2-40B4-BE49-F238E27FC236}">
                        <a16:creationId xmlns:a16="http://schemas.microsoft.com/office/drawing/2014/main" id="{CA7B053B-50DE-5A57-4E1C-6249BA1316E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1" name="Freeform 137">
                    <a:extLst>
                      <a:ext uri="{FF2B5EF4-FFF2-40B4-BE49-F238E27FC236}">
                        <a16:creationId xmlns:a16="http://schemas.microsoft.com/office/drawing/2014/main" id="{9CE7DBCA-0A4F-AB3F-53E9-CC831C02272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2" name="Freeform 138">
                    <a:extLst>
                      <a:ext uri="{FF2B5EF4-FFF2-40B4-BE49-F238E27FC236}">
                        <a16:creationId xmlns:a16="http://schemas.microsoft.com/office/drawing/2014/main" id="{77DA2937-3DC6-B2AB-062A-61183C0FDA5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3" name="Freeform 139">
                    <a:extLst>
                      <a:ext uri="{FF2B5EF4-FFF2-40B4-BE49-F238E27FC236}">
                        <a16:creationId xmlns:a16="http://schemas.microsoft.com/office/drawing/2014/main" id="{71799DF2-77A1-BBAB-6218-F43FBB08CAB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4" name="Freeform 140">
                    <a:extLst>
                      <a:ext uri="{FF2B5EF4-FFF2-40B4-BE49-F238E27FC236}">
                        <a16:creationId xmlns:a16="http://schemas.microsoft.com/office/drawing/2014/main" id="{267A88ED-03FD-4C0F-33EE-099D205168E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5" name="Freeform 141">
                    <a:extLst>
                      <a:ext uri="{FF2B5EF4-FFF2-40B4-BE49-F238E27FC236}">
                        <a16:creationId xmlns:a16="http://schemas.microsoft.com/office/drawing/2014/main" id="{0664CE1E-0004-20FE-0649-9CA58659392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6" name="Freeform 142">
                    <a:extLst>
                      <a:ext uri="{FF2B5EF4-FFF2-40B4-BE49-F238E27FC236}">
                        <a16:creationId xmlns:a16="http://schemas.microsoft.com/office/drawing/2014/main" id="{F56B102D-508A-B70F-7E3A-330CEC806E4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48" name="Freeform 143">
                    <a:extLst>
                      <a:ext uri="{FF2B5EF4-FFF2-40B4-BE49-F238E27FC236}">
                        <a16:creationId xmlns:a16="http://schemas.microsoft.com/office/drawing/2014/main" id="{57CA6746-97D8-C254-2DB2-99643D44639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25" name="WordArt 144">
              <a:extLst>
                <a:ext uri="{FF2B5EF4-FFF2-40B4-BE49-F238E27FC236}">
                  <a16:creationId xmlns:a16="http://schemas.microsoft.com/office/drawing/2014/main" id="{2EE5B74D-0221-342D-C512-737EA1F8274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sp>
        <p:nvSpPr>
          <p:cNvPr id="21580" name="AutoShape 182">
            <a:extLst>
              <a:ext uri="{FF2B5EF4-FFF2-40B4-BE49-F238E27FC236}">
                <a16:creationId xmlns:a16="http://schemas.microsoft.com/office/drawing/2014/main" id="{AAF8263B-B0B3-A65D-3DCA-6F87857E6027}"/>
              </a:ext>
            </a:extLst>
          </p:cNvPr>
          <p:cNvSpPr>
            <a:spLocks noChangeArrowheads="1"/>
          </p:cNvSpPr>
          <p:nvPr/>
        </p:nvSpPr>
        <p:spPr bwMode="auto">
          <a:xfrm>
            <a:off x="3267393"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10.0.3.1</a:t>
            </a:r>
          </a:p>
        </p:txBody>
      </p:sp>
      <p:sp>
        <p:nvSpPr>
          <p:cNvPr id="21581" name="AutoShape 183">
            <a:extLst>
              <a:ext uri="{FF2B5EF4-FFF2-40B4-BE49-F238E27FC236}">
                <a16:creationId xmlns:a16="http://schemas.microsoft.com/office/drawing/2014/main" id="{AEBCF5DC-DF62-D732-6A91-8D5C0F660489}"/>
              </a:ext>
            </a:extLst>
          </p:cNvPr>
          <p:cNvSpPr>
            <a:spLocks noChangeArrowheads="1"/>
          </p:cNvSpPr>
          <p:nvPr/>
        </p:nvSpPr>
        <p:spPr bwMode="auto">
          <a:xfrm>
            <a:off x="2932228" y="3929171"/>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10.0.3.2</a:t>
            </a:r>
          </a:p>
        </p:txBody>
      </p:sp>
      <p:sp>
        <p:nvSpPr>
          <p:cNvPr id="21582" name="AutoShape 185">
            <a:extLst>
              <a:ext uri="{FF2B5EF4-FFF2-40B4-BE49-F238E27FC236}">
                <a16:creationId xmlns:a16="http://schemas.microsoft.com/office/drawing/2014/main" id="{1DBEC42A-CBD1-19B7-F25C-8A892BC0FD97}"/>
              </a:ext>
            </a:extLst>
          </p:cNvPr>
          <p:cNvSpPr>
            <a:spLocks noChangeArrowheads="1"/>
          </p:cNvSpPr>
          <p:nvPr/>
        </p:nvSpPr>
        <p:spPr bwMode="auto">
          <a:xfrm>
            <a:off x="7809504" y="4021967"/>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dirty="0">
                <a:latin typeface="Courier New" panose="02070309020205020404" pitchFamily="49" charset="0"/>
              </a:rPr>
              <a:t>10.0.2.2</a:t>
            </a:r>
          </a:p>
        </p:txBody>
      </p:sp>
      <p:sp>
        <p:nvSpPr>
          <p:cNvPr id="21583" name="AutoShape 186">
            <a:extLst>
              <a:ext uri="{FF2B5EF4-FFF2-40B4-BE49-F238E27FC236}">
                <a16:creationId xmlns:a16="http://schemas.microsoft.com/office/drawing/2014/main" id="{90B64B42-6EB8-61B4-CE07-5514EEE6C7B2}"/>
              </a:ext>
            </a:extLst>
          </p:cNvPr>
          <p:cNvSpPr>
            <a:spLocks noChangeArrowheads="1"/>
          </p:cNvSpPr>
          <p:nvPr/>
        </p:nvSpPr>
        <p:spPr bwMode="auto">
          <a:xfrm>
            <a:off x="7621147"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10.0.1.1</a:t>
            </a:r>
          </a:p>
        </p:txBody>
      </p:sp>
      <p:sp>
        <p:nvSpPr>
          <p:cNvPr id="21584" name="AutoShape 214">
            <a:extLst>
              <a:ext uri="{FF2B5EF4-FFF2-40B4-BE49-F238E27FC236}">
                <a16:creationId xmlns:a16="http://schemas.microsoft.com/office/drawing/2014/main" id="{8A261A5F-7264-3AC9-C64E-CFA81FE95B65}"/>
              </a:ext>
            </a:extLst>
          </p:cNvPr>
          <p:cNvSpPr>
            <a:spLocks noChangeArrowheads="1"/>
          </p:cNvSpPr>
          <p:nvPr/>
        </p:nvSpPr>
        <p:spPr bwMode="auto">
          <a:xfrm>
            <a:off x="6244202" y="2468145"/>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10.0.2.3</a:t>
            </a:r>
          </a:p>
        </p:txBody>
      </p:sp>
      <p:sp>
        <p:nvSpPr>
          <p:cNvPr id="21827" name="AutoShape 298">
            <a:extLst>
              <a:ext uri="{FF2B5EF4-FFF2-40B4-BE49-F238E27FC236}">
                <a16:creationId xmlns:a16="http://schemas.microsoft.com/office/drawing/2014/main" id="{06B3DCAD-6000-B97B-E025-9E874C4ECA57}"/>
              </a:ext>
            </a:extLst>
          </p:cNvPr>
          <p:cNvSpPr>
            <a:spLocks noChangeArrowheads="1"/>
          </p:cNvSpPr>
          <p:nvPr/>
        </p:nvSpPr>
        <p:spPr bwMode="auto">
          <a:xfrm>
            <a:off x="9744874" y="4408603"/>
            <a:ext cx="2344737" cy="1696196"/>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IT" dirty="0">
                <a:latin typeface="Tahoma" panose="020B0604030504040204" pitchFamily="34" charset="0"/>
              </a:rPr>
              <a:t>note: the output of </a:t>
            </a:r>
            <a:r>
              <a:rPr lang="it-IT" altLang="en-IT" b="1" dirty="0">
                <a:latin typeface="Courier New" panose="02070309020205020404" pitchFamily="49" charset="0"/>
              </a:rPr>
              <a:t>show </a:t>
            </a:r>
            <a:r>
              <a:rPr lang="it-IT" altLang="en-IT" b="1" dirty="0" err="1">
                <a:latin typeface="Courier New" panose="02070309020205020404" pitchFamily="49" charset="0"/>
              </a:rPr>
              <a:t>ip</a:t>
            </a:r>
            <a:r>
              <a:rPr lang="it-IT" altLang="en-IT" b="1" dirty="0">
                <a:latin typeface="Courier New" panose="02070309020205020404" pitchFamily="49" charset="0"/>
              </a:rPr>
              <a:t> </a:t>
            </a:r>
            <a:r>
              <a:rPr lang="it-IT" altLang="en-IT" b="1" dirty="0" err="1">
                <a:latin typeface="Courier New" panose="02070309020205020404" pitchFamily="49" charset="0"/>
              </a:rPr>
              <a:t>ospf</a:t>
            </a:r>
            <a:r>
              <a:rPr lang="it-IT" altLang="en-IT" b="1" dirty="0">
                <a:latin typeface="Courier New" panose="02070309020205020404" pitchFamily="49" charset="0"/>
              </a:rPr>
              <a:t> database router</a:t>
            </a:r>
            <a:r>
              <a:rPr lang="it-IT" altLang="en-IT" dirty="0">
                <a:latin typeface="Tahoma" panose="020B0604030504040204" pitchFamily="34" charset="0"/>
              </a:rPr>
              <a:t> </a:t>
            </a:r>
            <a:r>
              <a:rPr lang="it-IT" altLang="en-IT" dirty="0" err="1">
                <a:latin typeface="Tahoma" panose="020B0604030504040204" pitchFamily="34" charset="0"/>
              </a:rPr>
              <a:t>has</a:t>
            </a:r>
            <a:r>
              <a:rPr lang="it-IT" altLang="en-IT" dirty="0">
                <a:latin typeface="Tahoma" panose="020B0604030504040204" pitchFamily="34" charset="0"/>
              </a:rPr>
              <a:t> </a:t>
            </a:r>
            <a:r>
              <a:rPr lang="it-IT" altLang="en-IT" dirty="0" err="1">
                <a:latin typeface="Tahoma" panose="020B0604030504040204" pitchFamily="34" charset="0"/>
              </a:rPr>
              <a:t>been</a:t>
            </a:r>
            <a:r>
              <a:rPr lang="it-IT" altLang="en-IT" dirty="0">
                <a:latin typeface="Tahoma" panose="020B0604030504040204" pitchFamily="34" charset="0"/>
              </a:rPr>
              <a:t> </a:t>
            </a:r>
            <a:r>
              <a:rPr lang="it-IT" altLang="en-IT" dirty="0" err="1">
                <a:latin typeface="Tahoma" panose="020B0604030504040204" pitchFamily="34" charset="0"/>
              </a:rPr>
              <a:t>summarized</a:t>
            </a:r>
            <a:r>
              <a:rPr lang="it-IT" altLang="en-IT" sz="2000" dirty="0">
                <a:latin typeface="Tahoma" panose="020B0604030504040204" pitchFamily="34" charset="0"/>
              </a:rPr>
              <a:t> </a:t>
            </a:r>
          </a:p>
        </p:txBody>
      </p:sp>
      <p:grpSp>
        <p:nvGrpSpPr>
          <p:cNvPr id="21828" name="Group 299">
            <a:extLst>
              <a:ext uri="{FF2B5EF4-FFF2-40B4-BE49-F238E27FC236}">
                <a16:creationId xmlns:a16="http://schemas.microsoft.com/office/drawing/2014/main" id="{31C774FC-35CC-BA8A-3E25-EEE5414758EE}"/>
              </a:ext>
            </a:extLst>
          </p:cNvPr>
          <p:cNvGrpSpPr>
            <a:grpSpLocks/>
          </p:cNvGrpSpPr>
          <p:nvPr/>
        </p:nvGrpSpPr>
        <p:grpSpPr bwMode="auto">
          <a:xfrm>
            <a:off x="2033682" y="2546791"/>
            <a:ext cx="1797050" cy="900113"/>
            <a:chOff x="333" y="1678"/>
            <a:chExt cx="1132" cy="567"/>
          </a:xfrm>
        </p:grpSpPr>
        <p:grpSp>
          <p:nvGrpSpPr>
            <p:cNvPr id="21829" name="Group 298">
              <a:extLst>
                <a:ext uri="{FF2B5EF4-FFF2-40B4-BE49-F238E27FC236}">
                  <a16:creationId xmlns:a16="http://schemas.microsoft.com/office/drawing/2014/main" id="{1D371C09-16ED-9BE7-63F5-49B41BD55687}"/>
                </a:ext>
              </a:extLst>
            </p:cNvPr>
            <p:cNvGrpSpPr>
              <a:grpSpLocks/>
            </p:cNvGrpSpPr>
            <p:nvPr/>
          </p:nvGrpSpPr>
          <p:grpSpPr bwMode="auto">
            <a:xfrm>
              <a:off x="333" y="1678"/>
              <a:ext cx="1132" cy="567"/>
              <a:chOff x="333" y="1678"/>
              <a:chExt cx="1132" cy="567"/>
            </a:xfrm>
          </p:grpSpPr>
          <p:sp>
            <p:nvSpPr>
              <p:cNvPr id="21831" name="Freeform 230">
                <a:extLst>
                  <a:ext uri="{FF2B5EF4-FFF2-40B4-BE49-F238E27FC236}">
                    <a16:creationId xmlns:a16="http://schemas.microsoft.com/office/drawing/2014/main" id="{2D84D18C-F2B9-37E1-DBA6-FCA8FA2515AC}"/>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2" name="Freeform 231">
                <a:extLst>
                  <a:ext uri="{FF2B5EF4-FFF2-40B4-BE49-F238E27FC236}">
                    <a16:creationId xmlns:a16="http://schemas.microsoft.com/office/drawing/2014/main" id="{E9DF031B-5C38-5189-E553-EC6D3D63CD8B}"/>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3" name="Freeform 233">
                <a:extLst>
                  <a:ext uri="{FF2B5EF4-FFF2-40B4-BE49-F238E27FC236}">
                    <a16:creationId xmlns:a16="http://schemas.microsoft.com/office/drawing/2014/main" id="{E4BFF9C5-B7E4-6FB8-5529-AE1B5A3073B0}"/>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4" name="Freeform 234">
                <a:extLst>
                  <a:ext uri="{FF2B5EF4-FFF2-40B4-BE49-F238E27FC236}">
                    <a16:creationId xmlns:a16="http://schemas.microsoft.com/office/drawing/2014/main" id="{F84A35F1-E915-A689-B9A2-68030DE545AA}"/>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5" name="Freeform 235">
                <a:extLst>
                  <a:ext uri="{FF2B5EF4-FFF2-40B4-BE49-F238E27FC236}">
                    <a16:creationId xmlns:a16="http://schemas.microsoft.com/office/drawing/2014/main" id="{A210F15B-0D58-08D5-348E-9C7DE6F31D4B}"/>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6" name="Freeform 236">
                <a:extLst>
                  <a:ext uri="{FF2B5EF4-FFF2-40B4-BE49-F238E27FC236}">
                    <a16:creationId xmlns:a16="http://schemas.microsoft.com/office/drawing/2014/main" id="{A94303D2-B908-6D8F-F897-94218576FE76}"/>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37" name="Freeform 237">
                <a:extLst>
                  <a:ext uri="{FF2B5EF4-FFF2-40B4-BE49-F238E27FC236}">
                    <a16:creationId xmlns:a16="http://schemas.microsoft.com/office/drawing/2014/main" id="{4C58013A-1F82-DDF2-9F2A-14EEAA4363E7}"/>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30" name="Text Box 238">
              <a:extLst>
                <a:ext uri="{FF2B5EF4-FFF2-40B4-BE49-F238E27FC236}">
                  <a16:creationId xmlns:a16="http://schemas.microsoft.com/office/drawing/2014/main" id="{36691FB7-EF30-B085-8C12-12D200CF70B8}"/>
                </a:ext>
              </a:extLst>
            </p:cNvPr>
            <p:cNvSpPr txBox="1">
              <a:spLocks noChangeArrowheads="1"/>
            </p:cNvSpPr>
            <p:nvPr/>
          </p:nvSpPr>
          <p:spPr bwMode="auto">
            <a:xfrm rot="-1143463">
              <a:off x="362" y="1861"/>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a:latin typeface="Courier New" panose="02070309020205020404" pitchFamily="49" charset="0"/>
                </a:rPr>
                <a:t>10.0.3.2</a:t>
              </a:r>
            </a:p>
          </p:txBody>
        </p:sp>
      </p:grpSp>
      <p:grpSp>
        <p:nvGrpSpPr>
          <p:cNvPr id="21838" name="Group 310">
            <a:extLst>
              <a:ext uri="{FF2B5EF4-FFF2-40B4-BE49-F238E27FC236}">
                <a16:creationId xmlns:a16="http://schemas.microsoft.com/office/drawing/2014/main" id="{C1715358-EA46-0943-5B10-BD76FC3B4579}"/>
              </a:ext>
            </a:extLst>
          </p:cNvPr>
          <p:cNvGrpSpPr>
            <a:grpSpLocks/>
          </p:cNvGrpSpPr>
          <p:nvPr/>
        </p:nvGrpSpPr>
        <p:grpSpPr bwMode="auto">
          <a:xfrm>
            <a:off x="8228369" y="2538521"/>
            <a:ext cx="1797050" cy="900113"/>
            <a:chOff x="4259" y="1678"/>
            <a:chExt cx="1132" cy="567"/>
          </a:xfrm>
        </p:grpSpPr>
        <p:grpSp>
          <p:nvGrpSpPr>
            <p:cNvPr id="21839" name="Group 301">
              <a:extLst>
                <a:ext uri="{FF2B5EF4-FFF2-40B4-BE49-F238E27FC236}">
                  <a16:creationId xmlns:a16="http://schemas.microsoft.com/office/drawing/2014/main" id="{175E303E-A273-38CD-94FD-4D40A75DEB46}"/>
                </a:ext>
              </a:extLst>
            </p:cNvPr>
            <p:cNvGrpSpPr>
              <a:grpSpLocks/>
            </p:cNvGrpSpPr>
            <p:nvPr/>
          </p:nvGrpSpPr>
          <p:grpSpPr bwMode="auto">
            <a:xfrm flipH="1">
              <a:off x="4259" y="1678"/>
              <a:ext cx="1132" cy="567"/>
              <a:chOff x="333" y="1678"/>
              <a:chExt cx="1132" cy="567"/>
            </a:xfrm>
          </p:grpSpPr>
          <p:sp>
            <p:nvSpPr>
              <p:cNvPr id="21841" name="Freeform 302">
                <a:extLst>
                  <a:ext uri="{FF2B5EF4-FFF2-40B4-BE49-F238E27FC236}">
                    <a16:creationId xmlns:a16="http://schemas.microsoft.com/office/drawing/2014/main" id="{DCF23916-EFD2-EF2B-330C-EE3393E52EEF}"/>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2" name="Freeform 303">
                <a:extLst>
                  <a:ext uri="{FF2B5EF4-FFF2-40B4-BE49-F238E27FC236}">
                    <a16:creationId xmlns:a16="http://schemas.microsoft.com/office/drawing/2014/main" id="{796FB6DD-253D-3CF0-A2F8-688003298AF1}"/>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3" name="Freeform 304">
                <a:extLst>
                  <a:ext uri="{FF2B5EF4-FFF2-40B4-BE49-F238E27FC236}">
                    <a16:creationId xmlns:a16="http://schemas.microsoft.com/office/drawing/2014/main" id="{73138C89-D38E-533C-FF8D-BFCF0074B04D}"/>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4" name="Freeform 305">
                <a:extLst>
                  <a:ext uri="{FF2B5EF4-FFF2-40B4-BE49-F238E27FC236}">
                    <a16:creationId xmlns:a16="http://schemas.microsoft.com/office/drawing/2014/main" id="{FB7EC9F7-AB9D-2BCF-17D7-9632ADC73265}"/>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5" name="Freeform 306">
                <a:extLst>
                  <a:ext uri="{FF2B5EF4-FFF2-40B4-BE49-F238E27FC236}">
                    <a16:creationId xmlns:a16="http://schemas.microsoft.com/office/drawing/2014/main" id="{36400994-7F64-D988-1C18-96DB1E46E1F5}"/>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6" name="Freeform 307">
                <a:extLst>
                  <a:ext uri="{FF2B5EF4-FFF2-40B4-BE49-F238E27FC236}">
                    <a16:creationId xmlns:a16="http://schemas.microsoft.com/office/drawing/2014/main" id="{750FEAC9-9087-97C7-1DF0-4EAB0734D4C0}"/>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47" name="Freeform 308">
                <a:extLst>
                  <a:ext uri="{FF2B5EF4-FFF2-40B4-BE49-F238E27FC236}">
                    <a16:creationId xmlns:a16="http://schemas.microsoft.com/office/drawing/2014/main" id="{17947170-3199-DABF-E7DB-70C1A85421DE}"/>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40" name="Text Box 309">
              <a:extLst>
                <a:ext uri="{FF2B5EF4-FFF2-40B4-BE49-F238E27FC236}">
                  <a16:creationId xmlns:a16="http://schemas.microsoft.com/office/drawing/2014/main" id="{52EFE552-2ABA-882F-D044-3D8EA70FA675}"/>
                </a:ext>
              </a:extLst>
            </p:cNvPr>
            <p:cNvSpPr txBox="1">
              <a:spLocks noChangeArrowheads="1"/>
            </p:cNvSpPr>
            <p:nvPr/>
          </p:nvSpPr>
          <p:spPr bwMode="auto">
            <a:xfrm rot="1143463" flipH="1">
              <a:off x="4627" y="1867"/>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a:latin typeface="Courier New" panose="02070309020205020404" pitchFamily="49" charset="0"/>
                </a:rPr>
                <a:t>10.0.1.2</a:t>
              </a:r>
            </a:p>
          </p:txBody>
        </p:sp>
      </p:grpSp>
      <p:sp>
        <p:nvSpPr>
          <p:cNvPr id="21868" name="Oval 51">
            <a:extLst>
              <a:ext uri="{FF2B5EF4-FFF2-40B4-BE49-F238E27FC236}">
                <a16:creationId xmlns:a16="http://schemas.microsoft.com/office/drawing/2014/main" id="{D82483F4-E4A6-720E-4DEA-40AE4183B17E}"/>
              </a:ext>
            </a:extLst>
          </p:cNvPr>
          <p:cNvSpPr>
            <a:spLocks noChangeArrowheads="1"/>
          </p:cNvSpPr>
          <p:nvPr/>
        </p:nvSpPr>
        <p:spPr bwMode="auto">
          <a:xfrm flipH="1">
            <a:off x="3641819" y="263727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D</a:t>
            </a:r>
          </a:p>
        </p:txBody>
      </p:sp>
      <p:sp>
        <p:nvSpPr>
          <p:cNvPr id="21869" name="Oval 52">
            <a:extLst>
              <a:ext uri="{FF2B5EF4-FFF2-40B4-BE49-F238E27FC236}">
                <a16:creationId xmlns:a16="http://schemas.microsoft.com/office/drawing/2014/main" id="{73544B8B-DAD4-372F-26F7-2EC5B2E58FC1}"/>
              </a:ext>
            </a:extLst>
          </p:cNvPr>
          <p:cNvSpPr>
            <a:spLocks noChangeArrowheads="1"/>
          </p:cNvSpPr>
          <p:nvPr/>
        </p:nvSpPr>
        <p:spPr bwMode="auto">
          <a:xfrm flipH="1">
            <a:off x="8063269" y="262900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B</a:t>
            </a:r>
          </a:p>
        </p:txBody>
      </p:sp>
      <p:sp>
        <p:nvSpPr>
          <p:cNvPr id="21585" name="AutoShape 184">
            <a:extLst>
              <a:ext uri="{FF2B5EF4-FFF2-40B4-BE49-F238E27FC236}">
                <a16:creationId xmlns:a16="http://schemas.microsoft.com/office/drawing/2014/main" id="{9D7354BF-0B25-4AF6-CE82-728FEDB6590C}"/>
              </a:ext>
            </a:extLst>
          </p:cNvPr>
          <p:cNvSpPr>
            <a:spLocks noChangeArrowheads="1"/>
          </p:cNvSpPr>
          <p:nvPr/>
        </p:nvSpPr>
        <p:spPr bwMode="auto">
          <a:xfrm>
            <a:off x="6145445" y="4241377"/>
            <a:ext cx="1963737" cy="714375"/>
          </a:xfrm>
          <a:prstGeom prst="wedgeRoundRectCallout">
            <a:avLst>
              <a:gd name="adj1" fmla="val -85653"/>
              <a:gd name="adj2" fmla="val 68000"/>
              <a:gd name="adj3" fmla="val 16667"/>
            </a:avLst>
          </a:prstGeom>
          <a:solidFill>
            <a:schemeClr val="accent2"/>
          </a:solidFill>
          <a:ln w="9525">
            <a:solidFill>
              <a:schemeClr val="tx1"/>
            </a:solidFill>
            <a:miter lim="800000"/>
            <a:headEnd/>
            <a:tailEnd/>
          </a:ln>
          <a:effec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it-IT" altLang="en-IT" dirty="0" err="1">
                <a:latin typeface="Tahoma" panose="020B0604030504040204" pitchFamily="34" charset="0"/>
              </a:rPr>
              <a:t>we</a:t>
            </a:r>
            <a:r>
              <a:rPr lang="it-IT" altLang="en-IT" dirty="0">
                <a:latin typeface="Tahoma" panose="020B0604030504040204" pitchFamily="34" charset="0"/>
              </a:rPr>
              <a:t> </a:t>
            </a:r>
            <a:r>
              <a:rPr lang="it-IT" altLang="en-IT" dirty="0" err="1">
                <a:latin typeface="Tahoma" panose="020B0604030504040204" pitchFamily="34" charset="0"/>
              </a:rPr>
              <a:t>consider</a:t>
            </a:r>
            <a:r>
              <a:rPr lang="it-IT" altLang="en-IT" dirty="0">
                <a:latin typeface="Tahoma" panose="020B0604030504040204" pitchFamily="34" charset="0"/>
              </a:rPr>
              <a:t> </a:t>
            </a:r>
            <a:r>
              <a:rPr lang="it-IT" altLang="en-IT" dirty="0" err="1">
                <a:latin typeface="Tahoma" panose="020B0604030504040204" pitchFamily="34" charset="0"/>
              </a:rPr>
              <a:t>this</a:t>
            </a:r>
            <a:r>
              <a:rPr lang="it-IT" altLang="en-IT" dirty="0">
                <a:latin typeface="Tahoma" panose="020B0604030504040204" pitchFamily="34" charset="0"/>
              </a:rPr>
              <a:t> router (</a:t>
            </a:r>
            <a:r>
              <a:rPr lang="it-IT" altLang="en-IT" b="1" dirty="0">
                <a:latin typeface="Courier New" panose="02070309020205020404" pitchFamily="49" charset="0"/>
              </a:rPr>
              <a:t>bb2</a:t>
            </a:r>
            <a:r>
              <a:rPr lang="it-IT" altLang="en-IT" dirty="0">
                <a:latin typeface="Tahoma" panose="020B0604030504040204" pitchFamily="34" charset="0"/>
              </a:rPr>
              <a:t>)</a:t>
            </a:r>
          </a:p>
        </p:txBody>
      </p:sp>
      <p:grpSp>
        <p:nvGrpSpPr>
          <p:cNvPr id="21613" name="Group 321">
            <a:extLst>
              <a:ext uri="{FF2B5EF4-FFF2-40B4-BE49-F238E27FC236}">
                <a16:creationId xmlns:a16="http://schemas.microsoft.com/office/drawing/2014/main" id="{363DB68E-5905-831A-35F0-F4D0A9A8509B}"/>
              </a:ext>
            </a:extLst>
          </p:cNvPr>
          <p:cNvGrpSpPr>
            <a:grpSpLocks/>
          </p:cNvGrpSpPr>
          <p:nvPr/>
        </p:nvGrpSpPr>
        <p:grpSpPr bwMode="auto">
          <a:xfrm rot="19469389">
            <a:off x="5686244" y="1082574"/>
            <a:ext cx="1797050" cy="900112"/>
            <a:chOff x="4259" y="1678"/>
            <a:chExt cx="1132" cy="567"/>
          </a:xfrm>
        </p:grpSpPr>
        <p:grpSp>
          <p:nvGrpSpPr>
            <p:cNvPr id="21614" name="Group 322">
              <a:extLst>
                <a:ext uri="{FF2B5EF4-FFF2-40B4-BE49-F238E27FC236}">
                  <a16:creationId xmlns:a16="http://schemas.microsoft.com/office/drawing/2014/main" id="{E52E71D2-F980-4329-4288-C903B4EC56B0}"/>
                </a:ext>
              </a:extLst>
            </p:cNvPr>
            <p:cNvGrpSpPr>
              <a:grpSpLocks/>
            </p:cNvGrpSpPr>
            <p:nvPr/>
          </p:nvGrpSpPr>
          <p:grpSpPr bwMode="auto">
            <a:xfrm flipH="1">
              <a:off x="4259" y="1678"/>
              <a:ext cx="1132" cy="567"/>
              <a:chOff x="333" y="1678"/>
              <a:chExt cx="1132" cy="567"/>
            </a:xfrm>
          </p:grpSpPr>
          <p:sp>
            <p:nvSpPr>
              <p:cNvPr id="21616" name="Freeform 323">
                <a:extLst>
                  <a:ext uri="{FF2B5EF4-FFF2-40B4-BE49-F238E27FC236}">
                    <a16:creationId xmlns:a16="http://schemas.microsoft.com/office/drawing/2014/main" id="{1CEB006A-6817-D824-A3DE-2DEFFFAB041E}"/>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17" name="Freeform 324">
                <a:extLst>
                  <a:ext uri="{FF2B5EF4-FFF2-40B4-BE49-F238E27FC236}">
                    <a16:creationId xmlns:a16="http://schemas.microsoft.com/office/drawing/2014/main" id="{B4A3E017-EA29-A2B4-AC65-AF3A493D2BD6}"/>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18" name="Freeform 325">
                <a:extLst>
                  <a:ext uri="{FF2B5EF4-FFF2-40B4-BE49-F238E27FC236}">
                    <a16:creationId xmlns:a16="http://schemas.microsoft.com/office/drawing/2014/main" id="{867E6C19-F0DC-B8B1-ABE8-978F5C532BE7}"/>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19" name="Freeform 326">
                <a:extLst>
                  <a:ext uri="{FF2B5EF4-FFF2-40B4-BE49-F238E27FC236}">
                    <a16:creationId xmlns:a16="http://schemas.microsoft.com/office/drawing/2014/main" id="{B84FB27A-57E9-151B-4A82-AD4EDDECD4E9}"/>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20" name="Freeform 327">
                <a:extLst>
                  <a:ext uri="{FF2B5EF4-FFF2-40B4-BE49-F238E27FC236}">
                    <a16:creationId xmlns:a16="http://schemas.microsoft.com/office/drawing/2014/main" id="{A3AF78E0-1C84-DE9A-31A7-927CBC2BE1B4}"/>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21" name="Freeform 328">
                <a:extLst>
                  <a:ext uri="{FF2B5EF4-FFF2-40B4-BE49-F238E27FC236}">
                    <a16:creationId xmlns:a16="http://schemas.microsoft.com/office/drawing/2014/main" id="{45796047-87C8-42CB-FED2-E53C3C033137}"/>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622" name="Freeform 329">
                <a:extLst>
                  <a:ext uri="{FF2B5EF4-FFF2-40B4-BE49-F238E27FC236}">
                    <a16:creationId xmlns:a16="http://schemas.microsoft.com/office/drawing/2014/main" id="{0614D053-F4FF-6463-9EC8-670F218382CC}"/>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615" name="Text Box 330">
              <a:extLst>
                <a:ext uri="{FF2B5EF4-FFF2-40B4-BE49-F238E27FC236}">
                  <a16:creationId xmlns:a16="http://schemas.microsoft.com/office/drawing/2014/main" id="{5380F47B-76EB-5C5F-3135-9AEDEB7018F2}"/>
                </a:ext>
              </a:extLst>
            </p:cNvPr>
            <p:cNvSpPr txBox="1">
              <a:spLocks noChangeArrowheads="1"/>
            </p:cNvSpPr>
            <p:nvPr/>
          </p:nvSpPr>
          <p:spPr bwMode="auto">
            <a:xfrm rot="1143463" flipH="1">
              <a:off x="4627" y="1865"/>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dirty="0">
                  <a:latin typeface="Courier New" panose="02070309020205020404" pitchFamily="49" charset="0"/>
                </a:rPr>
                <a:t>10.0.0.1</a:t>
              </a:r>
            </a:p>
          </p:txBody>
        </p:sp>
      </p:grpSp>
      <p:sp>
        <p:nvSpPr>
          <p:cNvPr id="21623" name="Oval 57">
            <a:extLst>
              <a:ext uri="{FF2B5EF4-FFF2-40B4-BE49-F238E27FC236}">
                <a16:creationId xmlns:a16="http://schemas.microsoft.com/office/drawing/2014/main" id="{CC5FBAB4-CD5B-3A32-CEFD-933B25EF470E}"/>
              </a:ext>
            </a:extLst>
          </p:cNvPr>
          <p:cNvSpPr>
            <a:spLocks noChangeArrowheads="1"/>
          </p:cNvSpPr>
          <p:nvPr/>
        </p:nvSpPr>
        <p:spPr bwMode="auto">
          <a:xfrm flipH="1">
            <a:off x="5707907" y="171297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A</a:t>
            </a:r>
          </a:p>
        </p:txBody>
      </p:sp>
      <p:grpSp>
        <p:nvGrpSpPr>
          <p:cNvPr id="21624" name="Group 311">
            <a:extLst>
              <a:ext uri="{FF2B5EF4-FFF2-40B4-BE49-F238E27FC236}">
                <a16:creationId xmlns:a16="http://schemas.microsoft.com/office/drawing/2014/main" id="{952F01AE-6565-26DB-4A14-9035B83FDDE8}"/>
              </a:ext>
            </a:extLst>
          </p:cNvPr>
          <p:cNvGrpSpPr>
            <a:grpSpLocks/>
          </p:cNvGrpSpPr>
          <p:nvPr/>
        </p:nvGrpSpPr>
        <p:grpSpPr bwMode="auto">
          <a:xfrm rot="19389679">
            <a:off x="5846128" y="2945643"/>
            <a:ext cx="1797050" cy="900112"/>
            <a:chOff x="4259" y="1678"/>
            <a:chExt cx="1132" cy="567"/>
          </a:xfrm>
        </p:grpSpPr>
        <p:grpSp>
          <p:nvGrpSpPr>
            <p:cNvPr id="21625" name="Group 312">
              <a:extLst>
                <a:ext uri="{FF2B5EF4-FFF2-40B4-BE49-F238E27FC236}">
                  <a16:creationId xmlns:a16="http://schemas.microsoft.com/office/drawing/2014/main" id="{399469AE-99C9-DEAF-40B1-F9E7A71B23A5}"/>
                </a:ext>
              </a:extLst>
            </p:cNvPr>
            <p:cNvGrpSpPr>
              <a:grpSpLocks/>
            </p:cNvGrpSpPr>
            <p:nvPr/>
          </p:nvGrpSpPr>
          <p:grpSpPr bwMode="auto">
            <a:xfrm flipH="1">
              <a:off x="4259" y="1678"/>
              <a:ext cx="1132" cy="567"/>
              <a:chOff x="333" y="1678"/>
              <a:chExt cx="1132" cy="567"/>
            </a:xfrm>
          </p:grpSpPr>
          <p:sp>
            <p:nvSpPr>
              <p:cNvPr id="21627" name="Freeform 313">
                <a:extLst>
                  <a:ext uri="{FF2B5EF4-FFF2-40B4-BE49-F238E27FC236}">
                    <a16:creationId xmlns:a16="http://schemas.microsoft.com/office/drawing/2014/main" id="{0FD1F2C6-9742-5328-A57D-F443FF39FE90}"/>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28" name="Freeform 314">
                <a:extLst>
                  <a:ext uri="{FF2B5EF4-FFF2-40B4-BE49-F238E27FC236}">
                    <a16:creationId xmlns:a16="http://schemas.microsoft.com/office/drawing/2014/main" id="{0376AE97-0FD8-CFC6-0E7C-5F2280BBE7EF}"/>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29" name="Freeform 315">
                <a:extLst>
                  <a:ext uri="{FF2B5EF4-FFF2-40B4-BE49-F238E27FC236}">
                    <a16:creationId xmlns:a16="http://schemas.microsoft.com/office/drawing/2014/main" id="{D2423D82-8EC2-C5A5-CB2F-2FABDF28B698}"/>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30" name="Freeform 316">
                <a:extLst>
                  <a:ext uri="{FF2B5EF4-FFF2-40B4-BE49-F238E27FC236}">
                    <a16:creationId xmlns:a16="http://schemas.microsoft.com/office/drawing/2014/main" id="{B94044D5-DE4A-F4E2-2D0D-D699D548A1F4}"/>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31" name="Freeform 317">
                <a:extLst>
                  <a:ext uri="{FF2B5EF4-FFF2-40B4-BE49-F238E27FC236}">
                    <a16:creationId xmlns:a16="http://schemas.microsoft.com/office/drawing/2014/main" id="{5F6BCD8F-D690-E0F7-F4D2-67147579048C}"/>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24" name="Freeform 318">
                <a:extLst>
                  <a:ext uri="{FF2B5EF4-FFF2-40B4-BE49-F238E27FC236}">
                    <a16:creationId xmlns:a16="http://schemas.microsoft.com/office/drawing/2014/main" id="{528A48B3-1179-1813-6A25-B6811DB17712}"/>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25" name="Freeform 319">
                <a:extLst>
                  <a:ext uri="{FF2B5EF4-FFF2-40B4-BE49-F238E27FC236}">
                    <a16:creationId xmlns:a16="http://schemas.microsoft.com/office/drawing/2014/main" id="{E6ABC577-545F-E386-1585-F4DC4932E7C4}"/>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626" name="Text Box 320">
              <a:extLst>
                <a:ext uri="{FF2B5EF4-FFF2-40B4-BE49-F238E27FC236}">
                  <a16:creationId xmlns:a16="http://schemas.microsoft.com/office/drawing/2014/main" id="{ACBE8C6F-890A-7B15-4F60-4E1C193EE357}"/>
                </a:ext>
              </a:extLst>
            </p:cNvPr>
            <p:cNvSpPr txBox="1">
              <a:spLocks noChangeArrowheads="1"/>
            </p:cNvSpPr>
            <p:nvPr/>
          </p:nvSpPr>
          <p:spPr bwMode="auto">
            <a:xfrm rot="1143463" flipH="1">
              <a:off x="4626" y="1866"/>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dirty="0">
                  <a:latin typeface="Courier New" panose="02070309020205020404" pitchFamily="49" charset="0"/>
                </a:rPr>
                <a:t>10.0.2.1</a:t>
              </a:r>
            </a:p>
          </p:txBody>
        </p:sp>
      </p:grpSp>
      <p:grpSp>
        <p:nvGrpSpPr>
          <p:cNvPr id="21872" name="Group 288">
            <a:extLst>
              <a:ext uri="{FF2B5EF4-FFF2-40B4-BE49-F238E27FC236}">
                <a16:creationId xmlns:a16="http://schemas.microsoft.com/office/drawing/2014/main" id="{CAFDFCF2-4A48-D02D-CC1E-06BB0AC21D20}"/>
              </a:ext>
            </a:extLst>
          </p:cNvPr>
          <p:cNvGrpSpPr>
            <a:grpSpLocks/>
          </p:cNvGrpSpPr>
          <p:nvPr/>
        </p:nvGrpSpPr>
        <p:grpSpPr bwMode="auto">
          <a:xfrm>
            <a:off x="7758564" y="1601849"/>
            <a:ext cx="765991" cy="537685"/>
            <a:chOff x="195" y="394"/>
            <a:chExt cx="570" cy="360"/>
          </a:xfrm>
        </p:grpSpPr>
        <p:sp>
          <p:nvSpPr>
            <p:cNvPr id="21873" name="Arc 289">
              <a:extLst>
                <a:ext uri="{FF2B5EF4-FFF2-40B4-BE49-F238E27FC236}">
                  <a16:creationId xmlns:a16="http://schemas.microsoft.com/office/drawing/2014/main" id="{D8B9DF83-F7BA-41A2-F1E9-F6AC8AB981A6}"/>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74" name="Arc 290">
              <a:extLst>
                <a:ext uri="{FF2B5EF4-FFF2-40B4-BE49-F238E27FC236}">
                  <a16:creationId xmlns:a16="http://schemas.microsoft.com/office/drawing/2014/main" id="{B3EA3958-4AB2-1C6F-E63C-4C27138619DC}"/>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75" name="Line 291">
              <a:extLst>
                <a:ext uri="{FF2B5EF4-FFF2-40B4-BE49-F238E27FC236}">
                  <a16:creationId xmlns:a16="http://schemas.microsoft.com/office/drawing/2014/main" id="{5F240F14-88B0-BF1D-10A8-7C4BEF78ED9A}"/>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76" name="Line 292">
              <a:extLst>
                <a:ext uri="{FF2B5EF4-FFF2-40B4-BE49-F238E27FC236}">
                  <a16:creationId xmlns:a16="http://schemas.microsoft.com/office/drawing/2014/main" id="{C2E35F63-2FD7-35DA-4647-435E60753AA9}"/>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21877" name="Group 22">
            <a:extLst>
              <a:ext uri="{FF2B5EF4-FFF2-40B4-BE49-F238E27FC236}">
                <a16:creationId xmlns:a16="http://schemas.microsoft.com/office/drawing/2014/main" id="{3FAB0516-1544-0A7F-46A9-4525F335341D}"/>
              </a:ext>
            </a:extLst>
          </p:cNvPr>
          <p:cNvGrpSpPr>
            <a:grpSpLocks noChangeAspect="1"/>
          </p:cNvGrpSpPr>
          <p:nvPr/>
        </p:nvGrpSpPr>
        <p:grpSpPr bwMode="auto">
          <a:xfrm>
            <a:off x="5453228" y="2573027"/>
            <a:ext cx="723900" cy="460375"/>
            <a:chOff x="3312" y="2160"/>
            <a:chExt cx="960" cy="528"/>
          </a:xfrm>
        </p:grpSpPr>
        <p:grpSp>
          <p:nvGrpSpPr>
            <p:cNvPr id="21878" name="Group 23">
              <a:extLst>
                <a:ext uri="{FF2B5EF4-FFF2-40B4-BE49-F238E27FC236}">
                  <a16:creationId xmlns:a16="http://schemas.microsoft.com/office/drawing/2014/main" id="{8F23E9A1-618E-869F-8DD3-0B768C70F24E}"/>
                </a:ext>
              </a:extLst>
            </p:cNvPr>
            <p:cNvGrpSpPr>
              <a:grpSpLocks noChangeAspect="1"/>
            </p:cNvGrpSpPr>
            <p:nvPr/>
          </p:nvGrpSpPr>
          <p:grpSpPr bwMode="auto">
            <a:xfrm>
              <a:off x="3312" y="2160"/>
              <a:ext cx="960" cy="528"/>
              <a:chOff x="3312" y="2160"/>
              <a:chExt cx="960" cy="528"/>
            </a:xfrm>
          </p:grpSpPr>
          <p:sp>
            <p:nvSpPr>
              <p:cNvPr id="21880" name="AutoShape 24">
                <a:extLst>
                  <a:ext uri="{FF2B5EF4-FFF2-40B4-BE49-F238E27FC236}">
                    <a16:creationId xmlns:a16="http://schemas.microsoft.com/office/drawing/2014/main" id="{EC967E6A-8913-FD94-204F-AC40E3333401}"/>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881" name="Group 25">
                <a:extLst>
                  <a:ext uri="{FF2B5EF4-FFF2-40B4-BE49-F238E27FC236}">
                    <a16:creationId xmlns:a16="http://schemas.microsoft.com/office/drawing/2014/main" id="{9BD440E1-CD86-08BE-0731-7E1CCD2E8601}"/>
                  </a:ext>
                </a:extLst>
              </p:cNvPr>
              <p:cNvGrpSpPr>
                <a:grpSpLocks noChangeAspect="1"/>
              </p:cNvGrpSpPr>
              <p:nvPr/>
            </p:nvGrpSpPr>
            <p:grpSpPr bwMode="auto">
              <a:xfrm>
                <a:off x="3488" y="2193"/>
                <a:ext cx="599" cy="207"/>
                <a:chOff x="422" y="1632"/>
                <a:chExt cx="829" cy="298"/>
              </a:xfrm>
            </p:grpSpPr>
            <p:grpSp>
              <p:nvGrpSpPr>
                <p:cNvPr id="21882" name="Group 26">
                  <a:extLst>
                    <a:ext uri="{FF2B5EF4-FFF2-40B4-BE49-F238E27FC236}">
                      <a16:creationId xmlns:a16="http://schemas.microsoft.com/office/drawing/2014/main" id="{E24D5E57-7A14-4DA8-0D5A-C89BC94CDA63}"/>
                    </a:ext>
                  </a:extLst>
                </p:cNvPr>
                <p:cNvGrpSpPr>
                  <a:grpSpLocks noChangeAspect="1"/>
                </p:cNvGrpSpPr>
                <p:nvPr/>
              </p:nvGrpSpPr>
              <p:grpSpPr bwMode="auto">
                <a:xfrm>
                  <a:off x="422" y="1632"/>
                  <a:ext cx="822" cy="291"/>
                  <a:chOff x="422" y="1632"/>
                  <a:chExt cx="822" cy="291"/>
                </a:xfrm>
              </p:grpSpPr>
              <p:sp>
                <p:nvSpPr>
                  <p:cNvPr id="21892" name="Freeform 27">
                    <a:extLst>
                      <a:ext uri="{FF2B5EF4-FFF2-40B4-BE49-F238E27FC236}">
                        <a16:creationId xmlns:a16="http://schemas.microsoft.com/office/drawing/2014/main" id="{16941496-7700-5B27-E58D-4CEFB4B18B3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3" name="Freeform 28">
                    <a:extLst>
                      <a:ext uri="{FF2B5EF4-FFF2-40B4-BE49-F238E27FC236}">
                        <a16:creationId xmlns:a16="http://schemas.microsoft.com/office/drawing/2014/main" id="{3C379541-8FD6-B748-97C0-088ADC077FD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4" name="Freeform 29">
                    <a:extLst>
                      <a:ext uri="{FF2B5EF4-FFF2-40B4-BE49-F238E27FC236}">
                        <a16:creationId xmlns:a16="http://schemas.microsoft.com/office/drawing/2014/main" id="{7F4EBA93-E42B-CB21-06D7-7B11CFD71C7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5" name="Freeform 30">
                    <a:extLst>
                      <a:ext uri="{FF2B5EF4-FFF2-40B4-BE49-F238E27FC236}">
                        <a16:creationId xmlns:a16="http://schemas.microsoft.com/office/drawing/2014/main" id="{77A2B33A-92D1-60AE-0B9C-997A00F0D9CC}"/>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6" name="Freeform 31">
                    <a:extLst>
                      <a:ext uri="{FF2B5EF4-FFF2-40B4-BE49-F238E27FC236}">
                        <a16:creationId xmlns:a16="http://schemas.microsoft.com/office/drawing/2014/main" id="{D3EF2E79-A602-8123-899F-294AB852185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7" name="Freeform 32">
                    <a:extLst>
                      <a:ext uri="{FF2B5EF4-FFF2-40B4-BE49-F238E27FC236}">
                        <a16:creationId xmlns:a16="http://schemas.microsoft.com/office/drawing/2014/main" id="{0C9BD35F-A5E9-7BEB-87DF-1CED07C5B1F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8" name="Freeform 33">
                    <a:extLst>
                      <a:ext uri="{FF2B5EF4-FFF2-40B4-BE49-F238E27FC236}">
                        <a16:creationId xmlns:a16="http://schemas.microsoft.com/office/drawing/2014/main" id="{20DEF345-D13A-551E-6B0F-7BBEB9D71B09}"/>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9" name="Freeform 34">
                    <a:extLst>
                      <a:ext uri="{FF2B5EF4-FFF2-40B4-BE49-F238E27FC236}">
                        <a16:creationId xmlns:a16="http://schemas.microsoft.com/office/drawing/2014/main" id="{18509877-C5C0-2A06-C9AC-E25F3F10D473}"/>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883" name="Group 35">
                  <a:extLst>
                    <a:ext uri="{FF2B5EF4-FFF2-40B4-BE49-F238E27FC236}">
                      <a16:creationId xmlns:a16="http://schemas.microsoft.com/office/drawing/2014/main" id="{B60EB009-7D7D-A87A-DF78-E03E7FC0D065}"/>
                    </a:ext>
                  </a:extLst>
                </p:cNvPr>
                <p:cNvGrpSpPr>
                  <a:grpSpLocks noChangeAspect="1"/>
                </p:cNvGrpSpPr>
                <p:nvPr/>
              </p:nvGrpSpPr>
              <p:grpSpPr bwMode="auto">
                <a:xfrm>
                  <a:off x="429" y="1639"/>
                  <a:ext cx="822" cy="291"/>
                  <a:chOff x="429" y="1639"/>
                  <a:chExt cx="822" cy="291"/>
                </a:xfrm>
              </p:grpSpPr>
              <p:sp>
                <p:nvSpPr>
                  <p:cNvPr id="21884" name="Freeform 36">
                    <a:extLst>
                      <a:ext uri="{FF2B5EF4-FFF2-40B4-BE49-F238E27FC236}">
                        <a16:creationId xmlns:a16="http://schemas.microsoft.com/office/drawing/2014/main" id="{1F282AC6-31A8-1A61-C4F3-F52C74D20A32}"/>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5" name="Freeform 37">
                    <a:extLst>
                      <a:ext uri="{FF2B5EF4-FFF2-40B4-BE49-F238E27FC236}">
                        <a16:creationId xmlns:a16="http://schemas.microsoft.com/office/drawing/2014/main" id="{3477CA6F-9ECA-4B67-90A4-5D740B077BD1}"/>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6" name="Freeform 38">
                    <a:extLst>
                      <a:ext uri="{FF2B5EF4-FFF2-40B4-BE49-F238E27FC236}">
                        <a16:creationId xmlns:a16="http://schemas.microsoft.com/office/drawing/2014/main" id="{4985646D-9A50-8DB7-263D-50E43A996F9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7" name="Freeform 39">
                    <a:extLst>
                      <a:ext uri="{FF2B5EF4-FFF2-40B4-BE49-F238E27FC236}">
                        <a16:creationId xmlns:a16="http://schemas.microsoft.com/office/drawing/2014/main" id="{F716A544-DDF1-F722-2F3F-BCD2951B4015}"/>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8" name="Freeform 40">
                    <a:extLst>
                      <a:ext uri="{FF2B5EF4-FFF2-40B4-BE49-F238E27FC236}">
                        <a16:creationId xmlns:a16="http://schemas.microsoft.com/office/drawing/2014/main" id="{5E070E1B-0869-2444-88DD-70326C69967F}"/>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9" name="Freeform 41">
                    <a:extLst>
                      <a:ext uri="{FF2B5EF4-FFF2-40B4-BE49-F238E27FC236}">
                        <a16:creationId xmlns:a16="http://schemas.microsoft.com/office/drawing/2014/main" id="{BC59918D-C087-CF6B-FC55-3CF5FA2013CA}"/>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0" name="Freeform 42">
                    <a:extLst>
                      <a:ext uri="{FF2B5EF4-FFF2-40B4-BE49-F238E27FC236}">
                        <a16:creationId xmlns:a16="http://schemas.microsoft.com/office/drawing/2014/main" id="{F8D1F7D6-C2EF-2244-C8BE-15CA0F5C5E46}"/>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1" name="Freeform 43">
                    <a:extLst>
                      <a:ext uri="{FF2B5EF4-FFF2-40B4-BE49-F238E27FC236}">
                        <a16:creationId xmlns:a16="http://schemas.microsoft.com/office/drawing/2014/main" id="{4EDF7CD5-2B93-009B-5C04-1F66356AC6BA}"/>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879" name="WordArt 44">
              <a:extLst>
                <a:ext uri="{FF2B5EF4-FFF2-40B4-BE49-F238E27FC236}">
                  <a16:creationId xmlns:a16="http://schemas.microsoft.com/office/drawing/2014/main" id="{E6FA65DE-3D85-AE85-7BD5-A527B16F3940}"/>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21900" name="Oval 53">
            <a:extLst>
              <a:ext uri="{FF2B5EF4-FFF2-40B4-BE49-F238E27FC236}">
                <a16:creationId xmlns:a16="http://schemas.microsoft.com/office/drawing/2014/main" id="{1BB72004-5F47-41C8-D527-20C3A6946205}"/>
              </a:ext>
            </a:extLst>
          </p:cNvPr>
          <p:cNvSpPr>
            <a:spLocks noChangeArrowheads="1"/>
          </p:cNvSpPr>
          <p:nvPr/>
        </p:nvSpPr>
        <p:spPr bwMode="auto">
          <a:xfrm flipH="1">
            <a:off x="5707907" y="3567987"/>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C</a:t>
            </a:r>
          </a:p>
        </p:txBody>
      </p:sp>
      <p:grpSp>
        <p:nvGrpSpPr>
          <p:cNvPr id="21901" name="Group 145">
            <a:extLst>
              <a:ext uri="{FF2B5EF4-FFF2-40B4-BE49-F238E27FC236}">
                <a16:creationId xmlns:a16="http://schemas.microsoft.com/office/drawing/2014/main" id="{D0150920-8722-D8ED-BB62-E0FF7F5DB337}"/>
              </a:ext>
            </a:extLst>
          </p:cNvPr>
          <p:cNvGrpSpPr>
            <a:grpSpLocks noChangeAspect="1"/>
          </p:cNvGrpSpPr>
          <p:nvPr/>
        </p:nvGrpSpPr>
        <p:grpSpPr bwMode="auto">
          <a:xfrm>
            <a:off x="3427884" y="3438634"/>
            <a:ext cx="723900" cy="460375"/>
            <a:chOff x="3312" y="2160"/>
            <a:chExt cx="960" cy="528"/>
          </a:xfrm>
        </p:grpSpPr>
        <p:grpSp>
          <p:nvGrpSpPr>
            <p:cNvPr id="21902" name="Group 146">
              <a:extLst>
                <a:ext uri="{FF2B5EF4-FFF2-40B4-BE49-F238E27FC236}">
                  <a16:creationId xmlns:a16="http://schemas.microsoft.com/office/drawing/2014/main" id="{2B858FE7-0DB3-4922-5F24-E2268759E796}"/>
                </a:ext>
              </a:extLst>
            </p:cNvPr>
            <p:cNvGrpSpPr>
              <a:grpSpLocks noChangeAspect="1"/>
            </p:cNvGrpSpPr>
            <p:nvPr/>
          </p:nvGrpSpPr>
          <p:grpSpPr bwMode="auto">
            <a:xfrm>
              <a:off x="3312" y="2160"/>
              <a:ext cx="960" cy="528"/>
              <a:chOff x="3312" y="2160"/>
              <a:chExt cx="960" cy="528"/>
            </a:xfrm>
          </p:grpSpPr>
          <p:sp>
            <p:nvSpPr>
              <p:cNvPr id="21904" name="AutoShape 147">
                <a:extLst>
                  <a:ext uri="{FF2B5EF4-FFF2-40B4-BE49-F238E27FC236}">
                    <a16:creationId xmlns:a16="http://schemas.microsoft.com/office/drawing/2014/main" id="{4DBCAFB0-6207-4F6F-7E13-231DE2308AF6}"/>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905" name="Group 148">
                <a:extLst>
                  <a:ext uri="{FF2B5EF4-FFF2-40B4-BE49-F238E27FC236}">
                    <a16:creationId xmlns:a16="http://schemas.microsoft.com/office/drawing/2014/main" id="{EA0A27DF-391D-C592-2AF5-C39C24AAAE0A}"/>
                  </a:ext>
                </a:extLst>
              </p:cNvPr>
              <p:cNvGrpSpPr>
                <a:grpSpLocks noChangeAspect="1"/>
              </p:cNvGrpSpPr>
              <p:nvPr/>
            </p:nvGrpSpPr>
            <p:grpSpPr bwMode="auto">
              <a:xfrm>
                <a:off x="3488" y="2193"/>
                <a:ext cx="599" cy="207"/>
                <a:chOff x="422" y="1632"/>
                <a:chExt cx="829" cy="298"/>
              </a:xfrm>
            </p:grpSpPr>
            <p:grpSp>
              <p:nvGrpSpPr>
                <p:cNvPr id="21906" name="Group 149">
                  <a:extLst>
                    <a:ext uri="{FF2B5EF4-FFF2-40B4-BE49-F238E27FC236}">
                      <a16:creationId xmlns:a16="http://schemas.microsoft.com/office/drawing/2014/main" id="{BCEE492E-2785-C8B4-5099-986BC1973A07}"/>
                    </a:ext>
                  </a:extLst>
                </p:cNvPr>
                <p:cNvGrpSpPr>
                  <a:grpSpLocks noChangeAspect="1"/>
                </p:cNvGrpSpPr>
                <p:nvPr/>
              </p:nvGrpSpPr>
              <p:grpSpPr bwMode="auto">
                <a:xfrm>
                  <a:off x="422" y="1632"/>
                  <a:ext cx="822" cy="291"/>
                  <a:chOff x="422" y="1632"/>
                  <a:chExt cx="822" cy="291"/>
                </a:xfrm>
              </p:grpSpPr>
              <p:sp>
                <p:nvSpPr>
                  <p:cNvPr id="21916" name="Freeform 150">
                    <a:extLst>
                      <a:ext uri="{FF2B5EF4-FFF2-40B4-BE49-F238E27FC236}">
                        <a16:creationId xmlns:a16="http://schemas.microsoft.com/office/drawing/2014/main" id="{5C8427C7-2058-AE29-E310-C0B350DAAA71}"/>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17" name="Freeform 151">
                    <a:extLst>
                      <a:ext uri="{FF2B5EF4-FFF2-40B4-BE49-F238E27FC236}">
                        <a16:creationId xmlns:a16="http://schemas.microsoft.com/office/drawing/2014/main" id="{A56A9282-C993-348D-CE73-7F6EF1060E8C}"/>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18" name="Freeform 152">
                    <a:extLst>
                      <a:ext uri="{FF2B5EF4-FFF2-40B4-BE49-F238E27FC236}">
                        <a16:creationId xmlns:a16="http://schemas.microsoft.com/office/drawing/2014/main" id="{400AC0DB-EA7A-AAC5-28C6-BBFDAF1402D9}"/>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19" name="Freeform 153">
                    <a:extLst>
                      <a:ext uri="{FF2B5EF4-FFF2-40B4-BE49-F238E27FC236}">
                        <a16:creationId xmlns:a16="http://schemas.microsoft.com/office/drawing/2014/main" id="{C5492B7F-7B3C-F5A1-C8C3-0CCAF662906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20" name="Freeform 154">
                    <a:extLst>
                      <a:ext uri="{FF2B5EF4-FFF2-40B4-BE49-F238E27FC236}">
                        <a16:creationId xmlns:a16="http://schemas.microsoft.com/office/drawing/2014/main" id="{1C38D92A-645F-E012-2204-5C2CA4B95066}"/>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21" name="Freeform 155">
                    <a:extLst>
                      <a:ext uri="{FF2B5EF4-FFF2-40B4-BE49-F238E27FC236}">
                        <a16:creationId xmlns:a16="http://schemas.microsoft.com/office/drawing/2014/main" id="{9EB77827-7042-3E90-F470-3AC69EC8B2D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22" name="Freeform 156">
                    <a:extLst>
                      <a:ext uri="{FF2B5EF4-FFF2-40B4-BE49-F238E27FC236}">
                        <a16:creationId xmlns:a16="http://schemas.microsoft.com/office/drawing/2014/main" id="{AF8B99AC-A3A8-0B97-B938-87D2D82ABCD3}"/>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23" name="Freeform 157">
                    <a:extLst>
                      <a:ext uri="{FF2B5EF4-FFF2-40B4-BE49-F238E27FC236}">
                        <a16:creationId xmlns:a16="http://schemas.microsoft.com/office/drawing/2014/main" id="{5FA70C83-9DAB-6E0F-2F9F-46065EB47B52}"/>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907" name="Group 158">
                  <a:extLst>
                    <a:ext uri="{FF2B5EF4-FFF2-40B4-BE49-F238E27FC236}">
                      <a16:creationId xmlns:a16="http://schemas.microsoft.com/office/drawing/2014/main" id="{6F794DA8-DF6D-E360-A777-A2D9D5D14CCA}"/>
                    </a:ext>
                  </a:extLst>
                </p:cNvPr>
                <p:cNvGrpSpPr>
                  <a:grpSpLocks noChangeAspect="1"/>
                </p:cNvGrpSpPr>
                <p:nvPr/>
              </p:nvGrpSpPr>
              <p:grpSpPr bwMode="auto">
                <a:xfrm>
                  <a:off x="429" y="1639"/>
                  <a:ext cx="822" cy="291"/>
                  <a:chOff x="429" y="1639"/>
                  <a:chExt cx="822" cy="291"/>
                </a:xfrm>
              </p:grpSpPr>
              <p:sp>
                <p:nvSpPr>
                  <p:cNvPr id="21908" name="Freeform 159">
                    <a:extLst>
                      <a:ext uri="{FF2B5EF4-FFF2-40B4-BE49-F238E27FC236}">
                        <a16:creationId xmlns:a16="http://schemas.microsoft.com/office/drawing/2014/main" id="{021E38DF-5DAA-E03C-E2F6-468829AEABA1}"/>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9" name="Freeform 160">
                    <a:extLst>
                      <a:ext uri="{FF2B5EF4-FFF2-40B4-BE49-F238E27FC236}">
                        <a16:creationId xmlns:a16="http://schemas.microsoft.com/office/drawing/2014/main" id="{96EAC801-FEE8-0773-7E19-E492ED6F353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10" name="Freeform 161">
                    <a:extLst>
                      <a:ext uri="{FF2B5EF4-FFF2-40B4-BE49-F238E27FC236}">
                        <a16:creationId xmlns:a16="http://schemas.microsoft.com/office/drawing/2014/main" id="{E3AF2D72-207F-BEF6-2D87-70F9FBF0C06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11" name="Freeform 162">
                    <a:extLst>
                      <a:ext uri="{FF2B5EF4-FFF2-40B4-BE49-F238E27FC236}">
                        <a16:creationId xmlns:a16="http://schemas.microsoft.com/office/drawing/2014/main" id="{FAA71B60-630C-E5D1-19C3-78E66C08A4D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12" name="Freeform 163">
                    <a:extLst>
                      <a:ext uri="{FF2B5EF4-FFF2-40B4-BE49-F238E27FC236}">
                        <a16:creationId xmlns:a16="http://schemas.microsoft.com/office/drawing/2014/main" id="{7D2A00AE-EF7F-5180-E797-68975553A5DB}"/>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13" name="Freeform 164">
                    <a:extLst>
                      <a:ext uri="{FF2B5EF4-FFF2-40B4-BE49-F238E27FC236}">
                        <a16:creationId xmlns:a16="http://schemas.microsoft.com/office/drawing/2014/main" id="{19B7BA94-DD84-4DC6-3E4C-08F723C92CA8}"/>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14" name="Freeform 165">
                    <a:extLst>
                      <a:ext uri="{FF2B5EF4-FFF2-40B4-BE49-F238E27FC236}">
                        <a16:creationId xmlns:a16="http://schemas.microsoft.com/office/drawing/2014/main" id="{C22C5A61-D00D-C0B0-5751-D5F8B4A21E6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15" name="Freeform 166">
                    <a:extLst>
                      <a:ext uri="{FF2B5EF4-FFF2-40B4-BE49-F238E27FC236}">
                        <a16:creationId xmlns:a16="http://schemas.microsoft.com/office/drawing/2014/main" id="{B4E80DDC-9694-0646-D181-AFCD661BD110}"/>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903" name="WordArt 167">
              <a:extLst>
                <a:ext uri="{FF2B5EF4-FFF2-40B4-BE49-F238E27FC236}">
                  <a16:creationId xmlns:a16="http://schemas.microsoft.com/office/drawing/2014/main" id="{58C40763-088A-6698-728D-B86557A1F047}"/>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spTree>
    <p:extLst>
      <p:ext uri="{BB962C8B-B14F-4D97-AF65-F5344CB8AC3E}">
        <p14:creationId xmlns:p14="http://schemas.microsoft.com/office/powerpoint/2010/main" val="2950003453"/>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9" name="Rectangle 162">
            <a:extLst>
              <a:ext uri="{FF2B5EF4-FFF2-40B4-BE49-F238E27FC236}">
                <a16:creationId xmlns:a16="http://schemas.microsoft.com/office/drawing/2014/main" id="{8584387D-BCD0-10AC-7D8D-EC2987806EDE}"/>
              </a:ext>
            </a:extLst>
          </p:cNvPr>
          <p:cNvSpPr>
            <a:spLocks noGrp="1" noChangeArrowheads="1"/>
          </p:cNvSpPr>
          <p:nvPr>
            <p:ph type="title"/>
          </p:nvPr>
        </p:nvSpPr>
        <p:spPr/>
        <p:txBody>
          <a:bodyPr/>
          <a:lstStyle/>
          <a:p>
            <a:pPr eaLnBrk="1" hangingPunct="1"/>
            <a:r>
              <a:rPr lang="it-IT" altLang="it-IT" sz="4000" dirty="0" err="1"/>
              <a:t>ospf’s</a:t>
            </a:r>
            <a:r>
              <a:rPr lang="it-IT" altLang="it-IT" sz="4000" dirty="0"/>
              <a:t> </a:t>
            </a:r>
            <a:r>
              <a:rPr lang="it-IT" altLang="it-IT" sz="4000" dirty="0" err="1"/>
              <a:t>view</a:t>
            </a:r>
            <a:r>
              <a:rPr lang="it-IT" altLang="it-IT" sz="4000" dirty="0"/>
              <a:t> of the network</a:t>
            </a:r>
          </a:p>
        </p:txBody>
      </p:sp>
      <p:sp>
        <p:nvSpPr>
          <p:cNvPr id="2" name="Rectangle 4">
            <a:extLst>
              <a:ext uri="{FF2B5EF4-FFF2-40B4-BE49-F238E27FC236}">
                <a16:creationId xmlns:a16="http://schemas.microsoft.com/office/drawing/2014/main" id="{6CE004DA-5A77-5B87-6A43-BCDFAA7F1A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A2AFE0F-CDE3-53AA-46B9-074CE3A31213}"/>
              </a:ext>
            </a:extLst>
          </p:cNvPr>
          <p:cNvSpPr>
            <a:spLocks noGrp="1" noChangeArrowheads="1"/>
          </p:cNvSpPr>
          <p:nvPr>
            <p:ph type="ftr" sz="quarter" idx="11"/>
          </p:nvPr>
        </p:nvSpPr>
        <p:spPr>
          <a:ln/>
        </p:spPr>
        <p:txBody>
          <a:bodyPr/>
          <a:lstStyle/>
          <a:p>
            <a:r>
              <a:rPr lang="it-IT" altLang="en-IT"/>
              <a:t>kathara – [ labs: ospf_frr ]</a:t>
            </a:r>
          </a:p>
        </p:txBody>
      </p:sp>
      <p:grpSp>
        <p:nvGrpSpPr>
          <p:cNvPr id="21508" name="Group 2">
            <a:extLst>
              <a:ext uri="{FF2B5EF4-FFF2-40B4-BE49-F238E27FC236}">
                <a16:creationId xmlns:a16="http://schemas.microsoft.com/office/drawing/2014/main" id="{2DA97725-4953-C550-1AE7-B08BFB277F90}"/>
              </a:ext>
            </a:extLst>
          </p:cNvPr>
          <p:cNvGrpSpPr>
            <a:grpSpLocks/>
          </p:cNvGrpSpPr>
          <p:nvPr/>
        </p:nvGrpSpPr>
        <p:grpSpPr bwMode="auto">
          <a:xfrm>
            <a:off x="2166173" y="1050664"/>
            <a:ext cx="7655970" cy="3628007"/>
            <a:chOff x="-177" y="1030"/>
            <a:chExt cx="5760" cy="2840"/>
          </a:xfrm>
        </p:grpSpPr>
        <p:grpSp>
          <p:nvGrpSpPr>
            <p:cNvPr id="21537" name="Group 3">
              <a:extLst>
                <a:ext uri="{FF2B5EF4-FFF2-40B4-BE49-F238E27FC236}">
                  <a16:creationId xmlns:a16="http://schemas.microsoft.com/office/drawing/2014/main" id="{E2681DC0-9B50-77BB-239C-DF7BA73E9B3B}"/>
                </a:ext>
              </a:extLst>
            </p:cNvPr>
            <p:cNvGrpSpPr>
              <a:grpSpLocks/>
            </p:cNvGrpSpPr>
            <p:nvPr/>
          </p:nvGrpSpPr>
          <p:grpSpPr bwMode="auto">
            <a:xfrm>
              <a:off x="-177" y="1221"/>
              <a:ext cx="5760" cy="2649"/>
              <a:chOff x="-177" y="1221"/>
              <a:chExt cx="5760" cy="2649"/>
            </a:xfrm>
          </p:grpSpPr>
          <p:sp>
            <p:nvSpPr>
              <p:cNvPr id="21539" name="Oval 4">
                <a:extLst>
                  <a:ext uri="{FF2B5EF4-FFF2-40B4-BE49-F238E27FC236}">
                    <a16:creationId xmlns:a16="http://schemas.microsoft.com/office/drawing/2014/main" id="{B69635C6-E67E-A5FF-F83A-EDD0A07E21AD}"/>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0" name="Oval 5">
                <a:extLst>
                  <a:ext uri="{FF2B5EF4-FFF2-40B4-BE49-F238E27FC236}">
                    <a16:creationId xmlns:a16="http://schemas.microsoft.com/office/drawing/2014/main" id="{CD6F14E2-E370-605B-5409-012738BB8ECB}"/>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1" name="Oval 6">
                <a:extLst>
                  <a:ext uri="{FF2B5EF4-FFF2-40B4-BE49-F238E27FC236}">
                    <a16:creationId xmlns:a16="http://schemas.microsoft.com/office/drawing/2014/main" id="{B0991C3C-4720-AA4F-C655-54ADA1D57C12}"/>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2" name="Oval 7">
                <a:extLst>
                  <a:ext uri="{FF2B5EF4-FFF2-40B4-BE49-F238E27FC236}">
                    <a16:creationId xmlns:a16="http://schemas.microsoft.com/office/drawing/2014/main" id="{45C8B705-A185-D395-872F-2FEC97CFF287}"/>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3" name="Oval 8">
                <a:extLst>
                  <a:ext uri="{FF2B5EF4-FFF2-40B4-BE49-F238E27FC236}">
                    <a16:creationId xmlns:a16="http://schemas.microsoft.com/office/drawing/2014/main" id="{F725B197-4602-ACB5-B8B8-56129D2CDD21}"/>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4" name="Oval 9">
                <a:extLst>
                  <a:ext uri="{FF2B5EF4-FFF2-40B4-BE49-F238E27FC236}">
                    <a16:creationId xmlns:a16="http://schemas.microsoft.com/office/drawing/2014/main" id="{ACBEF2A0-3712-BAD5-FD1A-C29D5EC8AB13}"/>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5" name="Oval 10">
                <a:extLst>
                  <a:ext uri="{FF2B5EF4-FFF2-40B4-BE49-F238E27FC236}">
                    <a16:creationId xmlns:a16="http://schemas.microsoft.com/office/drawing/2014/main" id="{E674A691-74D1-1DC0-A014-ADBC3155DCA2}"/>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6" name="Oval 11">
                <a:extLst>
                  <a:ext uri="{FF2B5EF4-FFF2-40B4-BE49-F238E27FC236}">
                    <a16:creationId xmlns:a16="http://schemas.microsoft.com/office/drawing/2014/main" id="{B83FF4C2-6943-FEFF-00E0-6E588EDA7C0A}"/>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7" name="Oval 12">
                <a:extLst>
                  <a:ext uri="{FF2B5EF4-FFF2-40B4-BE49-F238E27FC236}">
                    <a16:creationId xmlns:a16="http://schemas.microsoft.com/office/drawing/2014/main" id="{EF32C6C9-82D0-B1E8-DA27-1F3B19138F71}"/>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dirty="0">
                  <a:latin typeface="Arial" panose="020B0604020202020204" pitchFamily="34" charset="0"/>
                </a:endParaRPr>
              </a:p>
            </p:txBody>
          </p:sp>
        </p:grpSp>
        <p:sp>
          <p:nvSpPr>
            <p:cNvPr id="21538" name="Oval 13">
              <a:extLst>
                <a:ext uri="{FF2B5EF4-FFF2-40B4-BE49-F238E27FC236}">
                  <a16:creationId xmlns:a16="http://schemas.microsoft.com/office/drawing/2014/main" id="{6EC22C66-8731-D095-AF4D-2BED9A96CFED}"/>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grpSp>
        <p:nvGrpSpPr>
          <p:cNvPr id="4" name="Group 3">
            <a:extLst>
              <a:ext uri="{FF2B5EF4-FFF2-40B4-BE49-F238E27FC236}">
                <a16:creationId xmlns:a16="http://schemas.microsoft.com/office/drawing/2014/main" id="{2D42DAB1-303A-3E40-3524-C11468DCB958}"/>
              </a:ext>
            </a:extLst>
          </p:cNvPr>
          <p:cNvGrpSpPr/>
          <p:nvPr/>
        </p:nvGrpSpPr>
        <p:grpSpPr>
          <a:xfrm>
            <a:off x="2780918" y="4408603"/>
            <a:ext cx="6802068" cy="2334786"/>
            <a:chOff x="4778215" y="2378844"/>
            <a:chExt cx="6802068" cy="1961626"/>
          </a:xfrm>
        </p:grpSpPr>
        <p:sp>
          <p:nvSpPr>
            <p:cNvPr id="5" name="Rectangle 4">
              <a:extLst>
                <a:ext uri="{FF2B5EF4-FFF2-40B4-BE49-F238E27FC236}">
                  <a16:creationId xmlns:a16="http://schemas.microsoft.com/office/drawing/2014/main" id="{70361730-5F00-C0BB-08BD-044CC667EEAE}"/>
                </a:ext>
              </a:extLst>
            </p:cNvPr>
            <p:cNvSpPr/>
            <p:nvPr/>
          </p:nvSpPr>
          <p:spPr>
            <a:xfrm>
              <a:off x="4778215" y="2632077"/>
              <a:ext cx="6802068" cy="1708393"/>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it-IT" altLang="it-IT" sz="1400" dirty="0">
                  <a:solidFill>
                    <a:schemeClr val="bg1"/>
                  </a:solidFill>
                  <a:latin typeface="Lucida Console" panose="020B0609040504020204" pitchFamily="49" charset="0"/>
                </a:rPr>
                <a:t>bb0# show </a:t>
              </a:r>
              <a:r>
                <a:rPr lang="it-IT" altLang="it-IT" sz="1400" dirty="0" err="1">
                  <a:solidFill>
                    <a:schemeClr val="bg1"/>
                  </a:solidFill>
                  <a:latin typeface="Lucida Console" panose="020B0609040504020204" pitchFamily="49" charset="0"/>
                </a:rPr>
                <a:t>ip</a:t>
              </a:r>
              <a:r>
                <a:rPr lang="it-IT" altLang="it-IT" sz="1400" dirty="0">
                  <a:solidFill>
                    <a:schemeClr val="bg1"/>
                  </a:solidFill>
                  <a:latin typeface="Lucida Console" panose="020B0609040504020204" pitchFamily="49" charset="0"/>
                </a:rPr>
                <a:t> </a:t>
              </a:r>
              <a:r>
                <a:rPr lang="it-IT" altLang="it-IT" sz="1400" dirty="0" err="1">
                  <a:solidFill>
                    <a:schemeClr val="bg1"/>
                  </a:solidFill>
                  <a:latin typeface="Lucida Console" panose="020B0609040504020204" pitchFamily="49" charset="0"/>
                </a:rPr>
                <a:t>ospf</a:t>
              </a:r>
              <a:r>
                <a:rPr lang="it-IT" altLang="it-IT" sz="1400" dirty="0">
                  <a:solidFill>
                    <a:schemeClr val="bg1"/>
                  </a:solidFill>
                  <a:latin typeface="Lucida Console" panose="020B0609040504020204" pitchFamily="49" charset="0"/>
                </a:rPr>
                <a:t> database router</a:t>
              </a:r>
            </a:p>
            <a:p>
              <a:pPr eaLnBrk="1" hangingPunct="1"/>
              <a:r>
                <a:rPr lang="it-IT" altLang="it-IT" sz="1400" dirty="0">
                  <a:solidFill>
                    <a:schemeClr val="bg1"/>
                  </a:solidFill>
                  <a:latin typeface="Lucida Console" panose="020B0609040504020204" pitchFamily="49" charset="0"/>
                </a:rPr>
                <a:t> Link State ID: 10.0.1.1 </a:t>
              </a:r>
            </a:p>
            <a:p>
              <a:pPr eaLnBrk="1" hangingPunct="1"/>
              <a:r>
                <a:rPr lang="it-IT" altLang="it-IT" sz="1400" dirty="0">
                  <a:solidFill>
                    <a:schemeClr val="bg1"/>
                  </a:solidFill>
                  <a:latin typeface="Lucida Console" panose="020B0609040504020204" pitchFamily="49" charset="0"/>
                </a:rPr>
                <a:t>   </a:t>
              </a:r>
              <a:r>
                <a:rPr lang="it-IT" altLang="it-IT" sz="1400" dirty="0" err="1">
                  <a:solidFill>
                    <a:schemeClr val="bg1"/>
                  </a:solidFill>
                  <a:latin typeface="Lucida Console" panose="020B0609040504020204" pitchFamily="49" charset="0"/>
                </a:rPr>
                <a:t>Number</a:t>
              </a:r>
              <a:r>
                <a:rPr lang="it-IT" altLang="it-IT" sz="1400" dirty="0">
                  <a:solidFill>
                    <a:schemeClr val="bg1"/>
                  </a:solidFill>
                  <a:latin typeface="Lucida Console" panose="020B0609040504020204" pitchFamily="49" charset="0"/>
                </a:rPr>
                <a:t> of Links: 2</a:t>
              </a:r>
            </a:p>
            <a:p>
              <a:pPr eaLnBrk="1" hangingPunct="1"/>
              <a:r>
                <a:rPr lang="it-IT" altLang="it-IT" sz="1400" dirty="0">
                  <a:solidFill>
                    <a:schemeClr val="bg1"/>
                  </a:solidFill>
                  <a:latin typeface="Lucida Console" panose="020B0609040504020204" pitchFamily="49" charset="0"/>
                </a:rPr>
                <a:t>    Link </a:t>
              </a:r>
              <a:r>
                <a:rPr lang="it-IT" altLang="it-IT" sz="1400" dirty="0" err="1">
                  <a:solidFill>
                    <a:schemeClr val="bg1"/>
                  </a:solidFill>
                  <a:latin typeface="Lucida Console" panose="020B0609040504020204" pitchFamily="49" charset="0"/>
                </a:rPr>
                <a:t>connected</a:t>
              </a:r>
              <a:r>
                <a:rPr lang="it-IT" altLang="it-IT" sz="1400" dirty="0">
                  <a:solidFill>
                    <a:schemeClr val="bg1"/>
                  </a:solidFill>
                  <a:latin typeface="Lucida Console" panose="020B0609040504020204" pitchFamily="49" charset="0"/>
                </a:rPr>
                <a:t> to: a Transit Network</a:t>
              </a:r>
            </a:p>
            <a:p>
              <a:pPr eaLnBrk="1" hangingPunct="1"/>
              <a:r>
                <a:rPr lang="it-IT" altLang="it-IT" sz="1400" dirty="0">
                  <a:solidFill>
                    <a:schemeClr val="bg1"/>
                  </a:solidFill>
                  <a:latin typeface="Lucida Console" panose="020B0609040504020204" pitchFamily="49" charset="0"/>
                </a:rPr>
                <a:t>     (Link ID) </a:t>
              </a:r>
              <a:r>
                <a:rPr lang="it-IT" altLang="it-IT" sz="1400" dirty="0" err="1">
                  <a:solidFill>
                    <a:schemeClr val="bg1"/>
                  </a:solidFill>
                  <a:latin typeface="Lucida Console" panose="020B0609040504020204" pitchFamily="49" charset="0"/>
                </a:rPr>
                <a:t>Designated</a:t>
              </a:r>
              <a:r>
                <a:rPr lang="it-IT" altLang="it-IT" sz="1400" dirty="0">
                  <a:solidFill>
                    <a:schemeClr val="bg1"/>
                  </a:solidFill>
                  <a:latin typeface="Lucida Console" panose="020B0609040504020204" pitchFamily="49" charset="0"/>
                </a:rPr>
                <a:t> Router </a:t>
              </a:r>
              <a:r>
                <a:rPr lang="it-IT" altLang="it-IT" sz="1400" dirty="0" err="1">
                  <a:solidFill>
                    <a:schemeClr val="bg1"/>
                  </a:solidFill>
                  <a:latin typeface="Lucida Console" panose="020B0609040504020204" pitchFamily="49" charset="0"/>
                </a:rPr>
                <a:t>address</a:t>
              </a:r>
              <a:r>
                <a:rPr lang="it-IT" altLang="it-IT" sz="1400" dirty="0">
                  <a:solidFill>
                    <a:schemeClr val="bg1"/>
                  </a:solidFill>
                  <a:latin typeface="Lucida Console" panose="020B0609040504020204" pitchFamily="49" charset="0"/>
                </a:rPr>
                <a:t>: 10.0.0.1</a:t>
              </a:r>
            </a:p>
            <a:p>
              <a:pPr eaLnBrk="1" hangingPunct="1"/>
              <a:r>
                <a:rPr lang="it-IT" altLang="it-IT" sz="1400" dirty="0">
                  <a:solidFill>
                    <a:schemeClr val="bg1"/>
                  </a:solidFill>
                  <a:latin typeface="Lucida Console" panose="020B0609040504020204" pitchFamily="49" charset="0"/>
                </a:rPr>
                <a:t>     (Link Data) Router Interface </a:t>
              </a:r>
              <a:r>
                <a:rPr lang="it-IT" altLang="it-IT" sz="1400" dirty="0" err="1">
                  <a:solidFill>
                    <a:schemeClr val="bg1"/>
                  </a:solidFill>
                  <a:latin typeface="Lucida Console" panose="020B0609040504020204" pitchFamily="49" charset="0"/>
                </a:rPr>
                <a:t>address</a:t>
              </a:r>
              <a:r>
                <a:rPr lang="it-IT" altLang="it-IT" sz="1400" dirty="0">
                  <a:solidFill>
                    <a:schemeClr val="bg1"/>
                  </a:solidFill>
                  <a:latin typeface="Lucida Console" panose="020B0609040504020204" pitchFamily="49" charset="0"/>
                </a:rPr>
                <a:t>: 10.0.0.2</a:t>
              </a:r>
            </a:p>
            <a:p>
              <a:pPr eaLnBrk="1" hangingPunct="1"/>
              <a:r>
                <a:rPr lang="it-IT" altLang="it-IT" sz="1400" dirty="0">
                  <a:solidFill>
                    <a:schemeClr val="bg1"/>
                  </a:solidFill>
                  <a:latin typeface="Lucida Console" panose="020B0609040504020204" pitchFamily="49" charset="0"/>
                </a:rPr>
                <a:t>    Link </a:t>
              </a:r>
              <a:r>
                <a:rPr lang="it-IT" altLang="it-IT" sz="1400" dirty="0" err="1">
                  <a:solidFill>
                    <a:schemeClr val="bg1"/>
                  </a:solidFill>
                  <a:latin typeface="Lucida Console" panose="020B0609040504020204" pitchFamily="49" charset="0"/>
                </a:rPr>
                <a:t>connected</a:t>
              </a:r>
              <a:r>
                <a:rPr lang="it-IT" altLang="it-IT" sz="1400" dirty="0">
                  <a:solidFill>
                    <a:schemeClr val="bg1"/>
                  </a:solidFill>
                  <a:latin typeface="Lucida Console" panose="020B0609040504020204" pitchFamily="49" charset="0"/>
                </a:rPr>
                <a:t> to: a Transit Network</a:t>
              </a:r>
            </a:p>
            <a:p>
              <a:pPr eaLnBrk="1" hangingPunct="1"/>
              <a:r>
                <a:rPr lang="it-IT" altLang="it-IT" sz="1400" dirty="0">
                  <a:solidFill>
                    <a:schemeClr val="bg1"/>
                  </a:solidFill>
                  <a:latin typeface="Lucida Console" panose="020B0609040504020204" pitchFamily="49" charset="0"/>
                </a:rPr>
                <a:t>     (Link ID) </a:t>
              </a:r>
              <a:r>
                <a:rPr lang="it-IT" altLang="it-IT" sz="1400" dirty="0" err="1">
                  <a:solidFill>
                    <a:schemeClr val="bg1"/>
                  </a:solidFill>
                  <a:latin typeface="Lucida Console" panose="020B0609040504020204" pitchFamily="49" charset="0"/>
                </a:rPr>
                <a:t>Designated</a:t>
              </a:r>
              <a:r>
                <a:rPr lang="it-IT" altLang="it-IT" sz="1400" dirty="0">
                  <a:solidFill>
                    <a:schemeClr val="bg1"/>
                  </a:solidFill>
                  <a:latin typeface="Lucida Console" panose="020B0609040504020204" pitchFamily="49" charset="0"/>
                </a:rPr>
                <a:t> Router </a:t>
              </a:r>
              <a:r>
                <a:rPr lang="it-IT" altLang="it-IT" sz="1400" dirty="0" err="1">
                  <a:solidFill>
                    <a:schemeClr val="bg1"/>
                  </a:solidFill>
                  <a:latin typeface="Lucida Console" panose="020B0609040504020204" pitchFamily="49" charset="0"/>
                </a:rPr>
                <a:t>address</a:t>
              </a:r>
              <a:r>
                <a:rPr lang="it-IT" altLang="it-IT" sz="1400" dirty="0">
                  <a:solidFill>
                    <a:schemeClr val="bg1"/>
                  </a:solidFill>
                  <a:latin typeface="Lucida Console" panose="020B0609040504020204" pitchFamily="49" charset="0"/>
                </a:rPr>
                <a:t>: 10.0.1.2</a:t>
              </a:r>
            </a:p>
            <a:p>
              <a:pPr eaLnBrk="1" hangingPunct="1"/>
              <a:r>
                <a:rPr lang="it-IT" altLang="it-IT" sz="1400" dirty="0">
                  <a:solidFill>
                    <a:schemeClr val="bg1"/>
                  </a:solidFill>
                  <a:latin typeface="Lucida Console" panose="020B0609040504020204" pitchFamily="49" charset="0"/>
                </a:rPr>
                <a:t>     (Link Data) Router Interface </a:t>
              </a:r>
              <a:r>
                <a:rPr lang="it-IT" altLang="it-IT" sz="1400" dirty="0" err="1">
                  <a:solidFill>
                    <a:schemeClr val="bg1"/>
                  </a:solidFill>
                  <a:latin typeface="Lucida Console" panose="020B0609040504020204" pitchFamily="49" charset="0"/>
                </a:rPr>
                <a:t>address</a:t>
              </a:r>
              <a:r>
                <a:rPr lang="it-IT" altLang="it-IT" sz="1400" dirty="0">
                  <a:solidFill>
                    <a:schemeClr val="bg1"/>
                  </a:solidFill>
                  <a:latin typeface="Lucida Console" panose="020B0609040504020204" pitchFamily="49" charset="0"/>
                </a:rPr>
                <a:t>: 10.0.1.1 </a:t>
              </a:r>
            </a:p>
            <a:p>
              <a:pPr eaLnBrk="1" hangingPunct="1"/>
              <a:endParaRPr lang="it-IT" altLang="it-IT" sz="1400" dirty="0">
                <a:solidFill>
                  <a:schemeClr val="bg1"/>
                </a:solidFill>
                <a:latin typeface="Lucida Console" panose="020B0609040504020204" pitchFamily="49" charset="0"/>
              </a:endParaRPr>
            </a:p>
          </p:txBody>
        </p:sp>
        <p:sp>
          <p:nvSpPr>
            <p:cNvPr id="6" name="Rectangle 5">
              <a:extLst>
                <a:ext uri="{FF2B5EF4-FFF2-40B4-BE49-F238E27FC236}">
                  <a16:creationId xmlns:a16="http://schemas.microsoft.com/office/drawing/2014/main" id="{E8931EE6-7A3E-795A-0473-EC7653C2A51A}"/>
                </a:ext>
              </a:extLst>
            </p:cNvPr>
            <p:cNvSpPr/>
            <p:nvPr/>
          </p:nvSpPr>
          <p:spPr>
            <a:xfrm>
              <a:off x="4778215" y="2378844"/>
              <a:ext cx="6802064"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7" name="Group 6">
              <a:extLst>
                <a:ext uri="{FF2B5EF4-FFF2-40B4-BE49-F238E27FC236}">
                  <a16:creationId xmlns:a16="http://schemas.microsoft.com/office/drawing/2014/main" id="{2CE8E8BB-74C2-AC0C-E3A5-C38E3B3F0654}"/>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E844A620-6750-B0F9-F8AC-10A7C8E1AC64}"/>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B770B94-AC31-A4C4-6A0F-3E88FAEF025C}"/>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E583634-35BC-41C5-2601-F81456C681CE}"/>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4" name="AutoShape 54">
            <a:extLst>
              <a:ext uri="{FF2B5EF4-FFF2-40B4-BE49-F238E27FC236}">
                <a16:creationId xmlns:a16="http://schemas.microsoft.com/office/drawing/2014/main" id="{AB0AF694-8067-C502-B6AB-55D6D79D8F99}"/>
              </a:ext>
            </a:extLst>
          </p:cNvPr>
          <p:cNvSpPr>
            <a:spLocks noChangeArrowheads="1"/>
          </p:cNvSpPr>
          <p:nvPr/>
        </p:nvSpPr>
        <p:spPr bwMode="auto">
          <a:xfrm>
            <a:off x="1843302" y="2058827"/>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dirty="0">
                <a:solidFill>
                  <a:schemeClr val="bg1"/>
                </a:solidFill>
              </a:rPr>
              <a:t>0.0.0.0</a:t>
            </a:r>
          </a:p>
        </p:txBody>
      </p:sp>
      <p:grpSp>
        <p:nvGrpSpPr>
          <p:cNvPr id="35" name="Group 58">
            <a:extLst>
              <a:ext uri="{FF2B5EF4-FFF2-40B4-BE49-F238E27FC236}">
                <a16:creationId xmlns:a16="http://schemas.microsoft.com/office/drawing/2014/main" id="{E59B77AC-6891-3FC2-54D5-5DC0F4CA30D2}"/>
              </a:ext>
            </a:extLst>
          </p:cNvPr>
          <p:cNvGrpSpPr>
            <a:grpSpLocks noChangeAspect="1"/>
          </p:cNvGrpSpPr>
          <p:nvPr/>
        </p:nvGrpSpPr>
        <p:grpSpPr bwMode="auto">
          <a:xfrm>
            <a:off x="3418205" y="1642040"/>
            <a:ext cx="723900" cy="460375"/>
            <a:chOff x="3312" y="2160"/>
            <a:chExt cx="960" cy="528"/>
          </a:xfrm>
        </p:grpSpPr>
        <p:grpSp>
          <p:nvGrpSpPr>
            <p:cNvPr id="36" name="Group 59">
              <a:extLst>
                <a:ext uri="{FF2B5EF4-FFF2-40B4-BE49-F238E27FC236}">
                  <a16:creationId xmlns:a16="http://schemas.microsoft.com/office/drawing/2014/main" id="{358B3B2D-E8BA-1E94-14AE-B007D2DA2B53}"/>
                </a:ext>
              </a:extLst>
            </p:cNvPr>
            <p:cNvGrpSpPr>
              <a:grpSpLocks noChangeAspect="1"/>
            </p:cNvGrpSpPr>
            <p:nvPr/>
          </p:nvGrpSpPr>
          <p:grpSpPr bwMode="auto">
            <a:xfrm>
              <a:off x="3312" y="2160"/>
              <a:ext cx="960" cy="528"/>
              <a:chOff x="3312" y="2160"/>
              <a:chExt cx="960" cy="528"/>
            </a:xfrm>
          </p:grpSpPr>
          <p:sp>
            <p:nvSpPr>
              <p:cNvPr id="38" name="AutoShape 60">
                <a:extLst>
                  <a:ext uri="{FF2B5EF4-FFF2-40B4-BE49-F238E27FC236}">
                    <a16:creationId xmlns:a16="http://schemas.microsoft.com/office/drawing/2014/main" id="{B5BD0E12-FF8A-1D07-7047-4D285097916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39" name="Group 61">
                <a:extLst>
                  <a:ext uri="{FF2B5EF4-FFF2-40B4-BE49-F238E27FC236}">
                    <a16:creationId xmlns:a16="http://schemas.microsoft.com/office/drawing/2014/main" id="{3D58A98C-FB1A-914C-C89D-1AB4E97A30CE}"/>
                  </a:ext>
                </a:extLst>
              </p:cNvPr>
              <p:cNvGrpSpPr>
                <a:grpSpLocks noChangeAspect="1"/>
              </p:cNvGrpSpPr>
              <p:nvPr/>
            </p:nvGrpSpPr>
            <p:grpSpPr bwMode="auto">
              <a:xfrm>
                <a:off x="3488" y="2193"/>
                <a:ext cx="599" cy="207"/>
                <a:chOff x="422" y="1632"/>
                <a:chExt cx="829" cy="298"/>
              </a:xfrm>
            </p:grpSpPr>
            <p:grpSp>
              <p:nvGrpSpPr>
                <p:cNvPr id="40" name="Group 62">
                  <a:extLst>
                    <a:ext uri="{FF2B5EF4-FFF2-40B4-BE49-F238E27FC236}">
                      <a16:creationId xmlns:a16="http://schemas.microsoft.com/office/drawing/2014/main" id="{1B435C44-4945-1186-C685-2EBEA0450C98}"/>
                    </a:ext>
                  </a:extLst>
                </p:cNvPr>
                <p:cNvGrpSpPr>
                  <a:grpSpLocks noChangeAspect="1"/>
                </p:cNvGrpSpPr>
                <p:nvPr/>
              </p:nvGrpSpPr>
              <p:grpSpPr bwMode="auto">
                <a:xfrm>
                  <a:off x="422" y="1632"/>
                  <a:ext cx="822" cy="291"/>
                  <a:chOff x="422" y="1632"/>
                  <a:chExt cx="822" cy="291"/>
                </a:xfrm>
              </p:grpSpPr>
              <p:sp>
                <p:nvSpPr>
                  <p:cNvPr id="50" name="Freeform 63">
                    <a:extLst>
                      <a:ext uri="{FF2B5EF4-FFF2-40B4-BE49-F238E27FC236}">
                        <a16:creationId xmlns:a16="http://schemas.microsoft.com/office/drawing/2014/main" id="{B7109261-9C9F-F1C8-BEE5-9E18EAD52D1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1" name="Freeform 64">
                    <a:extLst>
                      <a:ext uri="{FF2B5EF4-FFF2-40B4-BE49-F238E27FC236}">
                        <a16:creationId xmlns:a16="http://schemas.microsoft.com/office/drawing/2014/main" id="{DF07984C-6065-BDC5-F697-56DB089B466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2" name="Freeform 65">
                    <a:extLst>
                      <a:ext uri="{FF2B5EF4-FFF2-40B4-BE49-F238E27FC236}">
                        <a16:creationId xmlns:a16="http://schemas.microsoft.com/office/drawing/2014/main" id="{759D1AB2-789C-7CE3-27B1-6AE8B2C1739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3" name="Freeform 66">
                    <a:extLst>
                      <a:ext uri="{FF2B5EF4-FFF2-40B4-BE49-F238E27FC236}">
                        <a16:creationId xmlns:a16="http://schemas.microsoft.com/office/drawing/2014/main" id="{400C610D-46FF-23B9-0C27-5EBCB41DF37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4" name="Freeform 67">
                    <a:extLst>
                      <a:ext uri="{FF2B5EF4-FFF2-40B4-BE49-F238E27FC236}">
                        <a16:creationId xmlns:a16="http://schemas.microsoft.com/office/drawing/2014/main" id="{B16A48EC-EF7F-4BE0-F6E4-ECCA66E9CD7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5" name="Freeform 68">
                    <a:extLst>
                      <a:ext uri="{FF2B5EF4-FFF2-40B4-BE49-F238E27FC236}">
                        <a16:creationId xmlns:a16="http://schemas.microsoft.com/office/drawing/2014/main" id="{19F1100D-8148-89E6-52E6-125C40AD333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6" name="Freeform 69">
                    <a:extLst>
                      <a:ext uri="{FF2B5EF4-FFF2-40B4-BE49-F238E27FC236}">
                        <a16:creationId xmlns:a16="http://schemas.microsoft.com/office/drawing/2014/main" id="{3CFC53CC-782F-BEF7-6986-BA080261A08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 name="Freeform 70">
                    <a:extLst>
                      <a:ext uri="{FF2B5EF4-FFF2-40B4-BE49-F238E27FC236}">
                        <a16:creationId xmlns:a16="http://schemas.microsoft.com/office/drawing/2014/main" id="{05BCE7A7-0FFB-785E-9573-AF9EADE0A54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41" name="Group 71">
                  <a:extLst>
                    <a:ext uri="{FF2B5EF4-FFF2-40B4-BE49-F238E27FC236}">
                      <a16:creationId xmlns:a16="http://schemas.microsoft.com/office/drawing/2014/main" id="{EDC4A3D8-0EA2-297F-3400-A35F16D6A136}"/>
                    </a:ext>
                  </a:extLst>
                </p:cNvPr>
                <p:cNvGrpSpPr>
                  <a:grpSpLocks noChangeAspect="1"/>
                </p:cNvGrpSpPr>
                <p:nvPr/>
              </p:nvGrpSpPr>
              <p:grpSpPr bwMode="auto">
                <a:xfrm>
                  <a:off x="429" y="1639"/>
                  <a:ext cx="822" cy="291"/>
                  <a:chOff x="429" y="1639"/>
                  <a:chExt cx="822" cy="291"/>
                </a:xfrm>
              </p:grpSpPr>
              <p:sp>
                <p:nvSpPr>
                  <p:cNvPr id="42" name="Freeform 72">
                    <a:extLst>
                      <a:ext uri="{FF2B5EF4-FFF2-40B4-BE49-F238E27FC236}">
                        <a16:creationId xmlns:a16="http://schemas.microsoft.com/office/drawing/2014/main" id="{DFD37556-E148-827E-C941-733AECD2C1B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3" name="Freeform 73">
                    <a:extLst>
                      <a:ext uri="{FF2B5EF4-FFF2-40B4-BE49-F238E27FC236}">
                        <a16:creationId xmlns:a16="http://schemas.microsoft.com/office/drawing/2014/main" id="{7182A070-25A5-C387-18BE-F3B70348A3C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4" name="Freeform 74">
                    <a:extLst>
                      <a:ext uri="{FF2B5EF4-FFF2-40B4-BE49-F238E27FC236}">
                        <a16:creationId xmlns:a16="http://schemas.microsoft.com/office/drawing/2014/main" id="{F19F85A6-9AB0-A771-E0ED-A13F02E7C2F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5" name="Freeform 75">
                    <a:extLst>
                      <a:ext uri="{FF2B5EF4-FFF2-40B4-BE49-F238E27FC236}">
                        <a16:creationId xmlns:a16="http://schemas.microsoft.com/office/drawing/2014/main" id="{6DE448EC-8F63-1CF6-EEB6-91D37D3E513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6" name="Freeform 76">
                    <a:extLst>
                      <a:ext uri="{FF2B5EF4-FFF2-40B4-BE49-F238E27FC236}">
                        <a16:creationId xmlns:a16="http://schemas.microsoft.com/office/drawing/2014/main" id="{F70C254F-7D19-3124-4192-6B7E5196087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7" name="Freeform 77">
                    <a:extLst>
                      <a:ext uri="{FF2B5EF4-FFF2-40B4-BE49-F238E27FC236}">
                        <a16:creationId xmlns:a16="http://schemas.microsoft.com/office/drawing/2014/main" id="{95125788-59B8-5A47-66D5-979B1828E46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8" name="Freeform 78">
                    <a:extLst>
                      <a:ext uri="{FF2B5EF4-FFF2-40B4-BE49-F238E27FC236}">
                        <a16:creationId xmlns:a16="http://schemas.microsoft.com/office/drawing/2014/main" id="{7207942D-6365-5FED-025B-19F2C0F69E8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9" name="Freeform 79">
                    <a:extLst>
                      <a:ext uri="{FF2B5EF4-FFF2-40B4-BE49-F238E27FC236}">
                        <a16:creationId xmlns:a16="http://schemas.microsoft.com/office/drawing/2014/main" id="{90F873C8-E584-E0CD-3C49-5BA0FDDD050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37" name="WordArt 80">
              <a:extLst>
                <a:ext uri="{FF2B5EF4-FFF2-40B4-BE49-F238E27FC236}">
                  <a16:creationId xmlns:a16="http://schemas.microsoft.com/office/drawing/2014/main" id="{E214CEBC-AD80-D590-DDEA-5C0A99499D7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grpSp>
        <p:nvGrpSpPr>
          <p:cNvPr id="21523" name="Group 122">
            <a:extLst>
              <a:ext uri="{FF2B5EF4-FFF2-40B4-BE49-F238E27FC236}">
                <a16:creationId xmlns:a16="http://schemas.microsoft.com/office/drawing/2014/main" id="{8C636A99-E792-051D-4CC7-0AF4C69A759D}"/>
              </a:ext>
            </a:extLst>
          </p:cNvPr>
          <p:cNvGrpSpPr>
            <a:grpSpLocks noChangeAspect="1"/>
          </p:cNvGrpSpPr>
          <p:nvPr/>
        </p:nvGrpSpPr>
        <p:grpSpPr bwMode="auto">
          <a:xfrm>
            <a:off x="7968254" y="3531430"/>
            <a:ext cx="723900" cy="460375"/>
            <a:chOff x="3312" y="2160"/>
            <a:chExt cx="960" cy="528"/>
          </a:xfrm>
        </p:grpSpPr>
        <p:grpSp>
          <p:nvGrpSpPr>
            <p:cNvPr id="21524" name="Group 123">
              <a:extLst>
                <a:ext uri="{FF2B5EF4-FFF2-40B4-BE49-F238E27FC236}">
                  <a16:creationId xmlns:a16="http://schemas.microsoft.com/office/drawing/2014/main" id="{6B2A8C9A-1810-3936-4A72-CC7C1AD43C13}"/>
                </a:ext>
              </a:extLst>
            </p:cNvPr>
            <p:cNvGrpSpPr>
              <a:grpSpLocks noChangeAspect="1"/>
            </p:cNvGrpSpPr>
            <p:nvPr/>
          </p:nvGrpSpPr>
          <p:grpSpPr bwMode="auto">
            <a:xfrm>
              <a:off x="3312" y="2160"/>
              <a:ext cx="960" cy="528"/>
              <a:chOff x="3312" y="2160"/>
              <a:chExt cx="960" cy="528"/>
            </a:xfrm>
          </p:grpSpPr>
          <p:sp>
            <p:nvSpPr>
              <p:cNvPr id="21526" name="AutoShape 124">
                <a:extLst>
                  <a:ext uri="{FF2B5EF4-FFF2-40B4-BE49-F238E27FC236}">
                    <a16:creationId xmlns:a16="http://schemas.microsoft.com/office/drawing/2014/main" id="{485FEFB7-4F10-7F12-D27E-E08FEF3E737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27" name="Group 125">
                <a:extLst>
                  <a:ext uri="{FF2B5EF4-FFF2-40B4-BE49-F238E27FC236}">
                    <a16:creationId xmlns:a16="http://schemas.microsoft.com/office/drawing/2014/main" id="{BADADAA0-AF61-58FC-0E21-7ACDE28310D3}"/>
                  </a:ext>
                </a:extLst>
              </p:cNvPr>
              <p:cNvGrpSpPr>
                <a:grpSpLocks noChangeAspect="1"/>
              </p:cNvGrpSpPr>
              <p:nvPr/>
            </p:nvGrpSpPr>
            <p:grpSpPr bwMode="auto">
              <a:xfrm>
                <a:off x="3488" y="2193"/>
                <a:ext cx="599" cy="207"/>
                <a:chOff x="422" y="1632"/>
                <a:chExt cx="829" cy="298"/>
              </a:xfrm>
            </p:grpSpPr>
            <p:grpSp>
              <p:nvGrpSpPr>
                <p:cNvPr id="21528" name="Group 126">
                  <a:extLst>
                    <a:ext uri="{FF2B5EF4-FFF2-40B4-BE49-F238E27FC236}">
                      <a16:creationId xmlns:a16="http://schemas.microsoft.com/office/drawing/2014/main" id="{0086B9F0-CA06-8816-E8F2-F95291859CBC}"/>
                    </a:ext>
                  </a:extLst>
                </p:cNvPr>
                <p:cNvGrpSpPr>
                  <a:grpSpLocks noChangeAspect="1"/>
                </p:cNvGrpSpPr>
                <p:nvPr/>
              </p:nvGrpSpPr>
              <p:grpSpPr bwMode="auto">
                <a:xfrm>
                  <a:off x="422" y="1632"/>
                  <a:ext cx="822" cy="291"/>
                  <a:chOff x="422" y="1632"/>
                  <a:chExt cx="822" cy="291"/>
                </a:xfrm>
              </p:grpSpPr>
              <p:sp>
                <p:nvSpPr>
                  <p:cNvPr id="21549" name="Freeform 127">
                    <a:extLst>
                      <a:ext uri="{FF2B5EF4-FFF2-40B4-BE49-F238E27FC236}">
                        <a16:creationId xmlns:a16="http://schemas.microsoft.com/office/drawing/2014/main" id="{6521B9FF-899C-8769-E22C-BEA45397B1D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0" name="Freeform 128">
                    <a:extLst>
                      <a:ext uri="{FF2B5EF4-FFF2-40B4-BE49-F238E27FC236}">
                        <a16:creationId xmlns:a16="http://schemas.microsoft.com/office/drawing/2014/main" id="{498179DD-C74C-4C22-4377-D8410F7C05A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1" name="Freeform 129">
                    <a:extLst>
                      <a:ext uri="{FF2B5EF4-FFF2-40B4-BE49-F238E27FC236}">
                        <a16:creationId xmlns:a16="http://schemas.microsoft.com/office/drawing/2014/main" id="{B3BC125B-F789-6C8B-0D07-F3B2CA79E0F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2" name="Freeform 130">
                    <a:extLst>
                      <a:ext uri="{FF2B5EF4-FFF2-40B4-BE49-F238E27FC236}">
                        <a16:creationId xmlns:a16="http://schemas.microsoft.com/office/drawing/2014/main" id="{4AF925B7-84CA-9B17-BF3C-CECB5E74AE2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3" name="Freeform 131">
                    <a:extLst>
                      <a:ext uri="{FF2B5EF4-FFF2-40B4-BE49-F238E27FC236}">
                        <a16:creationId xmlns:a16="http://schemas.microsoft.com/office/drawing/2014/main" id="{B5CEF5C4-F4A2-2E38-B684-0B930256678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4" name="Freeform 132">
                    <a:extLst>
                      <a:ext uri="{FF2B5EF4-FFF2-40B4-BE49-F238E27FC236}">
                        <a16:creationId xmlns:a16="http://schemas.microsoft.com/office/drawing/2014/main" id="{EC9DD298-3ABA-DFCA-5F8A-02BCFFD48FB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5" name="Freeform 133">
                    <a:extLst>
                      <a:ext uri="{FF2B5EF4-FFF2-40B4-BE49-F238E27FC236}">
                        <a16:creationId xmlns:a16="http://schemas.microsoft.com/office/drawing/2014/main" id="{CE8BAA5D-E48C-F02D-17EB-723E70C0DE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6" name="Freeform 134">
                    <a:extLst>
                      <a:ext uri="{FF2B5EF4-FFF2-40B4-BE49-F238E27FC236}">
                        <a16:creationId xmlns:a16="http://schemas.microsoft.com/office/drawing/2014/main" id="{CFFE74F0-C6EC-DF34-0629-304012756C2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29" name="Group 135">
                  <a:extLst>
                    <a:ext uri="{FF2B5EF4-FFF2-40B4-BE49-F238E27FC236}">
                      <a16:creationId xmlns:a16="http://schemas.microsoft.com/office/drawing/2014/main" id="{57E28F75-7D1B-2B71-94B0-180C572B24C8}"/>
                    </a:ext>
                  </a:extLst>
                </p:cNvPr>
                <p:cNvGrpSpPr>
                  <a:grpSpLocks noChangeAspect="1"/>
                </p:cNvGrpSpPr>
                <p:nvPr/>
              </p:nvGrpSpPr>
              <p:grpSpPr bwMode="auto">
                <a:xfrm>
                  <a:off x="429" y="1639"/>
                  <a:ext cx="822" cy="291"/>
                  <a:chOff x="429" y="1639"/>
                  <a:chExt cx="822" cy="291"/>
                </a:xfrm>
              </p:grpSpPr>
              <p:sp>
                <p:nvSpPr>
                  <p:cNvPr id="21530" name="Freeform 136">
                    <a:extLst>
                      <a:ext uri="{FF2B5EF4-FFF2-40B4-BE49-F238E27FC236}">
                        <a16:creationId xmlns:a16="http://schemas.microsoft.com/office/drawing/2014/main" id="{CA7B053B-50DE-5A57-4E1C-6249BA1316E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1" name="Freeform 137">
                    <a:extLst>
                      <a:ext uri="{FF2B5EF4-FFF2-40B4-BE49-F238E27FC236}">
                        <a16:creationId xmlns:a16="http://schemas.microsoft.com/office/drawing/2014/main" id="{9CE7DBCA-0A4F-AB3F-53E9-CC831C02272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2" name="Freeform 138">
                    <a:extLst>
                      <a:ext uri="{FF2B5EF4-FFF2-40B4-BE49-F238E27FC236}">
                        <a16:creationId xmlns:a16="http://schemas.microsoft.com/office/drawing/2014/main" id="{77DA2937-3DC6-B2AB-062A-61183C0FDA5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3" name="Freeform 139">
                    <a:extLst>
                      <a:ext uri="{FF2B5EF4-FFF2-40B4-BE49-F238E27FC236}">
                        <a16:creationId xmlns:a16="http://schemas.microsoft.com/office/drawing/2014/main" id="{71799DF2-77A1-BBAB-6218-F43FBB08CAB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4" name="Freeform 140">
                    <a:extLst>
                      <a:ext uri="{FF2B5EF4-FFF2-40B4-BE49-F238E27FC236}">
                        <a16:creationId xmlns:a16="http://schemas.microsoft.com/office/drawing/2014/main" id="{267A88ED-03FD-4C0F-33EE-099D205168E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5" name="Freeform 141">
                    <a:extLst>
                      <a:ext uri="{FF2B5EF4-FFF2-40B4-BE49-F238E27FC236}">
                        <a16:creationId xmlns:a16="http://schemas.microsoft.com/office/drawing/2014/main" id="{0664CE1E-0004-20FE-0649-9CA58659392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6" name="Freeform 142">
                    <a:extLst>
                      <a:ext uri="{FF2B5EF4-FFF2-40B4-BE49-F238E27FC236}">
                        <a16:creationId xmlns:a16="http://schemas.microsoft.com/office/drawing/2014/main" id="{F56B102D-508A-B70F-7E3A-330CEC806E4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48" name="Freeform 143">
                    <a:extLst>
                      <a:ext uri="{FF2B5EF4-FFF2-40B4-BE49-F238E27FC236}">
                        <a16:creationId xmlns:a16="http://schemas.microsoft.com/office/drawing/2014/main" id="{57CA6746-97D8-C254-2DB2-99643D44639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25" name="WordArt 144">
              <a:extLst>
                <a:ext uri="{FF2B5EF4-FFF2-40B4-BE49-F238E27FC236}">
                  <a16:creationId xmlns:a16="http://schemas.microsoft.com/office/drawing/2014/main" id="{2EE5B74D-0221-342D-C512-737EA1F8274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sp>
        <p:nvSpPr>
          <p:cNvPr id="21580" name="AutoShape 182">
            <a:extLst>
              <a:ext uri="{FF2B5EF4-FFF2-40B4-BE49-F238E27FC236}">
                <a16:creationId xmlns:a16="http://schemas.microsoft.com/office/drawing/2014/main" id="{AAF8263B-B0B3-A65D-3DCA-6F87857E6027}"/>
              </a:ext>
            </a:extLst>
          </p:cNvPr>
          <p:cNvSpPr>
            <a:spLocks noChangeArrowheads="1"/>
          </p:cNvSpPr>
          <p:nvPr/>
        </p:nvSpPr>
        <p:spPr bwMode="auto">
          <a:xfrm>
            <a:off x="3267393"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10.0.3.1</a:t>
            </a:r>
          </a:p>
        </p:txBody>
      </p:sp>
      <p:sp>
        <p:nvSpPr>
          <p:cNvPr id="21581" name="AutoShape 183">
            <a:extLst>
              <a:ext uri="{FF2B5EF4-FFF2-40B4-BE49-F238E27FC236}">
                <a16:creationId xmlns:a16="http://schemas.microsoft.com/office/drawing/2014/main" id="{AEBCF5DC-DF62-D732-6A91-8D5C0F660489}"/>
              </a:ext>
            </a:extLst>
          </p:cNvPr>
          <p:cNvSpPr>
            <a:spLocks noChangeArrowheads="1"/>
          </p:cNvSpPr>
          <p:nvPr/>
        </p:nvSpPr>
        <p:spPr bwMode="auto">
          <a:xfrm>
            <a:off x="2932228" y="3929171"/>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10.0.3.2</a:t>
            </a:r>
          </a:p>
        </p:txBody>
      </p:sp>
      <p:sp>
        <p:nvSpPr>
          <p:cNvPr id="21582" name="AutoShape 185">
            <a:extLst>
              <a:ext uri="{FF2B5EF4-FFF2-40B4-BE49-F238E27FC236}">
                <a16:creationId xmlns:a16="http://schemas.microsoft.com/office/drawing/2014/main" id="{1DBEC42A-CBD1-19B7-F25C-8A892BC0FD97}"/>
              </a:ext>
            </a:extLst>
          </p:cNvPr>
          <p:cNvSpPr>
            <a:spLocks noChangeArrowheads="1"/>
          </p:cNvSpPr>
          <p:nvPr/>
        </p:nvSpPr>
        <p:spPr bwMode="auto">
          <a:xfrm>
            <a:off x="7809504" y="4021967"/>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dirty="0">
                <a:latin typeface="Courier New" panose="02070309020205020404" pitchFamily="49" charset="0"/>
              </a:rPr>
              <a:t>10.0.2.2</a:t>
            </a:r>
          </a:p>
        </p:txBody>
      </p:sp>
      <p:sp>
        <p:nvSpPr>
          <p:cNvPr id="21583" name="AutoShape 186">
            <a:extLst>
              <a:ext uri="{FF2B5EF4-FFF2-40B4-BE49-F238E27FC236}">
                <a16:creationId xmlns:a16="http://schemas.microsoft.com/office/drawing/2014/main" id="{90B64B42-6EB8-61B4-CE07-5514EEE6C7B2}"/>
              </a:ext>
            </a:extLst>
          </p:cNvPr>
          <p:cNvSpPr>
            <a:spLocks noChangeArrowheads="1"/>
          </p:cNvSpPr>
          <p:nvPr/>
        </p:nvSpPr>
        <p:spPr bwMode="auto">
          <a:xfrm>
            <a:off x="7621147"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10.0.1.1</a:t>
            </a:r>
          </a:p>
        </p:txBody>
      </p:sp>
      <p:sp>
        <p:nvSpPr>
          <p:cNvPr id="21584" name="AutoShape 214">
            <a:extLst>
              <a:ext uri="{FF2B5EF4-FFF2-40B4-BE49-F238E27FC236}">
                <a16:creationId xmlns:a16="http://schemas.microsoft.com/office/drawing/2014/main" id="{8A261A5F-7264-3AC9-C64E-CFA81FE95B65}"/>
              </a:ext>
            </a:extLst>
          </p:cNvPr>
          <p:cNvSpPr>
            <a:spLocks noChangeArrowheads="1"/>
          </p:cNvSpPr>
          <p:nvPr/>
        </p:nvSpPr>
        <p:spPr bwMode="auto">
          <a:xfrm>
            <a:off x="6244202" y="2468145"/>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10.0.2.3</a:t>
            </a:r>
          </a:p>
        </p:txBody>
      </p:sp>
      <p:sp>
        <p:nvSpPr>
          <p:cNvPr id="21827" name="AutoShape 298">
            <a:extLst>
              <a:ext uri="{FF2B5EF4-FFF2-40B4-BE49-F238E27FC236}">
                <a16:creationId xmlns:a16="http://schemas.microsoft.com/office/drawing/2014/main" id="{06B3DCAD-6000-B97B-E025-9E874C4ECA57}"/>
              </a:ext>
            </a:extLst>
          </p:cNvPr>
          <p:cNvSpPr>
            <a:spLocks noChangeArrowheads="1"/>
          </p:cNvSpPr>
          <p:nvPr/>
        </p:nvSpPr>
        <p:spPr bwMode="auto">
          <a:xfrm>
            <a:off x="9744874" y="4408603"/>
            <a:ext cx="2344737" cy="1696196"/>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IT" dirty="0">
                <a:latin typeface="Tahoma" panose="020B0604030504040204" pitchFamily="34" charset="0"/>
              </a:rPr>
              <a:t>note: the output of </a:t>
            </a:r>
            <a:r>
              <a:rPr lang="it-IT" altLang="en-IT" b="1" dirty="0">
                <a:latin typeface="Courier New" panose="02070309020205020404" pitchFamily="49" charset="0"/>
              </a:rPr>
              <a:t>show </a:t>
            </a:r>
            <a:r>
              <a:rPr lang="it-IT" altLang="en-IT" b="1" dirty="0" err="1">
                <a:latin typeface="Courier New" panose="02070309020205020404" pitchFamily="49" charset="0"/>
              </a:rPr>
              <a:t>ip</a:t>
            </a:r>
            <a:r>
              <a:rPr lang="it-IT" altLang="en-IT" b="1" dirty="0">
                <a:latin typeface="Courier New" panose="02070309020205020404" pitchFamily="49" charset="0"/>
              </a:rPr>
              <a:t> </a:t>
            </a:r>
            <a:r>
              <a:rPr lang="it-IT" altLang="en-IT" b="1" dirty="0" err="1">
                <a:latin typeface="Courier New" panose="02070309020205020404" pitchFamily="49" charset="0"/>
              </a:rPr>
              <a:t>ospf</a:t>
            </a:r>
            <a:r>
              <a:rPr lang="it-IT" altLang="en-IT" b="1" dirty="0">
                <a:latin typeface="Courier New" panose="02070309020205020404" pitchFamily="49" charset="0"/>
              </a:rPr>
              <a:t> database router</a:t>
            </a:r>
            <a:r>
              <a:rPr lang="it-IT" altLang="en-IT" dirty="0">
                <a:latin typeface="Tahoma" panose="020B0604030504040204" pitchFamily="34" charset="0"/>
              </a:rPr>
              <a:t> </a:t>
            </a:r>
            <a:r>
              <a:rPr lang="it-IT" altLang="en-IT" dirty="0" err="1">
                <a:latin typeface="Tahoma" panose="020B0604030504040204" pitchFamily="34" charset="0"/>
              </a:rPr>
              <a:t>has</a:t>
            </a:r>
            <a:r>
              <a:rPr lang="it-IT" altLang="en-IT" dirty="0">
                <a:latin typeface="Tahoma" panose="020B0604030504040204" pitchFamily="34" charset="0"/>
              </a:rPr>
              <a:t> </a:t>
            </a:r>
            <a:r>
              <a:rPr lang="it-IT" altLang="en-IT" dirty="0" err="1">
                <a:latin typeface="Tahoma" panose="020B0604030504040204" pitchFamily="34" charset="0"/>
              </a:rPr>
              <a:t>been</a:t>
            </a:r>
            <a:r>
              <a:rPr lang="it-IT" altLang="en-IT" dirty="0">
                <a:latin typeface="Tahoma" panose="020B0604030504040204" pitchFamily="34" charset="0"/>
              </a:rPr>
              <a:t> </a:t>
            </a:r>
            <a:r>
              <a:rPr lang="it-IT" altLang="en-IT" dirty="0" err="1">
                <a:latin typeface="Tahoma" panose="020B0604030504040204" pitchFamily="34" charset="0"/>
              </a:rPr>
              <a:t>summarized</a:t>
            </a:r>
            <a:r>
              <a:rPr lang="it-IT" altLang="en-IT" sz="2000" dirty="0">
                <a:latin typeface="Tahoma" panose="020B0604030504040204" pitchFamily="34" charset="0"/>
              </a:rPr>
              <a:t> </a:t>
            </a:r>
          </a:p>
        </p:txBody>
      </p:sp>
      <p:grpSp>
        <p:nvGrpSpPr>
          <p:cNvPr id="21828" name="Group 299">
            <a:extLst>
              <a:ext uri="{FF2B5EF4-FFF2-40B4-BE49-F238E27FC236}">
                <a16:creationId xmlns:a16="http://schemas.microsoft.com/office/drawing/2014/main" id="{31C774FC-35CC-BA8A-3E25-EEE5414758EE}"/>
              </a:ext>
            </a:extLst>
          </p:cNvPr>
          <p:cNvGrpSpPr>
            <a:grpSpLocks/>
          </p:cNvGrpSpPr>
          <p:nvPr/>
        </p:nvGrpSpPr>
        <p:grpSpPr bwMode="auto">
          <a:xfrm>
            <a:off x="2033682" y="2546791"/>
            <a:ext cx="1797050" cy="900113"/>
            <a:chOff x="333" y="1678"/>
            <a:chExt cx="1132" cy="567"/>
          </a:xfrm>
        </p:grpSpPr>
        <p:grpSp>
          <p:nvGrpSpPr>
            <p:cNvPr id="21829" name="Group 298">
              <a:extLst>
                <a:ext uri="{FF2B5EF4-FFF2-40B4-BE49-F238E27FC236}">
                  <a16:creationId xmlns:a16="http://schemas.microsoft.com/office/drawing/2014/main" id="{1D371C09-16ED-9BE7-63F5-49B41BD55687}"/>
                </a:ext>
              </a:extLst>
            </p:cNvPr>
            <p:cNvGrpSpPr>
              <a:grpSpLocks/>
            </p:cNvGrpSpPr>
            <p:nvPr/>
          </p:nvGrpSpPr>
          <p:grpSpPr bwMode="auto">
            <a:xfrm>
              <a:off x="333" y="1678"/>
              <a:ext cx="1132" cy="567"/>
              <a:chOff x="333" y="1678"/>
              <a:chExt cx="1132" cy="567"/>
            </a:xfrm>
          </p:grpSpPr>
          <p:sp>
            <p:nvSpPr>
              <p:cNvPr id="21831" name="Freeform 230">
                <a:extLst>
                  <a:ext uri="{FF2B5EF4-FFF2-40B4-BE49-F238E27FC236}">
                    <a16:creationId xmlns:a16="http://schemas.microsoft.com/office/drawing/2014/main" id="{2D84D18C-F2B9-37E1-DBA6-FCA8FA2515AC}"/>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2" name="Freeform 231">
                <a:extLst>
                  <a:ext uri="{FF2B5EF4-FFF2-40B4-BE49-F238E27FC236}">
                    <a16:creationId xmlns:a16="http://schemas.microsoft.com/office/drawing/2014/main" id="{E9DF031B-5C38-5189-E553-EC6D3D63CD8B}"/>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3" name="Freeform 233">
                <a:extLst>
                  <a:ext uri="{FF2B5EF4-FFF2-40B4-BE49-F238E27FC236}">
                    <a16:creationId xmlns:a16="http://schemas.microsoft.com/office/drawing/2014/main" id="{E4BFF9C5-B7E4-6FB8-5529-AE1B5A3073B0}"/>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4" name="Freeform 234">
                <a:extLst>
                  <a:ext uri="{FF2B5EF4-FFF2-40B4-BE49-F238E27FC236}">
                    <a16:creationId xmlns:a16="http://schemas.microsoft.com/office/drawing/2014/main" id="{F84A35F1-E915-A689-B9A2-68030DE545AA}"/>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5" name="Freeform 235">
                <a:extLst>
                  <a:ext uri="{FF2B5EF4-FFF2-40B4-BE49-F238E27FC236}">
                    <a16:creationId xmlns:a16="http://schemas.microsoft.com/office/drawing/2014/main" id="{A210F15B-0D58-08D5-348E-9C7DE6F31D4B}"/>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6" name="Freeform 236">
                <a:extLst>
                  <a:ext uri="{FF2B5EF4-FFF2-40B4-BE49-F238E27FC236}">
                    <a16:creationId xmlns:a16="http://schemas.microsoft.com/office/drawing/2014/main" id="{A94303D2-B908-6D8F-F897-94218576FE76}"/>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37" name="Freeform 237">
                <a:extLst>
                  <a:ext uri="{FF2B5EF4-FFF2-40B4-BE49-F238E27FC236}">
                    <a16:creationId xmlns:a16="http://schemas.microsoft.com/office/drawing/2014/main" id="{4C58013A-1F82-DDF2-9F2A-14EEAA4363E7}"/>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30" name="Text Box 238">
              <a:extLst>
                <a:ext uri="{FF2B5EF4-FFF2-40B4-BE49-F238E27FC236}">
                  <a16:creationId xmlns:a16="http://schemas.microsoft.com/office/drawing/2014/main" id="{36691FB7-EF30-B085-8C12-12D200CF70B8}"/>
                </a:ext>
              </a:extLst>
            </p:cNvPr>
            <p:cNvSpPr txBox="1">
              <a:spLocks noChangeArrowheads="1"/>
            </p:cNvSpPr>
            <p:nvPr/>
          </p:nvSpPr>
          <p:spPr bwMode="auto">
            <a:xfrm rot="-1143463">
              <a:off x="362" y="1861"/>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a:latin typeface="Courier New" panose="02070309020205020404" pitchFamily="49" charset="0"/>
                </a:rPr>
                <a:t>10.0.3.2</a:t>
              </a:r>
            </a:p>
          </p:txBody>
        </p:sp>
      </p:grpSp>
      <p:grpSp>
        <p:nvGrpSpPr>
          <p:cNvPr id="21838" name="Group 310">
            <a:extLst>
              <a:ext uri="{FF2B5EF4-FFF2-40B4-BE49-F238E27FC236}">
                <a16:creationId xmlns:a16="http://schemas.microsoft.com/office/drawing/2014/main" id="{C1715358-EA46-0943-5B10-BD76FC3B4579}"/>
              </a:ext>
            </a:extLst>
          </p:cNvPr>
          <p:cNvGrpSpPr>
            <a:grpSpLocks/>
          </p:cNvGrpSpPr>
          <p:nvPr/>
        </p:nvGrpSpPr>
        <p:grpSpPr bwMode="auto">
          <a:xfrm>
            <a:off x="8228369" y="2538521"/>
            <a:ext cx="1797050" cy="900113"/>
            <a:chOff x="4259" y="1678"/>
            <a:chExt cx="1132" cy="567"/>
          </a:xfrm>
        </p:grpSpPr>
        <p:grpSp>
          <p:nvGrpSpPr>
            <p:cNvPr id="21839" name="Group 301">
              <a:extLst>
                <a:ext uri="{FF2B5EF4-FFF2-40B4-BE49-F238E27FC236}">
                  <a16:creationId xmlns:a16="http://schemas.microsoft.com/office/drawing/2014/main" id="{175E303E-A273-38CD-94FD-4D40A75DEB46}"/>
                </a:ext>
              </a:extLst>
            </p:cNvPr>
            <p:cNvGrpSpPr>
              <a:grpSpLocks/>
            </p:cNvGrpSpPr>
            <p:nvPr/>
          </p:nvGrpSpPr>
          <p:grpSpPr bwMode="auto">
            <a:xfrm flipH="1">
              <a:off x="4259" y="1678"/>
              <a:ext cx="1132" cy="567"/>
              <a:chOff x="333" y="1678"/>
              <a:chExt cx="1132" cy="567"/>
            </a:xfrm>
          </p:grpSpPr>
          <p:sp>
            <p:nvSpPr>
              <p:cNvPr id="21841" name="Freeform 302">
                <a:extLst>
                  <a:ext uri="{FF2B5EF4-FFF2-40B4-BE49-F238E27FC236}">
                    <a16:creationId xmlns:a16="http://schemas.microsoft.com/office/drawing/2014/main" id="{DCF23916-EFD2-EF2B-330C-EE3393E52EEF}"/>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2" name="Freeform 303">
                <a:extLst>
                  <a:ext uri="{FF2B5EF4-FFF2-40B4-BE49-F238E27FC236}">
                    <a16:creationId xmlns:a16="http://schemas.microsoft.com/office/drawing/2014/main" id="{796FB6DD-253D-3CF0-A2F8-688003298AF1}"/>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3" name="Freeform 304">
                <a:extLst>
                  <a:ext uri="{FF2B5EF4-FFF2-40B4-BE49-F238E27FC236}">
                    <a16:creationId xmlns:a16="http://schemas.microsoft.com/office/drawing/2014/main" id="{73138C89-D38E-533C-FF8D-BFCF0074B04D}"/>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4" name="Freeform 305">
                <a:extLst>
                  <a:ext uri="{FF2B5EF4-FFF2-40B4-BE49-F238E27FC236}">
                    <a16:creationId xmlns:a16="http://schemas.microsoft.com/office/drawing/2014/main" id="{FB7EC9F7-AB9D-2BCF-17D7-9632ADC73265}"/>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5" name="Freeform 306">
                <a:extLst>
                  <a:ext uri="{FF2B5EF4-FFF2-40B4-BE49-F238E27FC236}">
                    <a16:creationId xmlns:a16="http://schemas.microsoft.com/office/drawing/2014/main" id="{36400994-7F64-D988-1C18-96DB1E46E1F5}"/>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6" name="Freeform 307">
                <a:extLst>
                  <a:ext uri="{FF2B5EF4-FFF2-40B4-BE49-F238E27FC236}">
                    <a16:creationId xmlns:a16="http://schemas.microsoft.com/office/drawing/2014/main" id="{750FEAC9-9087-97C7-1DF0-4EAB0734D4C0}"/>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47" name="Freeform 308">
                <a:extLst>
                  <a:ext uri="{FF2B5EF4-FFF2-40B4-BE49-F238E27FC236}">
                    <a16:creationId xmlns:a16="http://schemas.microsoft.com/office/drawing/2014/main" id="{17947170-3199-DABF-E7DB-70C1A85421DE}"/>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40" name="Text Box 309">
              <a:extLst>
                <a:ext uri="{FF2B5EF4-FFF2-40B4-BE49-F238E27FC236}">
                  <a16:creationId xmlns:a16="http://schemas.microsoft.com/office/drawing/2014/main" id="{52EFE552-2ABA-882F-D044-3D8EA70FA675}"/>
                </a:ext>
              </a:extLst>
            </p:cNvPr>
            <p:cNvSpPr txBox="1">
              <a:spLocks noChangeArrowheads="1"/>
            </p:cNvSpPr>
            <p:nvPr/>
          </p:nvSpPr>
          <p:spPr bwMode="auto">
            <a:xfrm rot="1143463" flipH="1">
              <a:off x="4627" y="1867"/>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a:latin typeface="Courier New" panose="02070309020205020404" pitchFamily="49" charset="0"/>
                </a:rPr>
                <a:t>10.0.1.2</a:t>
              </a:r>
            </a:p>
          </p:txBody>
        </p:sp>
      </p:grpSp>
      <p:sp>
        <p:nvSpPr>
          <p:cNvPr id="21868" name="Oval 51">
            <a:extLst>
              <a:ext uri="{FF2B5EF4-FFF2-40B4-BE49-F238E27FC236}">
                <a16:creationId xmlns:a16="http://schemas.microsoft.com/office/drawing/2014/main" id="{D82483F4-E4A6-720E-4DEA-40AE4183B17E}"/>
              </a:ext>
            </a:extLst>
          </p:cNvPr>
          <p:cNvSpPr>
            <a:spLocks noChangeArrowheads="1"/>
          </p:cNvSpPr>
          <p:nvPr/>
        </p:nvSpPr>
        <p:spPr bwMode="auto">
          <a:xfrm flipH="1">
            <a:off x="3641819" y="263727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D</a:t>
            </a:r>
          </a:p>
        </p:txBody>
      </p:sp>
      <p:sp>
        <p:nvSpPr>
          <p:cNvPr id="21589" name="Line 201">
            <a:extLst>
              <a:ext uri="{FF2B5EF4-FFF2-40B4-BE49-F238E27FC236}">
                <a16:creationId xmlns:a16="http://schemas.microsoft.com/office/drawing/2014/main" id="{72B10056-8AFD-7A9A-262C-FB1C9781379F}"/>
              </a:ext>
            </a:extLst>
          </p:cNvPr>
          <p:cNvSpPr>
            <a:spLocks noChangeShapeType="1"/>
          </p:cNvSpPr>
          <p:nvPr/>
        </p:nvSpPr>
        <p:spPr bwMode="auto">
          <a:xfrm flipH="1">
            <a:off x="8216844" y="1765331"/>
            <a:ext cx="3175" cy="11430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586" name="AutoShape 195">
            <a:extLst>
              <a:ext uri="{FF2B5EF4-FFF2-40B4-BE49-F238E27FC236}">
                <a16:creationId xmlns:a16="http://schemas.microsoft.com/office/drawing/2014/main" id="{D27D4A17-9CCF-F7B1-7746-1A19B52418F9}"/>
              </a:ext>
            </a:extLst>
          </p:cNvPr>
          <p:cNvSpPr>
            <a:spLocks noChangeArrowheads="1"/>
          </p:cNvSpPr>
          <p:nvPr/>
        </p:nvSpPr>
        <p:spPr bwMode="auto">
          <a:xfrm>
            <a:off x="4743067" y="4780400"/>
            <a:ext cx="1670050" cy="714375"/>
          </a:xfrm>
          <a:prstGeom prst="wedgeRoundRectCallout">
            <a:avLst>
              <a:gd name="adj1" fmla="val 107986"/>
              <a:gd name="adj2" fmla="val 110889"/>
              <a:gd name="adj3" fmla="val 16667"/>
            </a:avLst>
          </a:prstGeom>
          <a:solidFill>
            <a:schemeClr val="accent2"/>
          </a:solidFill>
          <a:ln w="9525">
            <a:solidFill>
              <a:schemeClr val="tx1"/>
            </a:solidFill>
            <a:miter lim="800000"/>
            <a:headEnd/>
            <a:tailEnd/>
          </a:ln>
          <a:effec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it-IT" altLang="en-IT" dirty="0" err="1">
                <a:latin typeface="Tahoma" panose="020B0604030504040204" pitchFamily="34" charset="0"/>
              </a:rPr>
              <a:t>this</a:t>
            </a:r>
            <a:r>
              <a:rPr lang="it-IT" altLang="en-IT" dirty="0">
                <a:latin typeface="Tahoma" panose="020B0604030504040204" pitchFamily="34" charset="0"/>
              </a:rPr>
              <a:t> router </a:t>
            </a:r>
            <a:r>
              <a:rPr lang="it-IT" altLang="en-IT" dirty="0" err="1">
                <a:latin typeface="Tahoma" panose="020B0604030504040204" pitchFamily="34" charset="0"/>
              </a:rPr>
              <a:t>interface</a:t>
            </a:r>
            <a:r>
              <a:rPr lang="it-IT" altLang="en-IT" dirty="0">
                <a:latin typeface="Tahoma" panose="020B0604030504040204" pitchFamily="34" charset="0"/>
              </a:rPr>
              <a:t>...</a:t>
            </a:r>
          </a:p>
        </p:txBody>
      </p:sp>
      <p:sp>
        <p:nvSpPr>
          <p:cNvPr id="21587" name="AutoShape 196">
            <a:extLst>
              <a:ext uri="{FF2B5EF4-FFF2-40B4-BE49-F238E27FC236}">
                <a16:creationId xmlns:a16="http://schemas.microsoft.com/office/drawing/2014/main" id="{22C8E6E8-7561-8400-4E9A-2B30C176A4E0}"/>
              </a:ext>
            </a:extLst>
          </p:cNvPr>
          <p:cNvSpPr>
            <a:spLocks noChangeArrowheads="1"/>
          </p:cNvSpPr>
          <p:nvPr/>
        </p:nvSpPr>
        <p:spPr bwMode="auto">
          <a:xfrm>
            <a:off x="8121330" y="4388053"/>
            <a:ext cx="2647950" cy="1041400"/>
          </a:xfrm>
          <a:prstGeom prst="wedgeRoundRectCallout">
            <a:avLst>
              <a:gd name="adj1" fmla="val -48801"/>
              <a:gd name="adj2" fmla="val 69208"/>
              <a:gd name="adj3" fmla="val 16667"/>
            </a:avLst>
          </a:prstGeom>
          <a:solidFill>
            <a:schemeClr val="accent2"/>
          </a:solidFill>
          <a:ln w="9525">
            <a:solidFill>
              <a:schemeClr val="tx1"/>
            </a:solidFill>
            <a:miter lim="800000"/>
            <a:headEnd/>
            <a:tailEnd/>
          </a:ln>
          <a:effec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it-IT" altLang="en-IT" dirty="0">
                <a:latin typeface="Tahoma" panose="020B0604030504040204" pitchFamily="34" charset="0"/>
              </a:rPr>
              <a:t>...</a:t>
            </a:r>
            <a:r>
              <a:rPr lang="it-IT" altLang="en-IT" dirty="0" err="1">
                <a:latin typeface="Tahoma" panose="020B0604030504040204" pitchFamily="34" charset="0"/>
              </a:rPr>
              <a:t>is</a:t>
            </a:r>
            <a:r>
              <a:rPr lang="it-IT" altLang="en-IT" dirty="0">
                <a:latin typeface="Tahoma" panose="020B0604030504040204" pitchFamily="34" charset="0"/>
              </a:rPr>
              <a:t> </a:t>
            </a:r>
            <a:r>
              <a:rPr lang="it-IT" altLang="en-IT" dirty="0" err="1">
                <a:latin typeface="Tahoma" panose="020B0604030504040204" pitchFamily="34" charset="0"/>
              </a:rPr>
              <a:t>connected</a:t>
            </a:r>
            <a:r>
              <a:rPr lang="it-IT" altLang="en-IT" dirty="0">
                <a:latin typeface="Tahoma" panose="020B0604030504040204" pitchFamily="34" charset="0"/>
              </a:rPr>
              <a:t> to the </a:t>
            </a:r>
            <a:r>
              <a:rPr lang="it-IT" altLang="en-IT" dirty="0" err="1">
                <a:latin typeface="Tahoma" panose="020B0604030504040204" pitchFamily="34" charset="0"/>
              </a:rPr>
              <a:t>subnet</a:t>
            </a:r>
            <a:r>
              <a:rPr lang="it-IT" altLang="en-IT" dirty="0">
                <a:latin typeface="Tahoma" panose="020B0604030504040204" pitchFamily="34" charset="0"/>
              </a:rPr>
              <a:t> </a:t>
            </a:r>
            <a:r>
              <a:rPr lang="it-IT" altLang="en-IT" dirty="0" err="1">
                <a:latin typeface="Tahoma" panose="020B0604030504040204" pitchFamily="34" charset="0"/>
              </a:rPr>
              <a:t>represented</a:t>
            </a:r>
            <a:r>
              <a:rPr lang="it-IT" altLang="en-IT" dirty="0">
                <a:latin typeface="Tahoma" panose="020B0604030504040204" pitchFamily="34" charset="0"/>
              </a:rPr>
              <a:t> by </a:t>
            </a:r>
            <a:r>
              <a:rPr lang="it-IT" altLang="en-IT" dirty="0" err="1">
                <a:latin typeface="Tahoma" panose="020B0604030504040204" pitchFamily="34" charset="0"/>
              </a:rPr>
              <a:t>this</a:t>
            </a:r>
            <a:r>
              <a:rPr lang="it-IT" altLang="en-IT" dirty="0">
                <a:latin typeface="Tahoma" panose="020B0604030504040204" pitchFamily="34" charset="0"/>
              </a:rPr>
              <a:t> dr</a:t>
            </a:r>
          </a:p>
        </p:txBody>
      </p:sp>
      <p:sp>
        <p:nvSpPr>
          <p:cNvPr id="21588" name="Line 197">
            <a:extLst>
              <a:ext uri="{FF2B5EF4-FFF2-40B4-BE49-F238E27FC236}">
                <a16:creationId xmlns:a16="http://schemas.microsoft.com/office/drawing/2014/main" id="{449D53C1-F8EF-C52B-A39F-B223655F8E72}"/>
              </a:ext>
            </a:extLst>
          </p:cNvPr>
          <p:cNvSpPr>
            <a:spLocks noChangeShapeType="1"/>
          </p:cNvSpPr>
          <p:nvPr/>
        </p:nvSpPr>
        <p:spPr bwMode="auto">
          <a:xfrm>
            <a:off x="6009838" y="1872275"/>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8" name="Group 93">
            <a:extLst>
              <a:ext uri="{FF2B5EF4-FFF2-40B4-BE49-F238E27FC236}">
                <a16:creationId xmlns:a16="http://schemas.microsoft.com/office/drawing/2014/main" id="{418C1B97-D8F4-D705-C260-5C64127E9C88}"/>
              </a:ext>
            </a:extLst>
          </p:cNvPr>
          <p:cNvGrpSpPr>
            <a:grpSpLocks noChangeAspect="1"/>
          </p:cNvGrpSpPr>
          <p:nvPr/>
        </p:nvGrpSpPr>
        <p:grpSpPr bwMode="auto">
          <a:xfrm>
            <a:off x="7779897" y="1642040"/>
            <a:ext cx="723900" cy="460375"/>
            <a:chOff x="3312" y="2160"/>
            <a:chExt cx="960" cy="528"/>
          </a:xfrm>
        </p:grpSpPr>
        <p:grpSp>
          <p:nvGrpSpPr>
            <p:cNvPr id="59" name="Group 94">
              <a:extLst>
                <a:ext uri="{FF2B5EF4-FFF2-40B4-BE49-F238E27FC236}">
                  <a16:creationId xmlns:a16="http://schemas.microsoft.com/office/drawing/2014/main" id="{773BB94F-2D19-0B3D-B264-4DE8BB6AA61C}"/>
                </a:ext>
              </a:extLst>
            </p:cNvPr>
            <p:cNvGrpSpPr>
              <a:grpSpLocks noChangeAspect="1"/>
            </p:cNvGrpSpPr>
            <p:nvPr/>
          </p:nvGrpSpPr>
          <p:grpSpPr bwMode="auto">
            <a:xfrm>
              <a:off x="3312" y="2160"/>
              <a:ext cx="960" cy="528"/>
              <a:chOff x="3312" y="2160"/>
              <a:chExt cx="960" cy="528"/>
            </a:xfrm>
          </p:grpSpPr>
          <p:sp>
            <p:nvSpPr>
              <p:cNvPr id="61" name="AutoShape 95">
                <a:extLst>
                  <a:ext uri="{FF2B5EF4-FFF2-40B4-BE49-F238E27FC236}">
                    <a16:creationId xmlns:a16="http://schemas.microsoft.com/office/drawing/2014/main" id="{BF7FCB6B-9D8E-D555-9EC8-1BF8A8AB0B3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2" name="Group 96">
                <a:extLst>
                  <a:ext uri="{FF2B5EF4-FFF2-40B4-BE49-F238E27FC236}">
                    <a16:creationId xmlns:a16="http://schemas.microsoft.com/office/drawing/2014/main" id="{8B791A72-F763-FF26-E734-F9F0707F14FA}"/>
                  </a:ext>
                </a:extLst>
              </p:cNvPr>
              <p:cNvGrpSpPr>
                <a:grpSpLocks noChangeAspect="1"/>
              </p:cNvGrpSpPr>
              <p:nvPr/>
            </p:nvGrpSpPr>
            <p:grpSpPr bwMode="auto">
              <a:xfrm>
                <a:off x="3488" y="2193"/>
                <a:ext cx="599" cy="207"/>
                <a:chOff x="422" y="1632"/>
                <a:chExt cx="829" cy="298"/>
              </a:xfrm>
            </p:grpSpPr>
            <p:grpSp>
              <p:nvGrpSpPr>
                <p:cNvPr id="63" name="Group 97">
                  <a:extLst>
                    <a:ext uri="{FF2B5EF4-FFF2-40B4-BE49-F238E27FC236}">
                      <a16:creationId xmlns:a16="http://schemas.microsoft.com/office/drawing/2014/main" id="{B6288C28-7F15-3D8C-936C-BFD3F0022838}"/>
                    </a:ext>
                  </a:extLst>
                </p:cNvPr>
                <p:cNvGrpSpPr>
                  <a:grpSpLocks noChangeAspect="1"/>
                </p:cNvGrpSpPr>
                <p:nvPr/>
              </p:nvGrpSpPr>
              <p:grpSpPr bwMode="auto">
                <a:xfrm>
                  <a:off x="422" y="1632"/>
                  <a:ext cx="822" cy="291"/>
                  <a:chOff x="422" y="1632"/>
                  <a:chExt cx="822" cy="291"/>
                </a:xfrm>
              </p:grpSpPr>
              <p:sp>
                <p:nvSpPr>
                  <p:cNvPr id="21515" name="Freeform 98">
                    <a:extLst>
                      <a:ext uri="{FF2B5EF4-FFF2-40B4-BE49-F238E27FC236}">
                        <a16:creationId xmlns:a16="http://schemas.microsoft.com/office/drawing/2014/main" id="{37D07775-7ED6-2004-885C-68F583E5EB6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6" name="Freeform 99">
                    <a:extLst>
                      <a:ext uri="{FF2B5EF4-FFF2-40B4-BE49-F238E27FC236}">
                        <a16:creationId xmlns:a16="http://schemas.microsoft.com/office/drawing/2014/main" id="{2E0C03AE-6095-6348-C337-0B867ECCD8F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7" name="Freeform 100">
                    <a:extLst>
                      <a:ext uri="{FF2B5EF4-FFF2-40B4-BE49-F238E27FC236}">
                        <a16:creationId xmlns:a16="http://schemas.microsoft.com/office/drawing/2014/main" id="{6E9CC569-39AD-3E69-C74D-05A952DBCE9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8" name="Freeform 101">
                    <a:extLst>
                      <a:ext uri="{FF2B5EF4-FFF2-40B4-BE49-F238E27FC236}">
                        <a16:creationId xmlns:a16="http://schemas.microsoft.com/office/drawing/2014/main" id="{EA24AFB0-C412-7E33-8487-62E6D51C91A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9" name="Freeform 102">
                    <a:extLst>
                      <a:ext uri="{FF2B5EF4-FFF2-40B4-BE49-F238E27FC236}">
                        <a16:creationId xmlns:a16="http://schemas.microsoft.com/office/drawing/2014/main" id="{C184E451-A74A-D09E-7A07-7737C251948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0" name="Freeform 103">
                    <a:extLst>
                      <a:ext uri="{FF2B5EF4-FFF2-40B4-BE49-F238E27FC236}">
                        <a16:creationId xmlns:a16="http://schemas.microsoft.com/office/drawing/2014/main" id="{6B5618F2-175F-7C92-CA74-E7BF17B2C04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1" name="Freeform 104">
                    <a:extLst>
                      <a:ext uri="{FF2B5EF4-FFF2-40B4-BE49-F238E27FC236}">
                        <a16:creationId xmlns:a16="http://schemas.microsoft.com/office/drawing/2014/main" id="{FA90C331-835F-AFAB-EF04-09ACB29330D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2" name="Freeform 105">
                    <a:extLst>
                      <a:ext uri="{FF2B5EF4-FFF2-40B4-BE49-F238E27FC236}">
                        <a16:creationId xmlns:a16="http://schemas.microsoft.com/office/drawing/2014/main" id="{273104CB-BE03-B839-DBFE-64EC0172095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04" name="Group 106">
                  <a:extLst>
                    <a:ext uri="{FF2B5EF4-FFF2-40B4-BE49-F238E27FC236}">
                      <a16:creationId xmlns:a16="http://schemas.microsoft.com/office/drawing/2014/main" id="{810CC237-2CCA-EF5E-26D8-930609FA46B0}"/>
                    </a:ext>
                  </a:extLst>
                </p:cNvPr>
                <p:cNvGrpSpPr>
                  <a:grpSpLocks noChangeAspect="1"/>
                </p:cNvGrpSpPr>
                <p:nvPr/>
              </p:nvGrpSpPr>
              <p:grpSpPr bwMode="auto">
                <a:xfrm>
                  <a:off x="429" y="1639"/>
                  <a:ext cx="822" cy="291"/>
                  <a:chOff x="429" y="1639"/>
                  <a:chExt cx="822" cy="291"/>
                </a:xfrm>
              </p:grpSpPr>
              <p:sp>
                <p:nvSpPr>
                  <p:cNvPr id="21505" name="Freeform 107">
                    <a:extLst>
                      <a:ext uri="{FF2B5EF4-FFF2-40B4-BE49-F238E27FC236}">
                        <a16:creationId xmlns:a16="http://schemas.microsoft.com/office/drawing/2014/main" id="{0BB9777F-E3DB-3CA0-F9EB-9DE751211E2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6" name="Freeform 108">
                    <a:extLst>
                      <a:ext uri="{FF2B5EF4-FFF2-40B4-BE49-F238E27FC236}">
                        <a16:creationId xmlns:a16="http://schemas.microsoft.com/office/drawing/2014/main" id="{5C3DC2A5-96BA-0DB1-9349-E91C5F06EC1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7" name="Freeform 109">
                    <a:extLst>
                      <a:ext uri="{FF2B5EF4-FFF2-40B4-BE49-F238E27FC236}">
                        <a16:creationId xmlns:a16="http://schemas.microsoft.com/office/drawing/2014/main" id="{798A53BD-E197-4DA8-4F9D-4ABF50A3F36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0" name="Freeform 110">
                    <a:extLst>
                      <a:ext uri="{FF2B5EF4-FFF2-40B4-BE49-F238E27FC236}">
                        <a16:creationId xmlns:a16="http://schemas.microsoft.com/office/drawing/2014/main" id="{A47C46BB-DDBE-A3FF-7A9C-00038106449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1" name="Freeform 111">
                    <a:extLst>
                      <a:ext uri="{FF2B5EF4-FFF2-40B4-BE49-F238E27FC236}">
                        <a16:creationId xmlns:a16="http://schemas.microsoft.com/office/drawing/2014/main" id="{D7B73FD7-F0ED-BAF3-97A0-3A681B1CC88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2" name="Freeform 112">
                    <a:extLst>
                      <a:ext uri="{FF2B5EF4-FFF2-40B4-BE49-F238E27FC236}">
                        <a16:creationId xmlns:a16="http://schemas.microsoft.com/office/drawing/2014/main" id="{3183CA20-7AAE-251D-E72C-F581278880C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3" name="Freeform 113">
                    <a:extLst>
                      <a:ext uri="{FF2B5EF4-FFF2-40B4-BE49-F238E27FC236}">
                        <a16:creationId xmlns:a16="http://schemas.microsoft.com/office/drawing/2014/main" id="{DAD73475-3982-9DB2-45FA-E323CD278A3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4" name="Freeform 114">
                    <a:extLst>
                      <a:ext uri="{FF2B5EF4-FFF2-40B4-BE49-F238E27FC236}">
                        <a16:creationId xmlns:a16="http://schemas.microsoft.com/office/drawing/2014/main" id="{ABF7D543-8176-62CC-BC18-7D36427B740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 name="WordArt 115">
              <a:extLst>
                <a:ext uri="{FF2B5EF4-FFF2-40B4-BE49-F238E27FC236}">
                  <a16:creationId xmlns:a16="http://schemas.microsoft.com/office/drawing/2014/main" id="{DD9E5CCF-F95B-E060-47A2-93478C90550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sp>
        <p:nvSpPr>
          <p:cNvPr id="21869" name="Oval 52">
            <a:extLst>
              <a:ext uri="{FF2B5EF4-FFF2-40B4-BE49-F238E27FC236}">
                <a16:creationId xmlns:a16="http://schemas.microsoft.com/office/drawing/2014/main" id="{73544B8B-DAD4-372F-26F7-2EC5B2E58FC1}"/>
              </a:ext>
            </a:extLst>
          </p:cNvPr>
          <p:cNvSpPr>
            <a:spLocks noChangeArrowheads="1"/>
          </p:cNvSpPr>
          <p:nvPr/>
        </p:nvSpPr>
        <p:spPr bwMode="auto">
          <a:xfrm flipH="1">
            <a:off x="8063269" y="262900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B</a:t>
            </a:r>
          </a:p>
        </p:txBody>
      </p:sp>
      <p:grpSp>
        <p:nvGrpSpPr>
          <p:cNvPr id="21590" name="Group 198">
            <a:extLst>
              <a:ext uri="{FF2B5EF4-FFF2-40B4-BE49-F238E27FC236}">
                <a16:creationId xmlns:a16="http://schemas.microsoft.com/office/drawing/2014/main" id="{FD4942BF-5831-3E83-8593-914545B5295D}"/>
              </a:ext>
            </a:extLst>
          </p:cNvPr>
          <p:cNvGrpSpPr>
            <a:grpSpLocks/>
          </p:cNvGrpSpPr>
          <p:nvPr/>
        </p:nvGrpSpPr>
        <p:grpSpPr bwMode="auto">
          <a:xfrm>
            <a:off x="7320136" y="1721123"/>
            <a:ext cx="406400" cy="339725"/>
            <a:chOff x="144" y="3264"/>
            <a:chExt cx="288" cy="240"/>
          </a:xfrm>
        </p:grpSpPr>
        <p:sp>
          <p:nvSpPr>
            <p:cNvPr id="21591" name="Rectangle 199">
              <a:extLst>
                <a:ext uri="{FF2B5EF4-FFF2-40B4-BE49-F238E27FC236}">
                  <a16:creationId xmlns:a16="http://schemas.microsoft.com/office/drawing/2014/main" id="{05840C22-F64F-C1D3-1F36-C620AAD95668}"/>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2" name="Rectangle 200">
              <a:extLst>
                <a:ext uri="{FF2B5EF4-FFF2-40B4-BE49-F238E27FC236}">
                  <a16:creationId xmlns:a16="http://schemas.microsoft.com/office/drawing/2014/main" id="{0C5E50D8-DB18-3D75-D7CA-57A6E81BAFFA}"/>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grpSp>
        <p:nvGrpSpPr>
          <p:cNvPr id="21593" name="Group 202">
            <a:extLst>
              <a:ext uri="{FF2B5EF4-FFF2-40B4-BE49-F238E27FC236}">
                <a16:creationId xmlns:a16="http://schemas.microsoft.com/office/drawing/2014/main" id="{6DB0A1A6-0EF9-7A7A-6AC1-65FC526E0CA3}"/>
              </a:ext>
            </a:extLst>
          </p:cNvPr>
          <p:cNvGrpSpPr>
            <a:grpSpLocks/>
          </p:cNvGrpSpPr>
          <p:nvPr/>
        </p:nvGrpSpPr>
        <p:grpSpPr bwMode="auto">
          <a:xfrm>
            <a:off x="8020633" y="2153171"/>
            <a:ext cx="406400" cy="339725"/>
            <a:chOff x="144" y="3264"/>
            <a:chExt cx="288" cy="240"/>
          </a:xfrm>
        </p:grpSpPr>
        <p:sp>
          <p:nvSpPr>
            <p:cNvPr id="21594" name="Rectangle 203">
              <a:extLst>
                <a:ext uri="{FF2B5EF4-FFF2-40B4-BE49-F238E27FC236}">
                  <a16:creationId xmlns:a16="http://schemas.microsoft.com/office/drawing/2014/main" id="{5F7E31A3-B8DD-5DF3-0CDE-CA25345D3D3C}"/>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595" name="Rectangle 204">
              <a:extLst>
                <a:ext uri="{FF2B5EF4-FFF2-40B4-BE49-F238E27FC236}">
                  <a16:creationId xmlns:a16="http://schemas.microsoft.com/office/drawing/2014/main" id="{65F3C63F-4823-9B29-9D24-7DB400FE4E26}"/>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1</a:t>
              </a:r>
            </a:p>
          </p:txBody>
        </p:sp>
      </p:grpSp>
      <p:grpSp>
        <p:nvGrpSpPr>
          <p:cNvPr id="21601" name="Group 321">
            <a:extLst>
              <a:ext uri="{FF2B5EF4-FFF2-40B4-BE49-F238E27FC236}">
                <a16:creationId xmlns:a16="http://schemas.microsoft.com/office/drawing/2014/main" id="{2F13FC50-4087-E4B3-77A4-302041ACC246}"/>
              </a:ext>
            </a:extLst>
          </p:cNvPr>
          <p:cNvGrpSpPr>
            <a:grpSpLocks/>
          </p:cNvGrpSpPr>
          <p:nvPr/>
        </p:nvGrpSpPr>
        <p:grpSpPr bwMode="auto">
          <a:xfrm rot="19469389">
            <a:off x="5686244" y="1082574"/>
            <a:ext cx="1797050" cy="900112"/>
            <a:chOff x="4259" y="1678"/>
            <a:chExt cx="1132" cy="567"/>
          </a:xfrm>
        </p:grpSpPr>
        <p:grpSp>
          <p:nvGrpSpPr>
            <p:cNvPr id="21602" name="Group 322">
              <a:extLst>
                <a:ext uri="{FF2B5EF4-FFF2-40B4-BE49-F238E27FC236}">
                  <a16:creationId xmlns:a16="http://schemas.microsoft.com/office/drawing/2014/main" id="{CF94665B-D7DC-B75C-6215-18B2904233BC}"/>
                </a:ext>
              </a:extLst>
            </p:cNvPr>
            <p:cNvGrpSpPr>
              <a:grpSpLocks/>
            </p:cNvGrpSpPr>
            <p:nvPr/>
          </p:nvGrpSpPr>
          <p:grpSpPr bwMode="auto">
            <a:xfrm flipH="1">
              <a:off x="4259" y="1678"/>
              <a:ext cx="1132" cy="567"/>
              <a:chOff x="333" y="1678"/>
              <a:chExt cx="1132" cy="567"/>
            </a:xfrm>
          </p:grpSpPr>
          <p:sp>
            <p:nvSpPr>
              <p:cNvPr id="21604" name="Freeform 323">
                <a:extLst>
                  <a:ext uri="{FF2B5EF4-FFF2-40B4-BE49-F238E27FC236}">
                    <a16:creationId xmlns:a16="http://schemas.microsoft.com/office/drawing/2014/main" id="{2C080E22-5ADA-745A-BC69-8D42471C2A4A}"/>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5" name="Freeform 324">
                <a:extLst>
                  <a:ext uri="{FF2B5EF4-FFF2-40B4-BE49-F238E27FC236}">
                    <a16:creationId xmlns:a16="http://schemas.microsoft.com/office/drawing/2014/main" id="{720A455D-9D93-0161-A615-2E4860D459E8}"/>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6" name="Freeform 325">
                <a:extLst>
                  <a:ext uri="{FF2B5EF4-FFF2-40B4-BE49-F238E27FC236}">
                    <a16:creationId xmlns:a16="http://schemas.microsoft.com/office/drawing/2014/main" id="{A7EBF650-456C-581E-D154-A70DF85EFF97}"/>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7" name="Freeform 326">
                <a:extLst>
                  <a:ext uri="{FF2B5EF4-FFF2-40B4-BE49-F238E27FC236}">
                    <a16:creationId xmlns:a16="http://schemas.microsoft.com/office/drawing/2014/main" id="{595DEF33-8A4B-7455-B80B-1FD95C60C427}"/>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8" name="Freeform 327">
                <a:extLst>
                  <a:ext uri="{FF2B5EF4-FFF2-40B4-BE49-F238E27FC236}">
                    <a16:creationId xmlns:a16="http://schemas.microsoft.com/office/drawing/2014/main" id="{971D8C1E-8AE7-4FCE-7711-7112F300C149}"/>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9" name="Freeform 328">
                <a:extLst>
                  <a:ext uri="{FF2B5EF4-FFF2-40B4-BE49-F238E27FC236}">
                    <a16:creationId xmlns:a16="http://schemas.microsoft.com/office/drawing/2014/main" id="{55F85B92-0186-8A81-EB62-9007D7714B35}"/>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610" name="Freeform 329">
                <a:extLst>
                  <a:ext uri="{FF2B5EF4-FFF2-40B4-BE49-F238E27FC236}">
                    <a16:creationId xmlns:a16="http://schemas.microsoft.com/office/drawing/2014/main" id="{27F34B2A-B563-70CD-6DA5-17CECD9A4F03}"/>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603" name="Text Box 330">
              <a:extLst>
                <a:ext uri="{FF2B5EF4-FFF2-40B4-BE49-F238E27FC236}">
                  <a16:creationId xmlns:a16="http://schemas.microsoft.com/office/drawing/2014/main" id="{F1518A0F-5835-F946-1040-43EA6E8F2CCE}"/>
                </a:ext>
              </a:extLst>
            </p:cNvPr>
            <p:cNvSpPr txBox="1">
              <a:spLocks noChangeArrowheads="1"/>
            </p:cNvSpPr>
            <p:nvPr/>
          </p:nvSpPr>
          <p:spPr bwMode="auto">
            <a:xfrm rot="1143463" flipH="1">
              <a:off x="4627" y="1865"/>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dirty="0">
                  <a:latin typeface="Courier New" panose="02070309020205020404" pitchFamily="49" charset="0"/>
                </a:rPr>
                <a:t>10.0.0.1</a:t>
              </a:r>
            </a:p>
          </p:txBody>
        </p:sp>
      </p:grpSp>
      <p:sp>
        <p:nvSpPr>
          <p:cNvPr id="21611" name="Oval 57">
            <a:extLst>
              <a:ext uri="{FF2B5EF4-FFF2-40B4-BE49-F238E27FC236}">
                <a16:creationId xmlns:a16="http://schemas.microsoft.com/office/drawing/2014/main" id="{CE8B9B63-2323-A33C-9694-30482B8E75D5}"/>
              </a:ext>
            </a:extLst>
          </p:cNvPr>
          <p:cNvSpPr>
            <a:spLocks noChangeArrowheads="1"/>
          </p:cNvSpPr>
          <p:nvPr/>
        </p:nvSpPr>
        <p:spPr bwMode="auto">
          <a:xfrm flipH="1">
            <a:off x="5707907" y="171297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A</a:t>
            </a:r>
          </a:p>
        </p:txBody>
      </p:sp>
      <p:grpSp>
        <p:nvGrpSpPr>
          <p:cNvPr id="21612" name="Group 311">
            <a:extLst>
              <a:ext uri="{FF2B5EF4-FFF2-40B4-BE49-F238E27FC236}">
                <a16:creationId xmlns:a16="http://schemas.microsoft.com/office/drawing/2014/main" id="{6ACA2E3A-F34A-D2ED-7DE9-C950CB1FB7EE}"/>
              </a:ext>
            </a:extLst>
          </p:cNvPr>
          <p:cNvGrpSpPr>
            <a:grpSpLocks/>
          </p:cNvGrpSpPr>
          <p:nvPr/>
        </p:nvGrpSpPr>
        <p:grpSpPr bwMode="auto">
          <a:xfrm rot="19389679">
            <a:off x="5846128" y="2945643"/>
            <a:ext cx="1797050" cy="900112"/>
            <a:chOff x="4259" y="1678"/>
            <a:chExt cx="1132" cy="567"/>
          </a:xfrm>
        </p:grpSpPr>
        <p:grpSp>
          <p:nvGrpSpPr>
            <p:cNvPr id="21613" name="Group 312">
              <a:extLst>
                <a:ext uri="{FF2B5EF4-FFF2-40B4-BE49-F238E27FC236}">
                  <a16:creationId xmlns:a16="http://schemas.microsoft.com/office/drawing/2014/main" id="{12A439BF-440F-878F-C0E3-8CC9372EC6B4}"/>
                </a:ext>
              </a:extLst>
            </p:cNvPr>
            <p:cNvGrpSpPr>
              <a:grpSpLocks/>
            </p:cNvGrpSpPr>
            <p:nvPr/>
          </p:nvGrpSpPr>
          <p:grpSpPr bwMode="auto">
            <a:xfrm flipH="1">
              <a:off x="4259" y="1678"/>
              <a:ext cx="1132" cy="567"/>
              <a:chOff x="333" y="1678"/>
              <a:chExt cx="1132" cy="567"/>
            </a:xfrm>
          </p:grpSpPr>
          <p:sp>
            <p:nvSpPr>
              <p:cNvPr id="21615" name="Freeform 313">
                <a:extLst>
                  <a:ext uri="{FF2B5EF4-FFF2-40B4-BE49-F238E27FC236}">
                    <a16:creationId xmlns:a16="http://schemas.microsoft.com/office/drawing/2014/main" id="{B03C36A4-135D-6DBC-A1EB-EC2EE20D818F}"/>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16" name="Freeform 314">
                <a:extLst>
                  <a:ext uri="{FF2B5EF4-FFF2-40B4-BE49-F238E27FC236}">
                    <a16:creationId xmlns:a16="http://schemas.microsoft.com/office/drawing/2014/main" id="{294C1F48-61BD-4989-2749-DD7ED6BF0D83}"/>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17" name="Freeform 315">
                <a:extLst>
                  <a:ext uri="{FF2B5EF4-FFF2-40B4-BE49-F238E27FC236}">
                    <a16:creationId xmlns:a16="http://schemas.microsoft.com/office/drawing/2014/main" id="{49CC4A29-D619-F747-A888-07D5B4167A71}"/>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18" name="Freeform 316">
                <a:extLst>
                  <a:ext uri="{FF2B5EF4-FFF2-40B4-BE49-F238E27FC236}">
                    <a16:creationId xmlns:a16="http://schemas.microsoft.com/office/drawing/2014/main" id="{626B922F-3AB0-2CD9-D90A-2F8F6DA1D529}"/>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19" name="Freeform 317">
                <a:extLst>
                  <a:ext uri="{FF2B5EF4-FFF2-40B4-BE49-F238E27FC236}">
                    <a16:creationId xmlns:a16="http://schemas.microsoft.com/office/drawing/2014/main" id="{A4956910-3A3D-1145-5060-AB357E3F3DC0}"/>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20" name="Freeform 318">
                <a:extLst>
                  <a:ext uri="{FF2B5EF4-FFF2-40B4-BE49-F238E27FC236}">
                    <a16:creationId xmlns:a16="http://schemas.microsoft.com/office/drawing/2014/main" id="{25E78489-6756-1E2C-715F-C46B7A5549BD}"/>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621" name="Freeform 319">
                <a:extLst>
                  <a:ext uri="{FF2B5EF4-FFF2-40B4-BE49-F238E27FC236}">
                    <a16:creationId xmlns:a16="http://schemas.microsoft.com/office/drawing/2014/main" id="{E581A095-7219-9690-8588-8E590C492CBD}"/>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614" name="Text Box 320">
              <a:extLst>
                <a:ext uri="{FF2B5EF4-FFF2-40B4-BE49-F238E27FC236}">
                  <a16:creationId xmlns:a16="http://schemas.microsoft.com/office/drawing/2014/main" id="{5C791381-B232-499A-DA1A-2E657F64A835}"/>
                </a:ext>
              </a:extLst>
            </p:cNvPr>
            <p:cNvSpPr txBox="1">
              <a:spLocks noChangeArrowheads="1"/>
            </p:cNvSpPr>
            <p:nvPr/>
          </p:nvSpPr>
          <p:spPr bwMode="auto">
            <a:xfrm rot="1143463" flipH="1">
              <a:off x="4626" y="1866"/>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dirty="0">
                  <a:latin typeface="Courier New" panose="02070309020205020404" pitchFamily="49" charset="0"/>
                </a:rPr>
                <a:t>10.0.2.1</a:t>
              </a:r>
            </a:p>
          </p:txBody>
        </p:sp>
      </p:grpSp>
      <p:grpSp>
        <p:nvGrpSpPr>
          <p:cNvPr id="21623" name="Group 288">
            <a:extLst>
              <a:ext uri="{FF2B5EF4-FFF2-40B4-BE49-F238E27FC236}">
                <a16:creationId xmlns:a16="http://schemas.microsoft.com/office/drawing/2014/main" id="{C6A876D0-226A-B5EC-D11E-AA70D6DDEA9B}"/>
              </a:ext>
            </a:extLst>
          </p:cNvPr>
          <p:cNvGrpSpPr>
            <a:grpSpLocks/>
          </p:cNvGrpSpPr>
          <p:nvPr/>
        </p:nvGrpSpPr>
        <p:grpSpPr bwMode="auto">
          <a:xfrm>
            <a:off x="7758564" y="1601849"/>
            <a:ext cx="765991" cy="537685"/>
            <a:chOff x="195" y="394"/>
            <a:chExt cx="570" cy="360"/>
          </a:xfrm>
        </p:grpSpPr>
        <p:sp>
          <p:nvSpPr>
            <p:cNvPr id="21624" name="Arc 289">
              <a:extLst>
                <a:ext uri="{FF2B5EF4-FFF2-40B4-BE49-F238E27FC236}">
                  <a16:creationId xmlns:a16="http://schemas.microsoft.com/office/drawing/2014/main" id="{1D364482-9DD8-C689-86CA-CD5AE4BB3D58}"/>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625" name="Arc 290">
              <a:extLst>
                <a:ext uri="{FF2B5EF4-FFF2-40B4-BE49-F238E27FC236}">
                  <a16:creationId xmlns:a16="http://schemas.microsoft.com/office/drawing/2014/main" id="{B7F3670C-B411-75DA-FC5B-675E84A72F82}"/>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626" name="Line 291">
              <a:extLst>
                <a:ext uri="{FF2B5EF4-FFF2-40B4-BE49-F238E27FC236}">
                  <a16:creationId xmlns:a16="http://schemas.microsoft.com/office/drawing/2014/main" id="{827D661A-FDFD-4BD4-83CB-B059EC89CA63}"/>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627" name="Line 292">
              <a:extLst>
                <a:ext uri="{FF2B5EF4-FFF2-40B4-BE49-F238E27FC236}">
                  <a16:creationId xmlns:a16="http://schemas.microsoft.com/office/drawing/2014/main" id="{0E907CE1-78CA-EC7A-4CD4-F6AB40666D8A}"/>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21628" name="Group 22">
            <a:extLst>
              <a:ext uri="{FF2B5EF4-FFF2-40B4-BE49-F238E27FC236}">
                <a16:creationId xmlns:a16="http://schemas.microsoft.com/office/drawing/2014/main" id="{785C3D04-8035-4727-272D-248AB1FB4476}"/>
              </a:ext>
            </a:extLst>
          </p:cNvPr>
          <p:cNvGrpSpPr>
            <a:grpSpLocks noChangeAspect="1"/>
          </p:cNvGrpSpPr>
          <p:nvPr/>
        </p:nvGrpSpPr>
        <p:grpSpPr bwMode="auto">
          <a:xfrm>
            <a:off x="5453228" y="2573027"/>
            <a:ext cx="723900" cy="460375"/>
            <a:chOff x="3312" y="2160"/>
            <a:chExt cx="960" cy="528"/>
          </a:xfrm>
        </p:grpSpPr>
        <p:grpSp>
          <p:nvGrpSpPr>
            <p:cNvPr id="21629" name="Group 23">
              <a:extLst>
                <a:ext uri="{FF2B5EF4-FFF2-40B4-BE49-F238E27FC236}">
                  <a16:creationId xmlns:a16="http://schemas.microsoft.com/office/drawing/2014/main" id="{A686BEA8-2489-2B38-68F9-F4A43669343F}"/>
                </a:ext>
              </a:extLst>
            </p:cNvPr>
            <p:cNvGrpSpPr>
              <a:grpSpLocks noChangeAspect="1"/>
            </p:cNvGrpSpPr>
            <p:nvPr/>
          </p:nvGrpSpPr>
          <p:grpSpPr bwMode="auto">
            <a:xfrm>
              <a:off x="3312" y="2160"/>
              <a:ext cx="960" cy="528"/>
              <a:chOff x="3312" y="2160"/>
              <a:chExt cx="960" cy="528"/>
            </a:xfrm>
          </p:grpSpPr>
          <p:sp>
            <p:nvSpPr>
              <p:cNvPr id="21631" name="AutoShape 24">
                <a:extLst>
                  <a:ext uri="{FF2B5EF4-FFF2-40B4-BE49-F238E27FC236}">
                    <a16:creationId xmlns:a16="http://schemas.microsoft.com/office/drawing/2014/main" id="{13A0D723-176E-78A8-C29D-C9BBB3397062}"/>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824" name="Group 25">
                <a:extLst>
                  <a:ext uri="{FF2B5EF4-FFF2-40B4-BE49-F238E27FC236}">
                    <a16:creationId xmlns:a16="http://schemas.microsoft.com/office/drawing/2014/main" id="{75882E07-C77D-C9B2-FC43-379F88C9A4CE}"/>
                  </a:ext>
                </a:extLst>
              </p:cNvPr>
              <p:cNvGrpSpPr>
                <a:grpSpLocks noChangeAspect="1"/>
              </p:cNvGrpSpPr>
              <p:nvPr/>
            </p:nvGrpSpPr>
            <p:grpSpPr bwMode="auto">
              <a:xfrm>
                <a:off x="3488" y="2193"/>
                <a:ext cx="599" cy="207"/>
                <a:chOff x="422" y="1632"/>
                <a:chExt cx="829" cy="298"/>
              </a:xfrm>
            </p:grpSpPr>
            <p:grpSp>
              <p:nvGrpSpPr>
                <p:cNvPr id="21825" name="Group 26">
                  <a:extLst>
                    <a:ext uri="{FF2B5EF4-FFF2-40B4-BE49-F238E27FC236}">
                      <a16:creationId xmlns:a16="http://schemas.microsoft.com/office/drawing/2014/main" id="{5E6BBA6C-58FC-2CDC-05FA-F9BCF186C230}"/>
                    </a:ext>
                  </a:extLst>
                </p:cNvPr>
                <p:cNvGrpSpPr>
                  <a:grpSpLocks noChangeAspect="1"/>
                </p:cNvGrpSpPr>
                <p:nvPr/>
              </p:nvGrpSpPr>
              <p:grpSpPr bwMode="auto">
                <a:xfrm>
                  <a:off x="422" y="1632"/>
                  <a:ext cx="822" cy="291"/>
                  <a:chOff x="422" y="1632"/>
                  <a:chExt cx="822" cy="291"/>
                </a:xfrm>
              </p:grpSpPr>
              <p:sp>
                <p:nvSpPr>
                  <p:cNvPr id="21880" name="Freeform 27">
                    <a:extLst>
                      <a:ext uri="{FF2B5EF4-FFF2-40B4-BE49-F238E27FC236}">
                        <a16:creationId xmlns:a16="http://schemas.microsoft.com/office/drawing/2014/main" id="{46BB7E23-A7A1-5AED-FAF7-ED70DC11A66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1" name="Freeform 28">
                    <a:extLst>
                      <a:ext uri="{FF2B5EF4-FFF2-40B4-BE49-F238E27FC236}">
                        <a16:creationId xmlns:a16="http://schemas.microsoft.com/office/drawing/2014/main" id="{516F1A13-EAFE-6270-A39B-2FDEA788F5FD}"/>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2" name="Freeform 29">
                    <a:extLst>
                      <a:ext uri="{FF2B5EF4-FFF2-40B4-BE49-F238E27FC236}">
                        <a16:creationId xmlns:a16="http://schemas.microsoft.com/office/drawing/2014/main" id="{94A8513B-5158-12E7-E0E5-BB321B270E03}"/>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3" name="Freeform 30">
                    <a:extLst>
                      <a:ext uri="{FF2B5EF4-FFF2-40B4-BE49-F238E27FC236}">
                        <a16:creationId xmlns:a16="http://schemas.microsoft.com/office/drawing/2014/main" id="{0C01750C-A5AE-49B5-11A9-A7C66359EAD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4" name="Freeform 31">
                    <a:extLst>
                      <a:ext uri="{FF2B5EF4-FFF2-40B4-BE49-F238E27FC236}">
                        <a16:creationId xmlns:a16="http://schemas.microsoft.com/office/drawing/2014/main" id="{68CD6A38-3E31-396D-AEA3-518AF560988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5" name="Freeform 32">
                    <a:extLst>
                      <a:ext uri="{FF2B5EF4-FFF2-40B4-BE49-F238E27FC236}">
                        <a16:creationId xmlns:a16="http://schemas.microsoft.com/office/drawing/2014/main" id="{D4E10606-59C7-604C-C1DD-D3A685E3234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6" name="Freeform 33">
                    <a:extLst>
                      <a:ext uri="{FF2B5EF4-FFF2-40B4-BE49-F238E27FC236}">
                        <a16:creationId xmlns:a16="http://schemas.microsoft.com/office/drawing/2014/main" id="{32EF9DC9-6362-F569-817C-5BF4843E89AB}"/>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7" name="Freeform 34">
                    <a:extLst>
                      <a:ext uri="{FF2B5EF4-FFF2-40B4-BE49-F238E27FC236}">
                        <a16:creationId xmlns:a16="http://schemas.microsoft.com/office/drawing/2014/main" id="{108ECE46-2628-AD18-4E6F-CABB53270D69}"/>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826" name="Group 35">
                  <a:extLst>
                    <a:ext uri="{FF2B5EF4-FFF2-40B4-BE49-F238E27FC236}">
                      <a16:creationId xmlns:a16="http://schemas.microsoft.com/office/drawing/2014/main" id="{9A5077F3-2613-ABB6-5DF7-AA36955A3BD6}"/>
                    </a:ext>
                  </a:extLst>
                </p:cNvPr>
                <p:cNvGrpSpPr>
                  <a:grpSpLocks noChangeAspect="1"/>
                </p:cNvGrpSpPr>
                <p:nvPr/>
              </p:nvGrpSpPr>
              <p:grpSpPr bwMode="auto">
                <a:xfrm>
                  <a:off x="429" y="1639"/>
                  <a:ext cx="822" cy="291"/>
                  <a:chOff x="429" y="1639"/>
                  <a:chExt cx="822" cy="291"/>
                </a:xfrm>
              </p:grpSpPr>
              <p:sp>
                <p:nvSpPr>
                  <p:cNvPr id="21872" name="Freeform 36">
                    <a:extLst>
                      <a:ext uri="{FF2B5EF4-FFF2-40B4-BE49-F238E27FC236}">
                        <a16:creationId xmlns:a16="http://schemas.microsoft.com/office/drawing/2014/main" id="{E5B27DF5-FDD7-1933-FEC2-91250DA56D07}"/>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3" name="Freeform 37">
                    <a:extLst>
                      <a:ext uri="{FF2B5EF4-FFF2-40B4-BE49-F238E27FC236}">
                        <a16:creationId xmlns:a16="http://schemas.microsoft.com/office/drawing/2014/main" id="{5DDF90B3-1401-5502-C7F3-3597EA36D861}"/>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4" name="Freeform 38">
                    <a:extLst>
                      <a:ext uri="{FF2B5EF4-FFF2-40B4-BE49-F238E27FC236}">
                        <a16:creationId xmlns:a16="http://schemas.microsoft.com/office/drawing/2014/main" id="{CD5E057D-6603-3880-E0BD-B3E88592C54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5" name="Freeform 39">
                    <a:extLst>
                      <a:ext uri="{FF2B5EF4-FFF2-40B4-BE49-F238E27FC236}">
                        <a16:creationId xmlns:a16="http://schemas.microsoft.com/office/drawing/2014/main" id="{E60228A5-A39F-0043-5FC7-2CC05743B003}"/>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6" name="Freeform 40">
                    <a:extLst>
                      <a:ext uri="{FF2B5EF4-FFF2-40B4-BE49-F238E27FC236}">
                        <a16:creationId xmlns:a16="http://schemas.microsoft.com/office/drawing/2014/main" id="{D2BEA033-62EB-2FF1-F3D3-ADEA229BC42B}"/>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7" name="Freeform 41">
                    <a:extLst>
                      <a:ext uri="{FF2B5EF4-FFF2-40B4-BE49-F238E27FC236}">
                        <a16:creationId xmlns:a16="http://schemas.microsoft.com/office/drawing/2014/main" id="{4D03FE28-37FF-7F9A-9955-FD26BBB9B8FE}"/>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8" name="Freeform 42">
                    <a:extLst>
                      <a:ext uri="{FF2B5EF4-FFF2-40B4-BE49-F238E27FC236}">
                        <a16:creationId xmlns:a16="http://schemas.microsoft.com/office/drawing/2014/main" id="{7C8565E7-4CCE-67E9-CB33-37956197AB97}"/>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9" name="Freeform 43">
                    <a:extLst>
                      <a:ext uri="{FF2B5EF4-FFF2-40B4-BE49-F238E27FC236}">
                        <a16:creationId xmlns:a16="http://schemas.microsoft.com/office/drawing/2014/main" id="{EACD841F-57E3-2E0D-C1CF-0468F09D8A3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630" name="WordArt 44">
              <a:extLst>
                <a:ext uri="{FF2B5EF4-FFF2-40B4-BE49-F238E27FC236}">
                  <a16:creationId xmlns:a16="http://schemas.microsoft.com/office/drawing/2014/main" id="{EFDCBAE3-2A68-EA81-7C73-4A29834002D5}"/>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21888" name="Oval 53">
            <a:extLst>
              <a:ext uri="{FF2B5EF4-FFF2-40B4-BE49-F238E27FC236}">
                <a16:creationId xmlns:a16="http://schemas.microsoft.com/office/drawing/2014/main" id="{A2962D3A-4BB9-E0D5-453F-D5E487DF55F6}"/>
              </a:ext>
            </a:extLst>
          </p:cNvPr>
          <p:cNvSpPr>
            <a:spLocks noChangeArrowheads="1"/>
          </p:cNvSpPr>
          <p:nvPr/>
        </p:nvSpPr>
        <p:spPr bwMode="auto">
          <a:xfrm flipH="1">
            <a:off x="5707907" y="3567987"/>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C</a:t>
            </a:r>
          </a:p>
        </p:txBody>
      </p:sp>
      <p:grpSp>
        <p:nvGrpSpPr>
          <p:cNvPr id="21889" name="Group 145">
            <a:extLst>
              <a:ext uri="{FF2B5EF4-FFF2-40B4-BE49-F238E27FC236}">
                <a16:creationId xmlns:a16="http://schemas.microsoft.com/office/drawing/2014/main" id="{186625D5-093B-FAB8-C67F-F38DC58D7C4A}"/>
              </a:ext>
            </a:extLst>
          </p:cNvPr>
          <p:cNvGrpSpPr>
            <a:grpSpLocks noChangeAspect="1"/>
          </p:cNvGrpSpPr>
          <p:nvPr/>
        </p:nvGrpSpPr>
        <p:grpSpPr bwMode="auto">
          <a:xfrm>
            <a:off x="3427884" y="3438634"/>
            <a:ext cx="723900" cy="460375"/>
            <a:chOff x="3312" y="2160"/>
            <a:chExt cx="960" cy="528"/>
          </a:xfrm>
        </p:grpSpPr>
        <p:grpSp>
          <p:nvGrpSpPr>
            <p:cNvPr id="21890" name="Group 146">
              <a:extLst>
                <a:ext uri="{FF2B5EF4-FFF2-40B4-BE49-F238E27FC236}">
                  <a16:creationId xmlns:a16="http://schemas.microsoft.com/office/drawing/2014/main" id="{559D218D-35CF-739E-69BC-48BB818EE109}"/>
                </a:ext>
              </a:extLst>
            </p:cNvPr>
            <p:cNvGrpSpPr>
              <a:grpSpLocks noChangeAspect="1"/>
            </p:cNvGrpSpPr>
            <p:nvPr/>
          </p:nvGrpSpPr>
          <p:grpSpPr bwMode="auto">
            <a:xfrm>
              <a:off x="3312" y="2160"/>
              <a:ext cx="960" cy="528"/>
              <a:chOff x="3312" y="2160"/>
              <a:chExt cx="960" cy="528"/>
            </a:xfrm>
          </p:grpSpPr>
          <p:sp>
            <p:nvSpPr>
              <p:cNvPr id="21892" name="AutoShape 147">
                <a:extLst>
                  <a:ext uri="{FF2B5EF4-FFF2-40B4-BE49-F238E27FC236}">
                    <a16:creationId xmlns:a16="http://schemas.microsoft.com/office/drawing/2014/main" id="{17D22DDD-CA76-1005-6B97-87C42E3D2FD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893" name="Group 148">
                <a:extLst>
                  <a:ext uri="{FF2B5EF4-FFF2-40B4-BE49-F238E27FC236}">
                    <a16:creationId xmlns:a16="http://schemas.microsoft.com/office/drawing/2014/main" id="{68DDD968-0D1B-011E-1925-FECA7C03D80C}"/>
                  </a:ext>
                </a:extLst>
              </p:cNvPr>
              <p:cNvGrpSpPr>
                <a:grpSpLocks noChangeAspect="1"/>
              </p:cNvGrpSpPr>
              <p:nvPr/>
            </p:nvGrpSpPr>
            <p:grpSpPr bwMode="auto">
              <a:xfrm>
                <a:off x="3488" y="2193"/>
                <a:ext cx="599" cy="207"/>
                <a:chOff x="422" y="1632"/>
                <a:chExt cx="829" cy="298"/>
              </a:xfrm>
            </p:grpSpPr>
            <p:grpSp>
              <p:nvGrpSpPr>
                <p:cNvPr id="21894" name="Group 149">
                  <a:extLst>
                    <a:ext uri="{FF2B5EF4-FFF2-40B4-BE49-F238E27FC236}">
                      <a16:creationId xmlns:a16="http://schemas.microsoft.com/office/drawing/2014/main" id="{8A378A43-BD7B-C915-0E38-49929791FC95}"/>
                    </a:ext>
                  </a:extLst>
                </p:cNvPr>
                <p:cNvGrpSpPr>
                  <a:grpSpLocks noChangeAspect="1"/>
                </p:cNvGrpSpPr>
                <p:nvPr/>
              </p:nvGrpSpPr>
              <p:grpSpPr bwMode="auto">
                <a:xfrm>
                  <a:off x="422" y="1632"/>
                  <a:ext cx="822" cy="291"/>
                  <a:chOff x="422" y="1632"/>
                  <a:chExt cx="822" cy="291"/>
                </a:xfrm>
              </p:grpSpPr>
              <p:sp>
                <p:nvSpPr>
                  <p:cNvPr id="21904" name="Freeform 150">
                    <a:extLst>
                      <a:ext uri="{FF2B5EF4-FFF2-40B4-BE49-F238E27FC236}">
                        <a16:creationId xmlns:a16="http://schemas.microsoft.com/office/drawing/2014/main" id="{117CD1A3-2364-99A1-1C7B-D1B42BD80826}"/>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5" name="Freeform 151">
                    <a:extLst>
                      <a:ext uri="{FF2B5EF4-FFF2-40B4-BE49-F238E27FC236}">
                        <a16:creationId xmlns:a16="http://schemas.microsoft.com/office/drawing/2014/main" id="{CC2D322A-3BF3-85FB-2ED1-1F79F2ECFDA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6" name="Freeform 152">
                    <a:extLst>
                      <a:ext uri="{FF2B5EF4-FFF2-40B4-BE49-F238E27FC236}">
                        <a16:creationId xmlns:a16="http://schemas.microsoft.com/office/drawing/2014/main" id="{124A3C07-1477-D602-0C00-8B04E7565252}"/>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7" name="Freeform 153">
                    <a:extLst>
                      <a:ext uri="{FF2B5EF4-FFF2-40B4-BE49-F238E27FC236}">
                        <a16:creationId xmlns:a16="http://schemas.microsoft.com/office/drawing/2014/main" id="{CB591DC4-5CFD-57D0-A2F1-4F20DC7929C3}"/>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8" name="Freeform 154">
                    <a:extLst>
                      <a:ext uri="{FF2B5EF4-FFF2-40B4-BE49-F238E27FC236}">
                        <a16:creationId xmlns:a16="http://schemas.microsoft.com/office/drawing/2014/main" id="{E913EA0F-F24A-2AA2-34EB-5D4DC91F311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9" name="Freeform 155">
                    <a:extLst>
                      <a:ext uri="{FF2B5EF4-FFF2-40B4-BE49-F238E27FC236}">
                        <a16:creationId xmlns:a16="http://schemas.microsoft.com/office/drawing/2014/main" id="{ECDDDCBD-3EE6-F8B0-AB22-F91A9DED17B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10" name="Freeform 156">
                    <a:extLst>
                      <a:ext uri="{FF2B5EF4-FFF2-40B4-BE49-F238E27FC236}">
                        <a16:creationId xmlns:a16="http://schemas.microsoft.com/office/drawing/2014/main" id="{DB182FF0-8635-8196-5744-EC87156CEBD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11" name="Freeform 157">
                    <a:extLst>
                      <a:ext uri="{FF2B5EF4-FFF2-40B4-BE49-F238E27FC236}">
                        <a16:creationId xmlns:a16="http://schemas.microsoft.com/office/drawing/2014/main" id="{8BCD3E19-D932-03F7-C8D3-EB6E7408DD6F}"/>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895" name="Group 158">
                  <a:extLst>
                    <a:ext uri="{FF2B5EF4-FFF2-40B4-BE49-F238E27FC236}">
                      <a16:creationId xmlns:a16="http://schemas.microsoft.com/office/drawing/2014/main" id="{0C7C214D-C547-ED38-ED2C-47BB363E8A8F}"/>
                    </a:ext>
                  </a:extLst>
                </p:cNvPr>
                <p:cNvGrpSpPr>
                  <a:grpSpLocks noChangeAspect="1"/>
                </p:cNvGrpSpPr>
                <p:nvPr/>
              </p:nvGrpSpPr>
              <p:grpSpPr bwMode="auto">
                <a:xfrm>
                  <a:off x="429" y="1639"/>
                  <a:ext cx="822" cy="291"/>
                  <a:chOff x="429" y="1639"/>
                  <a:chExt cx="822" cy="291"/>
                </a:xfrm>
              </p:grpSpPr>
              <p:sp>
                <p:nvSpPr>
                  <p:cNvPr id="21896" name="Freeform 159">
                    <a:extLst>
                      <a:ext uri="{FF2B5EF4-FFF2-40B4-BE49-F238E27FC236}">
                        <a16:creationId xmlns:a16="http://schemas.microsoft.com/office/drawing/2014/main" id="{D21E4C32-87D2-CE60-A7FB-02BAA98C6B67}"/>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7" name="Freeform 160">
                    <a:extLst>
                      <a:ext uri="{FF2B5EF4-FFF2-40B4-BE49-F238E27FC236}">
                        <a16:creationId xmlns:a16="http://schemas.microsoft.com/office/drawing/2014/main" id="{38162154-131D-8FE1-4A91-115C3ABF87B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8" name="Freeform 161">
                    <a:extLst>
                      <a:ext uri="{FF2B5EF4-FFF2-40B4-BE49-F238E27FC236}">
                        <a16:creationId xmlns:a16="http://schemas.microsoft.com/office/drawing/2014/main" id="{41CDE086-5EFB-3E65-4FCC-202B5788674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9" name="Freeform 162">
                    <a:extLst>
                      <a:ext uri="{FF2B5EF4-FFF2-40B4-BE49-F238E27FC236}">
                        <a16:creationId xmlns:a16="http://schemas.microsoft.com/office/drawing/2014/main" id="{2F3BFF5A-3674-63A2-C2C5-AEDF39E8B10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0" name="Freeform 163">
                    <a:extLst>
                      <a:ext uri="{FF2B5EF4-FFF2-40B4-BE49-F238E27FC236}">
                        <a16:creationId xmlns:a16="http://schemas.microsoft.com/office/drawing/2014/main" id="{3B51F321-E918-320A-76D8-D25E2A2A569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1" name="Freeform 164">
                    <a:extLst>
                      <a:ext uri="{FF2B5EF4-FFF2-40B4-BE49-F238E27FC236}">
                        <a16:creationId xmlns:a16="http://schemas.microsoft.com/office/drawing/2014/main" id="{1175898F-BA14-BD72-BB61-C127B6EDD084}"/>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2" name="Freeform 165">
                    <a:extLst>
                      <a:ext uri="{FF2B5EF4-FFF2-40B4-BE49-F238E27FC236}">
                        <a16:creationId xmlns:a16="http://schemas.microsoft.com/office/drawing/2014/main" id="{359D8BAD-BB23-B2F9-C6C7-75B3D8AEC4C0}"/>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3" name="Freeform 166">
                    <a:extLst>
                      <a:ext uri="{FF2B5EF4-FFF2-40B4-BE49-F238E27FC236}">
                        <a16:creationId xmlns:a16="http://schemas.microsoft.com/office/drawing/2014/main" id="{1C713B81-325C-A517-5563-E1D32F3DBCE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891" name="WordArt 167">
              <a:extLst>
                <a:ext uri="{FF2B5EF4-FFF2-40B4-BE49-F238E27FC236}">
                  <a16:creationId xmlns:a16="http://schemas.microsoft.com/office/drawing/2014/main" id="{A9AD386F-E00E-37A5-4A1C-1C795F7E8B88}"/>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spTree>
    <p:extLst>
      <p:ext uri="{BB962C8B-B14F-4D97-AF65-F5344CB8AC3E}">
        <p14:creationId xmlns:p14="http://schemas.microsoft.com/office/powerpoint/2010/main" val="3285408776"/>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9" name="Rectangle 162">
            <a:extLst>
              <a:ext uri="{FF2B5EF4-FFF2-40B4-BE49-F238E27FC236}">
                <a16:creationId xmlns:a16="http://schemas.microsoft.com/office/drawing/2014/main" id="{8584387D-BCD0-10AC-7D8D-EC2987806EDE}"/>
              </a:ext>
            </a:extLst>
          </p:cNvPr>
          <p:cNvSpPr>
            <a:spLocks noGrp="1" noChangeArrowheads="1"/>
          </p:cNvSpPr>
          <p:nvPr>
            <p:ph type="title"/>
          </p:nvPr>
        </p:nvSpPr>
        <p:spPr/>
        <p:txBody>
          <a:bodyPr/>
          <a:lstStyle/>
          <a:p>
            <a:pPr eaLnBrk="1" hangingPunct="1"/>
            <a:r>
              <a:rPr lang="it-IT" altLang="it-IT" sz="4000" dirty="0" err="1"/>
              <a:t>ospf’s</a:t>
            </a:r>
            <a:r>
              <a:rPr lang="it-IT" altLang="it-IT" sz="4000" dirty="0"/>
              <a:t> </a:t>
            </a:r>
            <a:r>
              <a:rPr lang="it-IT" altLang="it-IT" sz="4000" dirty="0" err="1"/>
              <a:t>view</a:t>
            </a:r>
            <a:r>
              <a:rPr lang="it-IT" altLang="it-IT" sz="4000" dirty="0"/>
              <a:t> of the network</a:t>
            </a:r>
          </a:p>
        </p:txBody>
      </p:sp>
      <p:sp>
        <p:nvSpPr>
          <p:cNvPr id="2" name="Rectangle 4">
            <a:extLst>
              <a:ext uri="{FF2B5EF4-FFF2-40B4-BE49-F238E27FC236}">
                <a16:creationId xmlns:a16="http://schemas.microsoft.com/office/drawing/2014/main" id="{6CE004DA-5A77-5B87-6A43-BCDFAA7F1A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A2AFE0F-CDE3-53AA-46B9-074CE3A31213}"/>
              </a:ext>
            </a:extLst>
          </p:cNvPr>
          <p:cNvSpPr>
            <a:spLocks noGrp="1" noChangeArrowheads="1"/>
          </p:cNvSpPr>
          <p:nvPr>
            <p:ph type="ftr" sz="quarter" idx="11"/>
          </p:nvPr>
        </p:nvSpPr>
        <p:spPr>
          <a:ln/>
        </p:spPr>
        <p:txBody>
          <a:bodyPr/>
          <a:lstStyle/>
          <a:p>
            <a:r>
              <a:rPr lang="it-IT" altLang="en-IT"/>
              <a:t>kathara – [ labs: ospf_frr ]</a:t>
            </a:r>
          </a:p>
        </p:txBody>
      </p:sp>
      <p:grpSp>
        <p:nvGrpSpPr>
          <p:cNvPr id="21508" name="Group 2">
            <a:extLst>
              <a:ext uri="{FF2B5EF4-FFF2-40B4-BE49-F238E27FC236}">
                <a16:creationId xmlns:a16="http://schemas.microsoft.com/office/drawing/2014/main" id="{2DA97725-4953-C550-1AE7-B08BFB277F90}"/>
              </a:ext>
            </a:extLst>
          </p:cNvPr>
          <p:cNvGrpSpPr>
            <a:grpSpLocks/>
          </p:cNvGrpSpPr>
          <p:nvPr/>
        </p:nvGrpSpPr>
        <p:grpSpPr bwMode="auto">
          <a:xfrm>
            <a:off x="2166173" y="1050664"/>
            <a:ext cx="7655970" cy="3628007"/>
            <a:chOff x="-177" y="1030"/>
            <a:chExt cx="5760" cy="2840"/>
          </a:xfrm>
        </p:grpSpPr>
        <p:grpSp>
          <p:nvGrpSpPr>
            <p:cNvPr id="21537" name="Group 3">
              <a:extLst>
                <a:ext uri="{FF2B5EF4-FFF2-40B4-BE49-F238E27FC236}">
                  <a16:creationId xmlns:a16="http://schemas.microsoft.com/office/drawing/2014/main" id="{E2681DC0-9B50-77BB-239C-DF7BA73E9B3B}"/>
                </a:ext>
              </a:extLst>
            </p:cNvPr>
            <p:cNvGrpSpPr>
              <a:grpSpLocks/>
            </p:cNvGrpSpPr>
            <p:nvPr/>
          </p:nvGrpSpPr>
          <p:grpSpPr bwMode="auto">
            <a:xfrm>
              <a:off x="-177" y="1221"/>
              <a:ext cx="5760" cy="2649"/>
              <a:chOff x="-177" y="1221"/>
              <a:chExt cx="5760" cy="2649"/>
            </a:xfrm>
          </p:grpSpPr>
          <p:sp>
            <p:nvSpPr>
              <p:cNvPr id="21539" name="Oval 4">
                <a:extLst>
                  <a:ext uri="{FF2B5EF4-FFF2-40B4-BE49-F238E27FC236}">
                    <a16:creationId xmlns:a16="http://schemas.microsoft.com/office/drawing/2014/main" id="{B69635C6-E67E-A5FF-F83A-EDD0A07E21AD}"/>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0" name="Oval 5">
                <a:extLst>
                  <a:ext uri="{FF2B5EF4-FFF2-40B4-BE49-F238E27FC236}">
                    <a16:creationId xmlns:a16="http://schemas.microsoft.com/office/drawing/2014/main" id="{CD6F14E2-E370-605B-5409-012738BB8ECB}"/>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1" name="Oval 6">
                <a:extLst>
                  <a:ext uri="{FF2B5EF4-FFF2-40B4-BE49-F238E27FC236}">
                    <a16:creationId xmlns:a16="http://schemas.microsoft.com/office/drawing/2014/main" id="{B0991C3C-4720-AA4F-C655-54ADA1D57C12}"/>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2" name="Oval 7">
                <a:extLst>
                  <a:ext uri="{FF2B5EF4-FFF2-40B4-BE49-F238E27FC236}">
                    <a16:creationId xmlns:a16="http://schemas.microsoft.com/office/drawing/2014/main" id="{45C8B705-A185-D395-872F-2FEC97CFF287}"/>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3" name="Oval 8">
                <a:extLst>
                  <a:ext uri="{FF2B5EF4-FFF2-40B4-BE49-F238E27FC236}">
                    <a16:creationId xmlns:a16="http://schemas.microsoft.com/office/drawing/2014/main" id="{F725B197-4602-ACB5-B8B8-56129D2CDD21}"/>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4" name="Oval 9">
                <a:extLst>
                  <a:ext uri="{FF2B5EF4-FFF2-40B4-BE49-F238E27FC236}">
                    <a16:creationId xmlns:a16="http://schemas.microsoft.com/office/drawing/2014/main" id="{ACBEF2A0-3712-BAD5-FD1A-C29D5EC8AB13}"/>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5" name="Oval 10">
                <a:extLst>
                  <a:ext uri="{FF2B5EF4-FFF2-40B4-BE49-F238E27FC236}">
                    <a16:creationId xmlns:a16="http://schemas.microsoft.com/office/drawing/2014/main" id="{E674A691-74D1-1DC0-A014-ADBC3155DCA2}"/>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6" name="Oval 11">
                <a:extLst>
                  <a:ext uri="{FF2B5EF4-FFF2-40B4-BE49-F238E27FC236}">
                    <a16:creationId xmlns:a16="http://schemas.microsoft.com/office/drawing/2014/main" id="{B83FF4C2-6943-FEFF-00E0-6E588EDA7C0A}"/>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7" name="Oval 12">
                <a:extLst>
                  <a:ext uri="{FF2B5EF4-FFF2-40B4-BE49-F238E27FC236}">
                    <a16:creationId xmlns:a16="http://schemas.microsoft.com/office/drawing/2014/main" id="{EF32C6C9-82D0-B1E8-DA27-1F3B19138F71}"/>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dirty="0">
                  <a:latin typeface="Arial" panose="020B0604020202020204" pitchFamily="34" charset="0"/>
                </a:endParaRPr>
              </a:p>
            </p:txBody>
          </p:sp>
        </p:grpSp>
        <p:sp>
          <p:nvSpPr>
            <p:cNvPr id="21538" name="Oval 13">
              <a:extLst>
                <a:ext uri="{FF2B5EF4-FFF2-40B4-BE49-F238E27FC236}">
                  <a16:creationId xmlns:a16="http://schemas.microsoft.com/office/drawing/2014/main" id="{6EC22C66-8731-D095-AF4D-2BED9A96CFED}"/>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grpSp>
        <p:nvGrpSpPr>
          <p:cNvPr id="4" name="Group 3">
            <a:extLst>
              <a:ext uri="{FF2B5EF4-FFF2-40B4-BE49-F238E27FC236}">
                <a16:creationId xmlns:a16="http://schemas.microsoft.com/office/drawing/2014/main" id="{2D42DAB1-303A-3E40-3524-C11468DCB958}"/>
              </a:ext>
            </a:extLst>
          </p:cNvPr>
          <p:cNvGrpSpPr/>
          <p:nvPr/>
        </p:nvGrpSpPr>
        <p:grpSpPr>
          <a:xfrm>
            <a:off x="2780918" y="4408603"/>
            <a:ext cx="6802068" cy="2334786"/>
            <a:chOff x="4778215" y="2378844"/>
            <a:chExt cx="6802068" cy="1961626"/>
          </a:xfrm>
        </p:grpSpPr>
        <p:sp>
          <p:nvSpPr>
            <p:cNvPr id="5" name="Rectangle 4">
              <a:extLst>
                <a:ext uri="{FF2B5EF4-FFF2-40B4-BE49-F238E27FC236}">
                  <a16:creationId xmlns:a16="http://schemas.microsoft.com/office/drawing/2014/main" id="{70361730-5F00-C0BB-08BD-044CC667EEAE}"/>
                </a:ext>
              </a:extLst>
            </p:cNvPr>
            <p:cNvSpPr/>
            <p:nvPr/>
          </p:nvSpPr>
          <p:spPr>
            <a:xfrm>
              <a:off x="4778215" y="2632077"/>
              <a:ext cx="6802068" cy="1708393"/>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it-IT" altLang="it-IT" sz="1400" dirty="0">
                  <a:solidFill>
                    <a:schemeClr val="bg1"/>
                  </a:solidFill>
                  <a:latin typeface="Lucida Console" panose="020B0609040504020204" pitchFamily="49" charset="0"/>
                </a:rPr>
                <a:t>bb0# show </a:t>
              </a:r>
              <a:r>
                <a:rPr lang="it-IT" altLang="it-IT" sz="1400" dirty="0" err="1">
                  <a:solidFill>
                    <a:schemeClr val="bg1"/>
                  </a:solidFill>
                  <a:latin typeface="Lucida Console" panose="020B0609040504020204" pitchFamily="49" charset="0"/>
                </a:rPr>
                <a:t>ip</a:t>
              </a:r>
              <a:r>
                <a:rPr lang="it-IT" altLang="it-IT" sz="1400" dirty="0">
                  <a:solidFill>
                    <a:schemeClr val="bg1"/>
                  </a:solidFill>
                  <a:latin typeface="Lucida Console" panose="020B0609040504020204" pitchFamily="49" charset="0"/>
                </a:rPr>
                <a:t> </a:t>
              </a:r>
              <a:r>
                <a:rPr lang="it-IT" altLang="it-IT" sz="1400" dirty="0" err="1">
                  <a:solidFill>
                    <a:schemeClr val="bg1"/>
                  </a:solidFill>
                  <a:latin typeface="Lucida Console" panose="020B0609040504020204" pitchFamily="49" charset="0"/>
                </a:rPr>
                <a:t>ospf</a:t>
              </a:r>
              <a:r>
                <a:rPr lang="it-IT" altLang="it-IT" sz="1400" dirty="0">
                  <a:solidFill>
                    <a:schemeClr val="bg1"/>
                  </a:solidFill>
                  <a:latin typeface="Lucida Console" panose="020B0609040504020204" pitchFamily="49" charset="0"/>
                </a:rPr>
                <a:t> database router</a:t>
              </a:r>
            </a:p>
            <a:p>
              <a:pPr eaLnBrk="1" hangingPunct="1"/>
              <a:r>
                <a:rPr lang="it-IT" altLang="it-IT" sz="1400" dirty="0">
                  <a:solidFill>
                    <a:schemeClr val="bg1"/>
                  </a:solidFill>
                  <a:latin typeface="Lucida Console" panose="020B0609040504020204" pitchFamily="49" charset="0"/>
                </a:rPr>
                <a:t> Link State ID: 10.0.1.1 </a:t>
              </a:r>
            </a:p>
            <a:p>
              <a:pPr eaLnBrk="1" hangingPunct="1"/>
              <a:r>
                <a:rPr lang="it-IT" altLang="it-IT" sz="1400" dirty="0">
                  <a:solidFill>
                    <a:schemeClr val="bg1"/>
                  </a:solidFill>
                  <a:latin typeface="Lucida Console" panose="020B0609040504020204" pitchFamily="49" charset="0"/>
                </a:rPr>
                <a:t>   </a:t>
              </a:r>
              <a:r>
                <a:rPr lang="it-IT" altLang="it-IT" sz="1400" dirty="0" err="1">
                  <a:solidFill>
                    <a:schemeClr val="bg1"/>
                  </a:solidFill>
                  <a:latin typeface="Lucida Console" panose="020B0609040504020204" pitchFamily="49" charset="0"/>
                </a:rPr>
                <a:t>Number</a:t>
              </a:r>
              <a:r>
                <a:rPr lang="it-IT" altLang="it-IT" sz="1400" dirty="0">
                  <a:solidFill>
                    <a:schemeClr val="bg1"/>
                  </a:solidFill>
                  <a:latin typeface="Lucida Console" panose="020B0609040504020204" pitchFamily="49" charset="0"/>
                </a:rPr>
                <a:t> of Links: 2</a:t>
              </a:r>
            </a:p>
            <a:p>
              <a:pPr eaLnBrk="1" hangingPunct="1"/>
              <a:r>
                <a:rPr lang="it-IT" altLang="it-IT" sz="1400" dirty="0">
                  <a:solidFill>
                    <a:schemeClr val="bg1"/>
                  </a:solidFill>
                  <a:latin typeface="Lucida Console" panose="020B0609040504020204" pitchFamily="49" charset="0"/>
                </a:rPr>
                <a:t>    Link </a:t>
              </a:r>
              <a:r>
                <a:rPr lang="it-IT" altLang="it-IT" sz="1400" dirty="0" err="1">
                  <a:solidFill>
                    <a:schemeClr val="bg1"/>
                  </a:solidFill>
                  <a:latin typeface="Lucida Console" panose="020B0609040504020204" pitchFamily="49" charset="0"/>
                </a:rPr>
                <a:t>connected</a:t>
              </a:r>
              <a:r>
                <a:rPr lang="it-IT" altLang="it-IT" sz="1400" dirty="0">
                  <a:solidFill>
                    <a:schemeClr val="bg1"/>
                  </a:solidFill>
                  <a:latin typeface="Lucida Console" panose="020B0609040504020204" pitchFamily="49" charset="0"/>
                </a:rPr>
                <a:t> to: a Transit Network</a:t>
              </a:r>
            </a:p>
            <a:p>
              <a:pPr eaLnBrk="1" hangingPunct="1"/>
              <a:r>
                <a:rPr lang="it-IT" altLang="it-IT" sz="1400" dirty="0">
                  <a:solidFill>
                    <a:schemeClr val="bg1"/>
                  </a:solidFill>
                  <a:latin typeface="Lucida Console" panose="020B0609040504020204" pitchFamily="49" charset="0"/>
                </a:rPr>
                <a:t>     (Link ID) </a:t>
              </a:r>
              <a:r>
                <a:rPr lang="it-IT" altLang="it-IT" sz="1400" dirty="0" err="1">
                  <a:solidFill>
                    <a:schemeClr val="bg1"/>
                  </a:solidFill>
                  <a:latin typeface="Lucida Console" panose="020B0609040504020204" pitchFamily="49" charset="0"/>
                </a:rPr>
                <a:t>Designated</a:t>
              </a:r>
              <a:r>
                <a:rPr lang="it-IT" altLang="it-IT" sz="1400" dirty="0">
                  <a:solidFill>
                    <a:schemeClr val="bg1"/>
                  </a:solidFill>
                  <a:latin typeface="Lucida Console" panose="020B0609040504020204" pitchFamily="49" charset="0"/>
                </a:rPr>
                <a:t> Router </a:t>
              </a:r>
              <a:r>
                <a:rPr lang="it-IT" altLang="it-IT" sz="1400" dirty="0" err="1">
                  <a:solidFill>
                    <a:schemeClr val="bg1"/>
                  </a:solidFill>
                  <a:latin typeface="Lucida Console" panose="020B0609040504020204" pitchFamily="49" charset="0"/>
                </a:rPr>
                <a:t>address</a:t>
              </a:r>
              <a:r>
                <a:rPr lang="it-IT" altLang="it-IT" sz="1400" dirty="0">
                  <a:solidFill>
                    <a:schemeClr val="bg1"/>
                  </a:solidFill>
                  <a:latin typeface="Lucida Console" panose="020B0609040504020204" pitchFamily="49" charset="0"/>
                </a:rPr>
                <a:t>: 10.0.0.1</a:t>
              </a:r>
            </a:p>
            <a:p>
              <a:pPr eaLnBrk="1" hangingPunct="1"/>
              <a:r>
                <a:rPr lang="it-IT" altLang="it-IT" sz="1400" dirty="0">
                  <a:solidFill>
                    <a:schemeClr val="bg1"/>
                  </a:solidFill>
                  <a:latin typeface="Lucida Console" panose="020B0609040504020204" pitchFamily="49" charset="0"/>
                </a:rPr>
                <a:t>     (Link Data) Router Interface </a:t>
              </a:r>
              <a:r>
                <a:rPr lang="it-IT" altLang="it-IT" sz="1400" dirty="0" err="1">
                  <a:solidFill>
                    <a:schemeClr val="bg1"/>
                  </a:solidFill>
                  <a:latin typeface="Lucida Console" panose="020B0609040504020204" pitchFamily="49" charset="0"/>
                </a:rPr>
                <a:t>address</a:t>
              </a:r>
              <a:r>
                <a:rPr lang="it-IT" altLang="it-IT" sz="1400" dirty="0">
                  <a:solidFill>
                    <a:schemeClr val="bg1"/>
                  </a:solidFill>
                  <a:latin typeface="Lucida Console" panose="020B0609040504020204" pitchFamily="49" charset="0"/>
                </a:rPr>
                <a:t>: 10.0.0.2</a:t>
              </a:r>
            </a:p>
            <a:p>
              <a:pPr eaLnBrk="1" hangingPunct="1"/>
              <a:r>
                <a:rPr lang="it-IT" altLang="it-IT" sz="1400" dirty="0">
                  <a:solidFill>
                    <a:schemeClr val="bg1"/>
                  </a:solidFill>
                  <a:latin typeface="Lucida Console" panose="020B0609040504020204" pitchFamily="49" charset="0"/>
                </a:rPr>
                <a:t>    Link </a:t>
              </a:r>
              <a:r>
                <a:rPr lang="it-IT" altLang="it-IT" sz="1400" dirty="0" err="1">
                  <a:solidFill>
                    <a:schemeClr val="bg1"/>
                  </a:solidFill>
                  <a:latin typeface="Lucida Console" panose="020B0609040504020204" pitchFamily="49" charset="0"/>
                </a:rPr>
                <a:t>connected</a:t>
              </a:r>
              <a:r>
                <a:rPr lang="it-IT" altLang="it-IT" sz="1400" dirty="0">
                  <a:solidFill>
                    <a:schemeClr val="bg1"/>
                  </a:solidFill>
                  <a:latin typeface="Lucida Console" panose="020B0609040504020204" pitchFamily="49" charset="0"/>
                </a:rPr>
                <a:t> to: a Transit Network</a:t>
              </a:r>
            </a:p>
            <a:p>
              <a:pPr eaLnBrk="1" hangingPunct="1"/>
              <a:r>
                <a:rPr lang="it-IT" altLang="it-IT" sz="1400" dirty="0">
                  <a:solidFill>
                    <a:schemeClr val="bg1"/>
                  </a:solidFill>
                  <a:latin typeface="Lucida Console" panose="020B0609040504020204" pitchFamily="49" charset="0"/>
                </a:rPr>
                <a:t>     (Link ID) </a:t>
              </a:r>
              <a:r>
                <a:rPr lang="it-IT" altLang="it-IT" sz="1400" dirty="0" err="1">
                  <a:solidFill>
                    <a:schemeClr val="bg1"/>
                  </a:solidFill>
                  <a:latin typeface="Lucida Console" panose="020B0609040504020204" pitchFamily="49" charset="0"/>
                </a:rPr>
                <a:t>Designated</a:t>
              </a:r>
              <a:r>
                <a:rPr lang="it-IT" altLang="it-IT" sz="1400" dirty="0">
                  <a:solidFill>
                    <a:schemeClr val="bg1"/>
                  </a:solidFill>
                  <a:latin typeface="Lucida Console" panose="020B0609040504020204" pitchFamily="49" charset="0"/>
                </a:rPr>
                <a:t> Router </a:t>
              </a:r>
              <a:r>
                <a:rPr lang="it-IT" altLang="it-IT" sz="1400" dirty="0" err="1">
                  <a:solidFill>
                    <a:schemeClr val="bg1"/>
                  </a:solidFill>
                  <a:latin typeface="Lucida Console" panose="020B0609040504020204" pitchFamily="49" charset="0"/>
                </a:rPr>
                <a:t>address</a:t>
              </a:r>
              <a:r>
                <a:rPr lang="it-IT" altLang="it-IT" sz="1400" dirty="0">
                  <a:solidFill>
                    <a:schemeClr val="bg1"/>
                  </a:solidFill>
                  <a:latin typeface="Lucida Console" panose="020B0609040504020204" pitchFamily="49" charset="0"/>
                </a:rPr>
                <a:t>: 10.0.1.2</a:t>
              </a:r>
            </a:p>
            <a:p>
              <a:pPr eaLnBrk="1" hangingPunct="1"/>
              <a:r>
                <a:rPr lang="it-IT" altLang="it-IT" sz="1400" dirty="0">
                  <a:solidFill>
                    <a:schemeClr val="bg1"/>
                  </a:solidFill>
                  <a:latin typeface="Lucida Console" panose="020B0609040504020204" pitchFamily="49" charset="0"/>
                </a:rPr>
                <a:t>     (Link Data) Router Interface </a:t>
              </a:r>
              <a:r>
                <a:rPr lang="it-IT" altLang="it-IT" sz="1400" dirty="0" err="1">
                  <a:solidFill>
                    <a:schemeClr val="bg1"/>
                  </a:solidFill>
                  <a:latin typeface="Lucida Console" panose="020B0609040504020204" pitchFamily="49" charset="0"/>
                </a:rPr>
                <a:t>address</a:t>
              </a:r>
              <a:r>
                <a:rPr lang="it-IT" altLang="it-IT" sz="1400" dirty="0">
                  <a:solidFill>
                    <a:schemeClr val="bg1"/>
                  </a:solidFill>
                  <a:latin typeface="Lucida Console" panose="020B0609040504020204" pitchFamily="49" charset="0"/>
                </a:rPr>
                <a:t>: 10.0.1.1 </a:t>
              </a:r>
            </a:p>
            <a:p>
              <a:pPr eaLnBrk="1" hangingPunct="1"/>
              <a:endParaRPr lang="it-IT" altLang="it-IT" sz="1400" dirty="0">
                <a:solidFill>
                  <a:schemeClr val="bg1"/>
                </a:solidFill>
                <a:latin typeface="Lucida Console" panose="020B0609040504020204" pitchFamily="49" charset="0"/>
              </a:endParaRPr>
            </a:p>
          </p:txBody>
        </p:sp>
        <p:sp>
          <p:nvSpPr>
            <p:cNvPr id="6" name="Rectangle 5">
              <a:extLst>
                <a:ext uri="{FF2B5EF4-FFF2-40B4-BE49-F238E27FC236}">
                  <a16:creationId xmlns:a16="http://schemas.microsoft.com/office/drawing/2014/main" id="{E8931EE6-7A3E-795A-0473-EC7653C2A51A}"/>
                </a:ext>
              </a:extLst>
            </p:cNvPr>
            <p:cNvSpPr/>
            <p:nvPr/>
          </p:nvSpPr>
          <p:spPr>
            <a:xfrm>
              <a:off x="4778215" y="2378844"/>
              <a:ext cx="6802064"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7" name="Group 6">
              <a:extLst>
                <a:ext uri="{FF2B5EF4-FFF2-40B4-BE49-F238E27FC236}">
                  <a16:creationId xmlns:a16="http://schemas.microsoft.com/office/drawing/2014/main" id="{2CE8E8BB-74C2-AC0C-E3A5-C38E3B3F0654}"/>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E844A620-6750-B0F9-F8AC-10A7C8E1AC64}"/>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B770B94-AC31-A4C4-6A0F-3E88FAEF025C}"/>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E583634-35BC-41C5-2601-F81456C681CE}"/>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4" name="AutoShape 54">
            <a:extLst>
              <a:ext uri="{FF2B5EF4-FFF2-40B4-BE49-F238E27FC236}">
                <a16:creationId xmlns:a16="http://schemas.microsoft.com/office/drawing/2014/main" id="{AB0AF694-8067-C502-B6AB-55D6D79D8F99}"/>
              </a:ext>
            </a:extLst>
          </p:cNvPr>
          <p:cNvSpPr>
            <a:spLocks noChangeArrowheads="1"/>
          </p:cNvSpPr>
          <p:nvPr/>
        </p:nvSpPr>
        <p:spPr bwMode="auto">
          <a:xfrm>
            <a:off x="1843302" y="2058827"/>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dirty="0">
                <a:solidFill>
                  <a:schemeClr val="bg1"/>
                </a:solidFill>
              </a:rPr>
              <a:t>0.0.0.0</a:t>
            </a:r>
          </a:p>
        </p:txBody>
      </p:sp>
      <p:grpSp>
        <p:nvGrpSpPr>
          <p:cNvPr id="35" name="Group 58">
            <a:extLst>
              <a:ext uri="{FF2B5EF4-FFF2-40B4-BE49-F238E27FC236}">
                <a16:creationId xmlns:a16="http://schemas.microsoft.com/office/drawing/2014/main" id="{E59B77AC-6891-3FC2-54D5-5DC0F4CA30D2}"/>
              </a:ext>
            </a:extLst>
          </p:cNvPr>
          <p:cNvGrpSpPr>
            <a:grpSpLocks noChangeAspect="1"/>
          </p:cNvGrpSpPr>
          <p:nvPr/>
        </p:nvGrpSpPr>
        <p:grpSpPr bwMode="auto">
          <a:xfrm>
            <a:off x="3418205" y="1642040"/>
            <a:ext cx="723900" cy="460375"/>
            <a:chOff x="3312" y="2160"/>
            <a:chExt cx="960" cy="528"/>
          </a:xfrm>
        </p:grpSpPr>
        <p:grpSp>
          <p:nvGrpSpPr>
            <p:cNvPr id="36" name="Group 59">
              <a:extLst>
                <a:ext uri="{FF2B5EF4-FFF2-40B4-BE49-F238E27FC236}">
                  <a16:creationId xmlns:a16="http://schemas.microsoft.com/office/drawing/2014/main" id="{358B3B2D-E8BA-1E94-14AE-B007D2DA2B53}"/>
                </a:ext>
              </a:extLst>
            </p:cNvPr>
            <p:cNvGrpSpPr>
              <a:grpSpLocks noChangeAspect="1"/>
            </p:cNvGrpSpPr>
            <p:nvPr/>
          </p:nvGrpSpPr>
          <p:grpSpPr bwMode="auto">
            <a:xfrm>
              <a:off x="3312" y="2160"/>
              <a:ext cx="960" cy="528"/>
              <a:chOff x="3312" y="2160"/>
              <a:chExt cx="960" cy="528"/>
            </a:xfrm>
          </p:grpSpPr>
          <p:sp>
            <p:nvSpPr>
              <p:cNvPr id="38" name="AutoShape 60">
                <a:extLst>
                  <a:ext uri="{FF2B5EF4-FFF2-40B4-BE49-F238E27FC236}">
                    <a16:creationId xmlns:a16="http://schemas.microsoft.com/office/drawing/2014/main" id="{B5BD0E12-FF8A-1D07-7047-4D285097916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39" name="Group 61">
                <a:extLst>
                  <a:ext uri="{FF2B5EF4-FFF2-40B4-BE49-F238E27FC236}">
                    <a16:creationId xmlns:a16="http://schemas.microsoft.com/office/drawing/2014/main" id="{3D58A98C-FB1A-914C-C89D-1AB4E97A30CE}"/>
                  </a:ext>
                </a:extLst>
              </p:cNvPr>
              <p:cNvGrpSpPr>
                <a:grpSpLocks noChangeAspect="1"/>
              </p:cNvGrpSpPr>
              <p:nvPr/>
            </p:nvGrpSpPr>
            <p:grpSpPr bwMode="auto">
              <a:xfrm>
                <a:off x="3488" y="2193"/>
                <a:ext cx="599" cy="207"/>
                <a:chOff x="422" y="1632"/>
                <a:chExt cx="829" cy="298"/>
              </a:xfrm>
            </p:grpSpPr>
            <p:grpSp>
              <p:nvGrpSpPr>
                <p:cNvPr id="40" name="Group 62">
                  <a:extLst>
                    <a:ext uri="{FF2B5EF4-FFF2-40B4-BE49-F238E27FC236}">
                      <a16:creationId xmlns:a16="http://schemas.microsoft.com/office/drawing/2014/main" id="{1B435C44-4945-1186-C685-2EBEA0450C98}"/>
                    </a:ext>
                  </a:extLst>
                </p:cNvPr>
                <p:cNvGrpSpPr>
                  <a:grpSpLocks noChangeAspect="1"/>
                </p:cNvGrpSpPr>
                <p:nvPr/>
              </p:nvGrpSpPr>
              <p:grpSpPr bwMode="auto">
                <a:xfrm>
                  <a:off x="422" y="1632"/>
                  <a:ext cx="822" cy="291"/>
                  <a:chOff x="422" y="1632"/>
                  <a:chExt cx="822" cy="291"/>
                </a:xfrm>
              </p:grpSpPr>
              <p:sp>
                <p:nvSpPr>
                  <p:cNvPr id="50" name="Freeform 63">
                    <a:extLst>
                      <a:ext uri="{FF2B5EF4-FFF2-40B4-BE49-F238E27FC236}">
                        <a16:creationId xmlns:a16="http://schemas.microsoft.com/office/drawing/2014/main" id="{B7109261-9C9F-F1C8-BEE5-9E18EAD52D1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1" name="Freeform 64">
                    <a:extLst>
                      <a:ext uri="{FF2B5EF4-FFF2-40B4-BE49-F238E27FC236}">
                        <a16:creationId xmlns:a16="http://schemas.microsoft.com/office/drawing/2014/main" id="{DF07984C-6065-BDC5-F697-56DB089B466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2" name="Freeform 65">
                    <a:extLst>
                      <a:ext uri="{FF2B5EF4-FFF2-40B4-BE49-F238E27FC236}">
                        <a16:creationId xmlns:a16="http://schemas.microsoft.com/office/drawing/2014/main" id="{759D1AB2-789C-7CE3-27B1-6AE8B2C1739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3" name="Freeform 66">
                    <a:extLst>
                      <a:ext uri="{FF2B5EF4-FFF2-40B4-BE49-F238E27FC236}">
                        <a16:creationId xmlns:a16="http://schemas.microsoft.com/office/drawing/2014/main" id="{400C610D-46FF-23B9-0C27-5EBCB41DF37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4" name="Freeform 67">
                    <a:extLst>
                      <a:ext uri="{FF2B5EF4-FFF2-40B4-BE49-F238E27FC236}">
                        <a16:creationId xmlns:a16="http://schemas.microsoft.com/office/drawing/2014/main" id="{B16A48EC-EF7F-4BE0-F6E4-ECCA66E9CD7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5" name="Freeform 68">
                    <a:extLst>
                      <a:ext uri="{FF2B5EF4-FFF2-40B4-BE49-F238E27FC236}">
                        <a16:creationId xmlns:a16="http://schemas.microsoft.com/office/drawing/2014/main" id="{19F1100D-8148-89E6-52E6-125C40AD333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6" name="Freeform 69">
                    <a:extLst>
                      <a:ext uri="{FF2B5EF4-FFF2-40B4-BE49-F238E27FC236}">
                        <a16:creationId xmlns:a16="http://schemas.microsoft.com/office/drawing/2014/main" id="{3CFC53CC-782F-BEF7-6986-BA080261A08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 name="Freeform 70">
                    <a:extLst>
                      <a:ext uri="{FF2B5EF4-FFF2-40B4-BE49-F238E27FC236}">
                        <a16:creationId xmlns:a16="http://schemas.microsoft.com/office/drawing/2014/main" id="{05BCE7A7-0FFB-785E-9573-AF9EADE0A54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41" name="Group 71">
                  <a:extLst>
                    <a:ext uri="{FF2B5EF4-FFF2-40B4-BE49-F238E27FC236}">
                      <a16:creationId xmlns:a16="http://schemas.microsoft.com/office/drawing/2014/main" id="{EDC4A3D8-0EA2-297F-3400-A35F16D6A136}"/>
                    </a:ext>
                  </a:extLst>
                </p:cNvPr>
                <p:cNvGrpSpPr>
                  <a:grpSpLocks noChangeAspect="1"/>
                </p:cNvGrpSpPr>
                <p:nvPr/>
              </p:nvGrpSpPr>
              <p:grpSpPr bwMode="auto">
                <a:xfrm>
                  <a:off x="429" y="1639"/>
                  <a:ext cx="822" cy="291"/>
                  <a:chOff x="429" y="1639"/>
                  <a:chExt cx="822" cy="291"/>
                </a:xfrm>
              </p:grpSpPr>
              <p:sp>
                <p:nvSpPr>
                  <p:cNvPr id="42" name="Freeform 72">
                    <a:extLst>
                      <a:ext uri="{FF2B5EF4-FFF2-40B4-BE49-F238E27FC236}">
                        <a16:creationId xmlns:a16="http://schemas.microsoft.com/office/drawing/2014/main" id="{DFD37556-E148-827E-C941-733AECD2C1B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3" name="Freeform 73">
                    <a:extLst>
                      <a:ext uri="{FF2B5EF4-FFF2-40B4-BE49-F238E27FC236}">
                        <a16:creationId xmlns:a16="http://schemas.microsoft.com/office/drawing/2014/main" id="{7182A070-25A5-C387-18BE-F3B70348A3C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4" name="Freeform 74">
                    <a:extLst>
                      <a:ext uri="{FF2B5EF4-FFF2-40B4-BE49-F238E27FC236}">
                        <a16:creationId xmlns:a16="http://schemas.microsoft.com/office/drawing/2014/main" id="{F19F85A6-9AB0-A771-E0ED-A13F02E7C2F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5" name="Freeform 75">
                    <a:extLst>
                      <a:ext uri="{FF2B5EF4-FFF2-40B4-BE49-F238E27FC236}">
                        <a16:creationId xmlns:a16="http://schemas.microsoft.com/office/drawing/2014/main" id="{6DE448EC-8F63-1CF6-EEB6-91D37D3E513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6" name="Freeform 76">
                    <a:extLst>
                      <a:ext uri="{FF2B5EF4-FFF2-40B4-BE49-F238E27FC236}">
                        <a16:creationId xmlns:a16="http://schemas.microsoft.com/office/drawing/2014/main" id="{F70C254F-7D19-3124-4192-6B7E5196087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7" name="Freeform 77">
                    <a:extLst>
                      <a:ext uri="{FF2B5EF4-FFF2-40B4-BE49-F238E27FC236}">
                        <a16:creationId xmlns:a16="http://schemas.microsoft.com/office/drawing/2014/main" id="{95125788-59B8-5A47-66D5-979B1828E46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8" name="Freeform 78">
                    <a:extLst>
                      <a:ext uri="{FF2B5EF4-FFF2-40B4-BE49-F238E27FC236}">
                        <a16:creationId xmlns:a16="http://schemas.microsoft.com/office/drawing/2014/main" id="{7207942D-6365-5FED-025B-19F2C0F69E8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9" name="Freeform 79">
                    <a:extLst>
                      <a:ext uri="{FF2B5EF4-FFF2-40B4-BE49-F238E27FC236}">
                        <a16:creationId xmlns:a16="http://schemas.microsoft.com/office/drawing/2014/main" id="{90F873C8-E584-E0CD-3C49-5BA0FDDD050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37" name="WordArt 80">
              <a:extLst>
                <a:ext uri="{FF2B5EF4-FFF2-40B4-BE49-F238E27FC236}">
                  <a16:creationId xmlns:a16="http://schemas.microsoft.com/office/drawing/2014/main" id="{E214CEBC-AD80-D590-DDEA-5C0A99499D7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sp>
        <p:nvSpPr>
          <p:cNvPr id="21580" name="AutoShape 182">
            <a:extLst>
              <a:ext uri="{FF2B5EF4-FFF2-40B4-BE49-F238E27FC236}">
                <a16:creationId xmlns:a16="http://schemas.microsoft.com/office/drawing/2014/main" id="{AAF8263B-B0B3-A65D-3DCA-6F87857E6027}"/>
              </a:ext>
            </a:extLst>
          </p:cNvPr>
          <p:cNvSpPr>
            <a:spLocks noChangeArrowheads="1"/>
          </p:cNvSpPr>
          <p:nvPr/>
        </p:nvSpPr>
        <p:spPr bwMode="auto">
          <a:xfrm>
            <a:off x="3267393"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10.0.3.1</a:t>
            </a:r>
          </a:p>
        </p:txBody>
      </p:sp>
      <p:sp>
        <p:nvSpPr>
          <p:cNvPr id="21581" name="AutoShape 183">
            <a:extLst>
              <a:ext uri="{FF2B5EF4-FFF2-40B4-BE49-F238E27FC236}">
                <a16:creationId xmlns:a16="http://schemas.microsoft.com/office/drawing/2014/main" id="{AEBCF5DC-DF62-D732-6A91-8D5C0F660489}"/>
              </a:ext>
            </a:extLst>
          </p:cNvPr>
          <p:cNvSpPr>
            <a:spLocks noChangeArrowheads="1"/>
          </p:cNvSpPr>
          <p:nvPr/>
        </p:nvSpPr>
        <p:spPr bwMode="auto">
          <a:xfrm>
            <a:off x="2932228" y="3929171"/>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10.0.3.2</a:t>
            </a:r>
          </a:p>
        </p:txBody>
      </p:sp>
      <p:sp>
        <p:nvSpPr>
          <p:cNvPr id="21582" name="AutoShape 185">
            <a:extLst>
              <a:ext uri="{FF2B5EF4-FFF2-40B4-BE49-F238E27FC236}">
                <a16:creationId xmlns:a16="http://schemas.microsoft.com/office/drawing/2014/main" id="{1DBEC42A-CBD1-19B7-F25C-8A892BC0FD97}"/>
              </a:ext>
            </a:extLst>
          </p:cNvPr>
          <p:cNvSpPr>
            <a:spLocks noChangeArrowheads="1"/>
          </p:cNvSpPr>
          <p:nvPr/>
        </p:nvSpPr>
        <p:spPr bwMode="auto">
          <a:xfrm>
            <a:off x="7809504" y="4021967"/>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dirty="0">
                <a:latin typeface="Courier New" panose="02070309020205020404" pitchFamily="49" charset="0"/>
              </a:rPr>
              <a:t>10.0.2.2</a:t>
            </a:r>
          </a:p>
        </p:txBody>
      </p:sp>
      <p:sp>
        <p:nvSpPr>
          <p:cNvPr id="21583" name="AutoShape 186">
            <a:extLst>
              <a:ext uri="{FF2B5EF4-FFF2-40B4-BE49-F238E27FC236}">
                <a16:creationId xmlns:a16="http://schemas.microsoft.com/office/drawing/2014/main" id="{90B64B42-6EB8-61B4-CE07-5514EEE6C7B2}"/>
              </a:ext>
            </a:extLst>
          </p:cNvPr>
          <p:cNvSpPr>
            <a:spLocks noChangeArrowheads="1"/>
          </p:cNvSpPr>
          <p:nvPr/>
        </p:nvSpPr>
        <p:spPr bwMode="auto">
          <a:xfrm>
            <a:off x="7621147"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10.0.1.1</a:t>
            </a:r>
          </a:p>
        </p:txBody>
      </p:sp>
      <p:sp>
        <p:nvSpPr>
          <p:cNvPr id="21584" name="AutoShape 214">
            <a:extLst>
              <a:ext uri="{FF2B5EF4-FFF2-40B4-BE49-F238E27FC236}">
                <a16:creationId xmlns:a16="http://schemas.microsoft.com/office/drawing/2014/main" id="{8A261A5F-7264-3AC9-C64E-CFA81FE95B65}"/>
              </a:ext>
            </a:extLst>
          </p:cNvPr>
          <p:cNvSpPr>
            <a:spLocks noChangeArrowheads="1"/>
          </p:cNvSpPr>
          <p:nvPr/>
        </p:nvSpPr>
        <p:spPr bwMode="auto">
          <a:xfrm>
            <a:off x="6244202" y="2468145"/>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10.0.2.3</a:t>
            </a:r>
          </a:p>
        </p:txBody>
      </p:sp>
      <p:sp>
        <p:nvSpPr>
          <p:cNvPr id="21827" name="AutoShape 298">
            <a:extLst>
              <a:ext uri="{FF2B5EF4-FFF2-40B4-BE49-F238E27FC236}">
                <a16:creationId xmlns:a16="http://schemas.microsoft.com/office/drawing/2014/main" id="{06B3DCAD-6000-B97B-E025-9E874C4ECA57}"/>
              </a:ext>
            </a:extLst>
          </p:cNvPr>
          <p:cNvSpPr>
            <a:spLocks noChangeArrowheads="1"/>
          </p:cNvSpPr>
          <p:nvPr/>
        </p:nvSpPr>
        <p:spPr bwMode="auto">
          <a:xfrm>
            <a:off x="9744874" y="4408603"/>
            <a:ext cx="2344737" cy="1696196"/>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IT" dirty="0">
                <a:latin typeface="Tahoma" panose="020B0604030504040204" pitchFamily="34" charset="0"/>
              </a:rPr>
              <a:t>note: the output of </a:t>
            </a:r>
            <a:r>
              <a:rPr lang="it-IT" altLang="en-IT" b="1" dirty="0">
                <a:latin typeface="Courier New" panose="02070309020205020404" pitchFamily="49" charset="0"/>
              </a:rPr>
              <a:t>show </a:t>
            </a:r>
            <a:r>
              <a:rPr lang="it-IT" altLang="en-IT" b="1" dirty="0" err="1">
                <a:latin typeface="Courier New" panose="02070309020205020404" pitchFamily="49" charset="0"/>
              </a:rPr>
              <a:t>ip</a:t>
            </a:r>
            <a:r>
              <a:rPr lang="it-IT" altLang="en-IT" b="1" dirty="0">
                <a:latin typeface="Courier New" panose="02070309020205020404" pitchFamily="49" charset="0"/>
              </a:rPr>
              <a:t> </a:t>
            </a:r>
            <a:r>
              <a:rPr lang="it-IT" altLang="en-IT" b="1" dirty="0" err="1">
                <a:latin typeface="Courier New" panose="02070309020205020404" pitchFamily="49" charset="0"/>
              </a:rPr>
              <a:t>ospf</a:t>
            </a:r>
            <a:r>
              <a:rPr lang="it-IT" altLang="en-IT" b="1" dirty="0">
                <a:latin typeface="Courier New" panose="02070309020205020404" pitchFamily="49" charset="0"/>
              </a:rPr>
              <a:t> database router</a:t>
            </a:r>
            <a:r>
              <a:rPr lang="it-IT" altLang="en-IT" dirty="0">
                <a:latin typeface="Tahoma" panose="020B0604030504040204" pitchFamily="34" charset="0"/>
              </a:rPr>
              <a:t> </a:t>
            </a:r>
            <a:r>
              <a:rPr lang="it-IT" altLang="en-IT" dirty="0" err="1">
                <a:latin typeface="Tahoma" panose="020B0604030504040204" pitchFamily="34" charset="0"/>
              </a:rPr>
              <a:t>has</a:t>
            </a:r>
            <a:r>
              <a:rPr lang="it-IT" altLang="en-IT" dirty="0">
                <a:latin typeface="Tahoma" panose="020B0604030504040204" pitchFamily="34" charset="0"/>
              </a:rPr>
              <a:t> </a:t>
            </a:r>
            <a:r>
              <a:rPr lang="it-IT" altLang="en-IT" dirty="0" err="1">
                <a:latin typeface="Tahoma" panose="020B0604030504040204" pitchFamily="34" charset="0"/>
              </a:rPr>
              <a:t>been</a:t>
            </a:r>
            <a:r>
              <a:rPr lang="it-IT" altLang="en-IT" dirty="0">
                <a:latin typeface="Tahoma" panose="020B0604030504040204" pitchFamily="34" charset="0"/>
              </a:rPr>
              <a:t> </a:t>
            </a:r>
            <a:r>
              <a:rPr lang="it-IT" altLang="en-IT" dirty="0" err="1">
                <a:latin typeface="Tahoma" panose="020B0604030504040204" pitchFamily="34" charset="0"/>
              </a:rPr>
              <a:t>summarized</a:t>
            </a:r>
            <a:r>
              <a:rPr lang="it-IT" altLang="en-IT" sz="2000" dirty="0">
                <a:latin typeface="Tahoma" panose="020B0604030504040204" pitchFamily="34" charset="0"/>
              </a:rPr>
              <a:t> </a:t>
            </a:r>
          </a:p>
        </p:txBody>
      </p:sp>
      <p:grpSp>
        <p:nvGrpSpPr>
          <p:cNvPr id="21828" name="Group 299">
            <a:extLst>
              <a:ext uri="{FF2B5EF4-FFF2-40B4-BE49-F238E27FC236}">
                <a16:creationId xmlns:a16="http://schemas.microsoft.com/office/drawing/2014/main" id="{31C774FC-35CC-BA8A-3E25-EEE5414758EE}"/>
              </a:ext>
            </a:extLst>
          </p:cNvPr>
          <p:cNvGrpSpPr>
            <a:grpSpLocks/>
          </p:cNvGrpSpPr>
          <p:nvPr/>
        </p:nvGrpSpPr>
        <p:grpSpPr bwMode="auto">
          <a:xfrm>
            <a:off x="2033682" y="2546791"/>
            <a:ext cx="1797050" cy="900113"/>
            <a:chOff x="333" y="1678"/>
            <a:chExt cx="1132" cy="567"/>
          </a:xfrm>
        </p:grpSpPr>
        <p:grpSp>
          <p:nvGrpSpPr>
            <p:cNvPr id="21829" name="Group 298">
              <a:extLst>
                <a:ext uri="{FF2B5EF4-FFF2-40B4-BE49-F238E27FC236}">
                  <a16:creationId xmlns:a16="http://schemas.microsoft.com/office/drawing/2014/main" id="{1D371C09-16ED-9BE7-63F5-49B41BD55687}"/>
                </a:ext>
              </a:extLst>
            </p:cNvPr>
            <p:cNvGrpSpPr>
              <a:grpSpLocks/>
            </p:cNvGrpSpPr>
            <p:nvPr/>
          </p:nvGrpSpPr>
          <p:grpSpPr bwMode="auto">
            <a:xfrm>
              <a:off x="333" y="1678"/>
              <a:ext cx="1132" cy="567"/>
              <a:chOff x="333" y="1678"/>
              <a:chExt cx="1132" cy="567"/>
            </a:xfrm>
          </p:grpSpPr>
          <p:sp>
            <p:nvSpPr>
              <p:cNvPr id="21831" name="Freeform 230">
                <a:extLst>
                  <a:ext uri="{FF2B5EF4-FFF2-40B4-BE49-F238E27FC236}">
                    <a16:creationId xmlns:a16="http://schemas.microsoft.com/office/drawing/2014/main" id="{2D84D18C-F2B9-37E1-DBA6-FCA8FA2515AC}"/>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2" name="Freeform 231">
                <a:extLst>
                  <a:ext uri="{FF2B5EF4-FFF2-40B4-BE49-F238E27FC236}">
                    <a16:creationId xmlns:a16="http://schemas.microsoft.com/office/drawing/2014/main" id="{E9DF031B-5C38-5189-E553-EC6D3D63CD8B}"/>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3" name="Freeform 233">
                <a:extLst>
                  <a:ext uri="{FF2B5EF4-FFF2-40B4-BE49-F238E27FC236}">
                    <a16:creationId xmlns:a16="http://schemas.microsoft.com/office/drawing/2014/main" id="{E4BFF9C5-B7E4-6FB8-5529-AE1B5A3073B0}"/>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4" name="Freeform 234">
                <a:extLst>
                  <a:ext uri="{FF2B5EF4-FFF2-40B4-BE49-F238E27FC236}">
                    <a16:creationId xmlns:a16="http://schemas.microsoft.com/office/drawing/2014/main" id="{F84A35F1-E915-A689-B9A2-68030DE545AA}"/>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5" name="Freeform 235">
                <a:extLst>
                  <a:ext uri="{FF2B5EF4-FFF2-40B4-BE49-F238E27FC236}">
                    <a16:creationId xmlns:a16="http://schemas.microsoft.com/office/drawing/2014/main" id="{A210F15B-0D58-08D5-348E-9C7DE6F31D4B}"/>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6" name="Freeform 236">
                <a:extLst>
                  <a:ext uri="{FF2B5EF4-FFF2-40B4-BE49-F238E27FC236}">
                    <a16:creationId xmlns:a16="http://schemas.microsoft.com/office/drawing/2014/main" id="{A94303D2-B908-6D8F-F897-94218576FE76}"/>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37" name="Freeform 237">
                <a:extLst>
                  <a:ext uri="{FF2B5EF4-FFF2-40B4-BE49-F238E27FC236}">
                    <a16:creationId xmlns:a16="http://schemas.microsoft.com/office/drawing/2014/main" id="{4C58013A-1F82-DDF2-9F2A-14EEAA4363E7}"/>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30" name="Text Box 238">
              <a:extLst>
                <a:ext uri="{FF2B5EF4-FFF2-40B4-BE49-F238E27FC236}">
                  <a16:creationId xmlns:a16="http://schemas.microsoft.com/office/drawing/2014/main" id="{36691FB7-EF30-B085-8C12-12D200CF70B8}"/>
                </a:ext>
              </a:extLst>
            </p:cNvPr>
            <p:cNvSpPr txBox="1">
              <a:spLocks noChangeArrowheads="1"/>
            </p:cNvSpPr>
            <p:nvPr/>
          </p:nvSpPr>
          <p:spPr bwMode="auto">
            <a:xfrm rot="-1143463">
              <a:off x="362" y="1861"/>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a:latin typeface="Courier New" panose="02070309020205020404" pitchFamily="49" charset="0"/>
                </a:rPr>
                <a:t>10.0.3.2</a:t>
              </a:r>
            </a:p>
          </p:txBody>
        </p:sp>
      </p:grpSp>
      <p:grpSp>
        <p:nvGrpSpPr>
          <p:cNvPr id="21838" name="Group 310">
            <a:extLst>
              <a:ext uri="{FF2B5EF4-FFF2-40B4-BE49-F238E27FC236}">
                <a16:creationId xmlns:a16="http://schemas.microsoft.com/office/drawing/2014/main" id="{C1715358-EA46-0943-5B10-BD76FC3B4579}"/>
              </a:ext>
            </a:extLst>
          </p:cNvPr>
          <p:cNvGrpSpPr>
            <a:grpSpLocks/>
          </p:cNvGrpSpPr>
          <p:nvPr/>
        </p:nvGrpSpPr>
        <p:grpSpPr bwMode="auto">
          <a:xfrm>
            <a:off x="8228369" y="2538521"/>
            <a:ext cx="1797050" cy="900113"/>
            <a:chOff x="4259" y="1678"/>
            <a:chExt cx="1132" cy="567"/>
          </a:xfrm>
        </p:grpSpPr>
        <p:grpSp>
          <p:nvGrpSpPr>
            <p:cNvPr id="21839" name="Group 301">
              <a:extLst>
                <a:ext uri="{FF2B5EF4-FFF2-40B4-BE49-F238E27FC236}">
                  <a16:creationId xmlns:a16="http://schemas.microsoft.com/office/drawing/2014/main" id="{175E303E-A273-38CD-94FD-4D40A75DEB46}"/>
                </a:ext>
              </a:extLst>
            </p:cNvPr>
            <p:cNvGrpSpPr>
              <a:grpSpLocks/>
            </p:cNvGrpSpPr>
            <p:nvPr/>
          </p:nvGrpSpPr>
          <p:grpSpPr bwMode="auto">
            <a:xfrm flipH="1">
              <a:off x="4259" y="1678"/>
              <a:ext cx="1132" cy="567"/>
              <a:chOff x="333" y="1678"/>
              <a:chExt cx="1132" cy="567"/>
            </a:xfrm>
          </p:grpSpPr>
          <p:sp>
            <p:nvSpPr>
              <p:cNvPr id="21841" name="Freeform 302">
                <a:extLst>
                  <a:ext uri="{FF2B5EF4-FFF2-40B4-BE49-F238E27FC236}">
                    <a16:creationId xmlns:a16="http://schemas.microsoft.com/office/drawing/2014/main" id="{DCF23916-EFD2-EF2B-330C-EE3393E52EEF}"/>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2" name="Freeform 303">
                <a:extLst>
                  <a:ext uri="{FF2B5EF4-FFF2-40B4-BE49-F238E27FC236}">
                    <a16:creationId xmlns:a16="http://schemas.microsoft.com/office/drawing/2014/main" id="{796FB6DD-253D-3CF0-A2F8-688003298AF1}"/>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3" name="Freeform 304">
                <a:extLst>
                  <a:ext uri="{FF2B5EF4-FFF2-40B4-BE49-F238E27FC236}">
                    <a16:creationId xmlns:a16="http://schemas.microsoft.com/office/drawing/2014/main" id="{73138C89-D38E-533C-FF8D-BFCF0074B04D}"/>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4" name="Freeform 305">
                <a:extLst>
                  <a:ext uri="{FF2B5EF4-FFF2-40B4-BE49-F238E27FC236}">
                    <a16:creationId xmlns:a16="http://schemas.microsoft.com/office/drawing/2014/main" id="{FB7EC9F7-AB9D-2BCF-17D7-9632ADC73265}"/>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5" name="Freeform 306">
                <a:extLst>
                  <a:ext uri="{FF2B5EF4-FFF2-40B4-BE49-F238E27FC236}">
                    <a16:creationId xmlns:a16="http://schemas.microsoft.com/office/drawing/2014/main" id="{36400994-7F64-D988-1C18-96DB1E46E1F5}"/>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46" name="Freeform 307">
                <a:extLst>
                  <a:ext uri="{FF2B5EF4-FFF2-40B4-BE49-F238E27FC236}">
                    <a16:creationId xmlns:a16="http://schemas.microsoft.com/office/drawing/2014/main" id="{750FEAC9-9087-97C7-1DF0-4EAB0734D4C0}"/>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47" name="Freeform 308">
                <a:extLst>
                  <a:ext uri="{FF2B5EF4-FFF2-40B4-BE49-F238E27FC236}">
                    <a16:creationId xmlns:a16="http://schemas.microsoft.com/office/drawing/2014/main" id="{17947170-3199-DABF-E7DB-70C1A85421DE}"/>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40" name="Text Box 309">
              <a:extLst>
                <a:ext uri="{FF2B5EF4-FFF2-40B4-BE49-F238E27FC236}">
                  <a16:creationId xmlns:a16="http://schemas.microsoft.com/office/drawing/2014/main" id="{52EFE552-2ABA-882F-D044-3D8EA70FA675}"/>
                </a:ext>
              </a:extLst>
            </p:cNvPr>
            <p:cNvSpPr txBox="1">
              <a:spLocks noChangeArrowheads="1"/>
            </p:cNvSpPr>
            <p:nvPr/>
          </p:nvSpPr>
          <p:spPr bwMode="auto">
            <a:xfrm rot="1143463" flipH="1">
              <a:off x="4627" y="1867"/>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a:latin typeface="Courier New" panose="02070309020205020404" pitchFamily="49" charset="0"/>
                </a:rPr>
                <a:t>10.0.1.2</a:t>
              </a:r>
            </a:p>
          </p:txBody>
        </p:sp>
      </p:grpSp>
      <p:sp>
        <p:nvSpPr>
          <p:cNvPr id="21868" name="Oval 51">
            <a:extLst>
              <a:ext uri="{FF2B5EF4-FFF2-40B4-BE49-F238E27FC236}">
                <a16:creationId xmlns:a16="http://schemas.microsoft.com/office/drawing/2014/main" id="{D82483F4-E4A6-720E-4DEA-40AE4183B17E}"/>
              </a:ext>
            </a:extLst>
          </p:cNvPr>
          <p:cNvSpPr>
            <a:spLocks noChangeArrowheads="1"/>
          </p:cNvSpPr>
          <p:nvPr/>
        </p:nvSpPr>
        <p:spPr bwMode="auto">
          <a:xfrm flipH="1">
            <a:off x="3641819" y="263727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D</a:t>
            </a:r>
          </a:p>
        </p:txBody>
      </p:sp>
      <p:sp>
        <p:nvSpPr>
          <p:cNvPr id="21589" name="Line 201">
            <a:extLst>
              <a:ext uri="{FF2B5EF4-FFF2-40B4-BE49-F238E27FC236}">
                <a16:creationId xmlns:a16="http://schemas.microsoft.com/office/drawing/2014/main" id="{72B10056-8AFD-7A9A-262C-FB1C9781379F}"/>
              </a:ext>
            </a:extLst>
          </p:cNvPr>
          <p:cNvSpPr>
            <a:spLocks noChangeShapeType="1"/>
          </p:cNvSpPr>
          <p:nvPr/>
        </p:nvSpPr>
        <p:spPr bwMode="auto">
          <a:xfrm flipH="1">
            <a:off x="8216844" y="1765331"/>
            <a:ext cx="3175" cy="11430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588" name="Line 197">
            <a:extLst>
              <a:ext uri="{FF2B5EF4-FFF2-40B4-BE49-F238E27FC236}">
                <a16:creationId xmlns:a16="http://schemas.microsoft.com/office/drawing/2014/main" id="{449D53C1-F8EF-C52B-A39F-B223655F8E72}"/>
              </a:ext>
            </a:extLst>
          </p:cNvPr>
          <p:cNvSpPr>
            <a:spLocks noChangeShapeType="1"/>
          </p:cNvSpPr>
          <p:nvPr/>
        </p:nvSpPr>
        <p:spPr bwMode="auto">
          <a:xfrm>
            <a:off x="6009838" y="1872275"/>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8" name="Group 93">
            <a:extLst>
              <a:ext uri="{FF2B5EF4-FFF2-40B4-BE49-F238E27FC236}">
                <a16:creationId xmlns:a16="http://schemas.microsoft.com/office/drawing/2014/main" id="{418C1B97-D8F4-D705-C260-5C64127E9C88}"/>
              </a:ext>
            </a:extLst>
          </p:cNvPr>
          <p:cNvGrpSpPr>
            <a:grpSpLocks noChangeAspect="1"/>
          </p:cNvGrpSpPr>
          <p:nvPr/>
        </p:nvGrpSpPr>
        <p:grpSpPr bwMode="auto">
          <a:xfrm>
            <a:off x="7779897" y="1642040"/>
            <a:ext cx="723900" cy="460375"/>
            <a:chOff x="3312" y="2160"/>
            <a:chExt cx="960" cy="528"/>
          </a:xfrm>
        </p:grpSpPr>
        <p:grpSp>
          <p:nvGrpSpPr>
            <p:cNvPr id="59" name="Group 94">
              <a:extLst>
                <a:ext uri="{FF2B5EF4-FFF2-40B4-BE49-F238E27FC236}">
                  <a16:creationId xmlns:a16="http://schemas.microsoft.com/office/drawing/2014/main" id="{773BB94F-2D19-0B3D-B264-4DE8BB6AA61C}"/>
                </a:ext>
              </a:extLst>
            </p:cNvPr>
            <p:cNvGrpSpPr>
              <a:grpSpLocks noChangeAspect="1"/>
            </p:cNvGrpSpPr>
            <p:nvPr/>
          </p:nvGrpSpPr>
          <p:grpSpPr bwMode="auto">
            <a:xfrm>
              <a:off x="3312" y="2160"/>
              <a:ext cx="960" cy="528"/>
              <a:chOff x="3312" y="2160"/>
              <a:chExt cx="960" cy="528"/>
            </a:xfrm>
          </p:grpSpPr>
          <p:sp>
            <p:nvSpPr>
              <p:cNvPr id="61" name="AutoShape 95">
                <a:extLst>
                  <a:ext uri="{FF2B5EF4-FFF2-40B4-BE49-F238E27FC236}">
                    <a16:creationId xmlns:a16="http://schemas.microsoft.com/office/drawing/2014/main" id="{BF7FCB6B-9D8E-D555-9EC8-1BF8A8AB0B3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2" name="Group 96">
                <a:extLst>
                  <a:ext uri="{FF2B5EF4-FFF2-40B4-BE49-F238E27FC236}">
                    <a16:creationId xmlns:a16="http://schemas.microsoft.com/office/drawing/2014/main" id="{8B791A72-F763-FF26-E734-F9F0707F14FA}"/>
                  </a:ext>
                </a:extLst>
              </p:cNvPr>
              <p:cNvGrpSpPr>
                <a:grpSpLocks noChangeAspect="1"/>
              </p:cNvGrpSpPr>
              <p:nvPr/>
            </p:nvGrpSpPr>
            <p:grpSpPr bwMode="auto">
              <a:xfrm>
                <a:off x="3488" y="2193"/>
                <a:ext cx="599" cy="207"/>
                <a:chOff x="422" y="1632"/>
                <a:chExt cx="829" cy="298"/>
              </a:xfrm>
            </p:grpSpPr>
            <p:grpSp>
              <p:nvGrpSpPr>
                <p:cNvPr id="63" name="Group 97">
                  <a:extLst>
                    <a:ext uri="{FF2B5EF4-FFF2-40B4-BE49-F238E27FC236}">
                      <a16:creationId xmlns:a16="http://schemas.microsoft.com/office/drawing/2014/main" id="{B6288C28-7F15-3D8C-936C-BFD3F0022838}"/>
                    </a:ext>
                  </a:extLst>
                </p:cNvPr>
                <p:cNvGrpSpPr>
                  <a:grpSpLocks noChangeAspect="1"/>
                </p:cNvGrpSpPr>
                <p:nvPr/>
              </p:nvGrpSpPr>
              <p:grpSpPr bwMode="auto">
                <a:xfrm>
                  <a:off x="422" y="1632"/>
                  <a:ext cx="822" cy="291"/>
                  <a:chOff x="422" y="1632"/>
                  <a:chExt cx="822" cy="291"/>
                </a:xfrm>
              </p:grpSpPr>
              <p:sp>
                <p:nvSpPr>
                  <p:cNvPr id="21515" name="Freeform 98">
                    <a:extLst>
                      <a:ext uri="{FF2B5EF4-FFF2-40B4-BE49-F238E27FC236}">
                        <a16:creationId xmlns:a16="http://schemas.microsoft.com/office/drawing/2014/main" id="{37D07775-7ED6-2004-885C-68F583E5EB6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6" name="Freeform 99">
                    <a:extLst>
                      <a:ext uri="{FF2B5EF4-FFF2-40B4-BE49-F238E27FC236}">
                        <a16:creationId xmlns:a16="http://schemas.microsoft.com/office/drawing/2014/main" id="{2E0C03AE-6095-6348-C337-0B867ECCD8F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7" name="Freeform 100">
                    <a:extLst>
                      <a:ext uri="{FF2B5EF4-FFF2-40B4-BE49-F238E27FC236}">
                        <a16:creationId xmlns:a16="http://schemas.microsoft.com/office/drawing/2014/main" id="{6E9CC569-39AD-3E69-C74D-05A952DBCE9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8" name="Freeform 101">
                    <a:extLst>
                      <a:ext uri="{FF2B5EF4-FFF2-40B4-BE49-F238E27FC236}">
                        <a16:creationId xmlns:a16="http://schemas.microsoft.com/office/drawing/2014/main" id="{EA24AFB0-C412-7E33-8487-62E6D51C91A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9" name="Freeform 102">
                    <a:extLst>
                      <a:ext uri="{FF2B5EF4-FFF2-40B4-BE49-F238E27FC236}">
                        <a16:creationId xmlns:a16="http://schemas.microsoft.com/office/drawing/2014/main" id="{C184E451-A74A-D09E-7A07-7737C251948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0" name="Freeform 103">
                    <a:extLst>
                      <a:ext uri="{FF2B5EF4-FFF2-40B4-BE49-F238E27FC236}">
                        <a16:creationId xmlns:a16="http://schemas.microsoft.com/office/drawing/2014/main" id="{6B5618F2-175F-7C92-CA74-E7BF17B2C04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1" name="Freeform 104">
                    <a:extLst>
                      <a:ext uri="{FF2B5EF4-FFF2-40B4-BE49-F238E27FC236}">
                        <a16:creationId xmlns:a16="http://schemas.microsoft.com/office/drawing/2014/main" id="{FA90C331-835F-AFAB-EF04-09ACB29330D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2" name="Freeform 105">
                    <a:extLst>
                      <a:ext uri="{FF2B5EF4-FFF2-40B4-BE49-F238E27FC236}">
                        <a16:creationId xmlns:a16="http://schemas.microsoft.com/office/drawing/2014/main" id="{273104CB-BE03-B839-DBFE-64EC0172095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04" name="Group 106">
                  <a:extLst>
                    <a:ext uri="{FF2B5EF4-FFF2-40B4-BE49-F238E27FC236}">
                      <a16:creationId xmlns:a16="http://schemas.microsoft.com/office/drawing/2014/main" id="{810CC237-2CCA-EF5E-26D8-930609FA46B0}"/>
                    </a:ext>
                  </a:extLst>
                </p:cNvPr>
                <p:cNvGrpSpPr>
                  <a:grpSpLocks noChangeAspect="1"/>
                </p:cNvGrpSpPr>
                <p:nvPr/>
              </p:nvGrpSpPr>
              <p:grpSpPr bwMode="auto">
                <a:xfrm>
                  <a:off x="429" y="1639"/>
                  <a:ext cx="822" cy="291"/>
                  <a:chOff x="429" y="1639"/>
                  <a:chExt cx="822" cy="291"/>
                </a:xfrm>
              </p:grpSpPr>
              <p:sp>
                <p:nvSpPr>
                  <p:cNvPr id="21505" name="Freeform 107">
                    <a:extLst>
                      <a:ext uri="{FF2B5EF4-FFF2-40B4-BE49-F238E27FC236}">
                        <a16:creationId xmlns:a16="http://schemas.microsoft.com/office/drawing/2014/main" id="{0BB9777F-E3DB-3CA0-F9EB-9DE751211E2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6" name="Freeform 108">
                    <a:extLst>
                      <a:ext uri="{FF2B5EF4-FFF2-40B4-BE49-F238E27FC236}">
                        <a16:creationId xmlns:a16="http://schemas.microsoft.com/office/drawing/2014/main" id="{5C3DC2A5-96BA-0DB1-9349-E91C5F06EC1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7" name="Freeform 109">
                    <a:extLst>
                      <a:ext uri="{FF2B5EF4-FFF2-40B4-BE49-F238E27FC236}">
                        <a16:creationId xmlns:a16="http://schemas.microsoft.com/office/drawing/2014/main" id="{798A53BD-E197-4DA8-4F9D-4ABF50A3F36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0" name="Freeform 110">
                    <a:extLst>
                      <a:ext uri="{FF2B5EF4-FFF2-40B4-BE49-F238E27FC236}">
                        <a16:creationId xmlns:a16="http://schemas.microsoft.com/office/drawing/2014/main" id="{A47C46BB-DDBE-A3FF-7A9C-00038106449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1" name="Freeform 111">
                    <a:extLst>
                      <a:ext uri="{FF2B5EF4-FFF2-40B4-BE49-F238E27FC236}">
                        <a16:creationId xmlns:a16="http://schemas.microsoft.com/office/drawing/2014/main" id="{D7B73FD7-F0ED-BAF3-97A0-3A681B1CC88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2" name="Freeform 112">
                    <a:extLst>
                      <a:ext uri="{FF2B5EF4-FFF2-40B4-BE49-F238E27FC236}">
                        <a16:creationId xmlns:a16="http://schemas.microsoft.com/office/drawing/2014/main" id="{3183CA20-7AAE-251D-E72C-F581278880C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3" name="Freeform 113">
                    <a:extLst>
                      <a:ext uri="{FF2B5EF4-FFF2-40B4-BE49-F238E27FC236}">
                        <a16:creationId xmlns:a16="http://schemas.microsoft.com/office/drawing/2014/main" id="{DAD73475-3982-9DB2-45FA-E323CD278A3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4" name="Freeform 114">
                    <a:extLst>
                      <a:ext uri="{FF2B5EF4-FFF2-40B4-BE49-F238E27FC236}">
                        <a16:creationId xmlns:a16="http://schemas.microsoft.com/office/drawing/2014/main" id="{ABF7D543-8176-62CC-BC18-7D36427B740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 name="WordArt 115">
              <a:extLst>
                <a:ext uri="{FF2B5EF4-FFF2-40B4-BE49-F238E27FC236}">
                  <a16:creationId xmlns:a16="http://schemas.microsoft.com/office/drawing/2014/main" id="{DD9E5CCF-F95B-E060-47A2-93478C90550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21590" name="Group 198">
            <a:extLst>
              <a:ext uri="{FF2B5EF4-FFF2-40B4-BE49-F238E27FC236}">
                <a16:creationId xmlns:a16="http://schemas.microsoft.com/office/drawing/2014/main" id="{FD4942BF-5831-3E83-8593-914545B5295D}"/>
              </a:ext>
            </a:extLst>
          </p:cNvPr>
          <p:cNvGrpSpPr>
            <a:grpSpLocks/>
          </p:cNvGrpSpPr>
          <p:nvPr/>
        </p:nvGrpSpPr>
        <p:grpSpPr bwMode="auto">
          <a:xfrm>
            <a:off x="7320136" y="1721123"/>
            <a:ext cx="406400" cy="339725"/>
            <a:chOff x="144" y="3264"/>
            <a:chExt cx="288" cy="240"/>
          </a:xfrm>
        </p:grpSpPr>
        <p:sp>
          <p:nvSpPr>
            <p:cNvPr id="21591" name="Rectangle 199">
              <a:extLst>
                <a:ext uri="{FF2B5EF4-FFF2-40B4-BE49-F238E27FC236}">
                  <a16:creationId xmlns:a16="http://schemas.microsoft.com/office/drawing/2014/main" id="{05840C22-F64F-C1D3-1F36-C620AAD95668}"/>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2" name="Rectangle 200">
              <a:extLst>
                <a:ext uri="{FF2B5EF4-FFF2-40B4-BE49-F238E27FC236}">
                  <a16:creationId xmlns:a16="http://schemas.microsoft.com/office/drawing/2014/main" id="{0C5E50D8-DB18-3D75-D7CA-57A6E81BAFFA}"/>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grpSp>
        <p:nvGrpSpPr>
          <p:cNvPr id="21593" name="Group 202">
            <a:extLst>
              <a:ext uri="{FF2B5EF4-FFF2-40B4-BE49-F238E27FC236}">
                <a16:creationId xmlns:a16="http://schemas.microsoft.com/office/drawing/2014/main" id="{6DB0A1A6-0EF9-7A7A-6AC1-65FC526E0CA3}"/>
              </a:ext>
            </a:extLst>
          </p:cNvPr>
          <p:cNvGrpSpPr>
            <a:grpSpLocks/>
          </p:cNvGrpSpPr>
          <p:nvPr/>
        </p:nvGrpSpPr>
        <p:grpSpPr bwMode="auto">
          <a:xfrm>
            <a:off x="8020633" y="2153171"/>
            <a:ext cx="406400" cy="339725"/>
            <a:chOff x="144" y="3264"/>
            <a:chExt cx="288" cy="240"/>
          </a:xfrm>
        </p:grpSpPr>
        <p:sp>
          <p:nvSpPr>
            <p:cNvPr id="21594" name="Rectangle 203">
              <a:extLst>
                <a:ext uri="{FF2B5EF4-FFF2-40B4-BE49-F238E27FC236}">
                  <a16:creationId xmlns:a16="http://schemas.microsoft.com/office/drawing/2014/main" id="{5F7E31A3-B8DD-5DF3-0CDE-CA25345D3D3C}"/>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595" name="Rectangle 204">
              <a:extLst>
                <a:ext uri="{FF2B5EF4-FFF2-40B4-BE49-F238E27FC236}">
                  <a16:creationId xmlns:a16="http://schemas.microsoft.com/office/drawing/2014/main" id="{65F3C63F-4823-9B29-9D24-7DB400FE4E26}"/>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1</a:t>
              </a:r>
            </a:p>
          </p:txBody>
        </p:sp>
      </p:grpSp>
      <p:grpSp>
        <p:nvGrpSpPr>
          <p:cNvPr id="21601" name="Group 321">
            <a:extLst>
              <a:ext uri="{FF2B5EF4-FFF2-40B4-BE49-F238E27FC236}">
                <a16:creationId xmlns:a16="http://schemas.microsoft.com/office/drawing/2014/main" id="{2F13FC50-4087-E4B3-77A4-302041ACC246}"/>
              </a:ext>
            </a:extLst>
          </p:cNvPr>
          <p:cNvGrpSpPr>
            <a:grpSpLocks/>
          </p:cNvGrpSpPr>
          <p:nvPr/>
        </p:nvGrpSpPr>
        <p:grpSpPr bwMode="auto">
          <a:xfrm rot="19469389">
            <a:off x="5686244" y="1082574"/>
            <a:ext cx="1797050" cy="900112"/>
            <a:chOff x="4259" y="1678"/>
            <a:chExt cx="1132" cy="567"/>
          </a:xfrm>
        </p:grpSpPr>
        <p:grpSp>
          <p:nvGrpSpPr>
            <p:cNvPr id="21602" name="Group 322">
              <a:extLst>
                <a:ext uri="{FF2B5EF4-FFF2-40B4-BE49-F238E27FC236}">
                  <a16:creationId xmlns:a16="http://schemas.microsoft.com/office/drawing/2014/main" id="{CF94665B-D7DC-B75C-6215-18B2904233BC}"/>
                </a:ext>
              </a:extLst>
            </p:cNvPr>
            <p:cNvGrpSpPr>
              <a:grpSpLocks/>
            </p:cNvGrpSpPr>
            <p:nvPr/>
          </p:nvGrpSpPr>
          <p:grpSpPr bwMode="auto">
            <a:xfrm flipH="1">
              <a:off x="4259" y="1678"/>
              <a:ext cx="1132" cy="567"/>
              <a:chOff x="333" y="1678"/>
              <a:chExt cx="1132" cy="567"/>
            </a:xfrm>
          </p:grpSpPr>
          <p:sp>
            <p:nvSpPr>
              <p:cNvPr id="21604" name="Freeform 323">
                <a:extLst>
                  <a:ext uri="{FF2B5EF4-FFF2-40B4-BE49-F238E27FC236}">
                    <a16:creationId xmlns:a16="http://schemas.microsoft.com/office/drawing/2014/main" id="{2C080E22-5ADA-745A-BC69-8D42471C2A4A}"/>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5" name="Freeform 324">
                <a:extLst>
                  <a:ext uri="{FF2B5EF4-FFF2-40B4-BE49-F238E27FC236}">
                    <a16:creationId xmlns:a16="http://schemas.microsoft.com/office/drawing/2014/main" id="{720A455D-9D93-0161-A615-2E4860D459E8}"/>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6" name="Freeform 325">
                <a:extLst>
                  <a:ext uri="{FF2B5EF4-FFF2-40B4-BE49-F238E27FC236}">
                    <a16:creationId xmlns:a16="http://schemas.microsoft.com/office/drawing/2014/main" id="{A7EBF650-456C-581E-D154-A70DF85EFF97}"/>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7" name="Freeform 326">
                <a:extLst>
                  <a:ext uri="{FF2B5EF4-FFF2-40B4-BE49-F238E27FC236}">
                    <a16:creationId xmlns:a16="http://schemas.microsoft.com/office/drawing/2014/main" id="{595DEF33-8A4B-7455-B80B-1FD95C60C427}"/>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8" name="Freeform 327">
                <a:extLst>
                  <a:ext uri="{FF2B5EF4-FFF2-40B4-BE49-F238E27FC236}">
                    <a16:creationId xmlns:a16="http://schemas.microsoft.com/office/drawing/2014/main" id="{971D8C1E-8AE7-4FCE-7711-7112F300C149}"/>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9" name="Freeform 328">
                <a:extLst>
                  <a:ext uri="{FF2B5EF4-FFF2-40B4-BE49-F238E27FC236}">
                    <a16:creationId xmlns:a16="http://schemas.microsoft.com/office/drawing/2014/main" id="{55F85B92-0186-8A81-EB62-9007D7714B35}"/>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610" name="Freeform 329">
                <a:extLst>
                  <a:ext uri="{FF2B5EF4-FFF2-40B4-BE49-F238E27FC236}">
                    <a16:creationId xmlns:a16="http://schemas.microsoft.com/office/drawing/2014/main" id="{27F34B2A-B563-70CD-6DA5-17CECD9A4F03}"/>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603" name="Text Box 330">
              <a:extLst>
                <a:ext uri="{FF2B5EF4-FFF2-40B4-BE49-F238E27FC236}">
                  <a16:creationId xmlns:a16="http://schemas.microsoft.com/office/drawing/2014/main" id="{F1518A0F-5835-F946-1040-43EA6E8F2CCE}"/>
                </a:ext>
              </a:extLst>
            </p:cNvPr>
            <p:cNvSpPr txBox="1">
              <a:spLocks noChangeArrowheads="1"/>
            </p:cNvSpPr>
            <p:nvPr/>
          </p:nvSpPr>
          <p:spPr bwMode="auto">
            <a:xfrm rot="1143463" flipH="1">
              <a:off x="4627" y="1865"/>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dirty="0">
                  <a:latin typeface="Courier New" panose="02070309020205020404" pitchFamily="49" charset="0"/>
                </a:rPr>
                <a:t>10.0.0.1</a:t>
              </a:r>
            </a:p>
          </p:txBody>
        </p:sp>
      </p:grpSp>
      <p:sp>
        <p:nvSpPr>
          <p:cNvPr id="21611" name="Oval 57">
            <a:extLst>
              <a:ext uri="{FF2B5EF4-FFF2-40B4-BE49-F238E27FC236}">
                <a16:creationId xmlns:a16="http://schemas.microsoft.com/office/drawing/2014/main" id="{CE8B9B63-2323-A33C-9694-30482B8E75D5}"/>
              </a:ext>
            </a:extLst>
          </p:cNvPr>
          <p:cNvSpPr>
            <a:spLocks noChangeArrowheads="1"/>
          </p:cNvSpPr>
          <p:nvPr/>
        </p:nvSpPr>
        <p:spPr bwMode="auto">
          <a:xfrm flipH="1">
            <a:off x="5707907" y="171297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A</a:t>
            </a:r>
          </a:p>
        </p:txBody>
      </p:sp>
      <p:sp>
        <p:nvSpPr>
          <p:cNvPr id="21585" name="Line 195">
            <a:extLst>
              <a:ext uri="{FF2B5EF4-FFF2-40B4-BE49-F238E27FC236}">
                <a16:creationId xmlns:a16="http://schemas.microsoft.com/office/drawing/2014/main" id="{4449EBA2-8782-2520-EC40-6696A37567B2}"/>
              </a:ext>
            </a:extLst>
          </p:cNvPr>
          <p:cNvSpPr>
            <a:spLocks noChangeShapeType="1"/>
          </p:cNvSpPr>
          <p:nvPr/>
        </p:nvSpPr>
        <p:spPr bwMode="auto">
          <a:xfrm flipH="1">
            <a:off x="8210913" y="2734459"/>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2" name="Line 196">
            <a:extLst>
              <a:ext uri="{FF2B5EF4-FFF2-40B4-BE49-F238E27FC236}">
                <a16:creationId xmlns:a16="http://schemas.microsoft.com/office/drawing/2014/main" id="{8092240D-2054-67E8-81AD-129EEEB07CB2}"/>
              </a:ext>
            </a:extLst>
          </p:cNvPr>
          <p:cNvSpPr>
            <a:spLocks noChangeShapeType="1"/>
          </p:cNvSpPr>
          <p:nvPr/>
        </p:nvSpPr>
        <p:spPr bwMode="auto">
          <a:xfrm>
            <a:off x="5854061" y="3740691"/>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869" name="Oval 52">
            <a:extLst>
              <a:ext uri="{FF2B5EF4-FFF2-40B4-BE49-F238E27FC236}">
                <a16:creationId xmlns:a16="http://schemas.microsoft.com/office/drawing/2014/main" id="{73544B8B-DAD4-372F-26F7-2EC5B2E58FC1}"/>
              </a:ext>
            </a:extLst>
          </p:cNvPr>
          <p:cNvSpPr>
            <a:spLocks noChangeArrowheads="1"/>
          </p:cNvSpPr>
          <p:nvPr/>
        </p:nvSpPr>
        <p:spPr bwMode="auto">
          <a:xfrm flipH="1">
            <a:off x="8063269" y="262900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B</a:t>
            </a:r>
          </a:p>
        </p:txBody>
      </p:sp>
      <p:grpSp>
        <p:nvGrpSpPr>
          <p:cNvPr id="21523" name="Group 122">
            <a:extLst>
              <a:ext uri="{FF2B5EF4-FFF2-40B4-BE49-F238E27FC236}">
                <a16:creationId xmlns:a16="http://schemas.microsoft.com/office/drawing/2014/main" id="{8C636A99-E792-051D-4CC7-0AF4C69A759D}"/>
              </a:ext>
            </a:extLst>
          </p:cNvPr>
          <p:cNvGrpSpPr>
            <a:grpSpLocks noChangeAspect="1"/>
          </p:cNvGrpSpPr>
          <p:nvPr/>
        </p:nvGrpSpPr>
        <p:grpSpPr bwMode="auto">
          <a:xfrm>
            <a:off x="7968254" y="3531430"/>
            <a:ext cx="723900" cy="460375"/>
            <a:chOff x="3312" y="2160"/>
            <a:chExt cx="960" cy="528"/>
          </a:xfrm>
        </p:grpSpPr>
        <p:grpSp>
          <p:nvGrpSpPr>
            <p:cNvPr id="21524" name="Group 123">
              <a:extLst>
                <a:ext uri="{FF2B5EF4-FFF2-40B4-BE49-F238E27FC236}">
                  <a16:creationId xmlns:a16="http://schemas.microsoft.com/office/drawing/2014/main" id="{6B2A8C9A-1810-3936-4A72-CC7C1AD43C13}"/>
                </a:ext>
              </a:extLst>
            </p:cNvPr>
            <p:cNvGrpSpPr>
              <a:grpSpLocks noChangeAspect="1"/>
            </p:cNvGrpSpPr>
            <p:nvPr/>
          </p:nvGrpSpPr>
          <p:grpSpPr bwMode="auto">
            <a:xfrm>
              <a:off x="3312" y="2160"/>
              <a:ext cx="960" cy="528"/>
              <a:chOff x="3312" y="2160"/>
              <a:chExt cx="960" cy="528"/>
            </a:xfrm>
          </p:grpSpPr>
          <p:sp>
            <p:nvSpPr>
              <p:cNvPr id="21526" name="AutoShape 124">
                <a:extLst>
                  <a:ext uri="{FF2B5EF4-FFF2-40B4-BE49-F238E27FC236}">
                    <a16:creationId xmlns:a16="http://schemas.microsoft.com/office/drawing/2014/main" id="{485FEFB7-4F10-7F12-D27E-E08FEF3E737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27" name="Group 125">
                <a:extLst>
                  <a:ext uri="{FF2B5EF4-FFF2-40B4-BE49-F238E27FC236}">
                    <a16:creationId xmlns:a16="http://schemas.microsoft.com/office/drawing/2014/main" id="{BADADAA0-AF61-58FC-0E21-7ACDE28310D3}"/>
                  </a:ext>
                </a:extLst>
              </p:cNvPr>
              <p:cNvGrpSpPr>
                <a:grpSpLocks noChangeAspect="1"/>
              </p:cNvGrpSpPr>
              <p:nvPr/>
            </p:nvGrpSpPr>
            <p:grpSpPr bwMode="auto">
              <a:xfrm>
                <a:off x="3488" y="2193"/>
                <a:ext cx="599" cy="207"/>
                <a:chOff x="422" y="1632"/>
                <a:chExt cx="829" cy="298"/>
              </a:xfrm>
            </p:grpSpPr>
            <p:grpSp>
              <p:nvGrpSpPr>
                <p:cNvPr id="21528" name="Group 126">
                  <a:extLst>
                    <a:ext uri="{FF2B5EF4-FFF2-40B4-BE49-F238E27FC236}">
                      <a16:creationId xmlns:a16="http://schemas.microsoft.com/office/drawing/2014/main" id="{0086B9F0-CA06-8816-E8F2-F95291859CBC}"/>
                    </a:ext>
                  </a:extLst>
                </p:cNvPr>
                <p:cNvGrpSpPr>
                  <a:grpSpLocks noChangeAspect="1"/>
                </p:cNvGrpSpPr>
                <p:nvPr/>
              </p:nvGrpSpPr>
              <p:grpSpPr bwMode="auto">
                <a:xfrm>
                  <a:off x="422" y="1632"/>
                  <a:ext cx="822" cy="291"/>
                  <a:chOff x="422" y="1632"/>
                  <a:chExt cx="822" cy="291"/>
                </a:xfrm>
              </p:grpSpPr>
              <p:sp>
                <p:nvSpPr>
                  <p:cNvPr id="21549" name="Freeform 127">
                    <a:extLst>
                      <a:ext uri="{FF2B5EF4-FFF2-40B4-BE49-F238E27FC236}">
                        <a16:creationId xmlns:a16="http://schemas.microsoft.com/office/drawing/2014/main" id="{6521B9FF-899C-8769-E22C-BEA45397B1D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0" name="Freeform 128">
                    <a:extLst>
                      <a:ext uri="{FF2B5EF4-FFF2-40B4-BE49-F238E27FC236}">
                        <a16:creationId xmlns:a16="http://schemas.microsoft.com/office/drawing/2014/main" id="{498179DD-C74C-4C22-4377-D8410F7C05A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1" name="Freeform 129">
                    <a:extLst>
                      <a:ext uri="{FF2B5EF4-FFF2-40B4-BE49-F238E27FC236}">
                        <a16:creationId xmlns:a16="http://schemas.microsoft.com/office/drawing/2014/main" id="{B3BC125B-F789-6C8B-0D07-F3B2CA79E0F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2" name="Freeform 130">
                    <a:extLst>
                      <a:ext uri="{FF2B5EF4-FFF2-40B4-BE49-F238E27FC236}">
                        <a16:creationId xmlns:a16="http://schemas.microsoft.com/office/drawing/2014/main" id="{4AF925B7-84CA-9B17-BF3C-CECB5E74AE2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3" name="Freeform 131">
                    <a:extLst>
                      <a:ext uri="{FF2B5EF4-FFF2-40B4-BE49-F238E27FC236}">
                        <a16:creationId xmlns:a16="http://schemas.microsoft.com/office/drawing/2014/main" id="{B5CEF5C4-F4A2-2E38-B684-0B930256678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4" name="Freeform 132">
                    <a:extLst>
                      <a:ext uri="{FF2B5EF4-FFF2-40B4-BE49-F238E27FC236}">
                        <a16:creationId xmlns:a16="http://schemas.microsoft.com/office/drawing/2014/main" id="{EC9DD298-3ABA-DFCA-5F8A-02BCFFD48FB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5" name="Freeform 133">
                    <a:extLst>
                      <a:ext uri="{FF2B5EF4-FFF2-40B4-BE49-F238E27FC236}">
                        <a16:creationId xmlns:a16="http://schemas.microsoft.com/office/drawing/2014/main" id="{CE8BAA5D-E48C-F02D-17EB-723E70C0DE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6" name="Freeform 134">
                    <a:extLst>
                      <a:ext uri="{FF2B5EF4-FFF2-40B4-BE49-F238E27FC236}">
                        <a16:creationId xmlns:a16="http://schemas.microsoft.com/office/drawing/2014/main" id="{CFFE74F0-C6EC-DF34-0629-304012756C2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29" name="Group 135">
                  <a:extLst>
                    <a:ext uri="{FF2B5EF4-FFF2-40B4-BE49-F238E27FC236}">
                      <a16:creationId xmlns:a16="http://schemas.microsoft.com/office/drawing/2014/main" id="{57E28F75-7D1B-2B71-94B0-180C572B24C8}"/>
                    </a:ext>
                  </a:extLst>
                </p:cNvPr>
                <p:cNvGrpSpPr>
                  <a:grpSpLocks noChangeAspect="1"/>
                </p:cNvGrpSpPr>
                <p:nvPr/>
              </p:nvGrpSpPr>
              <p:grpSpPr bwMode="auto">
                <a:xfrm>
                  <a:off x="429" y="1639"/>
                  <a:ext cx="822" cy="291"/>
                  <a:chOff x="429" y="1639"/>
                  <a:chExt cx="822" cy="291"/>
                </a:xfrm>
              </p:grpSpPr>
              <p:sp>
                <p:nvSpPr>
                  <p:cNvPr id="21530" name="Freeform 136">
                    <a:extLst>
                      <a:ext uri="{FF2B5EF4-FFF2-40B4-BE49-F238E27FC236}">
                        <a16:creationId xmlns:a16="http://schemas.microsoft.com/office/drawing/2014/main" id="{CA7B053B-50DE-5A57-4E1C-6249BA1316E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1" name="Freeform 137">
                    <a:extLst>
                      <a:ext uri="{FF2B5EF4-FFF2-40B4-BE49-F238E27FC236}">
                        <a16:creationId xmlns:a16="http://schemas.microsoft.com/office/drawing/2014/main" id="{9CE7DBCA-0A4F-AB3F-53E9-CC831C02272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2" name="Freeform 138">
                    <a:extLst>
                      <a:ext uri="{FF2B5EF4-FFF2-40B4-BE49-F238E27FC236}">
                        <a16:creationId xmlns:a16="http://schemas.microsoft.com/office/drawing/2014/main" id="{77DA2937-3DC6-B2AB-062A-61183C0FDA5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3" name="Freeform 139">
                    <a:extLst>
                      <a:ext uri="{FF2B5EF4-FFF2-40B4-BE49-F238E27FC236}">
                        <a16:creationId xmlns:a16="http://schemas.microsoft.com/office/drawing/2014/main" id="{71799DF2-77A1-BBAB-6218-F43FBB08CAB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4" name="Freeform 140">
                    <a:extLst>
                      <a:ext uri="{FF2B5EF4-FFF2-40B4-BE49-F238E27FC236}">
                        <a16:creationId xmlns:a16="http://schemas.microsoft.com/office/drawing/2014/main" id="{267A88ED-03FD-4C0F-33EE-099D205168E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5" name="Freeform 141">
                    <a:extLst>
                      <a:ext uri="{FF2B5EF4-FFF2-40B4-BE49-F238E27FC236}">
                        <a16:creationId xmlns:a16="http://schemas.microsoft.com/office/drawing/2014/main" id="{0664CE1E-0004-20FE-0649-9CA58659392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6" name="Freeform 142">
                    <a:extLst>
                      <a:ext uri="{FF2B5EF4-FFF2-40B4-BE49-F238E27FC236}">
                        <a16:creationId xmlns:a16="http://schemas.microsoft.com/office/drawing/2014/main" id="{F56B102D-508A-B70F-7E3A-330CEC806E4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48" name="Freeform 143">
                    <a:extLst>
                      <a:ext uri="{FF2B5EF4-FFF2-40B4-BE49-F238E27FC236}">
                        <a16:creationId xmlns:a16="http://schemas.microsoft.com/office/drawing/2014/main" id="{57CA6746-97D8-C254-2DB2-99643D44639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25" name="WordArt 144">
              <a:extLst>
                <a:ext uri="{FF2B5EF4-FFF2-40B4-BE49-F238E27FC236}">
                  <a16:creationId xmlns:a16="http://schemas.microsoft.com/office/drawing/2014/main" id="{2EE5B74D-0221-342D-C512-737EA1F8274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grpSp>
        <p:nvGrpSpPr>
          <p:cNvPr id="21848" name="Group 311">
            <a:extLst>
              <a:ext uri="{FF2B5EF4-FFF2-40B4-BE49-F238E27FC236}">
                <a16:creationId xmlns:a16="http://schemas.microsoft.com/office/drawing/2014/main" id="{7D6F8486-9151-C0A7-CBD2-01C3C411DA4C}"/>
              </a:ext>
            </a:extLst>
          </p:cNvPr>
          <p:cNvGrpSpPr>
            <a:grpSpLocks/>
          </p:cNvGrpSpPr>
          <p:nvPr/>
        </p:nvGrpSpPr>
        <p:grpSpPr bwMode="auto">
          <a:xfrm rot="19389679">
            <a:off x="5846128" y="2945643"/>
            <a:ext cx="1797050" cy="900112"/>
            <a:chOff x="4259" y="1678"/>
            <a:chExt cx="1132" cy="567"/>
          </a:xfrm>
        </p:grpSpPr>
        <p:grpSp>
          <p:nvGrpSpPr>
            <p:cNvPr id="21849" name="Group 312">
              <a:extLst>
                <a:ext uri="{FF2B5EF4-FFF2-40B4-BE49-F238E27FC236}">
                  <a16:creationId xmlns:a16="http://schemas.microsoft.com/office/drawing/2014/main" id="{CE40BAAA-B110-0391-AABD-C3D8F8D9E064}"/>
                </a:ext>
              </a:extLst>
            </p:cNvPr>
            <p:cNvGrpSpPr>
              <a:grpSpLocks/>
            </p:cNvGrpSpPr>
            <p:nvPr/>
          </p:nvGrpSpPr>
          <p:grpSpPr bwMode="auto">
            <a:xfrm flipH="1">
              <a:off x="4259" y="1678"/>
              <a:ext cx="1132" cy="567"/>
              <a:chOff x="333" y="1678"/>
              <a:chExt cx="1132" cy="567"/>
            </a:xfrm>
          </p:grpSpPr>
          <p:sp>
            <p:nvSpPr>
              <p:cNvPr id="21851" name="Freeform 313">
                <a:extLst>
                  <a:ext uri="{FF2B5EF4-FFF2-40B4-BE49-F238E27FC236}">
                    <a16:creationId xmlns:a16="http://schemas.microsoft.com/office/drawing/2014/main" id="{2D717DEC-5CF2-4EC3-CE01-DE4B90F28CC3}"/>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2" name="Freeform 314">
                <a:extLst>
                  <a:ext uri="{FF2B5EF4-FFF2-40B4-BE49-F238E27FC236}">
                    <a16:creationId xmlns:a16="http://schemas.microsoft.com/office/drawing/2014/main" id="{DD0E4A58-AF82-2058-A780-9746A5085D31}"/>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3" name="Freeform 315">
                <a:extLst>
                  <a:ext uri="{FF2B5EF4-FFF2-40B4-BE49-F238E27FC236}">
                    <a16:creationId xmlns:a16="http://schemas.microsoft.com/office/drawing/2014/main" id="{11B506F8-292B-93BD-FCED-A3EA2AD09367}"/>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4" name="Freeform 316">
                <a:extLst>
                  <a:ext uri="{FF2B5EF4-FFF2-40B4-BE49-F238E27FC236}">
                    <a16:creationId xmlns:a16="http://schemas.microsoft.com/office/drawing/2014/main" id="{2D314E3C-A711-9A17-5E6E-038681C9B4FD}"/>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5" name="Freeform 317">
                <a:extLst>
                  <a:ext uri="{FF2B5EF4-FFF2-40B4-BE49-F238E27FC236}">
                    <a16:creationId xmlns:a16="http://schemas.microsoft.com/office/drawing/2014/main" id="{9888FF99-1215-304A-9AAF-A71AE7AECC32}"/>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6" name="Freeform 318">
                <a:extLst>
                  <a:ext uri="{FF2B5EF4-FFF2-40B4-BE49-F238E27FC236}">
                    <a16:creationId xmlns:a16="http://schemas.microsoft.com/office/drawing/2014/main" id="{7EECB26C-CF8F-76B5-4F24-534CFF8359F3}"/>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57" name="Freeform 319">
                <a:extLst>
                  <a:ext uri="{FF2B5EF4-FFF2-40B4-BE49-F238E27FC236}">
                    <a16:creationId xmlns:a16="http://schemas.microsoft.com/office/drawing/2014/main" id="{7F142E6E-327C-B4C9-88CB-F6289E5530C6}"/>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50" name="Text Box 320">
              <a:extLst>
                <a:ext uri="{FF2B5EF4-FFF2-40B4-BE49-F238E27FC236}">
                  <a16:creationId xmlns:a16="http://schemas.microsoft.com/office/drawing/2014/main" id="{7DEE7EF8-3041-CA96-E090-8B566D28B7B2}"/>
                </a:ext>
              </a:extLst>
            </p:cNvPr>
            <p:cNvSpPr txBox="1">
              <a:spLocks noChangeArrowheads="1"/>
            </p:cNvSpPr>
            <p:nvPr/>
          </p:nvSpPr>
          <p:spPr bwMode="auto">
            <a:xfrm rot="1143463" flipH="1">
              <a:off x="4626" y="1866"/>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dirty="0">
                  <a:latin typeface="Courier New" panose="02070309020205020404" pitchFamily="49" charset="0"/>
                </a:rPr>
                <a:t>10.0.2.1</a:t>
              </a:r>
            </a:p>
          </p:txBody>
        </p:sp>
      </p:grpSp>
      <p:grpSp>
        <p:nvGrpSpPr>
          <p:cNvPr id="21618" name="Group 288">
            <a:extLst>
              <a:ext uri="{FF2B5EF4-FFF2-40B4-BE49-F238E27FC236}">
                <a16:creationId xmlns:a16="http://schemas.microsoft.com/office/drawing/2014/main" id="{80933FDA-37BD-FB20-5891-39B0F541966C}"/>
              </a:ext>
            </a:extLst>
          </p:cNvPr>
          <p:cNvGrpSpPr>
            <a:grpSpLocks/>
          </p:cNvGrpSpPr>
          <p:nvPr/>
        </p:nvGrpSpPr>
        <p:grpSpPr bwMode="auto">
          <a:xfrm>
            <a:off x="7966809" y="3501377"/>
            <a:ext cx="765991" cy="537685"/>
            <a:chOff x="195" y="394"/>
            <a:chExt cx="570" cy="360"/>
          </a:xfrm>
        </p:grpSpPr>
        <p:sp>
          <p:nvSpPr>
            <p:cNvPr id="21619" name="Arc 289">
              <a:extLst>
                <a:ext uri="{FF2B5EF4-FFF2-40B4-BE49-F238E27FC236}">
                  <a16:creationId xmlns:a16="http://schemas.microsoft.com/office/drawing/2014/main" id="{68C9CBDD-F347-2C3B-FC7F-8B6517F3D48D}"/>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620" name="Arc 290">
              <a:extLst>
                <a:ext uri="{FF2B5EF4-FFF2-40B4-BE49-F238E27FC236}">
                  <a16:creationId xmlns:a16="http://schemas.microsoft.com/office/drawing/2014/main" id="{163EF90E-AF3D-BD45-F951-9F68443C9651}"/>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621" name="Line 291">
              <a:extLst>
                <a:ext uri="{FF2B5EF4-FFF2-40B4-BE49-F238E27FC236}">
                  <a16:creationId xmlns:a16="http://schemas.microsoft.com/office/drawing/2014/main" id="{3367239E-89E5-D01F-AC88-BFC9850A9680}"/>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622" name="Line 292">
              <a:extLst>
                <a:ext uri="{FF2B5EF4-FFF2-40B4-BE49-F238E27FC236}">
                  <a16:creationId xmlns:a16="http://schemas.microsoft.com/office/drawing/2014/main" id="{8BDC2400-CFCD-FB6C-22E3-D8F30CB54071}"/>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21623" name="Group 69">
            <a:extLst>
              <a:ext uri="{FF2B5EF4-FFF2-40B4-BE49-F238E27FC236}">
                <a16:creationId xmlns:a16="http://schemas.microsoft.com/office/drawing/2014/main" id="{0E39C382-18C6-8154-3219-36FF04909958}"/>
              </a:ext>
            </a:extLst>
          </p:cNvPr>
          <p:cNvGrpSpPr>
            <a:grpSpLocks/>
          </p:cNvGrpSpPr>
          <p:nvPr/>
        </p:nvGrpSpPr>
        <p:grpSpPr bwMode="auto">
          <a:xfrm>
            <a:off x="8011945" y="3118209"/>
            <a:ext cx="406400" cy="339725"/>
            <a:chOff x="144" y="3264"/>
            <a:chExt cx="288" cy="240"/>
          </a:xfrm>
        </p:grpSpPr>
        <p:sp>
          <p:nvSpPr>
            <p:cNvPr id="21624" name="Rectangle 70">
              <a:extLst>
                <a:ext uri="{FF2B5EF4-FFF2-40B4-BE49-F238E27FC236}">
                  <a16:creationId xmlns:a16="http://schemas.microsoft.com/office/drawing/2014/main" id="{F1C6A219-9034-16D8-28DC-9110F288A053}"/>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625" name="Rectangle 71">
              <a:extLst>
                <a:ext uri="{FF2B5EF4-FFF2-40B4-BE49-F238E27FC236}">
                  <a16:creationId xmlns:a16="http://schemas.microsoft.com/office/drawing/2014/main" id="{A4468341-ACC8-519C-EE76-3D4349A69E40}"/>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21626" name="Group 66">
            <a:extLst>
              <a:ext uri="{FF2B5EF4-FFF2-40B4-BE49-F238E27FC236}">
                <a16:creationId xmlns:a16="http://schemas.microsoft.com/office/drawing/2014/main" id="{77541235-1528-BCEF-F804-D7E4CC19D5EB}"/>
              </a:ext>
            </a:extLst>
          </p:cNvPr>
          <p:cNvGrpSpPr>
            <a:grpSpLocks/>
          </p:cNvGrpSpPr>
          <p:nvPr/>
        </p:nvGrpSpPr>
        <p:grpSpPr bwMode="auto">
          <a:xfrm>
            <a:off x="7472755" y="3586104"/>
            <a:ext cx="406400" cy="339725"/>
            <a:chOff x="144" y="3264"/>
            <a:chExt cx="288" cy="240"/>
          </a:xfrm>
        </p:grpSpPr>
        <p:sp>
          <p:nvSpPr>
            <p:cNvPr id="21627" name="Rectangle 67">
              <a:extLst>
                <a:ext uri="{FF2B5EF4-FFF2-40B4-BE49-F238E27FC236}">
                  <a16:creationId xmlns:a16="http://schemas.microsoft.com/office/drawing/2014/main" id="{6EB4D91B-6A8C-58B7-E27E-92959F1E345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21628" name="Rectangle 68">
              <a:extLst>
                <a:ext uri="{FF2B5EF4-FFF2-40B4-BE49-F238E27FC236}">
                  <a16:creationId xmlns:a16="http://schemas.microsoft.com/office/drawing/2014/main" id="{6A835B21-C905-AD22-1599-3D8AD43032F8}"/>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grpSp>
        <p:nvGrpSpPr>
          <p:cNvPr id="21629" name="Group 22">
            <a:extLst>
              <a:ext uri="{FF2B5EF4-FFF2-40B4-BE49-F238E27FC236}">
                <a16:creationId xmlns:a16="http://schemas.microsoft.com/office/drawing/2014/main" id="{5953D7E0-1865-C60A-FA9F-50247B85C1D1}"/>
              </a:ext>
            </a:extLst>
          </p:cNvPr>
          <p:cNvGrpSpPr>
            <a:grpSpLocks noChangeAspect="1"/>
          </p:cNvGrpSpPr>
          <p:nvPr/>
        </p:nvGrpSpPr>
        <p:grpSpPr bwMode="auto">
          <a:xfrm>
            <a:off x="5453228" y="2573027"/>
            <a:ext cx="723900" cy="460375"/>
            <a:chOff x="3312" y="2160"/>
            <a:chExt cx="960" cy="528"/>
          </a:xfrm>
        </p:grpSpPr>
        <p:grpSp>
          <p:nvGrpSpPr>
            <p:cNvPr id="21630" name="Group 23">
              <a:extLst>
                <a:ext uri="{FF2B5EF4-FFF2-40B4-BE49-F238E27FC236}">
                  <a16:creationId xmlns:a16="http://schemas.microsoft.com/office/drawing/2014/main" id="{A53C4AF4-A696-7B6D-1A8C-C5A900B45131}"/>
                </a:ext>
              </a:extLst>
            </p:cNvPr>
            <p:cNvGrpSpPr>
              <a:grpSpLocks noChangeAspect="1"/>
            </p:cNvGrpSpPr>
            <p:nvPr/>
          </p:nvGrpSpPr>
          <p:grpSpPr bwMode="auto">
            <a:xfrm>
              <a:off x="3312" y="2160"/>
              <a:ext cx="960" cy="528"/>
              <a:chOff x="3312" y="2160"/>
              <a:chExt cx="960" cy="528"/>
            </a:xfrm>
          </p:grpSpPr>
          <p:sp>
            <p:nvSpPr>
              <p:cNvPr id="21824" name="AutoShape 24">
                <a:extLst>
                  <a:ext uri="{FF2B5EF4-FFF2-40B4-BE49-F238E27FC236}">
                    <a16:creationId xmlns:a16="http://schemas.microsoft.com/office/drawing/2014/main" id="{04B02E04-3625-75F1-F69C-B21B8A248F9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825" name="Group 25">
                <a:extLst>
                  <a:ext uri="{FF2B5EF4-FFF2-40B4-BE49-F238E27FC236}">
                    <a16:creationId xmlns:a16="http://schemas.microsoft.com/office/drawing/2014/main" id="{59623188-8377-5056-2548-040547125DF6}"/>
                  </a:ext>
                </a:extLst>
              </p:cNvPr>
              <p:cNvGrpSpPr>
                <a:grpSpLocks noChangeAspect="1"/>
              </p:cNvGrpSpPr>
              <p:nvPr/>
            </p:nvGrpSpPr>
            <p:grpSpPr bwMode="auto">
              <a:xfrm>
                <a:off x="3488" y="2193"/>
                <a:ext cx="599" cy="207"/>
                <a:chOff x="422" y="1632"/>
                <a:chExt cx="829" cy="298"/>
              </a:xfrm>
            </p:grpSpPr>
            <p:grpSp>
              <p:nvGrpSpPr>
                <p:cNvPr id="21826" name="Group 26">
                  <a:extLst>
                    <a:ext uri="{FF2B5EF4-FFF2-40B4-BE49-F238E27FC236}">
                      <a16:creationId xmlns:a16="http://schemas.microsoft.com/office/drawing/2014/main" id="{BD844632-6829-B491-AE33-144BE164B377}"/>
                    </a:ext>
                  </a:extLst>
                </p:cNvPr>
                <p:cNvGrpSpPr>
                  <a:grpSpLocks noChangeAspect="1"/>
                </p:cNvGrpSpPr>
                <p:nvPr/>
              </p:nvGrpSpPr>
              <p:grpSpPr bwMode="auto">
                <a:xfrm>
                  <a:off x="422" y="1632"/>
                  <a:ext cx="822" cy="291"/>
                  <a:chOff x="422" y="1632"/>
                  <a:chExt cx="822" cy="291"/>
                </a:xfrm>
              </p:grpSpPr>
              <p:sp>
                <p:nvSpPr>
                  <p:cNvPr id="21867" name="Freeform 27">
                    <a:extLst>
                      <a:ext uri="{FF2B5EF4-FFF2-40B4-BE49-F238E27FC236}">
                        <a16:creationId xmlns:a16="http://schemas.microsoft.com/office/drawing/2014/main" id="{409DE1E1-57E1-CAB5-A071-A44AAE148BF6}"/>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1" name="Freeform 28">
                    <a:extLst>
                      <a:ext uri="{FF2B5EF4-FFF2-40B4-BE49-F238E27FC236}">
                        <a16:creationId xmlns:a16="http://schemas.microsoft.com/office/drawing/2014/main" id="{885AD608-00E7-C45E-9D67-F37D597FF821}"/>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2" name="Freeform 29">
                    <a:extLst>
                      <a:ext uri="{FF2B5EF4-FFF2-40B4-BE49-F238E27FC236}">
                        <a16:creationId xmlns:a16="http://schemas.microsoft.com/office/drawing/2014/main" id="{AFE86617-137B-BA66-CF2F-178C3E2B94F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3" name="Freeform 30">
                    <a:extLst>
                      <a:ext uri="{FF2B5EF4-FFF2-40B4-BE49-F238E27FC236}">
                        <a16:creationId xmlns:a16="http://schemas.microsoft.com/office/drawing/2014/main" id="{E0E777D2-BD5B-8E4D-8103-0403BAAEA15D}"/>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4" name="Freeform 31">
                    <a:extLst>
                      <a:ext uri="{FF2B5EF4-FFF2-40B4-BE49-F238E27FC236}">
                        <a16:creationId xmlns:a16="http://schemas.microsoft.com/office/drawing/2014/main" id="{87D164DC-8E40-857C-B056-E2CF6D749957}"/>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5" name="Freeform 32">
                    <a:extLst>
                      <a:ext uri="{FF2B5EF4-FFF2-40B4-BE49-F238E27FC236}">
                        <a16:creationId xmlns:a16="http://schemas.microsoft.com/office/drawing/2014/main" id="{B4D215E6-36E1-29A5-27FA-05E7122138E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6" name="Freeform 33">
                    <a:extLst>
                      <a:ext uri="{FF2B5EF4-FFF2-40B4-BE49-F238E27FC236}">
                        <a16:creationId xmlns:a16="http://schemas.microsoft.com/office/drawing/2014/main" id="{A32FA95D-2EBA-9D9D-346A-C5F6F6BAAD73}"/>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7" name="Freeform 34">
                    <a:extLst>
                      <a:ext uri="{FF2B5EF4-FFF2-40B4-BE49-F238E27FC236}">
                        <a16:creationId xmlns:a16="http://schemas.microsoft.com/office/drawing/2014/main" id="{66BB7343-AA92-B303-45A9-3611A1B9F20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858" name="Group 35">
                  <a:extLst>
                    <a:ext uri="{FF2B5EF4-FFF2-40B4-BE49-F238E27FC236}">
                      <a16:creationId xmlns:a16="http://schemas.microsoft.com/office/drawing/2014/main" id="{8F3B94B1-CB4D-2A87-C663-3F89F6503826}"/>
                    </a:ext>
                  </a:extLst>
                </p:cNvPr>
                <p:cNvGrpSpPr>
                  <a:grpSpLocks noChangeAspect="1"/>
                </p:cNvGrpSpPr>
                <p:nvPr/>
              </p:nvGrpSpPr>
              <p:grpSpPr bwMode="auto">
                <a:xfrm>
                  <a:off x="429" y="1639"/>
                  <a:ext cx="822" cy="291"/>
                  <a:chOff x="429" y="1639"/>
                  <a:chExt cx="822" cy="291"/>
                </a:xfrm>
              </p:grpSpPr>
              <p:sp>
                <p:nvSpPr>
                  <p:cNvPr id="21859" name="Freeform 36">
                    <a:extLst>
                      <a:ext uri="{FF2B5EF4-FFF2-40B4-BE49-F238E27FC236}">
                        <a16:creationId xmlns:a16="http://schemas.microsoft.com/office/drawing/2014/main" id="{9E9A3E7F-D68A-1D66-AE95-319D6BB0BDC2}"/>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60" name="Freeform 37">
                    <a:extLst>
                      <a:ext uri="{FF2B5EF4-FFF2-40B4-BE49-F238E27FC236}">
                        <a16:creationId xmlns:a16="http://schemas.microsoft.com/office/drawing/2014/main" id="{63B86920-440A-3BEF-E611-41326C096A4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61" name="Freeform 38">
                    <a:extLst>
                      <a:ext uri="{FF2B5EF4-FFF2-40B4-BE49-F238E27FC236}">
                        <a16:creationId xmlns:a16="http://schemas.microsoft.com/office/drawing/2014/main" id="{FE54C391-D764-8C10-48A1-1D32AF748461}"/>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62" name="Freeform 39">
                    <a:extLst>
                      <a:ext uri="{FF2B5EF4-FFF2-40B4-BE49-F238E27FC236}">
                        <a16:creationId xmlns:a16="http://schemas.microsoft.com/office/drawing/2014/main" id="{0445174A-2218-5CD9-94EB-5A8489E13542}"/>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63" name="Freeform 40">
                    <a:extLst>
                      <a:ext uri="{FF2B5EF4-FFF2-40B4-BE49-F238E27FC236}">
                        <a16:creationId xmlns:a16="http://schemas.microsoft.com/office/drawing/2014/main" id="{B55B29EF-875F-4A0B-053E-3A62B4B0957E}"/>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64" name="Freeform 41">
                    <a:extLst>
                      <a:ext uri="{FF2B5EF4-FFF2-40B4-BE49-F238E27FC236}">
                        <a16:creationId xmlns:a16="http://schemas.microsoft.com/office/drawing/2014/main" id="{1997B204-D035-AA0B-DB17-F67895C4BB5A}"/>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65" name="Freeform 42">
                    <a:extLst>
                      <a:ext uri="{FF2B5EF4-FFF2-40B4-BE49-F238E27FC236}">
                        <a16:creationId xmlns:a16="http://schemas.microsoft.com/office/drawing/2014/main" id="{B2F4D4A9-3828-1D4D-FCF7-5C5ABB1E494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66" name="Freeform 43">
                    <a:extLst>
                      <a:ext uri="{FF2B5EF4-FFF2-40B4-BE49-F238E27FC236}">
                        <a16:creationId xmlns:a16="http://schemas.microsoft.com/office/drawing/2014/main" id="{0ACDEC95-D906-4CFD-E73A-E8B57DDD2D90}"/>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631" name="WordArt 44">
              <a:extLst>
                <a:ext uri="{FF2B5EF4-FFF2-40B4-BE49-F238E27FC236}">
                  <a16:creationId xmlns:a16="http://schemas.microsoft.com/office/drawing/2014/main" id="{DB0B3FC1-ECF2-F418-4185-E7E6A6B490D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21878" name="Oval 53">
            <a:extLst>
              <a:ext uri="{FF2B5EF4-FFF2-40B4-BE49-F238E27FC236}">
                <a16:creationId xmlns:a16="http://schemas.microsoft.com/office/drawing/2014/main" id="{9D4E14D2-A9BB-C18A-B666-7058F6949391}"/>
              </a:ext>
            </a:extLst>
          </p:cNvPr>
          <p:cNvSpPr>
            <a:spLocks noChangeArrowheads="1"/>
          </p:cNvSpPr>
          <p:nvPr/>
        </p:nvSpPr>
        <p:spPr bwMode="auto">
          <a:xfrm flipH="1">
            <a:off x="5707907" y="3567987"/>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C</a:t>
            </a:r>
          </a:p>
        </p:txBody>
      </p:sp>
      <p:grpSp>
        <p:nvGrpSpPr>
          <p:cNvPr id="21879" name="Group 145">
            <a:extLst>
              <a:ext uri="{FF2B5EF4-FFF2-40B4-BE49-F238E27FC236}">
                <a16:creationId xmlns:a16="http://schemas.microsoft.com/office/drawing/2014/main" id="{DC5D14BF-5613-7CE8-EF6B-7BD912A776C9}"/>
              </a:ext>
            </a:extLst>
          </p:cNvPr>
          <p:cNvGrpSpPr>
            <a:grpSpLocks noChangeAspect="1"/>
          </p:cNvGrpSpPr>
          <p:nvPr/>
        </p:nvGrpSpPr>
        <p:grpSpPr bwMode="auto">
          <a:xfrm>
            <a:off x="3427884" y="3438634"/>
            <a:ext cx="723900" cy="460375"/>
            <a:chOff x="3312" y="2160"/>
            <a:chExt cx="960" cy="528"/>
          </a:xfrm>
        </p:grpSpPr>
        <p:grpSp>
          <p:nvGrpSpPr>
            <p:cNvPr id="21880" name="Group 146">
              <a:extLst>
                <a:ext uri="{FF2B5EF4-FFF2-40B4-BE49-F238E27FC236}">
                  <a16:creationId xmlns:a16="http://schemas.microsoft.com/office/drawing/2014/main" id="{F8811BEC-C151-EBE0-D7FE-244BD0CEA09C}"/>
                </a:ext>
              </a:extLst>
            </p:cNvPr>
            <p:cNvGrpSpPr>
              <a:grpSpLocks noChangeAspect="1"/>
            </p:cNvGrpSpPr>
            <p:nvPr/>
          </p:nvGrpSpPr>
          <p:grpSpPr bwMode="auto">
            <a:xfrm>
              <a:off x="3312" y="2160"/>
              <a:ext cx="960" cy="528"/>
              <a:chOff x="3312" y="2160"/>
              <a:chExt cx="960" cy="528"/>
            </a:xfrm>
          </p:grpSpPr>
          <p:sp>
            <p:nvSpPr>
              <p:cNvPr id="21882" name="AutoShape 147">
                <a:extLst>
                  <a:ext uri="{FF2B5EF4-FFF2-40B4-BE49-F238E27FC236}">
                    <a16:creationId xmlns:a16="http://schemas.microsoft.com/office/drawing/2014/main" id="{3D7D3B05-A3F2-18D8-030F-4CC01663D7D0}"/>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883" name="Group 148">
                <a:extLst>
                  <a:ext uri="{FF2B5EF4-FFF2-40B4-BE49-F238E27FC236}">
                    <a16:creationId xmlns:a16="http://schemas.microsoft.com/office/drawing/2014/main" id="{29BA2AA0-EE9B-FEA7-0353-780379DE9BFD}"/>
                  </a:ext>
                </a:extLst>
              </p:cNvPr>
              <p:cNvGrpSpPr>
                <a:grpSpLocks noChangeAspect="1"/>
              </p:cNvGrpSpPr>
              <p:nvPr/>
            </p:nvGrpSpPr>
            <p:grpSpPr bwMode="auto">
              <a:xfrm>
                <a:off x="3488" y="2193"/>
                <a:ext cx="599" cy="207"/>
                <a:chOff x="422" y="1632"/>
                <a:chExt cx="829" cy="298"/>
              </a:xfrm>
            </p:grpSpPr>
            <p:grpSp>
              <p:nvGrpSpPr>
                <p:cNvPr id="21884" name="Group 149">
                  <a:extLst>
                    <a:ext uri="{FF2B5EF4-FFF2-40B4-BE49-F238E27FC236}">
                      <a16:creationId xmlns:a16="http://schemas.microsoft.com/office/drawing/2014/main" id="{5332889C-9AB3-725A-1989-BC0EB0089FB7}"/>
                    </a:ext>
                  </a:extLst>
                </p:cNvPr>
                <p:cNvGrpSpPr>
                  <a:grpSpLocks noChangeAspect="1"/>
                </p:cNvGrpSpPr>
                <p:nvPr/>
              </p:nvGrpSpPr>
              <p:grpSpPr bwMode="auto">
                <a:xfrm>
                  <a:off x="422" y="1632"/>
                  <a:ext cx="822" cy="291"/>
                  <a:chOff x="422" y="1632"/>
                  <a:chExt cx="822" cy="291"/>
                </a:xfrm>
              </p:grpSpPr>
              <p:sp>
                <p:nvSpPr>
                  <p:cNvPr id="21894" name="Freeform 150">
                    <a:extLst>
                      <a:ext uri="{FF2B5EF4-FFF2-40B4-BE49-F238E27FC236}">
                        <a16:creationId xmlns:a16="http://schemas.microsoft.com/office/drawing/2014/main" id="{8A8FA607-8875-634E-1ABF-EEA2DB86079F}"/>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5" name="Freeform 151">
                    <a:extLst>
                      <a:ext uri="{FF2B5EF4-FFF2-40B4-BE49-F238E27FC236}">
                        <a16:creationId xmlns:a16="http://schemas.microsoft.com/office/drawing/2014/main" id="{3990C1E2-3239-3E85-93DE-2E8BFA4E5D1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6" name="Freeform 152">
                    <a:extLst>
                      <a:ext uri="{FF2B5EF4-FFF2-40B4-BE49-F238E27FC236}">
                        <a16:creationId xmlns:a16="http://schemas.microsoft.com/office/drawing/2014/main" id="{ABE5F453-3F11-315A-F7B7-DF672C2B412F}"/>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7" name="Freeform 153">
                    <a:extLst>
                      <a:ext uri="{FF2B5EF4-FFF2-40B4-BE49-F238E27FC236}">
                        <a16:creationId xmlns:a16="http://schemas.microsoft.com/office/drawing/2014/main" id="{30366A78-AA50-6A57-73AA-AFDEF5FDA1E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8" name="Freeform 154">
                    <a:extLst>
                      <a:ext uri="{FF2B5EF4-FFF2-40B4-BE49-F238E27FC236}">
                        <a16:creationId xmlns:a16="http://schemas.microsoft.com/office/drawing/2014/main" id="{03212FB3-F31F-FB9F-86AE-C19DDBCD65B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9" name="Freeform 155">
                    <a:extLst>
                      <a:ext uri="{FF2B5EF4-FFF2-40B4-BE49-F238E27FC236}">
                        <a16:creationId xmlns:a16="http://schemas.microsoft.com/office/drawing/2014/main" id="{3942EB97-CF74-538A-C753-0A383B9B9CB7}"/>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0" name="Freeform 156">
                    <a:extLst>
                      <a:ext uri="{FF2B5EF4-FFF2-40B4-BE49-F238E27FC236}">
                        <a16:creationId xmlns:a16="http://schemas.microsoft.com/office/drawing/2014/main" id="{69D9EE51-3161-ABA0-51D4-DB98B49125E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1" name="Freeform 157">
                    <a:extLst>
                      <a:ext uri="{FF2B5EF4-FFF2-40B4-BE49-F238E27FC236}">
                        <a16:creationId xmlns:a16="http://schemas.microsoft.com/office/drawing/2014/main" id="{D1619C43-F5DD-3CDB-A188-8CB59F24105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885" name="Group 158">
                  <a:extLst>
                    <a:ext uri="{FF2B5EF4-FFF2-40B4-BE49-F238E27FC236}">
                      <a16:creationId xmlns:a16="http://schemas.microsoft.com/office/drawing/2014/main" id="{5C70CA1C-CB84-26E2-CEE3-6E5306486DE6}"/>
                    </a:ext>
                  </a:extLst>
                </p:cNvPr>
                <p:cNvGrpSpPr>
                  <a:grpSpLocks noChangeAspect="1"/>
                </p:cNvGrpSpPr>
                <p:nvPr/>
              </p:nvGrpSpPr>
              <p:grpSpPr bwMode="auto">
                <a:xfrm>
                  <a:off x="429" y="1639"/>
                  <a:ext cx="822" cy="291"/>
                  <a:chOff x="429" y="1639"/>
                  <a:chExt cx="822" cy="291"/>
                </a:xfrm>
              </p:grpSpPr>
              <p:sp>
                <p:nvSpPr>
                  <p:cNvPr id="21886" name="Freeform 159">
                    <a:extLst>
                      <a:ext uri="{FF2B5EF4-FFF2-40B4-BE49-F238E27FC236}">
                        <a16:creationId xmlns:a16="http://schemas.microsoft.com/office/drawing/2014/main" id="{71486CEF-61BC-44D5-8A49-3D9141F1290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7" name="Freeform 160">
                    <a:extLst>
                      <a:ext uri="{FF2B5EF4-FFF2-40B4-BE49-F238E27FC236}">
                        <a16:creationId xmlns:a16="http://schemas.microsoft.com/office/drawing/2014/main" id="{7DB715FD-4DB0-B862-93B3-EE43F8BBBC60}"/>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8" name="Freeform 161">
                    <a:extLst>
                      <a:ext uri="{FF2B5EF4-FFF2-40B4-BE49-F238E27FC236}">
                        <a16:creationId xmlns:a16="http://schemas.microsoft.com/office/drawing/2014/main" id="{548DB83E-F111-087F-CC10-288BE7A2BAC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9" name="Freeform 162">
                    <a:extLst>
                      <a:ext uri="{FF2B5EF4-FFF2-40B4-BE49-F238E27FC236}">
                        <a16:creationId xmlns:a16="http://schemas.microsoft.com/office/drawing/2014/main" id="{2F6EC10C-8582-404F-3BA5-1DD1B5ECBE1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0" name="Freeform 163">
                    <a:extLst>
                      <a:ext uri="{FF2B5EF4-FFF2-40B4-BE49-F238E27FC236}">
                        <a16:creationId xmlns:a16="http://schemas.microsoft.com/office/drawing/2014/main" id="{5A74C645-D861-B3EE-BAD9-6739B7508B9F}"/>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1" name="Freeform 164">
                    <a:extLst>
                      <a:ext uri="{FF2B5EF4-FFF2-40B4-BE49-F238E27FC236}">
                        <a16:creationId xmlns:a16="http://schemas.microsoft.com/office/drawing/2014/main" id="{738D6325-F3C0-2D9B-E802-81337C4F9DAF}"/>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2" name="Freeform 165">
                    <a:extLst>
                      <a:ext uri="{FF2B5EF4-FFF2-40B4-BE49-F238E27FC236}">
                        <a16:creationId xmlns:a16="http://schemas.microsoft.com/office/drawing/2014/main" id="{E1C253AE-BE3F-2F8B-E78D-550E5CFA9653}"/>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3" name="Freeform 166">
                    <a:extLst>
                      <a:ext uri="{FF2B5EF4-FFF2-40B4-BE49-F238E27FC236}">
                        <a16:creationId xmlns:a16="http://schemas.microsoft.com/office/drawing/2014/main" id="{90107BD1-52C7-0CCB-3A94-9ED0E897C71B}"/>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881" name="WordArt 167">
              <a:extLst>
                <a:ext uri="{FF2B5EF4-FFF2-40B4-BE49-F238E27FC236}">
                  <a16:creationId xmlns:a16="http://schemas.microsoft.com/office/drawing/2014/main" id="{97006ACD-7028-FC75-5885-E2B995744444}"/>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spTree>
    <p:extLst>
      <p:ext uri="{BB962C8B-B14F-4D97-AF65-F5344CB8AC3E}">
        <p14:creationId xmlns:p14="http://schemas.microsoft.com/office/powerpoint/2010/main" val="3226370228"/>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9" name="Rectangle 162">
            <a:extLst>
              <a:ext uri="{FF2B5EF4-FFF2-40B4-BE49-F238E27FC236}">
                <a16:creationId xmlns:a16="http://schemas.microsoft.com/office/drawing/2014/main" id="{8584387D-BCD0-10AC-7D8D-EC2987806EDE}"/>
              </a:ext>
            </a:extLst>
          </p:cNvPr>
          <p:cNvSpPr>
            <a:spLocks noGrp="1" noChangeArrowheads="1"/>
          </p:cNvSpPr>
          <p:nvPr>
            <p:ph type="title"/>
          </p:nvPr>
        </p:nvSpPr>
        <p:spPr/>
        <p:txBody>
          <a:bodyPr/>
          <a:lstStyle/>
          <a:p>
            <a:pPr eaLnBrk="1" hangingPunct="1"/>
            <a:r>
              <a:rPr lang="it-IT" altLang="it-IT" sz="4000" dirty="0" err="1"/>
              <a:t>ospf’s</a:t>
            </a:r>
            <a:r>
              <a:rPr lang="it-IT" altLang="it-IT" sz="4000" dirty="0"/>
              <a:t> </a:t>
            </a:r>
            <a:r>
              <a:rPr lang="it-IT" altLang="it-IT" sz="4000" dirty="0" err="1"/>
              <a:t>view</a:t>
            </a:r>
            <a:r>
              <a:rPr lang="it-IT" altLang="it-IT" sz="4000" dirty="0"/>
              <a:t> of the network</a:t>
            </a:r>
          </a:p>
        </p:txBody>
      </p:sp>
      <p:sp>
        <p:nvSpPr>
          <p:cNvPr id="2" name="Rectangle 4">
            <a:extLst>
              <a:ext uri="{FF2B5EF4-FFF2-40B4-BE49-F238E27FC236}">
                <a16:creationId xmlns:a16="http://schemas.microsoft.com/office/drawing/2014/main" id="{6CE004DA-5A77-5B87-6A43-BCDFAA7F1A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A2AFE0F-CDE3-53AA-46B9-074CE3A31213}"/>
              </a:ext>
            </a:extLst>
          </p:cNvPr>
          <p:cNvSpPr>
            <a:spLocks noGrp="1" noChangeArrowheads="1"/>
          </p:cNvSpPr>
          <p:nvPr>
            <p:ph type="ftr" sz="quarter" idx="11"/>
          </p:nvPr>
        </p:nvSpPr>
        <p:spPr>
          <a:ln/>
        </p:spPr>
        <p:txBody>
          <a:bodyPr/>
          <a:lstStyle/>
          <a:p>
            <a:r>
              <a:rPr lang="it-IT" altLang="en-IT"/>
              <a:t>kathara – [ labs: ospf_frr ]</a:t>
            </a:r>
          </a:p>
        </p:txBody>
      </p:sp>
      <p:grpSp>
        <p:nvGrpSpPr>
          <p:cNvPr id="21508" name="Group 2">
            <a:extLst>
              <a:ext uri="{FF2B5EF4-FFF2-40B4-BE49-F238E27FC236}">
                <a16:creationId xmlns:a16="http://schemas.microsoft.com/office/drawing/2014/main" id="{2DA97725-4953-C550-1AE7-B08BFB277F90}"/>
              </a:ext>
            </a:extLst>
          </p:cNvPr>
          <p:cNvGrpSpPr>
            <a:grpSpLocks/>
          </p:cNvGrpSpPr>
          <p:nvPr/>
        </p:nvGrpSpPr>
        <p:grpSpPr bwMode="auto">
          <a:xfrm>
            <a:off x="2166173" y="1050664"/>
            <a:ext cx="7655970" cy="3628007"/>
            <a:chOff x="-177" y="1030"/>
            <a:chExt cx="5760" cy="2840"/>
          </a:xfrm>
        </p:grpSpPr>
        <p:grpSp>
          <p:nvGrpSpPr>
            <p:cNvPr id="21537" name="Group 3">
              <a:extLst>
                <a:ext uri="{FF2B5EF4-FFF2-40B4-BE49-F238E27FC236}">
                  <a16:creationId xmlns:a16="http://schemas.microsoft.com/office/drawing/2014/main" id="{E2681DC0-9B50-77BB-239C-DF7BA73E9B3B}"/>
                </a:ext>
              </a:extLst>
            </p:cNvPr>
            <p:cNvGrpSpPr>
              <a:grpSpLocks/>
            </p:cNvGrpSpPr>
            <p:nvPr/>
          </p:nvGrpSpPr>
          <p:grpSpPr bwMode="auto">
            <a:xfrm>
              <a:off x="-177" y="1221"/>
              <a:ext cx="5760" cy="2649"/>
              <a:chOff x="-177" y="1221"/>
              <a:chExt cx="5760" cy="2649"/>
            </a:xfrm>
          </p:grpSpPr>
          <p:sp>
            <p:nvSpPr>
              <p:cNvPr id="21539" name="Oval 4">
                <a:extLst>
                  <a:ext uri="{FF2B5EF4-FFF2-40B4-BE49-F238E27FC236}">
                    <a16:creationId xmlns:a16="http://schemas.microsoft.com/office/drawing/2014/main" id="{B69635C6-E67E-A5FF-F83A-EDD0A07E21AD}"/>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0" name="Oval 5">
                <a:extLst>
                  <a:ext uri="{FF2B5EF4-FFF2-40B4-BE49-F238E27FC236}">
                    <a16:creationId xmlns:a16="http://schemas.microsoft.com/office/drawing/2014/main" id="{CD6F14E2-E370-605B-5409-012738BB8ECB}"/>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1" name="Oval 6">
                <a:extLst>
                  <a:ext uri="{FF2B5EF4-FFF2-40B4-BE49-F238E27FC236}">
                    <a16:creationId xmlns:a16="http://schemas.microsoft.com/office/drawing/2014/main" id="{B0991C3C-4720-AA4F-C655-54ADA1D57C12}"/>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2" name="Oval 7">
                <a:extLst>
                  <a:ext uri="{FF2B5EF4-FFF2-40B4-BE49-F238E27FC236}">
                    <a16:creationId xmlns:a16="http://schemas.microsoft.com/office/drawing/2014/main" id="{45C8B705-A185-D395-872F-2FEC97CFF287}"/>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3" name="Oval 8">
                <a:extLst>
                  <a:ext uri="{FF2B5EF4-FFF2-40B4-BE49-F238E27FC236}">
                    <a16:creationId xmlns:a16="http://schemas.microsoft.com/office/drawing/2014/main" id="{F725B197-4602-ACB5-B8B8-56129D2CDD21}"/>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4" name="Oval 9">
                <a:extLst>
                  <a:ext uri="{FF2B5EF4-FFF2-40B4-BE49-F238E27FC236}">
                    <a16:creationId xmlns:a16="http://schemas.microsoft.com/office/drawing/2014/main" id="{ACBEF2A0-3712-BAD5-FD1A-C29D5EC8AB13}"/>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5" name="Oval 10">
                <a:extLst>
                  <a:ext uri="{FF2B5EF4-FFF2-40B4-BE49-F238E27FC236}">
                    <a16:creationId xmlns:a16="http://schemas.microsoft.com/office/drawing/2014/main" id="{E674A691-74D1-1DC0-A014-ADBC3155DCA2}"/>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6" name="Oval 11">
                <a:extLst>
                  <a:ext uri="{FF2B5EF4-FFF2-40B4-BE49-F238E27FC236}">
                    <a16:creationId xmlns:a16="http://schemas.microsoft.com/office/drawing/2014/main" id="{B83FF4C2-6943-FEFF-00E0-6E588EDA7C0A}"/>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7" name="Oval 12">
                <a:extLst>
                  <a:ext uri="{FF2B5EF4-FFF2-40B4-BE49-F238E27FC236}">
                    <a16:creationId xmlns:a16="http://schemas.microsoft.com/office/drawing/2014/main" id="{EF32C6C9-82D0-B1E8-DA27-1F3B19138F71}"/>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dirty="0">
                  <a:latin typeface="Arial" panose="020B0604020202020204" pitchFamily="34" charset="0"/>
                </a:endParaRPr>
              </a:p>
            </p:txBody>
          </p:sp>
        </p:grpSp>
        <p:sp>
          <p:nvSpPr>
            <p:cNvPr id="21538" name="Oval 13">
              <a:extLst>
                <a:ext uri="{FF2B5EF4-FFF2-40B4-BE49-F238E27FC236}">
                  <a16:creationId xmlns:a16="http://schemas.microsoft.com/office/drawing/2014/main" id="{6EC22C66-8731-D095-AF4D-2BED9A96CFED}"/>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grpSp>
        <p:nvGrpSpPr>
          <p:cNvPr id="4" name="Group 3">
            <a:extLst>
              <a:ext uri="{FF2B5EF4-FFF2-40B4-BE49-F238E27FC236}">
                <a16:creationId xmlns:a16="http://schemas.microsoft.com/office/drawing/2014/main" id="{2D42DAB1-303A-3E40-3524-C11468DCB958}"/>
              </a:ext>
            </a:extLst>
          </p:cNvPr>
          <p:cNvGrpSpPr/>
          <p:nvPr/>
        </p:nvGrpSpPr>
        <p:grpSpPr>
          <a:xfrm>
            <a:off x="2780918" y="4408603"/>
            <a:ext cx="6802068" cy="2334786"/>
            <a:chOff x="4778215" y="2378844"/>
            <a:chExt cx="6802068" cy="1961626"/>
          </a:xfrm>
        </p:grpSpPr>
        <p:sp>
          <p:nvSpPr>
            <p:cNvPr id="5" name="Rectangle 4">
              <a:extLst>
                <a:ext uri="{FF2B5EF4-FFF2-40B4-BE49-F238E27FC236}">
                  <a16:creationId xmlns:a16="http://schemas.microsoft.com/office/drawing/2014/main" id="{70361730-5F00-C0BB-08BD-044CC667EEAE}"/>
                </a:ext>
              </a:extLst>
            </p:cNvPr>
            <p:cNvSpPr/>
            <p:nvPr/>
          </p:nvSpPr>
          <p:spPr>
            <a:xfrm>
              <a:off x="4778215" y="2632077"/>
              <a:ext cx="6802068" cy="1708393"/>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it-IT" altLang="it-IT" sz="1400" dirty="0">
                  <a:solidFill>
                    <a:schemeClr val="bg1"/>
                  </a:solidFill>
                  <a:latin typeface="Lucida Console" panose="020B0609040504020204" pitchFamily="49" charset="0"/>
                </a:rPr>
                <a:t>bb0# show </a:t>
              </a:r>
              <a:r>
                <a:rPr lang="it-IT" altLang="it-IT" sz="1400" dirty="0" err="1">
                  <a:solidFill>
                    <a:schemeClr val="bg1"/>
                  </a:solidFill>
                  <a:latin typeface="Lucida Console" panose="020B0609040504020204" pitchFamily="49" charset="0"/>
                </a:rPr>
                <a:t>ip</a:t>
              </a:r>
              <a:r>
                <a:rPr lang="it-IT" altLang="it-IT" sz="1400" dirty="0">
                  <a:solidFill>
                    <a:schemeClr val="bg1"/>
                  </a:solidFill>
                  <a:latin typeface="Lucida Console" panose="020B0609040504020204" pitchFamily="49" charset="0"/>
                </a:rPr>
                <a:t> </a:t>
              </a:r>
              <a:r>
                <a:rPr lang="it-IT" altLang="it-IT" sz="1400" dirty="0" err="1">
                  <a:solidFill>
                    <a:schemeClr val="bg1"/>
                  </a:solidFill>
                  <a:latin typeface="Lucida Console" panose="020B0609040504020204" pitchFamily="49" charset="0"/>
                </a:rPr>
                <a:t>ospf</a:t>
              </a:r>
              <a:r>
                <a:rPr lang="it-IT" altLang="it-IT" sz="1400" dirty="0">
                  <a:solidFill>
                    <a:schemeClr val="bg1"/>
                  </a:solidFill>
                  <a:latin typeface="Lucida Console" panose="020B0609040504020204" pitchFamily="49" charset="0"/>
                </a:rPr>
                <a:t> database router</a:t>
              </a:r>
            </a:p>
            <a:p>
              <a:pPr eaLnBrk="1" hangingPunct="1"/>
              <a:r>
                <a:rPr lang="it-IT" altLang="it-IT" sz="1400" dirty="0">
                  <a:solidFill>
                    <a:schemeClr val="bg1"/>
                  </a:solidFill>
                  <a:latin typeface="Lucida Console" panose="020B0609040504020204" pitchFamily="49" charset="0"/>
                </a:rPr>
                <a:t> Link State ID: 10.0.1.1 </a:t>
              </a:r>
            </a:p>
            <a:p>
              <a:pPr eaLnBrk="1" hangingPunct="1"/>
              <a:r>
                <a:rPr lang="it-IT" altLang="it-IT" sz="1400" dirty="0">
                  <a:solidFill>
                    <a:schemeClr val="bg1"/>
                  </a:solidFill>
                  <a:latin typeface="Lucida Console" panose="020B0609040504020204" pitchFamily="49" charset="0"/>
                </a:rPr>
                <a:t>   </a:t>
              </a:r>
              <a:r>
                <a:rPr lang="it-IT" altLang="it-IT" sz="1400" dirty="0" err="1">
                  <a:solidFill>
                    <a:schemeClr val="bg1"/>
                  </a:solidFill>
                  <a:latin typeface="Lucida Console" panose="020B0609040504020204" pitchFamily="49" charset="0"/>
                </a:rPr>
                <a:t>Number</a:t>
              </a:r>
              <a:r>
                <a:rPr lang="it-IT" altLang="it-IT" sz="1400" dirty="0">
                  <a:solidFill>
                    <a:schemeClr val="bg1"/>
                  </a:solidFill>
                  <a:latin typeface="Lucida Console" panose="020B0609040504020204" pitchFamily="49" charset="0"/>
                </a:rPr>
                <a:t> of Links: 2</a:t>
              </a:r>
            </a:p>
            <a:p>
              <a:pPr eaLnBrk="1" hangingPunct="1"/>
              <a:r>
                <a:rPr lang="it-IT" altLang="it-IT" sz="1400" dirty="0">
                  <a:solidFill>
                    <a:schemeClr val="bg1"/>
                  </a:solidFill>
                  <a:latin typeface="Lucida Console" panose="020B0609040504020204" pitchFamily="49" charset="0"/>
                </a:rPr>
                <a:t>    Link </a:t>
              </a:r>
              <a:r>
                <a:rPr lang="it-IT" altLang="it-IT" sz="1400" dirty="0" err="1">
                  <a:solidFill>
                    <a:schemeClr val="bg1"/>
                  </a:solidFill>
                  <a:latin typeface="Lucida Console" panose="020B0609040504020204" pitchFamily="49" charset="0"/>
                </a:rPr>
                <a:t>connected</a:t>
              </a:r>
              <a:r>
                <a:rPr lang="it-IT" altLang="it-IT" sz="1400" dirty="0">
                  <a:solidFill>
                    <a:schemeClr val="bg1"/>
                  </a:solidFill>
                  <a:latin typeface="Lucida Console" panose="020B0609040504020204" pitchFamily="49" charset="0"/>
                </a:rPr>
                <a:t> to: a Transit Network</a:t>
              </a:r>
            </a:p>
            <a:p>
              <a:pPr eaLnBrk="1" hangingPunct="1"/>
              <a:r>
                <a:rPr lang="it-IT" altLang="it-IT" sz="1400" dirty="0">
                  <a:solidFill>
                    <a:schemeClr val="bg1"/>
                  </a:solidFill>
                  <a:latin typeface="Lucida Console" panose="020B0609040504020204" pitchFamily="49" charset="0"/>
                </a:rPr>
                <a:t>     (Link ID) </a:t>
              </a:r>
              <a:r>
                <a:rPr lang="it-IT" altLang="it-IT" sz="1400" dirty="0" err="1">
                  <a:solidFill>
                    <a:schemeClr val="bg1"/>
                  </a:solidFill>
                  <a:latin typeface="Lucida Console" panose="020B0609040504020204" pitchFamily="49" charset="0"/>
                </a:rPr>
                <a:t>Designated</a:t>
              </a:r>
              <a:r>
                <a:rPr lang="it-IT" altLang="it-IT" sz="1400" dirty="0">
                  <a:solidFill>
                    <a:schemeClr val="bg1"/>
                  </a:solidFill>
                  <a:latin typeface="Lucida Console" panose="020B0609040504020204" pitchFamily="49" charset="0"/>
                </a:rPr>
                <a:t> Router </a:t>
              </a:r>
              <a:r>
                <a:rPr lang="it-IT" altLang="it-IT" sz="1400" dirty="0" err="1">
                  <a:solidFill>
                    <a:schemeClr val="bg1"/>
                  </a:solidFill>
                  <a:latin typeface="Lucida Console" panose="020B0609040504020204" pitchFamily="49" charset="0"/>
                </a:rPr>
                <a:t>address</a:t>
              </a:r>
              <a:r>
                <a:rPr lang="it-IT" altLang="it-IT" sz="1400" dirty="0">
                  <a:solidFill>
                    <a:schemeClr val="bg1"/>
                  </a:solidFill>
                  <a:latin typeface="Lucida Console" panose="020B0609040504020204" pitchFamily="49" charset="0"/>
                </a:rPr>
                <a:t>: 10.0.0.1</a:t>
              </a:r>
            </a:p>
            <a:p>
              <a:pPr eaLnBrk="1" hangingPunct="1"/>
              <a:r>
                <a:rPr lang="it-IT" altLang="it-IT" sz="1400" dirty="0">
                  <a:solidFill>
                    <a:schemeClr val="bg1"/>
                  </a:solidFill>
                  <a:latin typeface="Lucida Console" panose="020B0609040504020204" pitchFamily="49" charset="0"/>
                </a:rPr>
                <a:t>     (Link Data) Router Interface </a:t>
              </a:r>
              <a:r>
                <a:rPr lang="it-IT" altLang="it-IT" sz="1400" dirty="0" err="1">
                  <a:solidFill>
                    <a:schemeClr val="bg1"/>
                  </a:solidFill>
                  <a:latin typeface="Lucida Console" panose="020B0609040504020204" pitchFamily="49" charset="0"/>
                </a:rPr>
                <a:t>address</a:t>
              </a:r>
              <a:r>
                <a:rPr lang="it-IT" altLang="it-IT" sz="1400" dirty="0">
                  <a:solidFill>
                    <a:schemeClr val="bg1"/>
                  </a:solidFill>
                  <a:latin typeface="Lucida Console" panose="020B0609040504020204" pitchFamily="49" charset="0"/>
                </a:rPr>
                <a:t>: 10.0.0.2</a:t>
              </a:r>
            </a:p>
            <a:p>
              <a:pPr eaLnBrk="1" hangingPunct="1"/>
              <a:r>
                <a:rPr lang="it-IT" altLang="it-IT" sz="1400" dirty="0">
                  <a:solidFill>
                    <a:schemeClr val="bg1"/>
                  </a:solidFill>
                  <a:latin typeface="Lucida Console" panose="020B0609040504020204" pitchFamily="49" charset="0"/>
                </a:rPr>
                <a:t>    Link </a:t>
              </a:r>
              <a:r>
                <a:rPr lang="it-IT" altLang="it-IT" sz="1400" dirty="0" err="1">
                  <a:solidFill>
                    <a:schemeClr val="bg1"/>
                  </a:solidFill>
                  <a:latin typeface="Lucida Console" panose="020B0609040504020204" pitchFamily="49" charset="0"/>
                </a:rPr>
                <a:t>connected</a:t>
              </a:r>
              <a:r>
                <a:rPr lang="it-IT" altLang="it-IT" sz="1400" dirty="0">
                  <a:solidFill>
                    <a:schemeClr val="bg1"/>
                  </a:solidFill>
                  <a:latin typeface="Lucida Console" panose="020B0609040504020204" pitchFamily="49" charset="0"/>
                </a:rPr>
                <a:t> to: a Transit Network</a:t>
              </a:r>
            </a:p>
            <a:p>
              <a:pPr eaLnBrk="1" hangingPunct="1"/>
              <a:r>
                <a:rPr lang="it-IT" altLang="it-IT" sz="1400" dirty="0">
                  <a:solidFill>
                    <a:schemeClr val="bg1"/>
                  </a:solidFill>
                  <a:latin typeface="Lucida Console" panose="020B0609040504020204" pitchFamily="49" charset="0"/>
                </a:rPr>
                <a:t>     (Link ID) </a:t>
              </a:r>
              <a:r>
                <a:rPr lang="it-IT" altLang="it-IT" sz="1400" dirty="0" err="1">
                  <a:solidFill>
                    <a:schemeClr val="bg1"/>
                  </a:solidFill>
                  <a:latin typeface="Lucida Console" panose="020B0609040504020204" pitchFamily="49" charset="0"/>
                </a:rPr>
                <a:t>Designated</a:t>
              </a:r>
              <a:r>
                <a:rPr lang="it-IT" altLang="it-IT" sz="1400" dirty="0">
                  <a:solidFill>
                    <a:schemeClr val="bg1"/>
                  </a:solidFill>
                  <a:latin typeface="Lucida Console" panose="020B0609040504020204" pitchFamily="49" charset="0"/>
                </a:rPr>
                <a:t> Router </a:t>
              </a:r>
              <a:r>
                <a:rPr lang="it-IT" altLang="it-IT" sz="1400" dirty="0" err="1">
                  <a:solidFill>
                    <a:schemeClr val="bg1"/>
                  </a:solidFill>
                  <a:latin typeface="Lucida Console" panose="020B0609040504020204" pitchFamily="49" charset="0"/>
                </a:rPr>
                <a:t>address</a:t>
              </a:r>
              <a:r>
                <a:rPr lang="it-IT" altLang="it-IT" sz="1400" dirty="0">
                  <a:solidFill>
                    <a:schemeClr val="bg1"/>
                  </a:solidFill>
                  <a:latin typeface="Lucida Console" panose="020B0609040504020204" pitchFamily="49" charset="0"/>
                </a:rPr>
                <a:t>: 10.0.1.2</a:t>
              </a:r>
            </a:p>
            <a:p>
              <a:pPr eaLnBrk="1" hangingPunct="1"/>
              <a:r>
                <a:rPr lang="it-IT" altLang="it-IT" sz="1400" dirty="0">
                  <a:solidFill>
                    <a:schemeClr val="bg1"/>
                  </a:solidFill>
                  <a:latin typeface="Lucida Console" panose="020B0609040504020204" pitchFamily="49" charset="0"/>
                </a:rPr>
                <a:t>     (Link Data) Router Interface </a:t>
              </a:r>
              <a:r>
                <a:rPr lang="it-IT" altLang="it-IT" sz="1400" dirty="0" err="1">
                  <a:solidFill>
                    <a:schemeClr val="bg1"/>
                  </a:solidFill>
                  <a:latin typeface="Lucida Console" panose="020B0609040504020204" pitchFamily="49" charset="0"/>
                </a:rPr>
                <a:t>address</a:t>
              </a:r>
              <a:r>
                <a:rPr lang="it-IT" altLang="it-IT" sz="1400" dirty="0">
                  <a:solidFill>
                    <a:schemeClr val="bg1"/>
                  </a:solidFill>
                  <a:latin typeface="Lucida Console" panose="020B0609040504020204" pitchFamily="49" charset="0"/>
                </a:rPr>
                <a:t>: 10.0.1.1 </a:t>
              </a:r>
            </a:p>
            <a:p>
              <a:pPr eaLnBrk="1" hangingPunct="1"/>
              <a:endParaRPr lang="it-IT" altLang="it-IT" sz="1400" dirty="0">
                <a:solidFill>
                  <a:schemeClr val="bg1"/>
                </a:solidFill>
                <a:latin typeface="Lucida Console" panose="020B0609040504020204" pitchFamily="49" charset="0"/>
              </a:endParaRPr>
            </a:p>
          </p:txBody>
        </p:sp>
        <p:sp>
          <p:nvSpPr>
            <p:cNvPr id="6" name="Rectangle 5">
              <a:extLst>
                <a:ext uri="{FF2B5EF4-FFF2-40B4-BE49-F238E27FC236}">
                  <a16:creationId xmlns:a16="http://schemas.microsoft.com/office/drawing/2014/main" id="{E8931EE6-7A3E-795A-0473-EC7653C2A51A}"/>
                </a:ext>
              </a:extLst>
            </p:cNvPr>
            <p:cNvSpPr/>
            <p:nvPr/>
          </p:nvSpPr>
          <p:spPr>
            <a:xfrm>
              <a:off x="4778215" y="2378844"/>
              <a:ext cx="6802064"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7" name="Group 6">
              <a:extLst>
                <a:ext uri="{FF2B5EF4-FFF2-40B4-BE49-F238E27FC236}">
                  <a16:creationId xmlns:a16="http://schemas.microsoft.com/office/drawing/2014/main" id="{2CE8E8BB-74C2-AC0C-E3A5-C38E3B3F0654}"/>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E844A620-6750-B0F9-F8AC-10A7C8E1AC64}"/>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B770B94-AC31-A4C4-6A0F-3E88FAEF025C}"/>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E583634-35BC-41C5-2601-F81456C681CE}"/>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4" name="AutoShape 54">
            <a:extLst>
              <a:ext uri="{FF2B5EF4-FFF2-40B4-BE49-F238E27FC236}">
                <a16:creationId xmlns:a16="http://schemas.microsoft.com/office/drawing/2014/main" id="{AB0AF694-8067-C502-B6AB-55D6D79D8F99}"/>
              </a:ext>
            </a:extLst>
          </p:cNvPr>
          <p:cNvSpPr>
            <a:spLocks noChangeArrowheads="1"/>
          </p:cNvSpPr>
          <p:nvPr/>
        </p:nvSpPr>
        <p:spPr bwMode="auto">
          <a:xfrm>
            <a:off x="1843302" y="2058827"/>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dirty="0">
                <a:solidFill>
                  <a:schemeClr val="bg1"/>
                </a:solidFill>
              </a:rPr>
              <a:t>0.0.0.0</a:t>
            </a:r>
          </a:p>
        </p:txBody>
      </p:sp>
      <p:grpSp>
        <p:nvGrpSpPr>
          <p:cNvPr id="35" name="Group 58">
            <a:extLst>
              <a:ext uri="{FF2B5EF4-FFF2-40B4-BE49-F238E27FC236}">
                <a16:creationId xmlns:a16="http://schemas.microsoft.com/office/drawing/2014/main" id="{E59B77AC-6891-3FC2-54D5-5DC0F4CA30D2}"/>
              </a:ext>
            </a:extLst>
          </p:cNvPr>
          <p:cNvGrpSpPr>
            <a:grpSpLocks noChangeAspect="1"/>
          </p:cNvGrpSpPr>
          <p:nvPr/>
        </p:nvGrpSpPr>
        <p:grpSpPr bwMode="auto">
          <a:xfrm>
            <a:off x="3418205" y="1642040"/>
            <a:ext cx="723900" cy="460375"/>
            <a:chOff x="3312" y="2160"/>
            <a:chExt cx="960" cy="528"/>
          </a:xfrm>
        </p:grpSpPr>
        <p:grpSp>
          <p:nvGrpSpPr>
            <p:cNvPr id="36" name="Group 59">
              <a:extLst>
                <a:ext uri="{FF2B5EF4-FFF2-40B4-BE49-F238E27FC236}">
                  <a16:creationId xmlns:a16="http://schemas.microsoft.com/office/drawing/2014/main" id="{358B3B2D-E8BA-1E94-14AE-B007D2DA2B53}"/>
                </a:ext>
              </a:extLst>
            </p:cNvPr>
            <p:cNvGrpSpPr>
              <a:grpSpLocks noChangeAspect="1"/>
            </p:cNvGrpSpPr>
            <p:nvPr/>
          </p:nvGrpSpPr>
          <p:grpSpPr bwMode="auto">
            <a:xfrm>
              <a:off x="3312" y="2160"/>
              <a:ext cx="960" cy="528"/>
              <a:chOff x="3312" y="2160"/>
              <a:chExt cx="960" cy="528"/>
            </a:xfrm>
          </p:grpSpPr>
          <p:sp>
            <p:nvSpPr>
              <p:cNvPr id="38" name="AutoShape 60">
                <a:extLst>
                  <a:ext uri="{FF2B5EF4-FFF2-40B4-BE49-F238E27FC236}">
                    <a16:creationId xmlns:a16="http://schemas.microsoft.com/office/drawing/2014/main" id="{B5BD0E12-FF8A-1D07-7047-4D285097916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39" name="Group 61">
                <a:extLst>
                  <a:ext uri="{FF2B5EF4-FFF2-40B4-BE49-F238E27FC236}">
                    <a16:creationId xmlns:a16="http://schemas.microsoft.com/office/drawing/2014/main" id="{3D58A98C-FB1A-914C-C89D-1AB4E97A30CE}"/>
                  </a:ext>
                </a:extLst>
              </p:cNvPr>
              <p:cNvGrpSpPr>
                <a:grpSpLocks noChangeAspect="1"/>
              </p:cNvGrpSpPr>
              <p:nvPr/>
            </p:nvGrpSpPr>
            <p:grpSpPr bwMode="auto">
              <a:xfrm>
                <a:off x="3488" y="2193"/>
                <a:ext cx="599" cy="207"/>
                <a:chOff x="422" y="1632"/>
                <a:chExt cx="829" cy="298"/>
              </a:xfrm>
            </p:grpSpPr>
            <p:grpSp>
              <p:nvGrpSpPr>
                <p:cNvPr id="40" name="Group 62">
                  <a:extLst>
                    <a:ext uri="{FF2B5EF4-FFF2-40B4-BE49-F238E27FC236}">
                      <a16:creationId xmlns:a16="http://schemas.microsoft.com/office/drawing/2014/main" id="{1B435C44-4945-1186-C685-2EBEA0450C98}"/>
                    </a:ext>
                  </a:extLst>
                </p:cNvPr>
                <p:cNvGrpSpPr>
                  <a:grpSpLocks noChangeAspect="1"/>
                </p:cNvGrpSpPr>
                <p:nvPr/>
              </p:nvGrpSpPr>
              <p:grpSpPr bwMode="auto">
                <a:xfrm>
                  <a:off x="422" y="1632"/>
                  <a:ext cx="822" cy="291"/>
                  <a:chOff x="422" y="1632"/>
                  <a:chExt cx="822" cy="291"/>
                </a:xfrm>
              </p:grpSpPr>
              <p:sp>
                <p:nvSpPr>
                  <p:cNvPr id="50" name="Freeform 63">
                    <a:extLst>
                      <a:ext uri="{FF2B5EF4-FFF2-40B4-BE49-F238E27FC236}">
                        <a16:creationId xmlns:a16="http://schemas.microsoft.com/office/drawing/2014/main" id="{B7109261-9C9F-F1C8-BEE5-9E18EAD52D1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1" name="Freeform 64">
                    <a:extLst>
                      <a:ext uri="{FF2B5EF4-FFF2-40B4-BE49-F238E27FC236}">
                        <a16:creationId xmlns:a16="http://schemas.microsoft.com/office/drawing/2014/main" id="{DF07984C-6065-BDC5-F697-56DB089B466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2" name="Freeform 65">
                    <a:extLst>
                      <a:ext uri="{FF2B5EF4-FFF2-40B4-BE49-F238E27FC236}">
                        <a16:creationId xmlns:a16="http://schemas.microsoft.com/office/drawing/2014/main" id="{759D1AB2-789C-7CE3-27B1-6AE8B2C1739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3" name="Freeform 66">
                    <a:extLst>
                      <a:ext uri="{FF2B5EF4-FFF2-40B4-BE49-F238E27FC236}">
                        <a16:creationId xmlns:a16="http://schemas.microsoft.com/office/drawing/2014/main" id="{400C610D-46FF-23B9-0C27-5EBCB41DF37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4" name="Freeform 67">
                    <a:extLst>
                      <a:ext uri="{FF2B5EF4-FFF2-40B4-BE49-F238E27FC236}">
                        <a16:creationId xmlns:a16="http://schemas.microsoft.com/office/drawing/2014/main" id="{B16A48EC-EF7F-4BE0-F6E4-ECCA66E9CD7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5" name="Freeform 68">
                    <a:extLst>
                      <a:ext uri="{FF2B5EF4-FFF2-40B4-BE49-F238E27FC236}">
                        <a16:creationId xmlns:a16="http://schemas.microsoft.com/office/drawing/2014/main" id="{19F1100D-8148-89E6-52E6-125C40AD333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6" name="Freeform 69">
                    <a:extLst>
                      <a:ext uri="{FF2B5EF4-FFF2-40B4-BE49-F238E27FC236}">
                        <a16:creationId xmlns:a16="http://schemas.microsoft.com/office/drawing/2014/main" id="{3CFC53CC-782F-BEF7-6986-BA080261A08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 name="Freeform 70">
                    <a:extLst>
                      <a:ext uri="{FF2B5EF4-FFF2-40B4-BE49-F238E27FC236}">
                        <a16:creationId xmlns:a16="http://schemas.microsoft.com/office/drawing/2014/main" id="{05BCE7A7-0FFB-785E-9573-AF9EADE0A54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41" name="Group 71">
                  <a:extLst>
                    <a:ext uri="{FF2B5EF4-FFF2-40B4-BE49-F238E27FC236}">
                      <a16:creationId xmlns:a16="http://schemas.microsoft.com/office/drawing/2014/main" id="{EDC4A3D8-0EA2-297F-3400-A35F16D6A136}"/>
                    </a:ext>
                  </a:extLst>
                </p:cNvPr>
                <p:cNvGrpSpPr>
                  <a:grpSpLocks noChangeAspect="1"/>
                </p:cNvGrpSpPr>
                <p:nvPr/>
              </p:nvGrpSpPr>
              <p:grpSpPr bwMode="auto">
                <a:xfrm>
                  <a:off x="429" y="1639"/>
                  <a:ext cx="822" cy="291"/>
                  <a:chOff x="429" y="1639"/>
                  <a:chExt cx="822" cy="291"/>
                </a:xfrm>
              </p:grpSpPr>
              <p:sp>
                <p:nvSpPr>
                  <p:cNvPr id="42" name="Freeform 72">
                    <a:extLst>
                      <a:ext uri="{FF2B5EF4-FFF2-40B4-BE49-F238E27FC236}">
                        <a16:creationId xmlns:a16="http://schemas.microsoft.com/office/drawing/2014/main" id="{DFD37556-E148-827E-C941-733AECD2C1B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3" name="Freeform 73">
                    <a:extLst>
                      <a:ext uri="{FF2B5EF4-FFF2-40B4-BE49-F238E27FC236}">
                        <a16:creationId xmlns:a16="http://schemas.microsoft.com/office/drawing/2014/main" id="{7182A070-25A5-C387-18BE-F3B70348A3C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4" name="Freeform 74">
                    <a:extLst>
                      <a:ext uri="{FF2B5EF4-FFF2-40B4-BE49-F238E27FC236}">
                        <a16:creationId xmlns:a16="http://schemas.microsoft.com/office/drawing/2014/main" id="{F19F85A6-9AB0-A771-E0ED-A13F02E7C2F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5" name="Freeform 75">
                    <a:extLst>
                      <a:ext uri="{FF2B5EF4-FFF2-40B4-BE49-F238E27FC236}">
                        <a16:creationId xmlns:a16="http://schemas.microsoft.com/office/drawing/2014/main" id="{6DE448EC-8F63-1CF6-EEB6-91D37D3E513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6" name="Freeform 76">
                    <a:extLst>
                      <a:ext uri="{FF2B5EF4-FFF2-40B4-BE49-F238E27FC236}">
                        <a16:creationId xmlns:a16="http://schemas.microsoft.com/office/drawing/2014/main" id="{F70C254F-7D19-3124-4192-6B7E5196087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7" name="Freeform 77">
                    <a:extLst>
                      <a:ext uri="{FF2B5EF4-FFF2-40B4-BE49-F238E27FC236}">
                        <a16:creationId xmlns:a16="http://schemas.microsoft.com/office/drawing/2014/main" id="{95125788-59B8-5A47-66D5-979B1828E46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8" name="Freeform 78">
                    <a:extLst>
                      <a:ext uri="{FF2B5EF4-FFF2-40B4-BE49-F238E27FC236}">
                        <a16:creationId xmlns:a16="http://schemas.microsoft.com/office/drawing/2014/main" id="{7207942D-6365-5FED-025B-19F2C0F69E8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9" name="Freeform 79">
                    <a:extLst>
                      <a:ext uri="{FF2B5EF4-FFF2-40B4-BE49-F238E27FC236}">
                        <a16:creationId xmlns:a16="http://schemas.microsoft.com/office/drawing/2014/main" id="{90F873C8-E584-E0CD-3C49-5BA0FDDD050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37" name="WordArt 80">
              <a:extLst>
                <a:ext uri="{FF2B5EF4-FFF2-40B4-BE49-F238E27FC236}">
                  <a16:creationId xmlns:a16="http://schemas.microsoft.com/office/drawing/2014/main" id="{E214CEBC-AD80-D590-DDEA-5C0A99499D7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sp>
        <p:nvSpPr>
          <p:cNvPr id="21580" name="AutoShape 182">
            <a:extLst>
              <a:ext uri="{FF2B5EF4-FFF2-40B4-BE49-F238E27FC236}">
                <a16:creationId xmlns:a16="http://schemas.microsoft.com/office/drawing/2014/main" id="{AAF8263B-B0B3-A65D-3DCA-6F87857E6027}"/>
              </a:ext>
            </a:extLst>
          </p:cNvPr>
          <p:cNvSpPr>
            <a:spLocks noChangeArrowheads="1"/>
          </p:cNvSpPr>
          <p:nvPr/>
        </p:nvSpPr>
        <p:spPr bwMode="auto">
          <a:xfrm>
            <a:off x="3267393"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10.0.3.1</a:t>
            </a:r>
          </a:p>
        </p:txBody>
      </p:sp>
      <p:sp>
        <p:nvSpPr>
          <p:cNvPr id="21581" name="AutoShape 183">
            <a:extLst>
              <a:ext uri="{FF2B5EF4-FFF2-40B4-BE49-F238E27FC236}">
                <a16:creationId xmlns:a16="http://schemas.microsoft.com/office/drawing/2014/main" id="{AEBCF5DC-DF62-D732-6A91-8D5C0F660489}"/>
              </a:ext>
            </a:extLst>
          </p:cNvPr>
          <p:cNvSpPr>
            <a:spLocks noChangeArrowheads="1"/>
          </p:cNvSpPr>
          <p:nvPr/>
        </p:nvSpPr>
        <p:spPr bwMode="auto">
          <a:xfrm>
            <a:off x="2932228" y="3929171"/>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10.0.3.2</a:t>
            </a:r>
          </a:p>
        </p:txBody>
      </p:sp>
      <p:sp>
        <p:nvSpPr>
          <p:cNvPr id="21582" name="AutoShape 185">
            <a:extLst>
              <a:ext uri="{FF2B5EF4-FFF2-40B4-BE49-F238E27FC236}">
                <a16:creationId xmlns:a16="http://schemas.microsoft.com/office/drawing/2014/main" id="{1DBEC42A-CBD1-19B7-F25C-8A892BC0FD97}"/>
              </a:ext>
            </a:extLst>
          </p:cNvPr>
          <p:cNvSpPr>
            <a:spLocks noChangeArrowheads="1"/>
          </p:cNvSpPr>
          <p:nvPr/>
        </p:nvSpPr>
        <p:spPr bwMode="auto">
          <a:xfrm>
            <a:off x="7809504" y="4021967"/>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dirty="0">
                <a:latin typeface="Courier New" panose="02070309020205020404" pitchFamily="49" charset="0"/>
              </a:rPr>
              <a:t>10.0.2.2</a:t>
            </a:r>
          </a:p>
        </p:txBody>
      </p:sp>
      <p:sp>
        <p:nvSpPr>
          <p:cNvPr id="21583" name="AutoShape 186">
            <a:extLst>
              <a:ext uri="{FF2B5EF4-FFF2-40B4-BE49-F238E27FC236}">
                <a16:creationId xmlns:a16="http://schemas.microsoft.com/office/drawing/2014/main" id="{90B64B42-6EB8-61B4-CE07-5514EEE6C7B2}"/>
              </a:ext>
            </a:extLst>
          </p:cNvPr>
          <p:cNvSpPr>
            <a:spLocks noChangeArrowheads="1"/>
          </p:cNvSpPr>
          <p:nvPr/>
        </p:nvSpPr>
        <p:spPr bwMode="auto">
          <a:xfrm>
            <a:off x="7621147"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10.0.1.1</a:t>
            </a:r>
          </a:p>
        </p:txBody>
      </p:sp>
      <p:sp>
        <p:nvSpPr>
          <p:cNvPr id="21584" name="AutoShape 214">
            <a:extLst>
              <a:ext uri="{FF2B5EF4-FFF2-40B4-BE49-F238E27FC236}">
                <a16:creationId xmlns:a16="http://schemas.microsoft.com/office/drawing/2014/main" id="{8A261A5F-7264-3AC9-C64E-CFA81FE95B65}"/>
              </a:ext>
            </a:extLst>
          </p:cNvPr>
          <p:cNvSpPr>
            <a:spLocks noChangeArrowheads="1"/>
          </p:cNvSpPr>
          <p:nvPr/>
        </p:nvSpPr>
        <p:spPr bwMode="auto">
          <a:xfrm>
            <a:off x="6244202" y="2468145"/>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10.0.2.3</a:t>
            </a:r>
          </a:p>
        </p:txBody>
      </p:sp>
      <p:sp>
        <p:nvSpPr>
          <p:cNvPr id="21827" name="AutoShape 298">
            <a:extLst>
              <a:ext uri="{FF2B5EF4-FFF2-40B4-BE49-F238E27FC236}">
                <a16:creationId xmlns:a16="http://schemas.microsoft.com/office/drawing/2014/main" id="{06B3DCAD-6000-B97B-E025-9E874C4ECA57}"/>
              </a:ext>
            </a:extLst>
          </p:cNvPr>
          <p:cNvSpPr>
            <a:spLocks noChangeArrowheads="1"/>
          </p:cNvSpPr>
          <p:nvPr/>
        </p:nvSpPr>
        <p:spPr bwMode="auto">
          <a:xfrm>
            <a:off x="9744874" y="4408603"/>
            <a:ext cx="2344737" cy="1696196"/>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IT" dirty="0">
                <a:latin typeface="Tahoma" panose="020B0604030504040204" pitchFamily="34" charset="0"/>
              </a:rPr>
              <a:t>note: the output of </a:t>
            </a:r>
            <a:r>
              <a:rPr lang="it-IT" altLang="en-IT" b="1" dirty="0">
                <a:latin typeface="Courier New" panose="02070309020205020404" pitchFamily="49" charset="0"/>
              </a:rPr>
              <a:t>show </a:t>
            </a:r>
            <a:r>
              <a:rPr lang="it-IT" altLang="en-IT" b="1" dirty="0" err="1">
                <a:latin typeface="Courier New" panose="02070309020205020404" pitchFamily="49" charset="0"/>
              </a:rPr>
              <a:t>ip</a:t>
            </a:r>
            <a:r>
              <a:rPr lang="it-IT" altLang="en-IT" b="1" dirty="0">
                <a:latin typeface="Courier New" panose="02070309020205020404" pitchFamily="49" charset="0"/>
              </a:rPr>
              <a:t> </a:t>
            </a:r>
            <a:r>
              <a:rPr lang="it-IT" altLang="en-IT" b="1" dirty="0" err="1">
                <a:latin typeface="Courier New" panose="02070309020205020404" pitchFamily="49" charset="0"/>
              </a:rPr>
              <a:t>ospf</a:t>
            </a:r>
            <a:r>
              <a:rPr lang="it-IT" altLang="en-IT" b="1" dirty="0">
                <a:latin typeface="Courier New" panose="02070309020205020404" pitchFamily="49" charset="0"/>
              </a:rPr>
              <a:t> database router</a:t>
            </a:r>
            <a:r>
              <a:rPr lang="it-IT" altLang="en-IT" dirty="0">
                <a:latin typeface="Tahoma" panose="020B0604030504040204" pitchFamily="34" charset="0"/>
              </a:rPr>
              <a:t> </a:t>
            </a:r>
            <a:r>
              <a:rPr lang="it-IT" altLang="en-IT" dirty="0" err="1">
                <a:latin typeface="Tahoma" panose="020B0604030504040204" pitchFamily="34" charset="0"/>
              </a:rPr>
              <a:t>has</a:t>
            </a:r>
            <a:r>
              <a:rPr lang="it-IT" altLang="en-IT" dirty="0">
                <a:latin typeface="Tahoma" panose="020B0604030504040204" pitchFamily="34" charset="0"/>
              </a:rPr>
              <a:t> </a:t>
            </a:r>
            <a:r>
              <a:rPr lang="it-IT" altLang="en-IT" dirty="0" err="1">
                <a:latin typeface="Tahoma" panose="020B0604030504040204" pitchFamily="34" charset="0"/>
              </a:rPr>
              <a:t>been</a:t>
            </a:r>
            <a:r>
              <a:rPr lang="it-IT" altLang="en-IT" dirty="0">
                <a:latin typeface="Tahoma" panose="020B0604030504040204" pitchFamily="34" charset="0"/>
              </a:rPr>
              <a:t> </a:t>
            </a:r>
            <a:r>
              <a:rPr lang="it-IT" altLang="en-IT" dirty="0" err="1">
                <a:latin typeface="Tahoma" panose="020B0604030504040204" pitchFamily="34" charset="0"/>
              </a:rPr>
              <a:t>summarized</a:t>
            </a:r>
            <a:r>
              <a:rPr lang="it-IT" altLang="en-IT" sz="2000" dirty="0">
                <a:latin typeface="Tahoma" panose="020B0604030504040204" pitchFamily="34" charset="0"/>
              </a:rPr>
              <a:t> </a:t>
            </a:r>
          </a:p>
        </p:txBody>
      </p:sp>
      <p:grpSp>
        <p:nvGrpSpPr>
          <p:cNvPr id="21828" name="Group 299">
            <a:extLst>
              <a:ext uri="{FF2B5EF4-FFF2-40B4-BE49-F238E27FC236}">
                <a16:creationId xmlns:a16="http://schemas.microsoft.com/office/drawing/2014/main" id="{31C774FC-35CC-BA8A-3E25-EEE5414758EE}"/>
              </a:ext>
            </a:extLst>
          </p:cNvPr>
          <p:cNvGrpSpPr>
            <a:grpSpLocks/>
          </p:cNvGrpSpPr>
          <p:nvPr/>
        </p:nvGrpSpPr>
        <p:grpSpPr bwMode="auto">
          <a:xfrm>
            <a:off x="2033682" y="2546791"/>
            <a:ext cx="1797050" cy="900113"/>
            <a:chOff x="333" y="1678"/>
            <a:chExt cx="1132" cy="567"/>
          </a:xfrm>
        </p:grpSpPr>
        <p:grpSp>
          <p:nvGrpSpPr>
            <p:cNvPr id="21829" name="Group 298">
              <a:extLst>
                <a:ext uri="{FF2B5EF4-FFF2-40B4-BE49-F238E27FC236}">
                  <a16:creationId xmlns:a16="http://schemas.microsoft.com/office/drawing/2014/main" id="{1D371C09-16ED-9BE7-63F5-49B41BD55687}"/>
                </a:ext>
              </a:extLst>
            </p:cNvPr>
            <p:cNvGrpSpPr>
              <a:grpSpLocks/>
            </p:cNvGrpSpPr>
            <p:nvPr/>
          </p:nvGrpSpPr>
          <p:grpSpPr bwMode="auto">
            <a:xfrm>
              <a:off x="333" y="1678"/>
              <a:ext cx="1132" cy="567"/>
              <a:chOff x="333" y="1678"/>
              <a:chExt cx="1132" cy="567"/>
            </a:xfrm>
          </p:grpSpPr>
          <p:sp>
            <p:nvSpPr>
              <p:cNvPr id="21831" name="Freeform 230">
                <a:extLst>
                  <a:ext uri="{FF2B5EF4-FFF2-40B4-BE49-F238E27FC236}">
                    <a16:creationId xmlns:a16="http://schemas.microsoft.com/office/drawing/2014/main" id="{2D84D18C-F2B9-37E1-DBA6-FCA8FA2515AC}"/>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2" name="Freeform 231">
                <a:extLst>
                  <a:ext uri="{FF2B5EF4-FFF2-40B4-BE49-F238E27FC236}">
                    <a16:creationId xmlns:a16="http://schemas.microsoft.com/office/drawing/2014/main" id="{E9DF031B-5C38-5189-E553-EC6D3D63CD8B}"/>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3" name="Freeform 233">
                <a:extLst>
                  <a:ext uri="{FF2B5EF4-FFF2-40B4-BE49-F238E27FC236}">
                    <a16:creationId xmlns:a16="http://schemas.microsoft.com/office/drawing/2014/main" id="{E4BFF9C5-B7E4-6FB8-5529-AE1B5A3073B0}"/>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4" name="Freeform 234">
                <a:extLst>
                  <a:ext uri="{FF2B5EF4-FFF2-40B4-BE49-F238E27FC236}">
                    <a16:creationId xmlns:a16="http://schemas.microsoft.com/office/drawing/2014/main" id="{F84A35F1-E915-A689-B9A2-68030DE545AA}"/>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5" name="Freeform 235">
                <a:extLst>
                  <a:ext uri="{FF2B5EF4-FFF2-40B4-BE49-F238E27FC236}">
                    <a16:creationId xmlns:a16="http://schemas.microsoft.com/office/drawing/2014/main" id="{A210F15B-0D58-08D5-348E-9C7DE6F31D4B}"/>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6" name="Freeform 236">
                <a:extLst>
                  <a:ext uri="{FF2B5EF4-FFF2-40B4-BE49-F238E27FC236}">
                    <a16:creationId xmlns:a16="http://schemas.microsoft.com/office/drawing/2014/main" id="{A94303D2-B908-6D8F-F897-94218576FE76}"/>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37" name="Freeform 237">
                <a:extLst>
                  <a:ext uri="{FF2B5EF4-FFF2-40B4-BE49-F238E27FC236}">
                    <a16:creationId xmlns:a16="http://schemas.microsoft.com/office/drawing/2014/main" id="{4C58013A-1F82-DDF2-9F2A-14EEAA4363E7}"/>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30" name="Text Box 238">
              <a:extLst>
                <a:ext uri="{FF2B5EF4-FFF2-40B4-BE49-F238E27FC236}">
                  <a16:creationId xmlns:a16="http://schemas.microsoft.com/office/drawing/2014/main" id="{36691FB7-EF30-B085-8C12-12D200CF70B8}"/>
                </a:ext>
              </a:extLst>
            </p:cNvPr>
            <p:cNvSpPr txBox="1">
              <a:spLocks noChangeArrowheads="1"/>
            </p:cNvSpPr>
            <p:nvPr/>
          </p:nvSpPr>
          <p:spPr bwMode="auto">
            <a:xfrm rot="-1143463">
              <a:off x="362" y="1861"/>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a:latin typeface="Courier New" panose="02070309020205020404" pitchFamily="49" charset="0"/>
                </a:rPr>
                <a:t>10.0.3.2</a:t>
              </a:r>
            </a:p>
          </p:txBody>
        </p:sp>
      </p:grpSp>
      <p:sp>
        <p:nvSpPr>
          <p:cNvPr id="21868" name="Oval 51">
            <a:extLst>
              <a:ext uri="{FF2B5EF4-FFF2-40B4-BE49-F238E27FC236}">
                <a16:creationId xmlns:a16="http://schemas.microsoft.com/office/drawing/2014/main" id="{D82483F4-E4A6-720E-4DEA-40AE4183B17E}"/>
              </a:ext>
            </a:extLst>
          </p:cNvPr>
          <p:cNvSpPr>
            <a:spLocks noChangeArrowheads="1"/>
          </p:cNvSpPr>
          <p:nvPr/>
        </p:nvSpPr>
        <p:spPr bwMode="auto">
          <a:xfrm flipH="1">
            <a:off x="3641819" y="263727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D</a:t>
            </a:r>
          </a:p>
        </p:txBody>
      </p:sp>
      <p:sp>
        <p:nvSpPr>
          <p:cNvPr id="21589" name="Line 201">
            <a:extLst>
              <a:ext uri="{FF2B5EF4-FFF2-40B4-BE49-F238E27FC236}">
                <a16:creationId xmlns:a16="http://schemas.microsoft.com/office/drawing/2014/main" id="{72B10056-8AFD-7A9A-262C-FB1C9781379F}"/>
              </a:ext>
            </a:extLst>
          </p:cNvPr>
          <p:cNvSpPr>
            <a:spLocks noChangeShapeType="1"/>
          </p:cNvSpPr>
          <p:nvPr/>
        </p:nvSpPr>
        <p:spPr bwMode="auto">
          <a:xfrm flipH="1">
            <a:off x="8216844" y="1765331"/>
            <a:ext cx="3175" cy="11430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588" name="Line 197">
            <a:extLst>
              <a:ext uri="{FF2B5EF4-FFF2-40B4-BE49-F238E27FC236}">
                <a16:creationId xmlns:a16="http://schemas.microsoft.com/office/drawing/2014/main" id="{449D53C1-F8EF-C52B-A39F-B223655F8E72}"/>
              </a:ext>
            </a:extLst>
          </p:cNvPr>
          <p:cNvSpPr>
            <a:spLocks noChangeShapeType="1"/>
          </p:cNvSpPr>
          <p:nvPr/>
        </p:nvSpPr>
        <p:spPr bwMode="auto">
          <a:xfrm>
            <a:off x="6009838" y="1872275"/>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8" name="Group 93">
            <a:extLst>
              <a:ext uri="{FF2B5EF4-FFF2-40B4-BE49-F238E27FC236}">
                <a16:creationId xmlns:a16="http://schemas.microsoft.com/office/drawing/2014/main" id="{418C1B97-D8F4-D705-C260-5C64127E9C88}"/>
              </a:ext>
            </a:extLst>
          </p:cNvPr>
          <p:cNvGrpSpPr>
            <a:grpSpLocks noChangeAspect="1"/>
          </p:cNvGrpSpPr>
          <p:nvPr/>
        </p:nvGrpSpPr>
        <p:grpSpPr bwMode="auto">
          <a:xfrm>
            <a:off x="7779897" y="1642040"/>
            <a:ext cx="723900" cy="460375"/>
            <a:chOff x="3312" y="2160"/>
            <a:chExt cx="960" cy="528"/>
          </a:xfrm>
        </p:grpSpPr>
        <p:grpSp>
          <p:nvGrpSpPr>
            <p:cNvPr id="59" name="Group 94">
              <a:extLst>
                <a:ext uri="{FF2B5EF4-FFF2-40B4-BE49-F238E27FC236}">
                  <a16:creationId xmlns:a16="http://schemas.microsoft.com/office/drawing/2014/main" id="{773BB94F-2D19-0B3D-B264-4DE8BB6AA61C}"/>
                </a:ext>
              </a:extLst>
            </p:cNvPr>
            <p:cNvGrpSpPr>
              <a:grpSpLocks noChangeAspect="1"/>
            </p:cNvGrpSpPr>
            <p:nvPr/>
          </p:nvGrpSpPr>
          <p:grpSpPr bwMode="auto">
            <a:xfrm>
              <a:off x="3312" y="2160"/>
              <a:ext cx="960" cy="528"/>
              <a:chOff x="3312" y="2160"/>
              <a:chExt cx="960" cy="528"/>
            </a:xfrm>
          </p:grpSpPr>
          <p:sp>
            <p:nvSpPr>
              <p:cNvPr id="61" name="AutoShape 95">
                <a:extLst>
                  <a:ext uri="{FF2B5EF4-FFF2-40B4-BE49-F238E27FC236}">
                    <a16:creationId xmlns:a16="http://schemas.microsoft.com/office/drawing/2014/main" id="{BF7FCB6B-9D8E-D555-9EC8-1BF8A8AB0B3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2" name="Group 96">
                <a:extLst>
                  <a:ext uri="{FF2B5EF4-FFF2-40B4-BE49-F238E27FC236}">
                    <a16:creationId xmlns:a16="http://schemas.microsoft.com/office/drawing/2014/main" id="{8B791A72-F763-FF26-E734-F9F0707F14FA}"/>
                  </a:ext>
                </a:extLst>
              </p:cNvPr>
              <p:cNvGrpSpPr>
                <a:grpSpLocks noChangeAspect="1"/>
              </p:cNvGrpSpPr>
              <p:nvPr/>
            </p:nvGrpSpPr>
            <p:grpSpPr bwMode="auto">
              <a:xfrm>
                <a:off x="3488" y="2193"/>
                <a:ext cx="599" cy="207"/>
                <a:chOff x="422" y="1632"/>
                <a:chExt cx="829" cy="298"/>
              </a:xfrm>
            </p:grpSpPr>
            <p:grpSp>
              <p:nvGrpSpPr>
                <p:cNvPr id="63" name="Group 97">
                  <a:extLst>
                    <a:ext uri="{FF2B5EF4-FFF2-40B4-BE49-F238E27FC236}">
                      <a16:creationId xmlns:a16="http://schemas.microsoft.com/office/drawing/2014/main" id="{B6288C28-7F15-3D8C-936C-BFD3F0022838}"/>
                    </a:ext>
                  </a:extLst>
                </p:cNvPr>
                <p:cNvGrpSpPr>
                  <a:grpSpLocks noChangeAspect="1"/>
                </p:cNvGrpSpPr>
                <p:nvPr/>
              </p:nvGrpSpPr>
              <p:grpSpPr bwMode="auto">
                <a:xfrm>
                  <a:off x="422" y="1632"/>
                  <a:ext cx="822" cy="291"/>
                  <a:chOff x="422" y="1632"/>
                  <a:chExt cx="822" cy="291"/>
                </a:xfrm>
              </p:grpSpPr>
              <p:sp>
                <p:nvSpPr>
                  <p:cNvPr id="21515" name="Freeform 98">
                    <a:extLst>
                      <a:ext uri="{FF2B5EF4-FFF2-40B4-BE49-F238E27FC236}">
                        <a16:creationId xmlns:a16="http://schemas.microsoft.com/office/drawing/2014/main" id="{37D07775-7ED6-2004-885C-68F583E5EB6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6" name="Freeform 99">
                    <a:extLst>
                      <a:ext uri="{FF2B5EF4-FFF2-40B4-BE49-F238E27FC236}">
                        <a16:creationId xmlns:a16="http://schemas.microsoft.com/office/drawing/2014/main" id="{2E0C03AE-6095-6348-C337-0B867ECCD8F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7" name="Freeform 100">
                    <a:extLst>
                      <a:ext uri="{FF2B5EF4-FFF2-40B4-BE49-F238E27FC236}">
                        <a16:creationId xmlns:a16="http://schemas.microsoft.com/office/drawing/2014/main" id="{6E9CC569-39AD-3E69-C74D-05A952DBCE9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8" name="Freeform 101">
                    <a:extLst>
                      <a:ext uri="{FF2B5EF4-FFF2-40B4-BE49-F238E27FC236}">
                        <a16:creationId xmlns:a16="http://schemas.microsoft.com/office/drawing/2014/main" id="{EA24AFB0-C412-7E33-8487-62E6D51C91A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9" name="Freeform 102">
                    <a:extLst>
                      <a:ext uri="{FF2B5EF4-FFF2-40B4-BE49-F238E27FC236}">
                        <a16:creationId xmlns:a16="http://schemas.microsoft.com/office/drawing/2014/main" id="{C184E451-A74A-D09E-7A07-7737C251948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0" name="Freeform 103">
                    <a:extLst>
                      <a:ext uri="{FF2B5EF4-FFF2-40B4-BE49-F238E27FC236}">
                        <a16:creationId xmlns:a16="http://schemas.microsoft.com/office/drawing/2014/main" id="{6B5618F2-175F-7C92-CA74-E7BF17B2C04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1" name="Freeform 104">
                    <a:extLst>
                      <a:ext uri="{FF2B5EF4-FFF2-40B4-BE49-F238E27FC236}">
                        <a16:creationId xmlns:a16="http://schemas.microsoft.com/office/drawing/2014/main" id="{FA90C331-835F-AFAB-EF04-09ACB29330D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2" name="Freeform 105">
                    <a:extLst>
                      <a:ext uri="{FF2B5EF4-FFF2-40B4-BE49-F238E27FC236}">
                        <a16:creationId xmlns:a16="http://schemas.microsoft.com/office/drawing/2014/main" id="{273104CB-BE03-B839-DBFE-64EC0172095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04" name="Group 106">
                  <a:extLst>
                    <a:ext uri="{FF2B5EF4-FFF2-40B4-BE49-F238E27FC236}">
                      <a16:creationId xmlns:a16="http://schemas.microsoft.com/office/drawing/2014/main" id="{810CC237-2CCA-EF5E-26D8-930609FA46B0}"/>
                    </a:ext>
                  </a:extLst>
                </p:cNvPr>
                <p:cNvGrpSpPr>
                  <a:grpSpLocks noChangeAspect="1"/>
                </p:cNvGrpSpPr>
                <p:nvPr/>
              </p:nvGrpSpPr>
              <p:grpSpPr bwMode="auto">
                <a:xfrm>
                  <a:off x="429" y="1639"/>
                  <a:ext cx="822" cy="291"/>
                  <a:chOff x="429" y="1639"/>
                  <a:chExt cx="822" cy="291"/>
                </a:xfrm>
              </p:grpSpPr>
              <p:sp>
                <p:nvSpPr>
                  <p:cNvPr id="21505" name="Freeform 107">
                    <a:extLst>
                      <a:ext uri="{FF2B5EF4-FFF2-40B4-BE49-F238E27FC236}">
                        <a16:creationId xmlns:a16="http://schemas.microsoft.com/office/drawing/2014/main" id="{0BB9777F-E3DB-3CA0-F9EB-9DE751211E2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6" name="Freeform 108">
                    <a:extLst>
                      <a:ext uri="{FF2B5EF4-FFF2-40B4-BE49-F238E27FC236}">
                        <a16:creationId xmlns:a16="http://schemas.microsoft.com/office/drawing/2014/main" id="{5C3DC2A5-96BA-0DB1-9349-E91C5F06EC1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7" name="Freeform 109">
                    <a:extLst>
                      <a:ext uri="{FF2B5EF4-FFF2-40B4-BE49-F238E27FC236}">
                        <a16:creationId xmlns:a16="http://schemas.microsoft.com/office/drawing/2014/main" id="{798A53BD-E197-4DA8-4F9D-4ABF50A3F36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0" name="Freeform 110">
                    <a:extLst>
                      <a:ext uri="{FF2B5EF4-FFF2-40B4-BE49-F238E27FC236}">
                        <a16:creationId xmlns:a16="http://schemas.microsoft.com/office/drawing/2014/main" id="{A47C46BB-DDBE-A3FF-7A9C-00038106449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1" name="Freeform 111">
                    <a:extLst>
                      <a:ext uri="{FF2B5EF4-FFF2-40B4-BE49-F238E27FC236}">
                        <a16:creationId xmlns:a16="http://schemas.microsoft.com/office/drawing/2014/main" id="{D7B73FD7-F0ED-BAF3-97A0-3A681B1CC88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2" name="Freeform 112">
                    <a:extLst>
                      <a:ext uri="{FF2B5EF4-FFF2-40B4-BE49-F238E27FC236}">
                        <a16:creationId xmlns:a16="http://schemas.microsoft.com/office/drawing/2014/main" id="{3183CA20-7AAE-251D-E72C-F581278880C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3" name="Freeform 113">
                    <a:extLst>
                      <a:ext uri="{FF2B5EF4-FFF2-40B4-BE49-F238E27FC236}">
                        <a16:creationId xmlns:a16="http://schemas.microsoft.com/office/drawing/2014/main" id="{DAD73475-3982-9DB2-45FA-E323CD278A3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4" name="Freeform 114">
                    <a:extLst>
                      <a:ext uri="{FF2B5EF4-FFF2-40B4-BE49-F238E27FC236}">
                        <a16:creationId xmlns:a16="http://schemas.microsoft.com/office/drawing/2014/main" id="{ABF7D543-8176-62CC-BC18-7D36427B740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 name="WordArt 115">
              <a:extLst>
                <a:ext uri="{FF2B5EF4-FFF2-40B4-BE49-F238E27FC236}">
                  <a16:creationId xmlns:a16="http://schemas.microsoft.com/office/drawing/2014/main" id="{DD9E5CCF-F95B-E060-47A2-93478C90550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21590" name="Group 198">
            <a:extLst>
              <a:ext uri="{FF2B5EF4-FFF2-40B4-BE49-F238E27FC236}">
                <a16:creationId xmlns:a16="http://schemas.microsoft.com/office/drawing/2014/main" id="{FD4942BF-5831-3E83-8593-914545B5295D}"/>
              </a:ext>
            </a:extLst>
          </p:cNvPr>
          <p:cNvGrpSpPr>
            <a:grpSpLocks/>
          </p:cNvGrpSpPr>
          <p:nvPr/>
        </p:nvGrpSpPr>
        <p:grpSpPr bwMode="auto">
          <a:xfrm>
            <a:off x="7320136" y="1721123"/>
            <a:ext cx="406400" cy="339725"/>
            <a:chOff x="144" y="3264"/>
            <a:chExt cx="288" cy="240"/>
          </a:xfrm>
        </p:grpSpPr>
        <p:sp>
          <p:nvSpPr>
            <p:cNvPr id="21591" name="Rectangle 199">
              <a:extLst>
                <a:ext uri="{FF2B5EF4-FFF2-40B4-BE49-F238E27FC236}">
                  <a16:creationId xmlns:a16="http://schemas.microsoft.com/office/drawing/2014/main" id="{05840C22-F64F-C1D3-1F36-C620AAD95668}"/>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2" name="Rectangle 200">
              <a:extLst>
                <a:ext uri="{FF2B5EF4-FFF2-40B4-BE49-F238E27FC236}">
                  <a16:creationId xmlns:a16="http://schemas.microsoft.com/office/drawing/2014/main" id="{0C5E50D8-DB18-3D75-D7CA-57A6E81BAFFA}"/>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grpSp>
        <p:nvGrpSpPr>
          <p:cNvPr id="21593" name="Group 202">
            <a:extLst>
              <a:ext uri="{FF2B5EF4-FFF2-40B4-BE49-F238E27FC236}">
                <a16:creationId xmlns:a16="http://schemas.microsoft.com/office/drawing/2014/main" id="{6DB0A1A6-0EF9-7A7A-6AC1-65FC526E0CA3}"/>
              </a:ext>
            </a:extLst>
          </p:cNvPr>
          <p:cNvGrpSpPr>
            <a:grpSpLocks/>
          </p:cNvGrpSpPr>
          <p:nvPr/>
        </p:nvGrpSpPr>
        <p:grpSpPr bwMode="auto">
          <a:xfrm>
            <a:off x="8020633" y="2153171"/>
            <a:ext cx="406400" cy="339725"/>
            <a:chOff x="144" y="3264"/>
            <a:chExt cx="288" cy="240"/>
          </a:xfrm>
        </p:grpSpPr>
        <p:sp>
          <p:nvSpPr>
            <p:cNvPr id="21594" name="Rectangle 203">
              <a:extLst>
                <a:ext uri="{FF2B5EF4-FFF2-40B4-BE49-F238E27FC236}">
                  <a16:creationId xmlns:a16="http://schemas.microsoft.com/office/drawing/2014/main" id="{5F7E31A3-B8DD-5DF3-0CDE-CA25345D3D3C}"/>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595" name="Rectangle 204">
              <a:extLst>
                <a:ext uri="{FF2B5EF4-FFF2-40B4-BE49-F238E27FC236}">
                  <a16:creationId xmlns:a16="http://schemas.microsoft.com/office/drawing/2014/main" id="{65F3C63F-4823-9B29-9D24-7DB400FE4E26}"/>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1</a:t>
              </a:r>
            </a:p>
          </p:txBody>
        </p:sp>
      </p:grpSp>
      <p:grpSp>
        <p:nvGrpSpPr>
          <p:cNvPr id="21601" name="Group 321">
            <a:extLst>
              <a:ext uri="{FF2B5EF4-FFF2-40B4-BE49-F238E27FC236}">
                <a16:creationId xmlns:a16="http://schemas.microsoft.com/office/drawing/2014/main" id="{2F13FC50-4087-E4B3-77A4-302041ACC246}"/>
              </a:ext>
            </a:extLst>
          </p:cNvPr>
          <p:cNvGrpSpPr>
            <a:grpSpLocks/>
          </p:cNvGrpSpPr>
          <p:nvPr/>
        </p:nvGrpSpPr>
        <p:grpSpPr bwMode="auto">
          <a:xfrm rot="19469389">
            <a:off x="5686244" y="1082574"/>
            <a:ext cx="1797050" cy="900112"/>
            <a:chOff x="4259" y="1678"/>
            <a:chExt cx="1132" cy="567"/>
          </a:xfrm>
        </p:grpSpPr>
        <p:grpSp>
          <p:nvGrpSpPr>
            <p:cNvPr id="21602" name="Group 322">
              <a:extLst>
                <a:ext uri="{FF2B5EF4-FFF2-40B4-BE49-F238E27FC236}">
                  <a16:creationId xmlns:a16="http://schemas.microsoft.com/office/drawing/2014/main" id="{CF94665B-D7DC-B75C-6215-18B2904233BC}"/>
                </a:ext>
              </a:extLst>
            </p:cNvPr>
            <p:cNvGrpSpPr>
              <a:grpSpLocks/>
            </p:cNvGrpSpPr>
            <p:nvPr/>
          </p:nvGrpSpPr>
          <p:grpSpPr bwMode="auto">
            <a:xfrm flipH="1">
              <a:off x="4259" y="1678"/>
              <a:ext cx="1132" cy="567"/>
              <a:chOff x="333" y="1678"/>
              <a:chExt cx="1132" cy="567"/>
            </a:xfrm>
          </p:grpSpPr>
          <p:sp>
            <p:nvSpPr>
              <p:cNvPr id="21604" name="Freeform 323">
                <a:extLst>
                  <a:ext uri="{FF2B5EF4-FFF2-40B4-BE49-F238E27FC236}">
                    <a16:creationId xmlns:a16="http://schemas.microsoft.com/office/drawing/2014/main" id="{2C080E22-5ADA-745A-BC69-8D42471C2A4A}"/>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5" name="Freeform 324">
                <a:extLst>
                  <a:ext uri="{FF2B5EF4-FFF2-40B4-BE49-F238E27FC236}">
                    <a16:creationId xmlns:a16="http://schemas.microsoft.com/office/drawing/2014/main" id="{720A455D-9D93-0161-A615-2E4860D459E8}"/>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6" name="Freeform 325">
                <a:extLst>
                  <a:ext uri="{FF2B5EF4-FFF2-40B4-BE49-F238E27FC236}">
                    <a16:creationId xmlns:a16="http://schemas.microsoft.com/office/drawing/2014/main" id="{A7EBF650-456C-581E-D154-A70DF85EFF97}"/>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7" name="Freeform 326">
                <a:extLst>
                  <a:ext uri="{FF2B5EF4-FFF2-40B4-BE49-F238E27FC236}">
                    <a16:creationId xmlns:a16="http://schemas.microsoft.com/office/drawing/2014/main" id="{595DEF33-8A4B-7455-B80B-1FD95C60C427}"/>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8" name="Freeform 327">
                <a:extLst>
                  <a:ext uri="{FF2B5EF4-FFF2-40B4-BE49-F238E27FC236}">
                    <a16:creationId xmlns:a16="http://schemas.microsoft.com/office/drawing/2014/main" id="{971D8C1E-8AE7-4FCE-7711-7112F300C149}"/>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9" name="Freeform 328">
                <a:extLst>
                  <a:ext uri="{FF2B5EF4-FFF2-40B4-BE49-F238E27FC236}">
                    <a16:creationId xmlns:a16="http://schemas.microsoft.com/office/drawing/2014/main" id="{55F85B92-0186-8A81-EB62-9007D7714B35}"/>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610" name="Freeform 329">
                <a:extLst>
                  <a:ext uri="{FF2B5EF4-FFF2-40B4-BE49-F238E27FC236}">
                    <a16:creationId xmlns:a16="http://schemas.microsoft.com/office/drawing/2014/main" id="{27F34B2A-B563-70CD-6DA5-17CECD9A4F03}"/>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603" name="Text Box 330">
              <a:extLst>
                <a:ext uri="{FF2B5EF4-FFF2-40B4-BE49-F238E27FC236}">
                  <a16:creationId xmlns:a16="http://schemas.microsoft.com/office/drawing/2014/main" id="{F1518A0F-5835-F946-1040-43EA6E8F2CCE}"/>
                </a:ext>
              </a:extLst>
            </p:cNvPr>
            <p:cNvSpPr txBox="1">
              <a:spLocks noChangeArrowheads="1"/>
            </p:cNvSpPr>
            <p:nvPr/>
          </p:nvSpPr>
          <p:spPr bwMode="auto">
            <a:xfrm rot="1143463" flipH="1">
              <a:off x="4627" y="1865"/>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dirty="0">
                  <a:latin typeface="Courier New" panose="02070309020205020404" pitchFamily="49" charset="0"/>
                </a:rPr>
                <a:t>10.0.0.1</a:t>
              </a:r>
            </a:p>
          </p:txBody>
        </p:sp>
      </p:grpSp>
      <p:sp>
        <p:nvSpPr>
          <p:cNvPr id="21611" name="Oval 57">
            <a:extLst>
              <a:ext uri="{FF2B5EF4-FFF2-40B4-BE49-F238E27FC236}">
                <a16:creationId xmlns:a16="http://schemas.microsoft.com/office/drawing/2014/main" id="{CE8B9B63-2323-A33C-9694-30482B8E75D5}"/>
              </a:ext>
            </a:extLst>
          </p:cNvPr>
          <p:cNvSpPr>
            <a:spLocks noChangeArrowheads="1"/>
          </p:cNvSpPr>
          <p:nvPr/>
        </p:nvSpPr>
        <p:spPr bwMode="auto">
          <a:xfrm flipH="1">
            <a:off x="5707907" y="171297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A</a:t>
            </a:r>
          </a:p>
        </p:txBody>
      </p:sp>
      <p:sp>
        <p:nvSpPr>
          <p:cNvPr id="21585" name="Line 195">
            <a:extLst>
              <a:ext uri="{FF2B5EF4-FFF2-40B4-BE49-F238E27FC236}">
                <a16:creationId xmlns:a16="http://schemas.microsoft.com/office/drawing/2014/main" id="{4449EBA2-8782-2520-EC40-6696A37567B2}"/>
              </a:ext>
            </a:extLst>
          </p:cNvPr>
          <p:cNvSpPr>
            <a:spLocks noChangeShapeType="1"/>
          </p:cNvSpPr>
          <p:nvPr/>
        </p:nvSpPr>
        <p:spPr bwMode="auto">
          <a:xfrm flipH="1">
            <a:off x="8210913" y="2734459"/>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2" name="Line 196">
            <a:extLst>
              <a:ext uri="{FF2B5EF4-FFF2-40B4-BE49-F238E27FC236}">
                <a16:creationId xmlns:a16="http://schemas.microsoft.com/office/drawing/2014/main" id="{8092240D-2054-67E8-81AD-129EEEB07CB2}"/>
              </a:ext>
            </a:extLst>
          </p:cNvPr>
          <p:cNvSpPr>
            <a:spLocks noChangeShapeType="1"/>
          </p:cNvSpPr>
          <p:nvPr/>
        </p:nvSpPr>
        <p:spPr bwMode="auto">
          <a:xfrm>
            <a:off x="5854061" y="3740691"/>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869" name="Oval 52">
            <a:extLst>
              <a:ext uri="{FF2B5EF4-FFF2-40B4-BE49-F238E27FC236}">
                <a16:creationId xmlns:a16="http://schemas.microsoft.com/office/drawing/2014/main" id="{73544B8B-DAD4-372F-26F7-2EC5B2E58FC1}"/>
              </a:ext>
            </a:extLst>
          </p:cNvPr>
          <p:cNvSpPr>
            <a:spLocks noChangeArrowheads="1"/>
          </p:cNvSpPr>
          <p:nvPr/>
        </p:nvSpPr>
        <p:spPr bwMode="auto">
          <a:xfrm flipH="1">
            <a:off x="8063269" y="262900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B</a:t>
            </a:r>
          </a:p>
        </p:txBody>
      </p:sp>
      <p:grpSp>
        <p:nvGrpSpPr>
          <p:cNvPr id="21523" name="Group 122">
            <a:extLst>
              <a:ext uri="{FF2B5EF4-FFF2-40B4-BE49-F238E27FC236}">
                <a16:creationId xmlns:a16="http://schemas.microsoft.com/office/drawing/2014/main" id="{8C636A99-E792-051D-4CC7-0AF4C69A759D}"/>
              </a:ext>
            </a:extLst>
          </p:cNvPr>
          <p:cNvGrpSpPr>
            <a:grpSpLocks noChangeAspect="1"/>
          </p:cNvGrpSpPr>
          <p:nvPr/>
        </p:nvGrpSpPr>
        <p:grpSpPr bwMode="auto">
          <a:xfrm>
            <a:off x="7968254" y="3531430"/>
            <a:ext cx="723900" cy="460375"/>
            <a:chOff x="3312" y="2160"/>
            <a:chExt cx="960" cy="528"/>
          </a:xfrm>
        </p:grpSpPr>
        <p:grpSp>
          <p:nvGrpSpPr>
            <p:cNvPr id="21524" name="Group 123">
              <a:extLst>
                <a:ext uri="{FF2B5EF4-FFF2-40B4-BE49-F238E27FC236}">
                  <a16:creationId xmlns:a16="http://schemas.microsoft.com/office/drawing/2014/main" id="{6B2A8C9A-1810-3936-4A72-CC7C1AD43C13}"/>
                </a:ext>
              </a:extLst>
            </p:cNvPr>
            <p:cNvGrpSpPr>
              <a:grpSpLocks noChangeAspect="1"/>
            </p:cNvGrpSpPr>
            <p:nvPr/>
          </p:nvGrpSpPr>
          <p:grpSpPr bwMode="auto">
            <a:xfrm>
              <a:off x="3312" y="2160"/>
              <a:ext cx="960" cy="528"/>
              <a:chOff x="3312" y="2160"/>
              <a:chExt cx="960" cy="528"/>
            </a:xfrm>
          </p:grpSpPr>
          <p:sp>
            <p:nvSpPr>
              <p:cNvPr id="21526" name="AutoShape 124">
                <a:extLst>
                  <a:ext uri="{FF2B5EF4-FFF2-40B4-BE49-F238E27FC236}">
                    <a16:creationId xmlns:a16="http://schemas.microsoft.com/office/drawing/2014/main" id="{485FEFB7-4F10-7F12-D27E-E08FEF3E737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27" name="Group 125">
                <a:extLst>
                  <a:ext uri="{FF2B5EF4-FFF2-40B4-BE49-F238E27FC236}">
                    <a16:creationId xmlns:a16="http://schemas.microsoft.com/office/drawing/2014/main" id="{BADADAA0-AF61-58FC-0E21-7ACDE28310D3}"/>
                  </a:ext>
                </a:extLst>
              </p:cNvPr>
              <p:cNvGrpSpPr>
                <a:grpSpLocks noChangeAspect="1"/>
              </p:cNvGrpSpPr>
              <p:nvPr/>
            </p:nvGrpSpPr>
            <p:grpSpPr bwMode="auto">
              <a:xfrm>
                <a:off x="3488" y="2193"/>
                <a:ext cx="599" cy="207"/>
                <a:chOff x="422" y="1632"/>
                <a:chExt cx="829" cy="298"/>
              </a:xfrm>
            </p:grpSpPr>
            <p:grpSp>
              <p:nvGrpSpPr>
                <p:cNvPr id="21528" name="Group 126">
                  <a:extLst>
                    <a:ext uri="{FF2B5EF4-FFF2-40B4-BE49-F238E27FC236}">
                      <a16:creationId xmlns:a16="http://schemas.microsoft.com/office/drawing/2014/main" id="{0086B9F0-CA06-8816-E8F2-F95291859CBC}"/>
                    </a:ext>
                  </a:extLst>
                </p:cNvPr>
                <p:cNvGrpSpPr>
                  <a:grpSpLocks noChangeAspect="1"/>
                </p:cNvGrpSpPr>
                <p:nvPr/>
              </p:nvGrpSpPr>
              <p:grpSpPr bwMode="auto">
                <a:xfrm>
                  <a:off x="422" y="1632"/>
                  <a:ext cx="822" cy="291"/>
                  <a:chOff x="422" y="1632"/>
                  <a:chExt cx="822" cy="291"/>
                </a:xfrm>
              </p:grpSpPr>
              <p:sp>
                <p:nvSpPr>
                  <p:cNvPr id="21549" name="Freeform 127">
                    <a:extLst>
                      <a:ext uri="{FF2B5EF4-FFF2-40B4-BE49-F238E27FC236}">
                        <a16:creationId xmlns:a16="http://schemas.microsoft.com/office/drawing/2014/main" id="{6521B9FF-899C-8769-E22C-BEA45397B1D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0" name="Freeform 128">
                    <a:extLst>
                      <a:ext uri="{FF2B5EF4-FFF2-40B4-BE49-F238E27FC236}">
                        <a16:creationId xmlns:a16="http://schemas.microsoft.com/office/drawing/2014/main" id="{498179DD-C74C-4C22-4377-D8410F7C05A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1" name="Freeform 129">
                    <a:extLst>
                      <a:ext uri="{FF2B5EF4-FFF2-40B4-BE49-F238E27FC236}">
                        <a16:creationId xmlns:a16="http://schemas.microsoft.com/office/drawing/2014/main" id="{B3BC125B-F789-6C8B-0D07-F3B2CA79E0F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2" name="Freeform 130">
                    <a:extLst>
                      <a:ext uri="{FF2B5EF4-FFF2-40B4-BE49-F238E27FC236}">
                        <a16:creationId xmlns:a16="http://schemas.microsoft.com/office/drawing/2014/main" id="{4AF925B7-84CA-9B17-BF3C-CECB5E74AE2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3" name="Freeform 131">
                    <a:extLst>
                      <a:ext uri="{FF2B5EF4-FFF2-40B4-BE49-F238E27FC236}">
                        <a16:creationId xmlns:a16="http://schemas.microsoft.com/office/drawing/2014/main" id="{B5CEF5C4-F4A2-2E38-B684-0B930256678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4" name="Freeform 132">
                    <a:extLst>
                      <a:ext uri="{FF2B5EF4-FFF2-40B4-BE49-F238E27FC236}">
                        <a16:creationId xmlns:a16="http://schemas.microsoft.com/office/drawing/2014/main" id="{EC9DD298-3ABA-DFCA-5F8A-02BCFFD48FB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5" name="Freeform 133">
                    <a:extLst>
                      <a:ext uri="{FF2B5EF4-FFF2-40B4-BE49-F238E27FC236}">
                        <a16:creationId xmlns:a16="http://schemas.microsoft.com/office/drawing/2014/main" id="{CE8BAA5D-E48C-F02D-17EB-723E70C0DE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6" name="Freeform 134">
                    <a:extLst>
                      <a:ext uri="{FF2B5EF4-FFF2-40B4-BE49-F238E27FC236}">
                        <a16:creationId xmlns:a16="http://schemas.microsoft.com/office/drawing/2014/main" id="{CFFE74F0-C6EC-DF34-0629-304012756C2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29" name="Group 135">
                  <a:extLst>
                    <a:ext uri="{FF2B5EF4-FFF2-40B4-BE49-F238E27FC236}">
                      <a16:creationId xmlns:a16="http://schemas.microsoft.com/office/drawing/2014/main" id="{57E28F75-7D1B-2B71-94B0-180C572B24C8}"/>
                    </a:ext>
                  </a:extLst>
                </p:cNvPr>
                <p:cNvGrpSpPr>
                  <a:grpSpLocks noChangeAspect="1"/>
                </p:cNvGrpSpPr>
                <p:nvPr/>
              </p:nvGrpSpPr>
              <p:grpSpPr bwMode="auto">
                <a:xfrm>
                  <a:off x="429" y="1639"/>
                  <a:ext cx="822" cy="291"/>
                  <a:chOff x="429" y="1639"/>
                  <a:chExt cx="822" cy="291"/>
                </a:xfrm>
              </p:grpSpPr>
              <p:sp>
                <p:nvSpPr>
                  <p:cNvPr id="21530" name="Freeform 136">
                    <a:extLst>
                      <a:ext uri="{FF2B5EF4-FFF2-40B4-BE49-F238E27FC236}">
                        <a16:creationId xmlns:a16="http://schemas.microsoft.com/office/drawing/2014/main" id="{CA7B053B-50DE-5A57-4E1C-6249BA1316E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1" name="Freeform 137">
                    <a:extLst>
                      <a:ext uri="{FF2B5EF4-FFF2-40B4-BE49-F238E27FC236}">
                        <a16:creationId xmlns:a16="http://schemas.microsoft.com/office/drawing/2014/main" id="{9CE7DBCA-0A4F-AB3F-53E9-CC831C02272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2" name="Freeform 138">
                    <a:extLst>
                      <a:ext uri="{FF2B5EF4-FFF2-40B4-BE49-F238E27FC236}">
                        <a16:creationId xmlns:a16="http://schemas.microsoft.com/office/drawing/2014/main" id="{77DA2937-3DC6-B2AB-062A-61183C0FDA5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3" name="Freeform 139">
                    <a:extLst>
                      <a:ext uri="{FF2B5EF4-FFF2-40B4-BE49-F238E27FC236}">
                        <a16:creationId xmlns:a16="http://schemas.microsoft.com/office/drawing/2014/main" id="{71799DF2-77A1-BBAB-6218-F43FBB08CAB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4" name="Freeform 140">
                    <a:extLst>
                      <a:ext uri="{FF2B5EF4-FFF2-40B4-BE49-F238E27FC236}">
                        <a16:creationId xmlns:a16="http://schemas.microsoft.com/office/drawing/2014/main" id="{267A88ED-03FD-4C0F-33EE-099D205168E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5" name="Freeform 141">
                    <a:extLst>
                      <a:ext uri="{FF2B5EF4-FFF2-40B4-BE49-F238E27FC236}">
                        <a16:creationId xmlns:a16="http://schemas.microsoft.com/office/drawing/2014/main" id="{0664CE1E-0004-20FE-0649-9CA58659392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6" name="Freeform 142">
                    <a:extLst>
                      <a:ext uri="{FF2B5EF4-FFF2-40B4-BE49-F238E27FC236}">
                        <a16:creationId xmlns:a16="http://schemas.microsoft.com/office/drawing/2014/main" id="{F56B102D-508A-B70F-7E3A-330CEC806E4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48" name="Freeform 143">
                    <a:extLst>
                      <a:ext uri="{FF2B5EF4-FFF2-40B4-BE49-F238E27FC236}">
                        <a16:creationId xmlns:a16="http://schemas.microsoft.com/office/drawing/2014/main" id="{57CA6746-97D8-C254-2DB2-99643D44639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25" name="WordArt 144">
              <a:extLst>
                <a:ext uri="{FF2B5EF4-FFF2-40B4-BE49-F238E27FC236}">
                  <a16:creationId xmlns:a16="http://schemas.microsoft.com/office/drawing/2014/main" id="{2EE5B74D-0221-342D-C512-737EA1F8274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grpSp>
        <p:nvGrpSpPr>
          <p:cNvPr id="21613" name="Group 288">
            <a:extLst>
              <a:ext uri="{FF2B5EF4-FFF2-40B4-BE49-F238E27FC236}">
                <a16:creationId xmlns:a16="http://schemas.microsoft.com/office/drawing/2014/main" id="{1C975495-4914-04C6-9B27-2B25A9A0F6CD}"/>
              </a:ext>
            </a:extLst>
          </p:cNvPr>
          <p:cNvGrpSpPr>
            <a:grpSpLocks/>
          </p:cNvGrpSpPr>
          <p:nvPr/>
        </p:nvGrpSpPr>
        <p:grpSpPr bwMode="auto">
          <a:xfrm>
            <a:off x="7966809" y="3501377"/>
            <a:ext cx="765991" cy="537685"/>
            <a:chOff x="195" y="394"/>
            <a:chExt cx="570" cy="360"/>
          </a:xfrm>
        </p:grpSpPr>
        <p:sp>
          <p:nvSpPr>
            <p:cNvPr id="21614" name="Arc 289">
              <a:extLst>
                <a:ext uri="{FF2B5EF4-FFF2-40B4-BE49-F238E27FC236}">
                  <a16:creationId xmlns:a16="http://schemas.microsoft.com/office/drawing/2014/main" id="{3141E227-6E50-1A44-0EAE-1DBD5FC27122}"/>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615" name="Arc 290">
              <a:extLst>
                <a:ext uri="{FF2B5EF4-FFF2-40B4-BE49-F238E27FC236}">
                  <a16:creationId xmlns:a16="http://schemas.microsoft.com/office/drawing/2014/main" id="{236CD8D5-6A62-1A86-B8E8-CAEC40D16D5D}"/>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616" name="Line 291">
              <a:extLst>
                <a:ext uri="{FF2B5EF4-FFF2-40B4-BE49-F238E27FC236}">
                  <a16:creationId xmlns:a16="http://schemas.microsoft.com/office/drawing/2014/main" id="{D27C92FA-651E-BF8B-7355-9507C9877F02}"/>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617" name="Line 292">
              <a:extLst>
                <a:ext uri="{FF2B5EF4-FFF2-40B4-BE49-F238E27FC236}">
                  <a16:creationId xmlns:a16="http://schemas.microsoft.com/office/drawing/2014/main" id="{F7E158E9-5BE1-7093-A822-A145BFB8C3DF}"/>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21848" name="Group 311">
            <a:extLst>
              <a:ext uri="{FF2B5EF4-FFF2-40B4-BE49-F238E27FC236}">
                <a16:creationId xmlns:a16="http://schemas.microsoft.com/office/drawing/2014/main" id="{7D6F8486-9151-C0A7-CBD2-01C3C411DA4C}"/>
              </a:ext>
            </a:extLst>
          </p:cNvPr>
          <p:cNvGrpSpPr>
            <a:grpSpLocks/>
          </p:cNvGrpSpPr>
          <p:nvPr/>
        </p:nvGrpSpPr>
        <p:grpSpPr bwMode="auto">
          <a:xfrm rot="19389679">
            <a:off x="5846128" y="2945643"/>
            <a:ext cx="1797050" cy="900112"/>
            <a:chOff x="4259" y="1678"/>
            <a:chExt cx="1132" cy="567"/>
          </a:xfrm>
        </p:grpSpPr>
        <p:grpSp>
          <p:nvGrpSpPr>
            <p:cNvPr id="21849" name="Group 312">
              <a:extLst>
                <a:ext uri="{FF2B5EF4-FFF2-40B4-BE49-F238E27FC236}">
                  <a16:creationId xmlns:a16="http://schemas.microsoft.com/office/drawing/2014/main" id="{CE40BAAA-B110-0391-AABD-C3D8F8D9E064}"/>
                </a:ext>
              </a:extLst>
            </p:cNvPr>
            <p:cNvGrpSpPr>
              <a:grpSpLocks/>
            </p:cNvGrpSpPr>
            <p:nvPr/>
          </p:nvGrpSpPr>
          <p:grpSpPr bwMode="auto">
            <a:xfrm flipH="1">
              <a:off x="4259" y="1678"/>
              <a:ext cx="1132" cy="567"/>
              <a:chOff x="333" y="1678"/>
              <a:chExt cx="1132" cy="567"/>
            </a:xfrm>
          </p:grpSpPr>
          <p:sp>
            <p:nvSpPr>
              <p:cNvPr id="21851" name="Freeform 313">
                <a:extLst>
                  <a:ext uri="{FF2B5EF4-FFF2-40B4-BE49-F238E27FC236}">
                    <a16:creationId xmlns:a16="http://schemas.microsoft.com/office/drawing/2014/main" id="{2D717DEC-5CF2-4EC3-CE01-DE4B90F28CC3}"/>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2" name="Freeform 314">
                <a:extLst>
                  <a:ext uri="{FF2B5EF4-FFF2-40B4-BE49-F238E27FC236}">
                    <a16:creationId xmlns:a16="http://schemas.microsoft.com/office/drawing/2014/main" id="{DD0E4A58-AF82-2058-A780-9746A5085D31}"/>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3" name="Freeform 315">
                <a:extLst>
                  <a:ext uri="{FF2B5EF4-FFF2-40B4-BE49-F238E27FC236}">
                    <a16:creationId xmlns:a16="http://schemas.microsoft.com/office/drawing/2014/main" id="{11B506F8-292B-93BD-FCED-A3EA2AD09367}"/>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4" name="Freeform 316">
                <a:extLst>
                  <a:ext uri="{FF2B5EF4-FFF2-40B4-BE49-F238E27FC236}">
                    <a16:creationId xmlns:a16="http://schemas.microsoft.com/office/drawing/2014/main" id="{2D314E3C-A711-9A17-5E6E-038681C9B4FD}"/>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5" name="Freeform 317">
                <a:extLst>
                  <a:ext uri="{FF2B5EF4-FFF2-40B4-BE49-F238E27FC236}">
                    <a16:creationId xmlns:a16="http://schemas.microsoft.com/office/drawing/2014/main" id="{9888FF99-1215-304A-9AAF-A71AE7AECC32}"/>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6" name="Freeform 318">
                <a:extLst>
                  <a:ext uri="{FF2B5EF4-FFF2-40B4-BE49-F238E27FC236}">
                    <a16:creationId xmlns:a16="http://schemas.microsoft.com/office/drawing/2014/main" id="{7EECB26C-CF8F-76B5-4F24-534CFF8359F3}"/>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57" name="Freeform 319">
                <a:extLst>
                  <a:ext uri="{FF2B5EF4-FFF2-40B4-BE49-F238E27FC236}">
                    <a16:creationId xmlns:a16="http://schemas.microsoft.com/office/drawing/2014/main" id="{7F142E6E-327C-B4C9-88CB-F6289E5530C6}"/>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50" name="Text Box 320">
              <a:extLst>
                <a:ext uri="{FF2B5EF4-FFF2-40B4-BE49-F238E27FC236}">
                  <a16:creationId xmlns:a16="http://schemas.microsoft.com/office/drawing/2014/main" id="{7DEE7EF8-3041-CA96-E090-8B566D28B7B2}"/>
                </a:ext>
              </a:extLst>
            </p:cNvPr>
            <p:cNvSpPr txBox="1">
              <a:spLocks noChangeArrowheads="1"/>
            </p:cNvSpPr>
            <p:nvPr/>
          </p:nvSpPr>
          <p:spPr bwMode="auto">
            <a:xfrm rot="1143463" flipH="1">
              <a:off x="4626" y="1866"/>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dirty="0">
                  <a:latin typeface="Courier New" panose="02070309020205020404" pitchFamily="49" charset="0"/>
                </a:rPr>
                <a:t>10.0.2.1</a:t>
              </a:r>
            </a:p>
          </p:txBody>
        </p:sp>
      </p:grpSp>
      <p:grpSp>
        <p:nvGrpSpPr>
          <p:cNvPr id="21586" name="Group 69">
            <a:extLst>
              <a:ext uri="{FF2B5EF4-FFF2-40B4-BE49-F238E27FC236}">
                <a16:creationId xmlns:a16="http://schemas.microsoft.com/office/drawing/2014/main" id="{80D8309C-8E9C-A6AB-2AF1-ADF5045BACA9}"/>
              </a:ext>
            </a:extLst>
          </p:cNvPr>
          <p:cNvGrpSpPr>
            <a:grpSpLocks/>
          </p:cNvGrpSpPr>
          <p:nvPr/>
        </p:nvGrpSpPr>
        <p:grpSpPr bwMode="auto">
          <a:xfrm>
            <a:off x="8011945" y="3118209"/>
            <a:ext cx="406400" cy="339725"/>
            <a:chOff x="144" y="3264"/>
            <a:chExt cx="288" cy="240"/>
          </a:xfrm>
        </p:grpSpPr>
        <p:sp>
          <p:nvSpPr>
            <p:cNvPr id="21587" name="Rectangle 70">
              <a:extLst>
                <a:ext uri="{FF2B5EF4-FFF2-40B4-BE49-F238E27FC236}">
                  <a16:creationId xmlns:a16="http://schemas.microsoft.com/office/drawing/2014/main" id="{E3F70A63-A08C-E7B0-67CC-2E19C3B092E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6" name="Rectangle 71">
              <a:extLst>
                <a:ext uri="{FF2B5EF4-FFF2-40B4-BE49-F238E27FC236}">
                  <a16:creationId xmlns:a16="http://schemas.microsoft.com/office/drawing/2014/main" id="{B1BEBED3-E199-3B15-134F-AA837DCEF14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21597" name="Group 66">
            <a:extLst>
              <a:ext uri="{FF2B5EF4-FFF2-40B4-BE49-F238E27FC236}">
                <a16:creationId xmlns:a16="http://schemas.microsoft.com/office/drawing/2014/main" id="{FC75C2EC-8F4F-434F-44A7-5013FB6A6100}"/>
              </a:ext>
            </a:extLst>
          </p:cNvPr>
          <p:cNvGrpSpPr>
            <a:grpSpLocks/>
          </p:cNvGrpSpPr>
          <p:nvPr/>
        </p:nvGrpSpPr>
        <p:grpSpPr bwMode="auto">
          <a:xfrm>
            <a:off x="7472755" y="3586104"/>
            <a:ext cx="406400" cy="339725"/>
            <a:chOff x="144" y="3264"/>
            <a:chExt cx="288" cy="240"/>
          </a:xfrm>
        </p:grpSpPr>
        <p:sp>
          <p:nvSpPr>
            <p:cNvPr id="21598" name="Rectangle 67">
              <a:extLst>
                <a:ext uri="{FF2B5EF4-FFF2-40B4-BE49-F238E27FC236}">
                  <a16:creationId xmlns:a16="http://schemas.microsoft.com/office/drawing/2014/main" id="{B8296CD7-3D41-8457-4B5D-42FDD0A0C95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21599" name="Rectangle 68">
              <a:extLst>
                <a:ext uri="{FF2B5EF4-FFF2-40B4-BE49-F238E27FC236}">
                  <a16:creationId xmlns:a16="http://schemas.microsoft.com/office/drawing/2014/main" id="{7FF59BF8-F584-D35C-81E6-6ED974075383}"/>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pic>
        <p:nvPicPr>
          <p:cNvPr id="21600" name="Picture 224" descr="MC900434713[1]">
            <a:extLst>
              <a:ext uri="{FF2B5EF4-FFF2-40B4-BE49-F238E27FC236}">
                <a16:creationId xmlns:a16="http://schemas.microsoft.com/office/drawing/2014/main" id="{397505CB-821C-D7DB-2E2D-7E1A55CD49B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75831" y="2858801"/>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865" name="Group 22">
            <a:extLst>
              <a:ext uri="{FF2B5EF4-FFF2-40B4-BE49-F238E27FC236}">
                <a16:creationId xmlns:a16="http://schemas.microsoft.com/office/drawing/2014/main" id="{0FCD1C7E-092E-37EB-40C2-9F5FD0C015D7}"/>
              </a:ext>
            </a:extLst>
          </p:cNvPr>
          <p:cNvGrpSpPr>
            <a:grpSpLocks noChangeAspect="1"/>
          </p:cNvGrpSpPr>
          <p:nvPr/>
        </p:nvGrpSpPr>
        <p:grpSpPr bwMode="auto">
          <a:xfrm>
            <a:off x="5453228" y="2573027"/>
            <a:ext cx="723900" cy="460375"/>
            <a:chOff x="3312" y="2160"/>
            <a:chExt cx="960" cy="528"/>
          </a:xfrm>
        </p:grpSpPr>
        <p:grpSp>
          <p:nvGrpSpPr>
            <p:cNvPr id="21866" name="Group 23">
              <a:extLst>
                <a:ext uri="{FF2B5EF4-FFF2-40B4-BE49-F238E27FC236}">
                  <a16:creationId xmlns:a16="http://schemas.microsoft.com/office/drawing/2014/main" id="{137FFFF4-C11A-8512-C6A3-6CD003D24D45}"/>
                </a:ext>
              </a:extLst>
            </p:cNvPr>
            <p:cNvGrpSpPr>
              <a:grpSpLocks noChangeAspect="1"/>
            </p:cNvGrpSpPr>
            <p:nvPr/>
          </p:nvGrpSpPr>
          <p:grpSpPr bwMode="auto">
            <a:xfrm>
              <a:off x="3312" y="2160"/>
              <a:ext cx="960" cy="528"/>
              <a:chOff x="3312" y="2160"/>
              <a:chExt cx="960" cy="528"/>
            </a:xfrm>
          </p:grpSpPr>
          <p:sp>
            <p:nvSpPr>
              <p:cNvPr id="21871" name="AutoShape 24">
                <a:extLst>
                  <a:ext uri="{FF2B5EF4-FFF2-40B4-BE49-F238E27FC236}">
                    <a16:creationId xmlns:a16="http://schemas.microsoft.com/office/drawing/2014/main" id="{CBC393E5-40E8-A321-59AF-A72ECBEA2BAE}"/>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872" name="Group 25">
                <a:extLst>
                  <a:ext uri="{FF2B5EF4-FFF2-40B4-BE49-F238E27FC236}">
                    <a16:creationId xmlns:a16="http://schemas.microsoft.com/office/drawing/2014/main" id="{3AF6EDF8-E068-88DE-596F-7DE1D9347354}"/>
                  </a:ext>
                </a:extLst>
              </p:cNvPr>
              <p:cNvGrpSpPr>
                <a:grpSpLocks noChangeAspect="1"/>
              </p:cNvGrpSpPr>
              <p:nvPr/>
            </p:nvGrpSpPr>
            <p:grpSpPr bwMode="auto">
              <a:xfrm>
                <a:off x="3488" y="2193"/>
                <a:ext cx="599" cy="207"/>
                <a:chOff x="422" y="1632"/>
                <a:chExt cx="829" cy="298"/>
              </a:xfrm>
            </p:grpSpPr>
            <p:grpSp>
              <p:nvGrpSpPr>
                <p:cNvPr id="21873" name="Group 26">
                  <a:extLst>
                    <a:ext uri="{FF2B5EF4-FFF2-40B4-BE49-F238E27FC236}">
                      <a16:creationId xmlns:a16="http://schemas.microsoft.com/office/drawing/2014/main" id="{DFE3DC3E-FECC-6665-B866-AD2E85835EC0}"/>
                    </a:ext>
                  </a:extLst>
                </p:cNvPr>
                <p:cNvGrpSpPr>
                  <a:grpSpLocks noChangeAspect="1"/>
                </p:cNvGrpSpPr>
                <p:nvPr/>
              </p:nvGrpSpPr>
              <p:grpSpPr bwMode="auto">
                <a:xfrm>
                  <a:off x="422" y="1632"/>
                  <a:ext cx="822" cy="291"/>
                  <a:chOff x="422" y="1632"/>
                  <a:chExt cx="822" cy="291"/>
                </a:xfrm>
              </p:grpSpPr>
              <p:sp>
                <p:nvSpPr>
                  <p:cNvPr id="21883" name="Freeform 27">
                    <a:extLst>
                      <a:ext uri="{FF2B5EF4-FFF2-40B4-BE49-F238E27FC236}">
                        <a16:creationId xmlns:a16="http://schemas.microsoft.com/office/drawing/2014/main" id="{2E6C8620-55B5-E2D4-36DE-49E18B598D3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4" name="Freeform 28">
                    <a:extLst>
                      <a:ext uri="{FF2B5EF4-FFF2-40B4-BE49-F238E27FC236}">
                        <a16:creationId xmlns:a16="http://schemas.microsoft.com/office/drawing/2014/main" id="{7BE8D4C7-F6A5-8BBB-58BB-C1D25C0C710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5" name="Freeform 29">
                    <a:extLst>
                      <a:ext uri="{FF2B5EF4-FFF2-40B4-BE49-F238E27FC236}">
                        <a16:creationId xmlns:a16="http://schemas.microsoft.com/office/drawing/2014/main" id="{5055410C-0A3F-1D8C-8A7D-96108366948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6" name="Freeform 30">
                    <a:extLst>
                      <a:ext uri="{FF2B5EF4-FFF2-40B4-BE49-F238E27FC236}">
                        <a16:creationId xmlns:a16="http://schemas.microsoft.com/office/drawing/2014/main" id="{8A5EB6EC-2916-1551-05C7-83552D9537D4}"/>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7" name="Freeform 31">
                    <a:extLst>
                      <a:ext uri="{FF2B5EF4-FFF2-40B4-BE49-F238E27FC236}">
                        <a16:creationId xmlns:a16="http://schemas.microsoft.com/office/drawing/2014/main" id="{753CF7E7-467E-3C15-E604-7B5449CABABE}"/>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8" name="Freeform 32">
                    <a:extLst>
                      <a:ext uri="{FF2B5EF4-FFF2-40B4-BE49-F238E27FC236}">
                        <a16:creationId xmlns:a16="http://schemas.microsoft.com/office/drawing/2014/main" id="{7F713EB5-EE68-15E8-ED20-6D881D491336}"/>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9" name="Freeform 33">
                    <a:extLst>
                      <a:ext uri="{FF2B5EF4-FFF2-40B4-BE49-F238E27FC236}">
                        <a16:creationId xmlns:a16="http://schemas.microsoft.com/office/drawing/2014/main" id="{BAA44843-EA17-EAAF-8F5D-8845A6CCB5AA}"/>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90" name="Freeform 34">
                    <a:extLst>
                      <a:ext uri="{FF2B5EF4-FFF2-40B4-BE49-F238E27FC236}">
                        <a16:creationId xmlns:a16="http://schemas.microsoft.com/office/drawing/2014/main" id="{B7447872-A57C-E02F-BDDC-7E133C7CFBC2}"/>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874" name="Group 35">
                  <a:extLst>
                    <a:ext uri="{FF2B5EF4-FFF2-40B4-BE49-F238E27FC236}">
                      <a16:creationId xmlns:a16="http://schemas.microsoft.com/office/drawing/2014/main" id="{889774EF-574E-99A9-41AE-A3ADE8EAFD7F}"/>
                    </a:ext>
                  </a:extLst>
                </p:cNvPr>
                <p:cNvGrpSpPr>
                  <a:grpSpLocks noChangeAspect="1"/>
                </p:cNvGrpSpPr>
                <p:nvPr/>
              </p:nvGrpSpPr>
              <p:grpSpPr bwMode="auto">
                <a:xfrm>
                  <a:off x="429" y="1639"/>
                  <a:ext cx="822" cy="291"/>
                  <a:chOff x="429" y="1639"/>
                  <a:chExt cx="822" cy="291"/>
                </a:xfrm>
              </p:grpSpPr>
              <p:sp>
                <p:nvSpPr>
                  <p:cNvPr id="21875" name="Freeform 36">
                    <a:extLst>
                      <a:ext uri="{FF2B5EF4-FFF2-40B4-BE49-F238E27FC236}">
                        <a16:creationId xmlns:a16="http://schemas.microsoft.com/office/drawing/2014/main" id="{4238965C-83EA-969C-1A0C-8FE99C82BC7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6" name="Freeform 37">
                    <a:extLst>
                      <a:ext uri="{FF2B5EF4-FFF2-40B4-BE49-F238E27FC236}">
                        <a16:creationId xmlns:a16="http://schemas.microsoft.com/office/drawing/2014/main" id="{EE45BE88-1009-1258-6D78-950575CEE213}"/>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7" name="Freeform 38">
                    <a:extLst>
                      <a:ext uri="{FF2B5EF4-FFF2-40B4-BE49-F238E27FC236}">
                        <a16:creationId xmlns:a16="http://schemas.microsoft.com/office/drawing/2014/main" id="{3BADAF47-7C70-D37B-36B5-93F347870A7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8" name="Freeform 39">
                    <a:extLst>
                      <a:ext uri="{FF2B5EF4-FFF2-40B4-BE49-F238E27FC236}">
                        <a16:creationId xmlns:a16="http://schemas.microsoft.com/office/drawing/2014/main" id="{ECD24964-457F-0110-97DC-600C00CE3A55}"/>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9" name="Freeform 40">
                    <a:extLst>
                      <a:ext uri="{FF2B5EF4-FFF2-40B4-BE49-F238E27FC236}">
                        <a16:creationId xmlns:a16="http://schemas.microsoft.com/office/drawing/2014/main" id="{BEDD9E1E-4BF9-03A2-E650-1686C11FD948}"/>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0" name="Freeform 41">
                    <a:extLst>
                      <a:ext uri="{FF2B5EF4-FFF2-40B4-BE49-F238E27FC236}">
                        <a16:creationId xmlns:a16="http://schemas.microsoft.com/office/drawing/2014/main" id="{3AA191E7-9A9A-A38B-8D61-2282A9821A5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1" name="Freeform 42">
                    <a:extLst>
                      <a:ext uri="{FF2B5EF4-FFF2-40B4-BE49-F238E27FC236}">
                        <a16:creationId xmlns:a16="http://schemas.microsoft.com/office/drawing/2014/main" id="{5F8FA8ED-CB65-C85E-7E39-7CC60BFEA8F6}"/>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2" name="Freeform 43">
                    <a:extLst>
                      <a:ext uri="{FF2B5EF4-FFF2-40B4-BE49-F238E27FC236}">
                        <a16:creationId xmlns:a16="http://schemas.microsoft.com/office/drawing/2014/main" id="{7B7EEB40-46C3-A31E-DA3E-CCD2EBC07E9D}"/>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867" name="WordArt 44">
              <a:extLst>
                <a:ext uri="{FF2B5EF4-FFF2-40B4-BE49-F238E27FC236}">
                  <a16:creationId xmlns:a16="http://schemas.microsoft.com/office/drawing/2014/main" id="{35175AE3-DD44-971A-DD27-5116C3990A40}"/>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21891" name="Oval 53">
            <a:extLst>
              <a:ext uri="{FF2B5EF4-FFF2-40B4-BE49-F238E27FC236}">
                <a16:creationId xmlns:a16="http://schemas.microsoft.com/office/drawing/2014/main" id="{77DA7CAE-0E7A-A9E0-9415-1013CD6D7C32}"/>
              </a:ext>
            </a:extLst>
          </p:cNvPr>
          <p:cNvSpPr>
            <a:spLocks noChangeArrowheads="1"/>
          </p:cNvSpPr>
          <p:nvPr/>
        </p:nvSpPr>
        <p:spPr bwMode="auto">
          <a:xfrm flipH="1">
            <a:off x="5707907" y="3567987"/>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C</a:t>
            </a:r>
          </a:p>
        </p:txBody>
      </p:sp>
      <p:grpSp>
        <p:nvGrpSpPr>
          <p:cNvPr id="21892" name="Group 145">
            <a:extLst>
              <a:ext uri="{FF2B5EF4-FFF2-40B4-BE49-F238E27FC236}">
                <a16:creationId xmlns:a16="http://schemas.microsoft.com/office/drawing/2014/main" id="{0872FD67-96A4-3EBB-0986-6FC7275A7740}"/>
              </a:ext>
            </a:extLst>
          </p:cNvPr>
          <p:cNvGrpSpPr>
            <a:grpSpLocks noChangeAspect="1"/>
          </p:cNvGrpSpPr>
          <p:nvPr/>
        </p:nvGrpSpPr>
        <p:grpSpPr bwMode="auto">
          <a:xfrm>
            <a:off x="3427884" y="3438634"/>
            <a:ext cx="723900" cy="460375"/>
            <a:chOff x="3312" y="2160"/>
            <a:chExt cx="960" cy="528"/>
          </a:xfrm>
        </p:grpSpPr>
        <p:grpSp>
          <p:nvGrpSpPr>
            <p:cNvPr id="21893" name="Group 146">
              <a:extLst>
                <a:ext uri="{FF2B5EF4-FFF2-40B4-BE49-F238E27FC236}">
                  <a16:creationId xmlns:a16="http://schemas.microsoft.com/office/drawing/2014/main" id="{BA23E33D-9FBF-D100-176B-6D7B2C084423}"/>
                </a:ext>
              </a:extLst>
            </p:cNvPr>
            <p:cNvGrpSpPr>
              <a:grpSpLocks noChangeAspect="1"/>
            </p:cNvGrpSpPr>
            <p:nvPr/>
          </p:nvGrpSpPr>
          <p:grpSpPr bwMode="auto">
            <a:xfrm>
              <a:off x="3312" y="2160"/>
              <a:ext cx="960" cy="528"/>
              <a:chOff x="3312" y="2160"/>
              <a:chExt cx="960" cy="528"/>
            </a:xfrm>
          </p:grpSpPr>
          <p:sp>
            <p:nvSpPr>
              <p:cNvPr id="21895" name="AutoShape 147">
                <a:extLst>
                  <a:ext uri="{FF2B5EF4-FFF2-40B4-BE49-F238E27FC236}">
                    <a16:creationId xmlns:a16="http://schemas.microsoft.com/office/drawing/2014/main" id="{96A97BC6-11DE-DB8C-4897-515E97227235}"/>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896" name="Group 148">
                <a:extLst>
                  <a:ext uri="{FF2B5EF4-FFF2-40B4-BE49-F238E27FC236}">
                    <a16:creationId xmlns:a16="http://schemas.microsoft.com/office/drawing/2014/main" id="{5CE58393-7BB9-CEF8-6235-1F9A7E9F4B1D}"/>
                  </a:ext>
                </a:extLst>
              </p:cNvPr>
              <p:cNvGrpSpPr>
                <a:grpSpLocks noChangeAspect="1"/>
              </p:cNvGrpSpPr>
              <p:nvPr/>
            </p:nvGrpSpPr>
            <p:grpSpPr bwMode="auto">
              <a:xfrm>
                <a:off x="3488" y="2193"/>
                <a:ext cx="599" cy="207"/>
                <a:chOff x="422" y="1632"/>
                <a:chExt cx="829" cy="298"/>
              </a:xfrm>
            </p:grpSpPr>
            <p:grpSp>
              <p:nvGrpSpPr>
                <p:cNvPr id="21897" name="Group 149">
                  <a:extLst>
                    <a:ext uri="{FF2B5EF4-FFF2-40B4-BE49-F238E27FC236}">
                      <a16:creationId xmlns:a16="http://schemas.microsoft.com/office/drawing/2014/main" id="{80A08215-8328-2753-FFE7-C1AEF50BCAA8}"/>
                    </a:ext>
                  </a:extLst>
                </p:cNvPr>
                <p:cNvGrpSpPr>
                  <a:grpSpLocks noChangeAspect="1"/>
                </p:cNvGrpSpPr>
                <p:nvPr/>
              </p:nvGrpSpPr>
              <p:grpSpPr bwMode="auto">
                <a:xfrm>
                  <a:off x="422" y="1632"/>
                  <a:ext cx="822" cy="291"/>
                  <a:chOff x="422" y="1632"/>
                  <a:chExt cx="822" cy="291"/>
                </a:xfrm>
              </p:grpSpPr>
              <p:sp>
                <p:nvSpPr>
                  <p:cNvPr id="21907" name="Freeform 150">
                    <a:extLst>
                      <a:ext uri="{FF2B5EF4-FFF2-40B4-BE49-F238E27FC236}">
                        <a16:creationId xmlns:a16="http://schemas.microsoft.com/office/drawing/2014/main" id="{80903903-21D3-51C0-F064-B4F38D5738B5}"/>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8" name="Freeform 151">
                    <a:extLst>
                      <a:ext uri="{FF2B5EF4-FFF2-40B4-BE49-F238E27FC236}">
                        <a16:creationId xmlns:a16="http://schemas.microsoft.com/office/drawing/2014/main" id="{F19FAD6B-0E8E-F0EF-BD5F-A0B22B7D86C0}"/>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9" name="Freeform 152">
                    <a:extLst>
                      <a:ext uri="{FF2B5EF4-FFF2-40B4-BE49-F238E27FC236}">
                        <a16:creationId xmlns:a16="http://schemas.microsoft.com/office/drawing/2014/main" id="{D6B7C8EA-2257-CB8A-C733-4A8BAEC5168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10" name="Freeform 153">
                    <a:extLst>
                      <a:ext uri="{FF2B5EF4-FFF2-40B4-BE49-F238E27FC236}">
                        <a16:creationId xmlns:a16="http://schemas.microsoft.com/office/drawing/2014/main" id="{00E47FF2-81EC-C4A5-ACAE-859E2BFECB64}"/>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11" name="Freeform 154">
                    <a:extLst>
                      <a:ext uri="{FF2B5EF4-FFF2-40B4-BE49-F238E27FC236}">
                        <a16:creationId xmlns:a16="http://schemas.microsoft.com/office/drawing/2014/main" id="{B87A68A6-191D-8371-A520-00585CA7F4E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12" name="Freeform 155">
                    <a:extLst>
                      <a:ext uri="{FF2B5EF4-FFF2-40B4-BE49-F238E27FC236}">
                        <a16:creationId xmlns:a16="http://schemas.microsoft.com/office/drawing/2014/main" id="{6FCB64BB-EC2D-5331-345A-DEA3F6CAE0E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13" name="Freeform 156">
                    <a:extLst>
                      <a:ext uri="{FF2B5EF4-FFF2-40B4-BE49-F238E27FC236}">
                        <a16:creationId xmlns:a16="http://schemas.microsoft.com/office/drawing/2014/main" id="{F99F1B37-D386-D0AB-081F-7E8C46DDDC0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14" name="Freeform 157">
                    <a:extLst>
                      <a:ext uri="{FF2B5EF4-FFF2-40B4-BE49-F238E27FC236}">
                        <a16:creationId xmlns:a16="http://schemas.microsoft.com/office/drawing/2014/main" id="{B6520086-21CD-582E-D8AC-2B88EAF891D9}"/>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898" name="Group 158">
                  <a:extLst>
                    <a:ext uri="{FF2B5EF4-FFF2-40B4-BE49-F238E27FC236}">
                      <a16:creationId xmlns:a16="http://schemas.microsoft.com/office/drawing/2014/main" id="{567CF60C-9AAA-F7C2-0583-AD3375C4E8FC}"/>
                    </a:ext>
                  </a:extLst>
                </p:cNvPr>
                <p:cNvGrpSpPr>
                  <a:grpSpLocks noChangeAspect="1"/>
                </p:cNvGrpSpPr>
                <p:nvPr/>
              </p:nvGrpSpPr>
              <p:grpSpPr bwMode="auto">
                <a:xfrm>
                  <a:off x="429" y="1639"/>
                  <a:ext cx="822" cy="291"/>
                  <a:chOff x="429" y="1639"/>
                  <a:chExt cx="822" cy="291"/>
                </a:xfrm>
              </p:grpSpPr>
              <p:sp>
                <p:nvSpPr>
                  <p:cNvPr id="21899" name="Freeform 159">
                    <a:extLst>
                      <a:ext uri="{FF2B5EF4-FFF2-40B4-BE49-F238E27FC236}">
                        <a16:creationId xmlns:a16="http://schemas.microsoft.com/office/drawing/2014/main" id="{F2EFA1C6-AF3E-AB83-6E0F-2FDC17285B91}"/>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0" name="Freeform 160">
                    <a:extLst>
                      <a:ext uri="{FF2B5EF4-FFF2-40B4-BE49-F238E27FC236}">
                        <a16:creationId xmlns:a16="http://schemas.microsoft.com/office/drawing/2014/main" id="{C2B6FCD0-8278-2668-44DF-77DF8F68072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1" name="Freeform 161">
                    <a:extLst>
                      <a:ext uri="{FF2B5EF4-FFF2-40B4-BE49-F238E27FC236}">
                        <a16:creationId xmlns:a16="http://schemas.microsoft.com/office/drawing/2014/main" id="{C6C7253A-25A3-A131-072D-95D73539254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2" name="Freeform 162">
                    <a:extLst>
                      <a:ext uri="{FF2B5EF4-FFF2-40B4-BE49-F238E27FC236}">
                        <a16:creationId xmlns:a16="http://schemas.microsoft.com/office/drawing/2014/main" id="{5BA4DD18-FC50-F697-33D2-55A149CA239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3" name="Freeform 163">
                    <a:extLst>
                      <a:ext uri="{FF2B5EF4-FFF2-40B4-BE49-F238E27FC236}">
                        <a16:creationId xmlns:a16="http://schemas.microsoft.com/office/drawing/2014/main" id="{41040C01-902B-FB18-DF74-2678D0A44727}"/>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4" name="Freeform 164">
                    <a:extLst>
                      <a:ext uri="{FF2B5EF4-FFF2-40B4-BE49-F238E27FC236}">
                        <a16:creationId xmlns:a16="http://schemas.microsoft.com/office/drawing/2014/main" id="{992503D1-6BFB-5BA9-7174-CEC9B417982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5" name="Freeform 165">
                    <a:extLst>
                      <a:ext uri="{FF2B5EF4-FFF2-40B4-BE49-F238E27FC236}">
                        <a16:creationId xmlns:a16="http://schemas.microsoft.com/office/drawing/2014/main" id="{8D3CF649-9E52-D95B-1F68-60DC88B485C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906" name="Freeform 166">
                    <a:extLst>
                      <a:ext uri="{FF2B5EF4-FFF2-40B4-BE49-F238E27FC236}">
                        <a16:creationId xmlns:a16="http://schemas.microsoft.com/office/drawing/2014/main" id="{8F1ABBBC-7795-8F70-255E-F348A3EA65F0}"/>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894" name="WordArt 167">
              <a:extLst>
                <a:ext uri="{FF2B5EF4-FFF2-40B4-BE49-F238E27FC236}">
                  <a16:creationId xmlns:a16="http://schemas.microsoft.com/office/drawing/2014/main" id="{74C4FB8A-B694-0E3D-A411-942AB9A0472B}"/>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spTree>
    <p:extLst>
      <p:ext uri="{BB962C8B-B14F-4D97-AF65-F5344CB8AC3E}">
        <p14:creationId xmlns:p14="http://schemas.microsoft.com/office/powerpoint/2010/main" val="1461296552"/>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9" name="Rectangle 162">
            <a:extLst>
              <a:ext uri="{FF2B5EF4-FFF2-40B4-BE49-F238E27FC236}">
                <a16:creationId xmlns:a16="http://schemas.microsoft.com/office/drawing/2014/main" id="{8584387D-BCD0-10AC-7D8D-EC2987806EDE}"/>
              </a:ext>
            </a:extLst>
          </p:cNvPr>
          <p:cNvSpPr>
            <a:spLocks noGrp="1" noChangeArrowheads="1"/>
          </p:cNvSpPr>
          <p:nvPr>
            <p:ph type="title"/>
          </p:nvPr>
        </p:nvSpPr>
        <p:spPr/>
        <p:txBody>
          <a:bodyPr/>
          <a:lstStyle/>
          <a:p>
            <a:pPr eaLnBrk="1" hangingPunct="1"/>
            <a:r>
              <a:rPr lang="it-IT" altLang="it-IT" sz="4000" dirty="0" err="1"/>
              <a:t>ospf’s</a:t>
            </a:r>
            <a:r>
              <a:rPr lang="it-IT" altLang="it-IT" sz="4000" dirty="0"/>
              <a:t> </a:t>
            </a:r>
            <a:r>
              <a:rPr lang="it-IT" altLang="it-IT" sz="4000" dirty="0" err="1"/>
              <a:t>view</a:t>
            </a:r>
            <a:r>
              <a:rPr lang="it-IT" altLang="it-IT" sz="4000" dirty="0"/>
              <a:t> of the network</a:t>
            </a:r>
          </a:p>
        </p:txBody>
      </p:sp>
      <p:sp>
        <p:nvSpPr>
          <p:cNvPr id="2" name="Rectangle 4">
            <a:extLst>
              <a:ext uri="{FF2B5EF4-FFF2-40B4-BE49-F238E27FC236}">
                <a16:creationId xmlns:a16="http://schemas.microsoft.com/office/drawing/2014/main" id="{6CE004DA-5A77-5B87-6A43-BCDFAA7F1A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A2AFE0F-CDE3-53AA-46B9-074CE3A31213}"/>
              </a:ext>
            </a:extLst>
          </p:cNvPr>
          <p:cNvSpPr>
            <a:spLocks noGrp="1" noChangeArrowheads="1"/>
          </p:cNvSpPr>
          <p:nvPr>
            <p:ph type="ftr" sz="quarter" idx="11"/>
          </p:nvPr>
        </p:nvSpPr>
        <p:spPr>
          <a:ln/>
        </p:spPr>
        <p:txBody>
          <a:bodyPr/>
          <a:lstStyle/>
          <a:p>
            <a:r>
              <a:rPr lang="it-IT" altLang="en-IT"/>
              <a:t>kathara – [ labs: ospf_frr ]</a:t>
            </a:r>
          </a:p>
        </p:txBody>
      </p:sp>
      <p:grpSp>
        <p:nvGrpSpPr>
          <p:cNvPr id="21508" name="Group 2">
            <a:extLst>
              <a:ext uri="{FF2B5EF4-FFF2-40B4-BE49-F238E27FC236}">
                <a16:creationId xmlns:a16="http://schemas.microsoft.com/office/drawing/2014/main" id="{2DA97725-4953-C550-1AE7-B08BFB277F90}"/>
              </a:ext>
            </a:extLst>
          </p:cNvPr>
          <p:cNvGrpSpPr>
            <a:grpSpLocks/>
          </p:cNvGrpSpPr>
          <p:nvPr/>
        </p:nvGrpSpPr>
        <p:grpSpPr bwMode="auto">
          <a:xfrm>
            <a:off x="2166173" y="1050664"/>
            <a:ext cx="7655970" cy="3628007"/>
            <a:chOff x="-177" y="1030"/>
            <a:chExt cx="5760" cy="2840"/>
          </a:xfrm>
        </p:grpSpPr>
        <p:grpSp>
          <p:nvGrpSpPr>
            <p:cNvPr id="21537" name="Group 3">
              <a:extLst>
                <a:ext uri="{FF2B5EF4-FFF2-40B4-BE49-F238E27FC236}">
                  <a16:creationId xmlns:a16="http://schemas.microsoft.com/office/drawing/2014/main" id="{E2681DC0-9B50-77BB-239C-DF7BA73E9B3B}"/>
                </a:ext>
              </a:extLst>
            </p:cNvPr>
            <p:cNvGrpSpPr>
              <a:grpSpLocks/>
            </p:cNvGrpSpPr>
            <p:nvPr/>
          </p:nvGrpSpPr>
          <p:grpSpPr bwMode="auto">
            <a:xfrm>
              <a:off x="-177" y="1221"/>
              <a:ext cx="5760" cy="2649"/>
              <a:chOff x="-177" y="1221"/>
              <a:chExt cx="5760" cy="2649"/>
            </a:xfrm>
          </p:grpSpPr>
          <p:sp>
            <p:nvSpPr>
              <p:cNvPr id="21539" name="Oval 4">
                <a:extLst>
                  <a:ext uri="{FF2B5EF4-FFF2-40B4-BE49-F238E27FC236}">
                    <a16:creationId xmlns:a16="http://schemas.microsoft.com/office/drawing/2014/main" id="{B69635C6-E67E-A5FF-F83A-EDD0A07E21AD}"/>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0" name="Oval 5">
                <a:extLst>
                  <a:ext uri="{FF2B5EF4-FFF2-40B4-BE49-F238E27FC236}">
                    <a16:creationId xmlns:a16="http://schemas.microsoft.com/office/drawing/2014/main" id="{CD6F14E2-E370-605B-5409-012738BB8ECB}"/>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1" name="Oval 6">
                <a:extLst>
                  <a:ext uri="{FF2B5EF4-FFF2-40B4-BE49-F238E27FC236}">
                    <a16:creationId xmlns:a16="http://schemas.microsoft.com/office/drawing/2014/main" id="{B0991C3C-4720-AA4F-C655-54ADA1D57C12}"/>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2" name="Oval 7">
                <a:extLst>
                  <a:ext uri="{FF2B5EF4-FFF2-40B4-BE49-F238E27FC236}">
                    <a16:creationId xmlns:a16="http://schemas.microsoft.com/office/drawing/2014/main" id="{45C8B705-A185-D395-872F-2FEC97CFF287}"/>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3" name="Oval 8">
                <a:extLst>
                  <a:ext uri="{FF2B5EF4-FFF2-40B4-BE49-F238E27FC236}">
                    <a16:creationId xmlns:a16="http://schemas.microsoft.com/office/drawing/2014/main" id="{F725B197-4602-ACB5-B8B8-56129D2CDD21}"/>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4" name="Oval 9">
                <a:extLst>
                  <a:ext uri="{FF2B5EF4-FFF2-40B4-BE49-F238E27FC236}">
                    <a16:creationId xmlns:a16="http://schemas.microsoft.com/office/drawing/2014/main" id="{ACBEF2A0-3712-BAD5-FD1A-C29D5EC8AB13}"/>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5" name="Oval 10">
                <a:extLst>
                  <a:ext uri="{FF2B5EF4-FFF2-40B4-BE49-F238E27FC236}">
                    <a16:creationId xmlns:a16="http://schemas.microsoft.com/office/drawing/2014/main" id="{E674A691-74D1-1DC0-A014-ADBC3155DCA2}"/>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6" name="Oval 11">
                <a:extLst>
                  <a:ext uri="{FF2B5EF4-FFF2-40B4-BE49-F238E27FC236}">
                    <a16:creationId xmlns:a16="http://schemas.microsoft.com/office/drawing/2014/main" id="{B83FF4C2-6943-FEFF-00E0-6E588EDA7C0A}"/>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7" name="Oval 12">
                <a:extLst>
                  <a:ext uri="{FF2B5EF4-FFF2-40B4-BE49-F238E27FC236}">
                    <a16:creationId xmlns:a16="http://schemas.microsoft.com/office/drawing/2014/main" id="{EF32C6C9-82D0-B1E8-DA27-1F3B19138F71}"/>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dirty="0">
                  <a:latin typeface="Arial" panose="020B0604020202020204" pitchFamily="34" charset="0"/>
                </a:endParaRPr>
              </a:p>
            </p:txBody>
          </p:sp>
        </p:grpSp>
        <p:sp>
          <p:nvSpPr>
            <p:cNvPr id="21538" name="Oval 13">
              <a:extLst>
                <a:ext uri="{FF2B5EF4-FFF2-40B4-BE49-F238E27FC236}">
                  <a16:creationId xmlns:a16="http://schemas.microsoft.com/office/drawing/2014/main" id="{6EC22C66-8731-D095-AF4D-2BED9A96CFED}"/>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grpSp>
        <p:nvGrpSpPr>
          <p:cNvPr id="4" name="Group 3">
            <a:extLst>
              <a:ext uri="{FF2B5EF4-FFF2-40B4-BE49-F238E27FC236}">
                <a16:creationId xmlns:a16="http://schemas.microsoft.com/office/drawing/2014/main" id="{2D42DAB1-303A-3E40-3524-C11468DCB958}"/>
              </a:ext>
            </a:extLst>
          </p:cNvPr>
          <p:cNvGrpSpPr/>
          <p:nvPr/>
        </p:nvGrpSpPr>
        <p:grpSpPr>
          <a:xfrm>
            <a:off x="2780918" y="4408603"/>
            <a:ext cx="6802068" cy="2334786"/>
            <a:chOff x="4778215" y="2378844"/>
            <a:chExt cx="6802068" cy="1961626"/>
          </a:xfrm>
        </p:grpSpPr>
        <p:sp>
          <p:nvSpPr>
            <p:cNvPr id="5" name="Rectangle 4">
              <a:extLst>
                <a:ext uri="{FF2B5EF4-FFF2-40B4-BE49-F238E27FC236}">
                  <a16:creationId xmlns:a16="http://schemas.microsoft.com/office/drawing/2014/main" id="{70361730-5F00-C0BB-08BD-044CC667EEAE}"/>
                </a:ext>
              </a:extLst>
            </p:cNvPr>
            <p:cNvSpPr/>
            <p:nvPr/>
          </p:nvSpPr>
          <p:spPr>
            <a:xfrm>
              <a:off x="4778215" y="2632077"/>
              <a:ext cx="6802068" cy="1708393"/>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en-US" altLang="it-IT" sz="1400" dirty="0">
                  <a:solidFill>
                    <a:schemeClr val="bg1"/>
                  </a:solidFill>
                  <a:latin typeface="Lucida Console" panose="020B0609040504020204" pitchFamily="49" charset="0"/>
                </a:rPr>
                <a:t> Link State ID: 10.0.2.3 </a:t>
              </a:r>
            </a:p>
            <a:p>
              <a:pPr eaLnBrk="1" hangingPunct="1"/>
              <a:r>
                <a:rPr lang="en-US" altLang="it-IT" sz="1400" dirty="0">
                  <a:solidFill>
                    <a:schemeClr val="bg1"/>
                  </a:solidFill>
                  <a:latin typeface="Lucida Console" panose="020B0609040504020204" pitchFamily="49" charset="0"/>
                </a:rPr>
                <a:t>   Number of Links: 2</a:t>
              </a:r>
            </a:p>
            <a:p>
              <a:pPr eaLnBrk="1" hangingPunct="1"/>
              <a:r>
                <a:rPr lang="en-US" altLang="it-IT" sz="1400" dirty="0">
                  <a:solidFill>
                    <a:schemeClr val="bg1"/>
                  </a:solidFill>
                  <a:latin typeface="Lucida Console" panose="020B0609040504020204" pitchFamily="49" charset="0"/>
                </a:rPr>
                <a:t>    Link connected to: a Transit Network</a:t>
              </a:r>
            </a:p>
            <a:p>
              <a:pPr eaLnBrk="1" hangingPunct="1"/>
              <a:r>
                <a:rPr lang="en-US" altLang="it-IT" sz="1400" dirty="0">
                  <a:solidFill>
                    <a:schemeClr val="bg1"/>
                  </a:solidFill>
                  <a:latin typeface="Lucida Console" panose="020B0609040504020204" pitchFamily="49" charset="0"/>
                </a:rPr>
                <a:t>     (Link ID) Designated Router address: 10.0.0.1</a:t>
              </a:r>
            </a:p>
            <a:p>
              <a:pPr eaLnBrk="1" hangingPunct="1"/>
              <a:r>
                <a:rPr lang="en-US" altLang="it-IT" sz="1400" dirty="0">
                  <a:solidFill>
                    <a:schemeClr val="bg1"/>
                  </a:solidFill>
                  <a:latin typeface="Lucida Console" panose="020B0609040504020204" pitchFamily="49" charset="0"/>
                </a:rPr>
                <a:t>     (Link Data) Router Interface address: 10.0.0.3</a:t>
              </a:r>
            </a:p>
            <a:p>
              <a:pPr eaLnBrk="1" hangingPunct="1"/>
              <a:r>
                <a:rPr lang="en-US" altLang="it-IT" sz="1400" dirty="0">
                  <a:solidFill>
                    <a:schemeClr val="bg1"/>
                  </a:solidFill>
                  <a:latin typeface="Lucida Console" panose="020B0609040504020204" pitchFamily="49" charset="0"/>
                </a:rPr>
                <a:t>    Link connected to: a Transit Network</a:t>
              </a:r>
            </a:p>
            <a:p>
              <a:pPr eaLnBrk="1" hangingPunct="1"/>
              <a:r>
                <a:rPr lang="en-US" altLang="it-IT" sz="1400" dirty="0">
                  <a:solidFill>
                    <a:schemeClr val="bg1"/>
                  </a:solidFill>
                  <a:latin typeface="Lucida Console" panose="020B0609040504020204" pitchFamily="49" charset="0"/>
                </a:rPr>
                <a:t>     (Link ID) Designated Router address: 10.0.2.1</a:t>
              </a:r>
            </a:p>
            <a:p>
              <a:pPr eaLnBrk="1" hangingPunct="1"/>
              <a:r>
                <a:rPr lang="en-US" altLang="it-IT" sz="1400" dirty="0">
                  <a:solidFill>
                    <a:schemeClr val="bg1"/>
                  </a:solidFill>
                  <a:latin typeface="Lucida Console" panose="020B0609040504020204" pitchFamily="49" charset="0"/>
                </a:rPr>
                <a:t>     (Link Data) Router Interface address: 10.0.2.3 </a:t>
              </a:r>
              <a:endParaRPr lang="it-IT" altLang="it-IT" sz="1400" dirty="0">
                <a:solidFill>
                  <a:schemeClr val="bg1"/>
                </a:solidFill>
                <a:latin typeface="Lucida Console" panose="020B0609040504020204" pitchFamily="49" charset="0"/>
              </a:endParaRPr>
            </a:p>
          </p:txBody>
        </p:sp>
        <p:sp>
          <p:nvSpPr>
            <p:cNvPr id="6" name="Rectangle 5">
              <a:extLst>
                <a:ext uri="{FF2B5EF4-FFF2-40B4-BE49-F238E27FC236}">
                  <a16:creationId xmlns:a16="http://schemas.microsoft.com/office/drawing/2014/main" id="{E8931EE6-7A3E-795A-0473-EC7653C2A51A}"/>
                </a:ext>
              </a:extLst>
            </p:cNvPr>
            <p:cNvSpPr/>
            <p:nvPr/>
          </p:nvSpPr>
          <p:spPr>
            <a:xfrm>
              <a:off x="4778215" y="2378844"/>
              <a:ext cx="6802064"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7" name="Group 6">
              <a:extLst>
                <a:ext uri="{FF2B5EF4-FFF2-40B4-BE49-F238E27FC236}">
                  <a16:creationId xmlns:a16="http://schemas.microsoft.com/office/drawing/2014/main" id="{2CE8E8BB-74C2-AC0C-E3A5-C38E3B3F0654}"/>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E844A620-6750-B0F9-F8AC-10A7C8E1AC64}"/>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B770B94-AC31-A4C4-6A0F-3E88FAEF025C}"/>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E583634-35BC-41C5-2601-F81456C681CE}"/>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 name="Group 22">
            <a:extLst>
              <a:ext uri="{FF2B5EF4-FFF2-40B4-BE49-F238E27FC236}">
                <a16:creationId xmlns:a16="http://schemas.microsoft.com/office/drawing/2014/main" id="{C2608583-12AC-E963-6C53-601A92694D6E}"/>
              </a:ext>
            </a:extLst>
          </p:cNvPr>
          <p:cNvGrpSpPr>
            <a:grpSpLocks noChangeAspect="1"/>
          </p:cNvGrpSpPr>
          <p:nvPr/>
        </p:nvGrpSpPr>
        <p:grpSpPr bwMode="auto">
          <a:xfrm>
            <a:off x="5453228" y="2573027"/>
            <a:ext cx="723900" cy="460375"/>
            <a:chOff x="3312" y="2160"/>
            <a:chExt cx="960" cy="528"/>
          </a:xfrm>
        </p:grpSpPr>
        <p:grpSp>
          <p:nvGrpSpPr>
            <p:cNvPr id="12" name="Group 23">
              <a:extLst>
                <a:ext uri="{FF2B5EF4-FFF2-40B4-BE49-F238E27FC236}">
                  <a16:creationId xmlns:a16="http://schemas.microsoft.com/office/drawing/2014/main" id="{05DE7858-3636-F599-D79A-DE08964C598A}"/>
                </a:ext>
              </a:extLst>
            </p:cNvPr>
            <p:cNvGrpSpPr>
              <a:grpSpLocks noChangeAspect="1"/>
            </p:cNvGrpSpPr>
            <p:nvPr/>
          </p:nvGrpSpPr>
          <p:grpSpPr bwMode="auto">
            <a:xfrm>
              <a:off x="3312" y="2160"/>
              <a:ext cx="960" cy="528"/>
              <a:chOff x="3312" y="2160"/>
              <a:chExt cx="960" cy="528"/>
            </a:xfrm>
          </p:grpSpPr>
          <p:sp>
            <p:nvSpPr>
              <p:cNvPr id="14" name="AutoShape 24">
                <a:extLst>
                  <a:ext uri="{FF2B5EF4-FFF2-40B4-BE49-F238E27FC236}">
                    <a16:creationId xmlns:a16="http://schemas.microsoft.com/office/drawing/2014/main" id="{D82093E1-53BC-B07A-7C9A-18F8419FEF16}"/>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5" name="Group 25">
                <a:extLst>
                  <a:ext uri="{FF2B5EF4-FFF2-40B4-BE49-F238E27FC236}">
                    <a16:creationId xmlns:a16="http://schemas.microsoft.com/office/drawing/2014/main" id="{C4A8BA6A-BE62-18B2-5E0E-66517D17B67C}"/>
                  </a:ext>
                </a:extLst>
              </p:cNvPr>
              <p:cNvGrpSpPr>
                <a:grpSpLocks noChangeAspect="1"/>
              </p:cNvGrpSpPr>
              <p:nvPr/>
            </p:nvGrpSpPr>
            <p:grpSpPr bwMode="auto">
              <a:xfrm>
                <a:off x="3488" y="2193"/>
                <a:ext cx="599" cy="207"/>
                <a:chOff x="422" y="1632"/>
                <a:chExt cx="829" cy="298"/>
              </a:xfrm>
            </p:grpSpPr>
            <p:grpSp>
              <p:nvGrpSpPr>
                <p:cNvPr id="16" name="Group 26">
                  <a:extLst>
                    <a:ext uri="{FF2B5EF4-FFF2-40B4-BE49-F238E27FC236}">
                      <a16:creationId xmlns:a16="http://schemas.microsoft.com/office/drawing/2014/main" id="{631C4994-E14D-4C79-8905-6CDE1C06FFC4}"/>
                    </a:ext>
                  </a:extLst>
                </p:cNvPr>
                <p:cNvGrpSpPr>
                  <a:grpSpLocks noChangeAspect="1"/>
                </p:cNvGrpSpPr>
                <p:nvPr/>
              </p:nvGrpSpPr>
              <p:grpSpPr bwMode="auto">
                <a:xfrm>
                  <a:off x="422" y="1632"/>
                  <a:ext cx="822" cy="291"/>
                  <a:chOff x="422" y="1632"/>
                  <a:chExt cx="822" cy="291"/>
                </a:xfrm>
              </p:grpSpPr>
              <p:sp>
                <p:nvSpPr>
                  <p:cNvPr id="26" name="Freeform 27">
                    <a:extLst>
                      <a:ext uri="{FF2B5EF4-FFF2-40B4-BE49-F238E27FC236}">
                        <a16:creationId xmlns:a16="http://schemas.microsoft.com/office/drawing/2014/main" id="{B72CA0C7-3842-31B5-A5C3-2BD2DA66DDC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7" name="Freeform 28">
                    <a:extLst>
                      <a:ext uri="{FF2B5EF4-FFF2-40B4-BE49-F238E27FC236}">
                        <a16:creationId xmlns:a16="http://schemas.microsoft.com/office/drawing/2014/main" id="{2B385304-C216-72D0-27B5-82255325C57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8" name="Freeform 29">
                    <a:extLst>
                      <a:ext uri="{FF2B5EF4-FFF2-40B4-BE49-F238E27FC236}">
                        <a16:creationId xmlns:a16="http://schemas.microsoft.com/office/drawing/2014/main" id="{644859A5-014B-D062-F976-1D4659876FD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9" name="Freeform 30">
                    <a:extLst>
                      <a:ext uri="{FF2B5EF4-FFF2-40B4-BE49-F238E27FC236}">
                        <a16:creationId xmlns:a16="http://schemas.microsoft.com/office/drawing/2014/main" id="{30955297-9293-2496-5A1D-665E5962C48D}"/>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0" name="Freeform 31">
                    <a:extLst>
                      <a:ext uri="{FF2B5EF4-FFF2-40B4-BE49-F238E27FC236}">
                        <a16:creationId xmlns:a16="http://schemas.microsoft.com/office/drawing/2014/main" id="{CA45FD37-0134-8E11-D421-53E513B279D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1" name="Freeform 32">
                    <a:extLst>
                      <a:ext uri="{FF2B5EF4-FFF2-40B4-BE49-F238E27FC236}">
                        <a16:creationId xmlns:a16="http://schemas.microsoft.com/office/drawing/2014/main" id="{96F44D29-574C-E754-9DF9-656151B4AB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2" name="Freeform 33">
                    <a:extLst>
                      <a:ext uri="{FF2B5EF4-FFF2-40B4-BE49-F238E27FC236}">
                        <a16:creationId xmlns:a16="http://schemas.microsoft.com/office/drawing/2014/main" id="{1CE6700E-019B-D981-7832-BFB43488209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3" name="Freeform 34">
                    <a:extLst>
                      <a:ext uri="{FF2B5EF4-FFF2-40B4-BE49-F238E27FC236}">
                        <a16:creationId xmlns:a16="http://schemas.microsoft.com/office/drawing/2014/main" id="{2A010FA6-E3B8-72CD-DB39-B8DCD4A2472E}"/>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7" name="Group 35">
                  <a:extLst>
                    <a:ext uri="{FF2B5EF4-FFF2-40B4-BE49-F238E27FC236}">
                      <a16:creationId xmlns:a16="http://schemas.microsoft.com/office/drawing/2014/main" id="{275FBB97-7A1A-0ED0-0AEC-8E293B7B264E}"/>
                    </a:ext>
                  </a:extLst>
                </p:cNvPr>
                <p:cNvGrpSpPr>
                  <a:grpSpLocks noChangeAspect="1"/>
                </p:cNvGrpSpPr>
                <p:nvPr/>
              </p:nvGrpSpPr>
              <p:grpSpPr bwMode="auto">
                <a:xfrm>
                  <a:off x="429" y="1639"/>
                  <a:ext cx="822" cy="291"/>
                  <a:chOff x="429" y="1639"/>
                  <a:chExt cx="822" cy="291"/>
                </a:xfrm>
              </p:grpSpPr>
              <p:sp>
                <p:nvSpPr>
                  <p:cNvPr id="18" name="Freeform 36">
                    <a:extLst>
                      <a:ext uri="{FF2B5EF4-FFF2-40B4-BE49-F238E27FC236}">
                        <a16:creationId xmlns:a16="http://schemas.microsoft.com/office/drawing/2014/main" id="{3603BB32-D199-8485-5124-0522CD0D41D4}"/>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9" name="Freeform 37">
                    <a:extLst>
                      <a:ext uri="{FF2B5EF4-FFF2-40B4-BE49-F238E27FC236}">
                        <a16:creationId xmlns:a16="http://schemas.microsoft.com/office/drawing/2014/main" id="{47991BBD-795C-D6D0-A854-E1975B40A32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0" name="Freeform 38">
                    <a:extLst>
                      <a:ext uri="{FF2B5EF4-FFF2-40B4-BE49-F238E27FC236}">
                        <a16:creationId xmlns:a16="http://schemas.microsoft.com/office/drawing/2014/main" id="{89E1D22B-D401-46CD-FF9C-292A2C62868B}"/>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 name="Freeform 39">
                    <a:extLst>
                      <a:ext uri="{FF2B5EF4-FFF2-40B4-BE49-F238E27FC236}">
                        <a16:creationId xmlns:a16="http://schemas.microsoft.com/office/drawing/2014/main" id="{405C4355-58D5-C734-5656-7772ED4B01E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2" name="Freeform 40">
                    <a:extLst>
                      <a:ext uri="{FF2B5EF4-FFF2-40B4-BE49-F238E27FC236}">
                        <a16:creationId xmlns:a16="http://schemas.microsoft.com/office/drawing/2014/main" id="{72D24D7D-B1EF-253C-DFF4-46915408526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3" name="Freeform 41">
                    <a:extLst>
                      <a:ext uri="{FF2B5EF4-FFF2-40B4-BE49-F238E27FC236}">
                        <a16:creationId xmlns:a16="http://schemas.microsoft.com/office/drawing/2014/main" id="{80844405-3E35-52AD-E5A3-D076DBFB8DF8}"/>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4" name="Freeform 42">
                    <a:extLst>
                      <a:ext uri="{FF2B5EF4-FFF2-40B4-BE49-F238E27FC236}">
                        <a16:creationId xmlns:a16="http://schemas.microsoft.com/office/drawing/2014/main" id="{3D918802-43DC-25A5-ED8A-6BB9A8FDB86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5" name="Freeform 43">
                    <a:extLst>
                      <a:ext uri="{FF2B5EF4-FFF2-40B4-BE49-F238E27FC236}">
                        <a16:creationId xmlns:a16="http://schemas.microsoft.com/office/drawing/2014/main" id="{D2E67DEB-3A2A-F775-921A-839237AB803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3" name="WordArt 44">
              <a:extLst>
                <a:ext uri="{FF2B5EF4-FFF2-40B4-BE49-F238E27FC236}">
                  <a16:creationId xmlns:a16="http://schemas.microsoft.com/office/drawing/2014/main" id="{C52D2E08-E948-AC09-3DAC-C2B50C04E99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34" name="AutoShape 54">
            <a:extLst>
              <a:ext uri="{FF2B5EF4-FFF2-40B4-BE49-F238E27FC236}">
                <a16:creationId xmlns:a16="http://schemas.microsoft.com/office/drawing/2014/main" id="{AB0AF694-8067-C502-B6AB-55D6D79D8F99}"/>
              </a:ext>
            </a:extLst>
          </p:cNvPr>
          <p:cNvSpPr>
            <a:spLocks noChangeArrowheads="1"/>
          </p:cNvSpPr>
          <p:nvPr/>
        </p:nvSpPr>
        <p:spPr bwMode="auto">
          <a:xfrm>
            <a:off x="1843302" y="2058827"/>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dirty="0">
                <a:solidFill>
                  <a:schemeClr val="bg1"/>
                </a:solidFill>
              </a:rPr>
              <a:t>0.0.0.0</a:t>
            </a:r>
          </a:p>
        </p:txBody>
      </p:sp>
      <p:grpSp>
        <p:nvGrpSpPr>
          <p:cNvPr id="35" name="Group 58">
            <a:extLst>
              <a:ext uri="{FF2B5EF4-FFF2-40B4-BE49-F238E27FC236}">
                <a16:creationId xmlns:a16="http://schemas.microsoft.com/office/drawing/2014/main" id="{E59B77AC-6891-3FC2-54D5-5DC0F4CA30D2}"/>
              </a:ext>
            </a:extLst>
          </p:cNvPr>
          <p:cNvGrpSpPr>
            <a:grpSpLocks noChangeAspect="1"/>
          </p:cNvGrpSpPr>
          <p:nvPr/>
        </p:nvGrpSpPr>
        <p:grpSpPr bwMode="auto">
          <a:xfrm>
            <a:off x="3418205" y="1642040"/>
            <a:ext cx="723900" cy="460375"/>
            <a:chOff x="3312" y="2160"/>
            <a:chExt cx="960" cy="528"/>
          </a:xfrm>
        </p:grpSpPr>
        <p:grpSp>
          <p:nvGrpSpPr>
            <p:cNvPr id="36" name="Group 59">
              <a:extLst>
                <a:ext uri="{FF2B5EF4-FFF2-40B4-BE49-F238E27FC236}">
                  <a16:creationId xmlns:a16="http://schemas.microsoft.com/office/drawing/2014/main" id="{358B3B2D-E8BA-1E94-14AE-B007D2DA2B53}"/>
                </a:ext>
              </a:extLst>
            </p:cNvPr>
            <p:cNvGrpSpPr>
              <a:grpSpLocks noChangeAspect="1"/>
            </p:cNvGrpSpPr>
            <p:nvPr/>
          </p:nvGrpSpPr>
          <p:grpSpPr bwMode="auto">
            <a:xfrm>
              <a:off x="3312" y="2160"/>
              <a:ext cx="960" cy="528"/>
              <a:chOff x="3312" y="2160"/>
              <a:chExt cx="960" cy="528"/>
            </a:xfrm>
          </p:grpSpPr>
          <p:sp>
            <p:nvSpPr>
              <p:cNvPr id="38" name="AutoShape 60">
                <a:extLst>
                  <a:ext uri="{FF2B5EF4-FFF2-40B4-BE49-F238E27FC236}">
                    <a16:creationId xmlns:a16="http://schemas.microsoft.com/office/drawing/2014/main" id="{B5BD0E12-FF8A-1D07-7047-4D285097916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39" name="Group 61">
                <a:extLst>
                  <a:ext uri="{FF2B5EF4-FFF2-40B4-BE49-F238E27FC236}">
                    <a16:creationId xmlns:a16="http://schemas.microsoft.com/office/drawing/2014/main" id="{3D58A98C-FB1A-914C-C89D-1AB4E97A30CE}"/>
                  </a:ext>
                </a:extLst>
              </p:cNvPr>
              <p:cNvGrpSpPr>
                <a:grpSpLocks noChangeAspect="1"/>
              </p:cNvGrpSpPr>
              <p:nvPr/>
            </p:nvGrpSpPr>
            <p:grpSpPr bwMode="auto">
              <a:xfrm>
                <a:off x="3488" y="2193"/>
                <a:ext cx="599" cy="207"/>
                <a:chOff x="422" y="1632"/>
                <a:chExt cx="829" cy="298"/>
              </a:xfrm>
            </p:grpSpPr>
            <p:grpSp>
              <p:nvGrpSpPr>
                <p:cNvPr id="40" name="Group 62">
                  <a:extLst>
                    <a:ext uri="{FF2B5EF4-FFF2-40B4-BE49-F238E27FC236}">
                      <a16:creationId xmlns:a16="http://schemas.microsoft.com/office/drawing/2014/main" id="{1B435C44-4945-1186-C685-2EBEA0450C98}"/>
                    </a:ext>
                  </a:extLst>
                </p:cNvPr>
                <p:cNvGrpSpPr>
                  <a:grpSpLocks noChangeAspect="1"/>
                </p:cNvGrpSpPr>
                <p:nvPr/>
              </p:nvGrpSpPr>
              <p:grpSpPr bwMode="auto">
                <a:xfrm>
                  <a:off x="422" y="1632"/>
                  <a:ext cx="822" cy="291"/>
                  <a:chOff x="422" y="1632"/>
                  <a:chExt cx="822" cy="291"/>
                </a:xfrm>
              </p:grpSpPr>
              <p:sp>
                <p:nvSpPr>
                  <p:cNvPr id="50" name="Freeform 63">
                    <a:extLst>
                      <a:ext uri="{FF2B5EF4-FFF2-40B4-BE49-F238E27FC236}">
                        <a16:creationId xmlns:a16="http://schemas.microsoft.com/office/drawing/2014/main" id="{B7109261-9C9F-F1C8-BEE5-9E18EAD52D1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1" name="Freeform 64">
                    <a:extLst>
                      <a:ext uri="{FF2B5EF4-FFF2-40B4-BE49-F238E27FC236}">
                        <a16:creationId xmlns:a16="http://schemas.microsoft.com/office/drawing/2014/main" id="{DF07984C-6065-BDC5-F697-56DB089B466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2" name="Freeform 65">
                    <a:extLst>
                      <a:ext uri="{FF2B5EF4-FFF2-40B4-BE49-F238E27FC236}">
                        <a16:creationId xmlns:a16="http://schemas.microsoft.com/office/drawing/2014/main" id="{759D1AB2-789C-7CE3-27B1-6AE8B2C1739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3" name="Freeform 66">
                    <a:extLst>
                      <a:ext uri="{FF2B5EF4-FFF2-40B4-BE49-F238E27FC236}">
                        <a16:creationId xmlns:a16="http://schemas.microsoft.com/office/drawing/2014/main" id="{400C610D-46FF-23B9-0C27-5EBCB41DF37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4" name="Freeform 67">
                    <a:extLst>
                      <a:ext uri="{FF2B5EF4-FFF2-40B4-BE49-F238E27FC236}">
                        <a16:creationId xmlns:a16="http://schemas.microsoft.com/office/drawing/2014/main" id="{B16A48EC-EF7F-4BE0-F6E4-ECCA66E9CD7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5" name="Freeform 68">
                    <a:extLst>
                      <a:ext uri="{FF2B5EF4-FFF2-40B4-BE49-F238E27FC236}">
                        <a16:creationId xmlns:a16="http://schemas.microsoft.com/office/drawing/2014/main" id="{19F1100D-8148-89E6-52E6-125C40AD333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6" name="Freeform 69">
                    <a:extLst>
                      <a:ext uri="{FF2B5EF4-FFF2-40B4-BE49-F238E27FC236}">
                        <a16:creationId xmlns:a16="http://schemas.microsoft.com/office/drawing/2014/main" id="{3CFC53CC-782F-BEF7-6986-BA080261A08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 name="Freeform 70">
                    <a:extLst>
                      <a:ext uri="{FF2B5EF4-FFF2-40B4-BE49-F238E27FC236}">
                        <a16:creationId xmlns:a16="http://schemas.microsoft.com/office/drawing/2014/main" id="{05BCE7A7-0FFB-785E-9573-AF9EADE0A54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41" name="Group 71">
                  <a:extLst>
                    <a:ext uri="{FF2B5EF4-FFF2-40B4-BE49-F238E27FC236}">
                      <a16:creationId xmlns:a16="http://schemas.microsoft.com/office/drawing/2014/main" id="{EDC4A3D8-0EA2-297F-3400-A35F16D6A136}"/>
                    </a:ext>
                  </a:extLst>
                </p:cNvPr>
                <p:cNvGrpSpPr>
                  <a:grpSpLocks noChangeAspect="1"/>
                </p:cNvGrpSpPr>
                <p:nvPr/>
              </p:nvGrpSpPr>
              <p:grpSpPr bwMode="auto">
                <a:xfrm>
                  <a:off x="429" y="1639"/>
                  <a:ext cx="822" cy="291"/>
                  <a:chOff x="429" y="1639"/>
                  <a:chExt cx="822" cy="291"/>
                </a:xfrm>
              </p:grpSpPr>
              <p:sp>
                <p:nvSpPr>
                  <p:cNvPr id="42" name="Freeform 72">
                    <a:extLst>
                      <a:ext uri="{FF2B5EF4-FFF2-40B4-BE49-F238E27FC236}">
                        <a16:creationId xmlns:a16="http://schemas.microsoft.com/office/drawing/2014/main" id="{DFD37556-E148-827E-C941-733AECD2C1B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3" name="Freeform 73">
                    <a:extLst>
                      <a:ext uri="{FF2B5EF4-FFF2-40B4-BE49-F238E27FC236}">
                        <a16:creationId xmlns:a16="http://schemas.microsoft.com/office/drawing/2014/main" id="{7182A070-25A5-C387-18BE-F3B70348A3C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4" name="Freeform 74">
                    <a:extLst>
                      <a:ext uri="{FF2B5EF4-FFF2-40B4-BE49-F238E27FC236}">
                        <a16:creationId xmlns:a16="http://schemas.microsoft.com/office/drawing/2014/main" id="{F19F85A6-9AB0-A771-E0ED-A13F02E7C2F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5" name="Freeform 75">
                    <a:extLst>
                      <a:ext uri="{FF2B5EF4-FFF2-40B4-BE49-F238E27FC236}">
                        <a16:creationId xmlns:a16="http://schemas.microsoft.com/office/drawing/2014/main" id="{6DE448EC-8F63-1CF6-EEB6-91D37D3E513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6" name="Freeform 76">
                    <a:extLst>
                      <a:ext uri="{FF2B5EF4-FFF2-40B4-BE49-F238E27FC236}">
                        <a16:creationId xmlns:a16="http://schemas.microsoft.com/office/drawing/2014/main" id="{F70C254F-7D19-3124-4192-6B7E5196087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7" name="Freeform 77">
                    <a:extLst>
                      <a:ext uri="{FF2B5EF4-FFF2-40B4-BE49-F238E27FC236}">
                        <a16:creationId xmlns:a16="http://schemas.microsoft.com/office/drawing/2014/main" id="{95125788-59B8-5A47-66D5-979B1828E46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8" name="Freeform 78">
                    <a:extLst>
                      <a:ext uri="{FF2B5EF4-FFF2-40B4-BE49-F238E27FC236}">
                        <a16:creationId xmlns:a16="http://schemas.microsoft.com/office/drawing/2014/main" id="{7207942D-6365-5FED-025B-19F2C0F69E8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9" name="Freeform 79">
                    <a:extLst>
                      <a:ext uri="{FF2B5EF4-FFF2-40B4-BE49-F238E27FC236}">
                        <a16:creationId xmlns:a16="http://schemas.microsoft.com/office/drawing/2014/main" id="{90F873C8-E584-E0CD-3C49-5BA0FDDD050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37" name="WordArt 80">
              <a:extLst>
                <a:ext uri="{FF2B5EF4-FFF2-40B4-BE49-F238E27FC236}">
                  <a16:creationId xmlns:a16="http://schemas.microsoft.com/office/drawing/2014/main" id="{E214CEBC-AD80-D590-DDEA-5C0A99499D7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sp>
        <p:nvSpPr>
          <p:cNvPr id="21580" name="AutoShape 182">
            <a:extLst>
              <a:ext uri="{FF2B5EF4-FFF2-40B4-BE49-F238E27FC236}">
                <a16:creationId xmlns:a16="http://schemas.microsoft.com/office/drawing/2014/main" id="{AAF8263B-B0B3-A65D-3DCA-6F87857E6027}"/>
              </a:ext>
            </a:extLst>
          </p:cNvPr>
          <p:cNvSpPr>
            <a:spLocks noChangeArrowheads="1"/>
          </p:cNvSpPr>
          <p:nvPr/>
        </p:nvSpPr>
        <p:spPr bwMode="auto">
          <a:xfrm>
            <a:off x="3267393"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10.0.3.1</a:t>
            </a:r>
          </a:p>
        </p:txBody>
      </p:sp>
      <p:sp>
        <p:nvSpPr>
          <p:cNvPr id="21581" name="AutoShape 183">
            <a:extLst>
              <a:ext uri="{FF2B5EF4-FFF2-40B4-BE49-F238E27FC236}">
                <a16:creationId xmlns:a16="http://schemas.microsoft.com/office/drawing/2014/main" id="{AEBCF5DC-DF62-D732-6A91-8D5C0F660489}"/>
              </a:ext>
            </a:extLst>
          </p:cNvPr>
          <p:cNvSpPr>
            <a:spLocks noChangeArrowheads="1"/>
          </p:cNvSpPr>
          <p:nvPr/>
        </p:nvSpPr>
        <p:spPr bwMode="auto">
          <a:xfrm>
            <a:off x="2932228" y="3929171"/>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10.0.3.2</a:t>
            </a:r>
          </a:p>
        </p:txBody>
      </p:sp>
      <p:sp>
        <p:nvSpPr>
          <p:cNvPr id="21582" name="AutoShape 185">
            <a:extLst>
              <a:ext uri="{FF2B5EF4-FFF2-40B4-BE49-F238E27FC236}">
                <a16:creationId xmlns:a16="http://schemas.microsoft.com/office/drawing/2014/main" id="{1DBEC42A-CBD1-19B7-F25C-8A892BC0FD97}"/>
              </a:ext>
            </a:extLst>
          </p:cNvPr>
          <p:cNvSpPr>
            <a:spLocks noChangeArrowheads="1"/>
          </p:cNvSpPr>
          <p:nvPr/>
        </p:nvSpPr>
        <p:spPr bwMode="auto">
          <a:xfrm>
            <a:off x="7809504" y="4021967"/>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dirty="0">
                <a:latin typeface="Courier New" panose="02070309020205020404" pitchFamily="49" charset="0"/>
              </a:rPr>
              <a:t>10.0.2.2</a:t>
            </a:r>
          </a:p>
        </p:txBody>
      </p:sp>
      <p:sp>
        <p:nvSpPr>
          <p:cNvPr id="21583" name="AutoShape 186">
            <a:extLst>
              <a:ext uri="{FF2B5EF4-FFF2-40B4-BE49-F238E27FC236}">
                <a16:creationId xmlns:a16="http://schemas.microsoft.com/office/drawing/2014/main" id="{90B64B42-6EB8-61B4-CE07-5514EEE6C7B2}"/>
              </a:ext>
            </a:extLst>
          </p:cNvPr>
          <p:cNvSpPr>
            <a:spLocks noChangeArrowheads="1"/>
          </p:cNvSpPr>
          <p:nvPr/>
        </p:nvSpPr>
        <p:spPr bwMode="auto">
          <a:xfrm>
            <a:off x="7621147"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10.0.1.1</a:t>
            </a:r>
          </a:p>
        </p:txBody>
      </p:sp>
      <p:sp>
        <p:nvSpPr>
          <p:cNvPr id="21584" name="AutoShape 214">
            <a:extLst>
              <a:ext uri="{FF2B5EF4-FFF2-40B4-BE49-F238E27FC236}">
                <a16:creationId xmlns:a16="http://schemas.microsoft.com/office/drawing/2014/main" id="{8A261A5F-7264-3AC9-C64E-CFA81FE95B65}"/>
              </a:ext>
            </a:extLst>
          </p:cNvPr>
          <p:cNvSpPr>
            <a:spLocks noChangeArrowheads="1"/>
          </p:cNvSpPr>
          <p:nvPr/>
        </p:nvSpPr>
        <p:spPr bwMode="auto">
          <a:xfrm>
            <a:off x="6244202" y="2468145"/>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10.0.2.3</a:t>
            </a:r>
          </a:p>
        </p:txBody>
      </p:sp>
      <p:sp>
        <p:nvSpPr>
          <p:cNvPr id="21827" name="AutoShape 298">
            <a:extLst>
              <a:ext uri="{FF2B5EF4-FFF2-40B4-BE49-F238E27FC236}">
                <a16:creationId xmlns:a16="http://schemas.microsoft.com/office/drawing/2014/main" id="{06B3DCAD-6000-B97B-E025-9E874C4ECA57}"/>
              </a:ext>
            </a:extLst>
          </p:cNvPr>
          <p:cNvSpPr>
            <a:spLocks noChangeArrowheads="1"/>
          </p:cNvSpPr>
          <p:nvPr/>
        </p:nvSpPr>
        <p:spPr bwMode="auto">
          <a:xfrm>
            <a:off x="9744874" y="4408603"/>
            <a:ext cx="2344737" cy="1696196"/>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IT" dirty="0">
                <a:latin typeface="Tahoma" panose="020B0604030504040204" pitchFamily="34" charset="0"/>
              </a:rPr>
              <a:t>note: the output of </a:t>
            </a:r>
            <a:r>
              <a:rPr lang="it-IT" altLang="en-IT" b="1" dirty="0">
                <a:latin typeface="Courier New" panose="02070309020205020404" pitchFamily="49" charset="0"/>
              </a:rPr>
              <a:t>show </a:t>
            </a:r>
            <a:r>
              <a:rPr lang="it-IT" altLang="en-IT" b="1" dirty="0" err="1">
                <a:latin typeface="Courier New" panose="02070309020205020404" pitchFamily="49" charset="0"/>
              </a:rPr>
              <a:t>ip</a:t>
            </a:r>
            <a:r>
              <a:rPr lang="it-IT" altLang="en-IT" b="1" dirty="0">
                <a:latin typeface="Courier New" panose="02070309020205020404" pitchFamily="49" charset="0"/>
              </a:rPr>
              <a:t> </a:t>
            </a:r>
            <a:r>
              <a:rPr lang="it-IT" altLang="en-IT" b="1" dirty="0" err="1">
                <a:latin typeface="Courier New" panose="02070309020205020404" pitchFamily="49" charset="0"/>
              </a:rPr>
              <a:t>ospf</a:t>
            </a:r>
            <a:r>
              <a:rPr lang="it-IT" altLang="en-IT" b="1" dirty="0">
                <a:latin typeface="Courier New" panose="02070309020205020404" pitchFamily="49" charset="0"/>
              </a:rPr>
              <a:t> database router</a:t>
            </a:r>
            <a:r>
              <a:rPr lang="it-IT" altLang="en-IT" dirty="0">
                <a:latin typeface="Tahoma" panose="020B0604030504040204" pitchFamily="34" charset="0"/>
              </a:rPr>
              <a:t> </a:t>
            </a:r>
            <a:r>
              <a:rPr lang="it-IT" altLang="en-IT" dirty="0" err="1">
                <a:latin typeface="Tahoma" panose="020B0604030504040204" pitchFamily="34" charset="0"/>
              </a:rPr>
              <a:t>has</a:t>
            </a:r>
            <a:r>
              <a:rPr lang="it-IT" altLang="en-IT" dirty="0">
                <a:latin typeface="Tahoma" panose="020B0604030504040204" pitchFamily="34" charset="0"/>
              </a:rPr>
              <a:t> </a:t>
            </a:r>
            <a:r>
              <a:rPr lang="it-IT" altLang="en-IT" dirty="0" err="1">
                <a:latin typeface="Tahoma" panose="020B0604030504040204" pitchFamily="34" charset="0"/>
              </a:rPr>
              <a:t>been</a:t>
            </a:r>
            <a:r>
              <a:rPr lang="it-IT" altLang="en-IT" dirty="0">
                <a:latin typeface="Tahoma" panose="020B0604030504040204" pitchFamily="34" charset="0"/>
              </a:rPr>
              <a:t> </a:t>
            </a:r>
            <a:r>
              <a:rPr lang="it-IT" altLang="en-IT" dirty="0" err="1">
                <a:latin typeface="Tahoma" panose="020B0604030504040204" pitchFamily="34" charset="0"/>
              </a:rPr>
              <a:t>summarized</a:t>
            </a:r>
            <a:r>
              <a:rPr lang="it-IT" altLang="en-IT" sz="2000" dirty="0">
                <a:latin typeface="Tahoma" panose="020B0604030504040204" pitchFamily="34" charset="0"/>
              </a:rPr>
              <a:t> </a:t>
            </a:r>
          </a:p>
        </p:txBody>
      </p:sp>
      <p:grpSp>
        <p:nvGrpSpPr>
          <p:cNvPr id="21828" name="Group 299">
            <a:extLst>
              <a:ext uri="{FF2B5EF4-FFF2-40B4-BE49-F238E27FC236}">
                <a16:creationId xmlns:a16="http://schemas.microsoft.com/office/drawing/2014/main" id="{31C774FC-35CC-BA8A-3E25-EEE5414758EE}"/>
              </a:ext>
            </a:extLst>
          </p:cNvPr>
          <p:cNvGrpSpPr>
            <a:grpSpLocks/>
          </p:cNvGrpSpPr>
          <p:nvPr/>
        </p:nvGrpSpPr>
        <p:grpSpPr bwMode="auto">
          <a:xfrm>
            <a:off x="2033682" y="2546791"/>
            <a:ext cx="1797050" cy="900113"/>
            <a:chOff x="333" y="1678"/>
            <a:chExt cx="1132" cy="567"/>
          </a:xfrm>
        </p:grpSpPr>
        <p:grpSp>
          <p:nvGrpSpPr>
            <p:cNvPr id="21829" name="Group 298">
              <a:extLst>
                <a:ext uri="{FF2B5EF4-FFF2-40B4-BE49-F238E27FC236}">
                  <a16:creationId xmlns:a16="http://schemas.microsoft.com/office/drawing/2014/main" id="{1D371C09-16ED-9BE7-63F5-49B41BD55687}"/>
                </a:ext>
              </a:extLst>
            </p:cNvPr>
            <p:cNvGrpSpPr>
              <a:grpSpLocks/>
            </p:cNvGrpSpPr>
            <p:nvPr/>
          </p:nvGrpSpPr>
          <p:grpSpPr bwMode="auto">
            <a:xfrm>
              <a:off x="333" y="1678"/>
              <a:ext cx="1132" cy="567"/>
              <a:chOff x="333" y="1678"/>
              <a:chExt cx="1132" cy="567"/>
            </a:xfrm>
          </p:grpSpPr>
          <p:sp>
            <p:nvSpPr>
              <p:cNvPr id="21831" name="Freeform 230">
                <a:extLst>
                  <a:ext uri="{FF2B5EF4-FFF2-40B4-BE49-F238E27FC236}">
                    <a16:creationId xmlns:a16="http://schemas.microsoft.com/office/drawing/2014/main" id="{2D84D18C-F2B9-37E1-DBA6-FCA8FA2515AC}"/>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2" name="Freeform 231">
                <a:extLst>
                  <a:ext uri="{FF2B5EF4-FFF2-40B4-BE49-F238E27FC236}">
                    <a16:creationId xmlns:a16="http://schemas.microsoft.com/office/drawing/2014/main" id="{E9DF031B-5C38-5189-E553-EC6D3D63CD8B}"/>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3" name="Freeform 233">
                <a:extLst>
                  <a:ext uri="{FF2B5EF4-FFF2-40B4-BE49-F238E27FC236}">
                    <a16:creationId xmlns:a16="http://schemas.microsoft.com/office/drawing/2014/main" id="{E4BFF9C5-B7E4-6FB8-5529-AE1B5A3073B0}"/>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4" name="Freeform 234">
                <a:extLst>
                  <a:ext uri="{FF2B5EF4-FFF2-40B4-BE49-F238E27FC236}">
                    <a16:creationId xmlns:a16="http://schemas.microsoft.com/office/drawing/2014/main" id="{F84A35F1-E915-A689-B9A2-68030DE545AA}"/>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5" name="Freeform 235">
                <a:extLst>
                  <a:ext uri="{FF2B5EF4-FFF2-40B4-BE49-F238E27FC236}">
                    <a16:creationId xmlns:a16="http://schemas.microsoft.com/office/drawing/2014/main" id="{A210F15B-0D58-08D5-348E-9C7DE6F31D4B}"/>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6" name="Freeform 236">
                <a:extLst>
                  <a:ext uri="{FF2B5EF4-FFF2-40B4-BE49-F238E27FC236}">
                    <a16:creationId xmlns:a16="http://schemas.microsoft.com/office/drawing/2014/main" id="{A94303D2-B908-6D8F-F897-94218576FE76}"/>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37" name="Freeform 237">
                <a:extLst>
                  <a:ext uri="{FF2B5EF4-FFF2-40B4-BE49-F238E27FC236}">
                    <a16:creationId xmlns:a16="http://schemas.microsoft.com/office/drawing/2014/main" id="{4C58013A-1F82-DDF2-9F2A-14EEAA4363E7}"/>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30" name="Text Box 238">
              <a:extLst>
                <a:ext uri="{FF2B5EF4-FFF2-40B4-BE49-F238E27FC236}">
                  <a16:creationId xmlns:a16="http://schemas.microsoft.com/office/drawing/2014/main" id="{36691FB7-EF30-B085-8C12-12D200CF70B8}"/>
                </a:ext>
              </a:extLst>
            </p:cNvPr>
            <p:cNvSpPr txBox="1">
              <a:spLocks noChangeArrowheads="1"/>
            </p:cNvSpPr>
            <p:nvPr/>
          </p:nvSpPr>
          <p:spPr bwMode="auto">
            <a:xfrm rot="-1143463">
              <a:off x="362" y="1861"/>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a:latin typeface="Courier New" panose="02070309020205020404" pitchFamily="49" charset="0"/>
                </a:rPr>
                <a:t>10.0.3.2</a:t>
              </a:r>
            </a:p>
          </p:txBody>
        </p:sp>
      </p:grpSp>
      <p:sp>
        <p:nvSpPr>
          <p:cNvPr id="21868" name="Oval 51">
            <a:extLst>
              <a:ext uri="{FF2B5EF4-FFF2-40B4-BE49-F238E27FC236}">
                <a16:creationId xmlns:a16="http://schemas.microsoft.com/office/drawing/2014/main" id="{D82483F4-E4A6-720E-4DEA-40AE4183B17E}"/>
              </a:ext>
            </a:extLst>
          </p:cNvPr>
          <p:cNvSpPr>
            <a:spLocks noChangeArrowheads="1"/>
          </p:cNvSpPr>
          <p:nvPr/>
        </p:nvSpPr>
        <p:spPr bwMode="auto">
          <a:xfrm flipH="1">
            <a:off x="3641819" y="263727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D</a:t>
            </a:r>
          </a:p>
        </p:txBody>
      </p:sp>
      <p:sp>
        <p:nvSpPr>
          <p:cNvPr id="21589" name="Line 201">
            <a:extLst>
              <a:ext uri="{FF2B5EF4-FFF2-40B4-BE49-F238E27FC236}">
                <a16:creationId xmlns:a16="http://schemas.microsoft.com/office/drawing/2014/main" id="{72B10056-8AFD-7A9A-262C-FB1C9781379F}"/>
              </a:ext>
            </a:extLst>
          </p:cNvPr>
          <p:cNvSpPr>
            <a:spLocks noChangeShapeType="1"/>
          </p:cNvSpPr>
          <p:nvPr/>
        </p:nvSpPr>
        <p:spPr bwMode="auto">
          <a:xfrm flipH="1">
            <a:off x="8216844" y="1765331"/>
            <a:ext cx="3175" cy="11430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588" name="Line 197">
            <a:extLst>
              <a:ext uri="{FF2B5EF4-FFF2-40B4-BE49-F238E27FC236}">
                <a16:creationId xmlns:a16="http://schemas.microsoft.com/office/drawing/2014/main" id="{449D53C1-F8EF-C52B-A39F-B223655F8E72}"/>
              </a:ext>
            </a:extLst>
          </p:cNvPr>
          <p:cNvSpPr>
            <a:spLocks noChangeShapeType="1"/>
          </p:cNvSpPr>
          <p:nvPr/>
        </p:nvSpPr>
        <p:spPr bwMode="auto">
          <a:xfrm>
            <a:off x="6009838" y="1872275"/>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8" name="Group 93">
            <a:extLst>
              <a:ext uri="{FF2B5EF4-FFF2-40B4-BE49-F238E27FC236}">
                <a16:creationId xmlns:a16="http://schemas.microsoft.com/office/drawing/2014/main" id="{418C1B97-D8F4-D705-C260-5C64127E9C88}"/>
              </a:ext>
            </a:extLst>
          </p:cNvPr>
          <p:cNvGrpSpPr>
            <a:grpSpLocks noChangeAspect="1"/>
          </p:cNvGrpSpPr>
          <p:nvPr/>
        </p:nvGrpSpPr>
        <p:grpSpPr bwMode="auto">
          <a:xfrm>
            <a:off x="7779897" y="1642040"/>
            <a:ext cx="723900" cy="460375"/>
            <a:chOff x="3312" y="2160"/>
            <a:chExt cx="960" cy="528"/>
          </a:xfrm>
        </p:grpSpPr>
        <p:grpSp>
          <p:nvGrpSpPr>
            <p:cNvPr id="59" name="Group 94">
              <a:extLst>
                <a:ext uri="{FF2B5EF4-FFF2-40B4-BE49-F238E27FC236}">
                  <a16:creationId xmlns:a16="http://schemas.microsoft.com/office/drawing/2014/main" id="{773BB94F-2D19-0B3D-B264-4DE8BB6AA61C}"/>
                </a:ext>
              </a:extLst>
            </p:cNvPr>
            <p:cNvGrpSpPr>
              <a:grpSpLocks noChangeAspect="1"/>
            </p:cNvGrpSpPr>
            <p:nvPr/>
          </p:nvGrpSpPr>
          <p:grpSpPr bwMode="auto">
            <a:xfrm>
              <a:off x="3312" y="2160"/>
              <a:ext cx="960" cy="528"/>
              <a:chOff x="3312" y="2160"/>
              <a:chExt cx="960" cy="528"/>
            </a:xfrm>
          </p:grpSpPr>
          <p:sp>
            <p:nvSpPr>
              <p:cNvPr id="61" name="AutoShape 95">
                <a:extLst>
                  <a:ext uri="{FF2B5EF4-FFF2-40B4-BE49-F238E27FC236}">
                    <a16:creationId xmlns:a16="http://schemas.microsoft.com/office/drawing/2014/main" id="{BF7FCB6B-9D8E-D555-9EC8-1BF8A8AB0B3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2" name="Group 96">
                <a:extLst>
                  <a:ext uri="{FF2B5EF4-FFF2-40B4-BE49-F238E27FC236}">
                    <a16:creationId xmlns:a16="http://schemas.microsoft.com/office/drawing/2014/main" id="{8B791A72-F763-FF26-E734-F9F0707F14FA}"/>
                  </a:ext>
                </a:extLst>
              </p:cNvPr>
              <p:cNvGrpSpPr>
                <a:grpSpLocks noChangeAspect="1"/>
              </p:cNvGrpSpPr>
              <p:nvPr/>
            </p:nvGrpSpPr>
            <p:grpSpPr bwMode="auto">
              <a:xfrm>
                <a:off x="3488" y="2193"/>
                <a:ext cx="599" cy="207"/>
                <a:chOff x="422" y="1632"/>
                <a:chExt cx="829" cy="298"/>
              </a:xfrm>
            </p:grpSpPr>
            <p:grpSp>
              <p:nvGrpSpPr>
                <p:cNvPr id="63" name="Group 97">
                  <a:extLst>
                    <a:ext uri="{FF2B5EF4-FFF2-40B4-BE49-F238E27FC236}">
                      <a16:creationId xmlns:a16="http://schemas.microsoft.com/office/drawing/2014/main" id="{B6288C28-7F15-3D8C-936C-BFD3F0022838}"/>
                    </a:ext>
                  </a:extLst>
                </p:cNvPr>
                <p:cNvGrpSpPr>
                  <a:grpSpLocks noChangeAspect="1"/>
                </p:cNvGrpSpPr>
                <p:nvPr/>
              </p:nvGrpSpPr>
              <p:grpSpPr bwMode="auto">
                <a:xfrm>
                  <a:off x="422" y="1632"/>
                  <a:ext cx="822" cy="291"/>
                  <a:chOff x="422" y="1632"/>
                  <a:chExt cx="822" cy="291"/>
                </a:xfrm>
              </p:grpSpPr>
              <p:sp>
                <p:nvSpPr>
                  <p:cNvPr id="21515" name="Freeform 98">
                    <a:extLst>
                      <a:ext uri="{FF2B5EF4-FFF2-40B4-BE49-F238E27FC236}">
                        <a16:creationId xmlns:a16="http://schemas.microsoft.com/office/drawing/2014/main" id="{37D07775-7ED6-2004-885C-68F583E5EB6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6" name="Freeform 99">
                    <a:extLst>
                      <a:ext uri="{FF2B5EF4-FFF2-40B4-BE49-F238E27FC236}">
                        <a16:creationId xmlns:a16="http://schemas.microsoft.com/office/drawing/2014/main" id="{2E0C03AE-6095-6348-C337-0B867ECCD8F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7" name="Freeform 100">
                    <a:extLst>
                      <a:ext uri="{FF2B5EF4-FFF2-40B4-BE49-F238E27FC236}">
                        <a16:creationId xmlns:a16="http://schemas.microsoft.com/office/drawing/2014/main" id="{6E9CC569-39AD-3E69-C74D-05A952DBCE9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8" name="Freeform 101">
                    <a:extLst>
                      <a:ext uri="{FF2B5EF4-FFF2-40B4-BE49-F238E27FC236}">
                        <a16:creationId xmlns:a16="http://schemas.microsoft.com/office/drawing/2014/main" id="{EA24AFB0-C412-7E33-8487-62E6D51C91A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9" name="Freeform 102">
                    <a:extLst>
                      <a:ext uri="{FF2B5EF4-FFF2-40B4-BE49-F238E27FC236}">
                        <a16:creationId xmlns:a16="http://schemas.microsoft.com/office/drawing/2014/main" id="{C184E451-A74A-D09E-7A07-7737C251948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0" name="Freeform 103">
                    <a:extLst>
                      <a:ext uri="{FF2B5EF4-FFF2-40B4-BE49-F238E27FC236}">
                        <a16:creationId xmlns:a16="http://schemas.microsoft.com/office/drawing/2014/main" id="{6B5618F2-175F-7C92-CA74-E7BF17B2C04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1" name="Freeform 104">
                    <a:extLst>
                      <a:ext uri="{FF2B5EF4-FFF2-40B4-BE49-F238E27FC236}">
                        <a16:creationId xmlns:a16="http://schemas.microsoft.com/office/drawing/2014/main" id="{FA90C331-835F-AFAB-EF04-09ACB29330D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2" name="Freeform 105">
                    <a:extLst>
                      <a:ext uri="{FF2B5EF4-FFF2-40B4-BE49-F238E27FC236}">
                        <a16:creationId xmlns:a16="http://schemas.microsoft.com/office/drawing/2014/main" id="{273104CB-BE03-B839-DBFE-64EC0172095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04" name="Group 106">
                  <a:extLst>
                    <a:ext uri="{FF2B5EF4-FFF2-40B4-BE49-F238E27FC236}">
                      <a16:creationId xmlns:a16="http://schemas.microsoft.com/office/drawing/2014/main" id="{810CC237-2CCA-EF5E-26D8-930609FA46B0}"/>
                    </a:ext>
                  </a:extLst>
                </p:cNvPr>
                <p:cNvGrpSpPr>
                  <a:grpSpLocks noChangeAspect="1"/>
                </p:cNvGrpSpPr>
                <p:nvPr/>
              </p:nvGrpSpPr>
              <p:grpSpPr bwMode="auto">
                <a:xfrm>
                  <a:off x="429" y="1639"/>
                  <a:ext cx="822" cy="291"/>
                  <a:chOff x="429" y="1639"/>
                  <a:chExt cx="822" cy="291"/>
                </a:xfrm>
              </p:grpSpPr>
              <p:sp>
                <p:nvSpPr>
                  <p:cNvPr id="21505" name="Freeform 107">
                    <a:extLst>
                      <a:ext uri="{FF2B5EF4-FFF2-40B4-BE49-F238E27FC236}">
                        <a16:creationId xmlns:a16="http://schemas.microsoft.com/office/drawing/2014/main" id="{0BB9777F-E3DB-3CA0-F9EB-9DE751211E2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6" name="Freeform 108">
                    <a:extLst>
                      <a:ext uri="{FF2B5EF4-FFF2-40B4-BE49-F238E27FC236}">
                        <a16:creationId xmlns:a16="http://schemas.microsoft.com/office/drawing/2014/main" id="{5C3DC2A5-96BA-0DB1-9349-E91C5F06EC1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7" name="Freeform 109">
                    <a:extLst>
                      <a:ext uri="{FF2B5EF4-FFF2-40B4-BE49-F238E27FC236}">
                        <a16:creationId xmlns:a16="http://schemas.microsoft.com/office/drawing/2014/main" id="{798A53BD-E197-4DA8-4F9D-4ABF50A3F36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0" name="Freeform 110">
                    <a:extLst>
                      <a:ext uri="{FF2B5EF4-FFF2-40B4-BE49-F238E27FC236}">
                        <a16:creationId xmlns:a16="http://schemas.microsoft.com/office/drawing/2014/main" id="{A47C46BB-DDBE-A3FF-7A9C-00038106449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1" name="Freeform 111">
                    <a:extLst>
                      <a:ext uri="{FF2B5EF4-FFF2-40B4-BE49-F238E27FC236}">
                        <a16:creationId xmlns:a16="http://schemas.microsoft.com/office/drawing/2014/main" id="{D7B73FD7-F0ED-BAF3-97A0-3A681B1CC88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2" name="Freeform 112">
                    <a:extLst>
                      <a:ext uri="{FF2B5EF4-FFF2-40B4-BE49-F238E27FC236}">
                        <a16:creationId xmlns:a16="http://schemas.microsoft.com/office/drawing/2014/main" id="{3183CA20-7AAE-251D-E72C-F581278880C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3" name="Freeform 113">
                    <a:extLst>
                      <a:ext uri="{FF2B5EF4-FFF2-40B4-BE49-F238E27FC236}">
                        <a16:creationId xmlns:a16="http://schemas.microsoft.com/office/drawing/2014/main" id="{DAD73475-3982-9DB2-45FA-E323CD278A3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4" name="Freeform 114">
                    <a:extLst>
                      <a:ext uri="{FF2B5EF4-FFF2-40B4-BE49-F238E27FC236}">
                        <a16:creationId xmlns:a16="http://schemas.microsoft.com/office/drawing/2014/main" id="{ABF7D543-8176-62CC-BC18-7D36427B740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 name="WordArt 115">
              <a:extLst>
                <a:ext uri="{FF2B5EF4-FFF2-40B4-BE49-F238E27FC236}">
                  <a16:creationId xmlns:a16="http://schemas.microsoft.com/office/drawing/2014/main" id="{DD9E5CCF-F95B-E060-47A2-93478C90550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21590" name="Group 198">
            <a:extLst>
              <a:ext uri="{FF2B5EF4-FFF2-40B4-BE49-F238E27FC236}">
                <a16:creationId xmlns:a16="http://schemas.microsoft.com/office/drawing/2014/main" id="{FD4942BF-5831-3E83-8593-914545B5295D}"/>
              </a:ext>
            </a:extLst>
          </p:cNvPr>
          <p:cNvGrpSpPr>
            <a:grpSpLocks/>
          </p:cNvGrpSpPr>
          <p:nvPr/>
        </p:nvGrpSpPr>
        <p:grpSpPr bwMode="auto">
          <a:xfrm>
            <a:off x="7320136" y="1721123"/>
            <a:ext cx="406400" cy="339725"/>
            <a:chOff x="144" y="3264"/>
            <a:chExt cx="288" cy="240"/>
          </a:xfrm>
        </p:grpSpPr>
        <p:sp>
          <p:nvSpPr>
            <p:cNvPr id="21591" name="Rectangle 199">
              <a:extLst>
                <a:ext uri="{FF2B5EF4-FFF2-40B4-BE49-F238E27FC236}">
                  <a16:creationId xmlns:a16="http://schemas.microsoft.com/office/drawing/2014/main" id="{05840C22-F64F-C1D3-1F36-C620AAD95668}"/>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2" name="Rectangle 200">
              <a:extLst>
                <a:ext uri="{FF2B5EF4-FFF2-40B4-BE49-F238E27FC236}">
                  <a16:creationId xmlns:a16="http://schemas.microsoft.com/office/drawing/2014/main" id="{0C5E50D8-DB18-3D75-D7CA-57A6E81BAFFA}"/>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grpSp>
        <p:nvGrpSpPr>
          <p:cNvPr id="21593" name="Group 202">
            <a:extLst>
              <a:ext uri="{FF2B5EF4-FFF2-40B4-BE49-F238E27FC236}">
                <a16:creationId xmlns:a16="http://schemas.microsoft.com/office/drawing/2014/main" id="{6DB0A1A6-0EF9-7A7A-6AC1-65FC526E0CA3}"/>
              </a:ext>
            </a:extLst>
          </p:cNvPr>
          <p:cNvGrpSpPr>
            <a:grpSpLocks/>
          </p:cNvGrpSpPr>
          <p:nvPr/>
        </p:nvGrpSpPr>
        <p:grpSpPr bwMode="auto">
          <a:xfrm>
            <a:off x="8020633" y="2153171"/>
            <a:ext cx="406400" cy="339725"/>
            <a:chOff x="144" y="3264"/>
            <a:chExt cx="288" cy="240"/>
          </a:xfrm>
        </p:grpSpPr>
        <p:sp>
          <p:nvSpPr>
            <p:cNvPr id="21594" name="Rectangle 203">
              <a:extLst>
                <a:ext uri="{FF2B5EF4-FFF2-40B4-BE49-F238E27FC236}">
                  <a16:creationId xmlns:a16="http://schemas.microsoft.com/office/drawing/2014/main" id="{5F7E31A3-B8DD-5DF3-0CDE-CA25345D3D3C}"/>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595" name="Rectangle 204">
              <a:extLst>
                <a:ext uri="{FF2B5EF4-FFF2-40B4-BE49-F238E27FC236}">
                  <a16:creationId xmlns:a16="http://schemas.microsoft.com/office/drawing/2014/main" id="{65F3C63F-4823-9B29-9D24-7DB400FE4E26}"/>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1</a:t>
              </a:r>
            </a:p>
          </p:txBody>
        </p:sp>
      </p:grpSp>
      <p:grpSp>
        <p:nvGrpSpPr>
          <p:cNvPr id="21601" name="Group 321">
            <a:extLst>
              <a:ext uri="{FF2B5EF4-FFF2-40B4-BE49-F238E27FC236}">
                <a16:creationId xmlns:a16="http://schemas.microsoft.com/office/drawing/2014/main" id="{2F13FC50-4087-E4B3-77A4-302041ACC246}"/>
              </a:ext>
            </a:extLst>
          </p:cNvPr>
          <p:cNvGrpSpPr>
            <a:grpSpLocks/>
          </p:cNvGrpSpPr>
          <p:nvPr/>
        </p:nvGrpSpPr>
        <p:grpSpPr bwMode="auto">
          <a:xfrm rot="19469389">
            <a:off x="5686244" y="1082574"/>
            <a:ext cx="1797050" cy="900112"/>
            <a:chOff x="4259" y="1678"/>
            <a:chExt cx="1132" cy="567"/>
          </a:xfrm>
        </p:grpSpPr>
        <p:grpSp>
          <p:nvGrpSpPr>
            <p:cNvPr id="21602" name="Group 322">
              <a:extLst>
                <a:ext uri="{FF2B5EF4-FFF2-40B4-BE49-F238E27FC236}">
                  <a16:creationId xmlns:a16="http://schemas.microsoft.com/office/drawing/2014/main" id="{CF94665B-D7DC-B75C-6215-18B2904233BC}"/>
                </a:ext>
              </a:extLst>
            </p:cNvPr>
            <p:cNvGrpSpPr>
              <a:grpSpLocks/>
            </p:cNvGrpSpPr>
            <p:nvPr/>
          </p:nvGrpSpPr>
          <p:grpSpPr bwMode="auto">
            <a:xfrm flipH="1">
              <a:off x="4259" y="1678"/>
              <a:ext cx="1132" cy="567"/>
              <a:chOff x="333" y="1678"/>
              <a:chExt cx="1132" cy="567"/>
            </a:xfrm>
          </p:grpSpPr>
          <p:sp>
            <p:nvSpPr>
              <p:cNvPr id="21604" name="Freeform 323">
                <a:extLst>
                  <a:ext uri="{FF2B5EF4-FFF2-40B4-BE49-F238E27FC236}">
                    <a16:creationId xmlns:a16="http://schemas.microsoft.com/office/drawing/2014/main" id="{2C080E22-5ADA-745A-BC69-8D42471C2A4A}"/>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5" name="Freeform 324">
                <a:extLst>
                  <a:ext uri="{FF2B5EF4-FFF2-40B4-BE49-F238E27FC236}">
                    <a16:creationId xmlns:a16="http://schemas.microsoft.com/office/drawing/2014/main" id="{720A455D-9D93-0161-A615-2E4860D459E8}"/>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6" name="Freeform 325">
                <a:extLst>
                  <a:ext uri="{FF2B5EF4-FFF2-40B4-BE49-F238E27FC236}">
                    <a16:creationId xmlns:a16="http://schemas.microsoft.com/office/drawing/2014/main" id="{A7EBF650-456C-581E-D154-A70DF85EFF97}"/>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7" name="Freeform 326">
                <a:extLst>
                  <a:ext uri="{FF2B5EF4-FFF2-40B4-BE49-F238E27FC236}">
                    <a16:creationId xmlns:a16="http://schemas.microsoft.com/office/drawing/2014/main" id="{595DEF33-8A4B-7455-B80B-1FD95C60C427}"/>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8" name="Freeform 327">
                <a:extLst>
                  <a:ext uri="{FF2B5EF4-FFF2-40B4-BE49-F238E27FC236}">
                    <a16:creationId xmlns:a16="http://schemas.microsoft.com/office/drawing/2014/main" id="{971D8C1E-8AE7-4FCE-7711-7112F300C149}"/>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9" name="Freeform 328">
                <a:extLst>
                  <a:ext uri="{FF2B5EF4-FFF2-40B4-BE49-F238E27FC236}">
                    <a16:creationId xmlns:a16="http://schemas.microsoft.com/office/drawing/2014/main" id="{55F85B92-0186-8A81-EB62-9007D7714B35}"/>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610" name="Freeform 329">
                <a:extLst>
                  <a:ext uri="{FF2B5EF4-FFF2-40B4-BE49-F238E27FC236}">
                    <a16:creationId xmlns:a16="http://schemas.microsoft.com/office/drawing/2014/main" id="{27F34B2A-B563-70CD-6DA5-17CECD9A4F03}"/>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603" name="Text Box 330">
              <a:extLst>
                <a:ext uri="{FF2B5EF4-FFF2-40B4-BE49-F238E27FC236}">
                  <a16:creationId xmlns:a16="http://schemas.microsoft.com/office/drawing/2014/main" id="{F1518A0F-5835-F946-1040-43EA6E8F2CCE}"/>
                </a:ext>
              </a:extLst>
            </p:cNvPr>
            <p:cNvSpPr txBox="1">
              <a:spLocks noChangeArrowheads="1"/>
            </p:cNvSpPr>
            <p:nvPr/>
          </p:nvSpPr>
          <p:spPr bwMode="auto">
            <a:xfrm rot="1143463" flipH="1">
              <a:off x="4627" y="1865"/>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dirty="0">
                  <a:latin typeface="Courier New" panose="02070309020205020404" pitchFamily="49" charset="0"/>
                </a:rPr>
                <a:t>10.0.0.1</a:t>
              </a:r>
            </a:p>
          </p:txBody>
        </p:sp>
      </p:grpSp>
      <p:sp>
        <p:nvSpPr>
          <p:cNvPr id="21585" name="Line 195">
            <a:extLst>
              <a:ext uri="{FF2B5EF4-FFF2-40B4-BE49-F238E27FC236}">
                <a16:creationId xmlns:a16="http://schemas.microsoft.com/office/drawing/2014/main" id="{4449EBA2-8782-2520-EC40-6696A37567B2}"/>
              </a:ext>
            </a:extLst>
          </p:cNvPr>
          <p:cNvSpPr>
            <a:spLocks noChangeShapeType="1"/>
          </p:cNvSpPr>
          <p:nvPr/>
        </p:nvSpPr>
        <p:spPr bwMode="auto">
          <a:xfrm flipH="1">
            <a:off x="8210913" y="2734459"/>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2" name="Line 196">
            <a:extLst>
              <a:ext uri="{FF2B5EF4-FFF2-40B4-BE49-F238E27FC236}">
                <a16:creationId xmlns:a16="http://schemas.microsoft.com/office/drawing/2014/main" id="{8092240D-2054-67E8-81AD-129EEEB07CB2}"/>
              </a:ext>
            </a:extLst>
          </p:cNvPr>
          <p:cNvSpPr>
            <a:spLocks noChangeShapeType="1"/>
          </p:cNvSpPr>
          <p:nvPr/>
        </p:nvSpPr>
        <p:spPr bwMode="auto">
          <a:xfrm>
            <a:off x="5854061" y="3740691"/>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869" name="Oval 52">
            <a:extLst>
              <a:ext uri="{FF2B5EF4-FFF2-40B4-BE49-F238E27FC236}">
                <a16:creationId xmlns:a16="http://schemas.microsoft.com/office/drawing/2014/main" id="{73544B8B-DAD4-372F-26F7-2EC5B2E58FC1}"/>
              </a:ext>
            </a:extLst>
          </p:cNvPr>
          <p:cNvSpPr>
            <a:spLocks noChangeArrowheads="1"/>
          </p:cNvSpPr>
          <p:nvPr/>
        </p:nvSpPr>
        <p:spPr bwMode="auto">
          <a:xfrm flipH="1">
            <a:off x="8063269" y="262900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B</a:t>
            </a:r>
          </a:p>
        </p:txBody>
      </p:sp>
      <p:grpSp>
        <p:nvGrpSpPr>
          <p:cNvPr id="21523" name="Group 122">
            <a:extLst>
              <a:ext uri="{FF2B5EF4-FFF2-40B4-BE49-F238E27FC236}">
                <a16:creationId xmlns:a16="http://schemas.microsoft.com/office/drawing/2014/main" id="{8C636A99-E792-051D-4CC7-0AF4C69A759D}"/>
              </a:ext>
            </a:extLst>
          </p:cNvPr>
          <p:cNvGrpSpPr>
            <a:grpSpLocks noChangeAspect="1"/>
          </p:cNvGrpSpPr>
          <p:nvPr/>
        </p:nvGrpSpPr>
        <p:grpSpPr bwMode="auto">
          <a:xfrm>
            <a:off x="7968254" y="3531430"/>
            <a:ext cx="723900" cy="460375"/>
            <a:chOff x="3312" y="2160"/>
            <a:chExt cx="960" cy="528"/>
          </a:xfrm>
        </p:grpSpPr>
        <p:grpSp>
          <p:nvGrpSpPr>
            <p:cNvPr id="21524" name="Group 123">
              <a:extLst>
                <a:ext uri="{FF2B5EF4-FFF2-40B4-BE49-F238E27FC236}">
                  <a16:creationId xmlns:a16="http://schemas.microsoft.com/office/drawing/2014/main" id="{6B2A8C9A-1810-3936-4A72-CC7C1AD43C13}"/>
                </a:ext>
              </a:extLst>
            </p:cNvPr>
            <p:cNvGrpSpPr>
              <a:grpSpLocks noChangeAspect="1"/>
            </p:cNvGrpSpPr>
            <p:nvPr/>
          </p:nvGrpSpPr>
          <p:grpSpPr bwMode="auto">
            <a:xfrm>
              <a:off x="3312" y="2160"/>
              <a:ext cx="960" cy="528"/>
              <a:chOff x="3312" y="2160"/>
              <a:chExt cx="960" cy="528"/>
            </a:xfrm>
          </p:grpSpPr>
          <p:sp>
            <p:nvSpPr>
              <p:cNvPr id="21526" name="AutoShape 124">
                <a:extLst>
                  <a:ext uri="{FF2B5EF4-FFF2-40B4-BE49-F238E27FC236}">
                    <a16:creationId xmlns:a16="http://schemas.microsoft.com/office/drawing/2014/main" id="{485FEFB7-4F10-7F12-D27E-E08FEF3E737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27" name="Group 125">
                <a:extLst>
                  <a:ext uri="{FF2B5EF4-FFF2-40B4-BE49-F238E27FC236}">
                    <a16:creationId xmlns:a16="http://schemas.microsoft.com/office/drawing/2014/main" id="{BADADAA0-AF61-58FC-0E21-7ACDE28310D3}"/>
                  </a:ext>
                </a:extLst>
              </p:cNvPr>
              <p:cNvGrpSpPr>
                <a:grpSpLocks noChangeAspect="1"/>
              </p:cNvGrpSpPr>
              <p:nvPr/>
            </p:nvGrpSpPr>
            <p:grpSpPr bwMode="auto">
              <a:xfrm>
                <a:off x="3488" y="2193"/>
                <a:ext cx="599" cy="207"/>
                <a:chOff x="422" y="1632"/>
                <a:chExt cx="829" cy="298"/>
              </a:xfrm>
            </p:grpSpPr>
            <p:grpSp>
              <p:nvGrpSpPr>
                <p:cNvPr id="21528" name="Group 126">
                  <a:extLst>
                    <a:ext uri="{FF2B5EF4-FFF2-40B4-BE49-F238E27FC236}">
                      <a16:creationId xmlns:a16="http://schemas.microsoft.com/office/drawing/2014/main" id="{0086B9F0-CA06-8816-E8F2-F95291859CBC}"/>
                    </a:ext>
                  </a:extLst>
                </p:cNvPr>
                <p:cNvGrpSpPr>
                  <a:grpSpLocks noChangeAspect="1"/>
                </p:cNvGrpSpPr>
                <p:nvPr/>
              </p:nvGrpSpPr>
              <p:grpSpPr bwMode="auto">
                <a:xfrm>
                  <a:off x="422" y="1632"/>
                  <a:ext cx="822" cy="291"/>
                  <a:chOff x="422" y="1632"/>
                  <a:chExt cx="822" cy="291"/>
                </a:xfrm>
              </p:grpSpPr>
              <p:sp>
                <p:nvSpPr>
                  <p:cNvPr id="21549" name="Freeform 127">
                    <a:extLst>
                      <a:ext uri="{FF2B5EF4-FFF2-40B4-BE49-F238E27FC236}">
                        <a16:creationId xmlns:a16="http://schemas.microsoft.com/office/drawing/2014/main" id="{6521B9FF-899C-8769-E22C-BEA45397B1D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0" name="Freeform 128">
                    <a:extLst>
                      <a:ext uri="{FF2B5EF4-FFF2-40B4-BE49-F238E27FC236}">
                        <a16:creationId xmlns:a16="http://schemas.microsoft.com/office/drawing/2014/main" id="{498179DD-C74C-4C22-4377-D8410F7C05A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1" name="Freeform 129">
                    <a:extLst>
                      <a:ext uri="{FF2B5EF4-FFF2-40B4-BE49-F238E27FC236}">
                        <a16:creationId xmlns:a16="http://schemas.microsoft.com/office/drawing/2014/main" id="{B3BC125B-F789-6C8B-0D07-F3B2CA79E0F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2" name="Freeform 130">
                    <a:extLst>
                      <a:ext uri="{FF2B5EF4-FFF2-40B4-BE49-F238E27FC236}">
                        <a16:creationId xmlns:a16="http://schemas.microsoft.com/office/drawing/2014/main" id="{4AF925B7-84CA-9B17-BF3C-CECB5E74AE2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3" name="Freeform 131">
                    <a:extLst>
                      <a:ext uri="{FF2B5EF4-FFF2-40B4-BE49-F238E27FC236}">
                        <a16:creationId xmlns:a16="http://schemas.microsoft.com/office/drawing/2014/main" id="{B5CEF5C4-F4A2-2E38-B684-0B930256678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4" name="Freeform 132">
                    <a:extLst>
                      <a:ext uri="{FF2B5EF4-FFF2-40B4-BE49-F238E27FC236}">
                        <a16:creationId xmlns:a16="http://schemas.microsoft.com/office/drawing/2014/main" id="{EC9DD298-3ABA-DFCA-5F8A-02BCFFD48FB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5" name="Freeform 133">
                    <a:extLst>
                      <a:ext uri="{FF2B5EF4-FFF2-40B4-BE49-F238E27FC236}">
                        <a16:creationId xmlns:a16="http://schemas.microsoft.com/office/drawing/2014/main" id="{CE8BAA5D-E48C-F02D-17EB-723E70C0DE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6" name="Freeform 134">
                    <a:extLst>
                      <a:ext uri="{FF2B5EF4-FFF2-40B4-BE49-F238E27FC236}">
                        <a16:creationId xmlns:a16="http://schemas.microsoft.com/office/drawing/2014/main" id="{CFFE74F0-C6EC-DF34-0629-304012756C2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29" name="Group 135">
                  <a:extLst>
                    <a:ext uri="{FF2B5EF4-FFF2-40B4-BE49-F238E27FC236}">
                      <a16:creationId xmlns:a16="http://schemas.microsoft.com/office/drawing/2014/main" id="{57E28F75-7D1B-2B71-94B0-180C572B24C8}"/>
                    </a:ext>
                  </a:extLst>
                </p:cNvPr>
                <p:cNvGrpSpPr>
                  <a:grpSpLocks noChangeAspect="1"/>
                </p:cNvGrpSpPr>
                <p:nvPr/>
              </p:nvGrpSpPr>
              <p:grpSpPr bwMode="auto">
                <a:xfrm>
                  <a:off x="429" y="1639"/>
                  <a:ext cx="822" cy="291"/>
                  <a:chOff x="429" y="1639"/>
                  <a:chExt cx="822" cy="291"/>
                </a:xfrm>
              </p:grpSpPr>
              <p:sp>
                <p:nvSpPr>
                  <p:cNvPr id="21530" name="Freeform 136">
                    <a:extLst>
                      <a:ext uri="{FF2B5EF4-FFF2-40B4-BE49-F238E27FC236}">
                        <a16:creationId xmlns:a16="http://schemas.microsoft.com/office/drawing/2014/main" id="{CA7B053B-50DE-5A57-4E1C-6249BA1316E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1" name="Freeform 137">
                    <a:extLst>
                      <a:ext uri="{FF2B5EF4-FFF2-40B4-BE49-F238E27FC236}">
                        <a16:creationId xmlns:a16="http://schemas.microsoft.com/office/drawing/2014/main" id="{9CE7DBCA-0A4F-AB3F-53E9-CC831C02272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2" name="Freeform 138">
                    <a:extLst>
                      <a:ext uri="{FF2B5EF4-FFF2-40B4-BE49-F238E27FC236}">
                        <a16:creationId xmlns:a16="http://schemas.microsoft.com/office/drawing/2014/main" id="{77DA2937-3DC6-B2AB-062A-61183C0FDA5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3" name="Freeform 139">
                    <a:extLst>
                      <a:ext uri="{FF2B5EF4-FFF2-40B4-BE49-F238E27FC236}">
                        <a16:creationId xmlns:a16="http://schemas.microsoft.com/office/drawing/2014/main" id="{71799DF2-77A1-BBAB-6218-F43FBB08CAB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4" name="Freeform 140">
                    <a:extLst>
                      <a:ext uri="{FF2B5EF4-FFF2-40B4-BE49-F238E27FC236}">
                        <a16:creationId xmlns:a16="http://schemas.microsoft.com/office/drawing/2014/main" id="{267A88ED-03FD-4C0F-33EE-099D205168E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5" name="Freeform 141">
                    <a:extLst>
                      <a:ext uri="{FF2B5EF4-FFF2-40B4-BE49-F238E27FC236}">
                        <a16:creationId xmlns:a16="http://schemas.microsoft.com/office/drawing/2014/main" id="{0664CE1E-0004-20FE-0649-9CA58659392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6" name="Freeform 142">
                    <a:extLst>
                      <a:ext uri="{FF2B5EF4-FFF2-40B4-BE49-F238E27FC236}">
                        <a16:creationId xmlns:a16="http://schemas.microsoft.com/office/drawing/2014/main" id="{F56B102D-508A-B70F-7E3A-330CEC806E4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48" name="Freeform 143">
                    <a:extLst>
                      <a:ext uri="{FF2B5EF4-FFF2-40B4-BE49-F238E27FC236}">
                        <a16:creationId xmlns:a16="http://schemas.microsoft.com/office/drawing/2014/main" id="{57CA6746-97D8-C254-2DB2-99643D44639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25" name="WordArt 144">
              <a:extLst>
                <a:ext uri="{FF2B5EF4-FFF2-40B4-BE49-F238E27FC236}">
                  <a16:creationId xmlns:a16="http://schemas.microsoft.com/office/drawing/2014/main" id="{2EE5B74D-0221-342D-C512-737EA1F8274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grpSp>
        <p:nvGrpSpPr>
          <p:cNvPr id="21848" name="Group 311">
            <a:extLst>
              <a:ext uri="{FF2B5EF4-FFF2-40B4-BE49-F238E27FC236}">
                <a16:creationId xmlns:a16="http://schemas.microsoft.com/office/drawing/2014/main" id="{7D6F8486-9151-C0A7-CBD2-01C3C411DA4C}"/>
              </a:ext>
            </a:extLst>
          </p:cNvPr>
          <p:cNvGrpSpPr>
            <a:grpSpLocks/>
          </p:cNvGrpSpPr>
          <p:nvPr/>
        </p:nvGrpSpPr>
        <p:grpSpPr bwMode="auto">
          <a:xfrm rot="19389679">
            <a:off x="5846128" y="2945643"/>
            <a:ext cx="1797050" cy="900112"/>
            <a:chOff x="4259" y="1678"/>
            <a:chExt cx="1132" cy="567"/>
          </a:xfrm>
        </p:grpSpPr>
        <p:grpSp>
          <p:nvGrpSpPr>
            <p:cNvPr id="21849" name="Group 312">
              <a:extLst>
                <a:ext uri="{FF2B5EF4-FFF2-40B4-BE49-F238E27FC236}">
                  <a16:creationId xmlns:a16="http://schemas.microsoft.com/office/drawing/2014/main" id="{CE40BAAA-B110-0391-AABD-C3D8F8D9E064}"/>
                </a:ext>
              </a:extLst>
            </p:cNvPr>
            <p:cNvGrpSpPr>
              <a:grpSpLocks/>
            </p:cNvGrpSpPr>
            <p:nvPr/>
          </p:nvGrpSpPr>
          <p:grpSpPr bwMode="auto">
            <a:xfrm flipH="1">
              <a:off x="4259" y="1678"/>
              <a:ext cx="1132" cy="567"/>
              <a:chOff x="333" y="1678"/>
              <a:chExt cx="1132" cy="567"/>
            </a:xfrm>
          </p:grpSpPr>
          <p:sp>
            <p:nvSpPr>
              <p:cNvPr id="21851" name="Freeform 313">
                <a:extLst>
                  <a:ext uri="{FF2B5EF4-FFF2-40B4-BE49-F238E27FC236}">
                    <a16:creationId xmlns:a16="http://schemas.microsoft.com/office/drawing/2014/main" id="{2D717DEC-5CF2-4EC3-CE01-DE4B90F28CC3}"/>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2" name="Freeform 314">
                <a:extLst>
                  <a:ext uri="{FF2B5EF4-FFF2-40B4-BE49-F238E27FC236}">
                    <a16:creationId xmlns:a16="http://schemas.microsoft.com/office/drawing/2014/main" id="{DD0E4A58-AF82-2058-A780-9746A5085D31}"/>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3" name="Freeform 315">
                <a:extLst>
                  <a:ext uri="{FF2B5EF4-FFF2-40B4-BE49-F238E27FC236}">
                    <a16:creationId xmlns:a16="http://schemas.microsoft.com/office/drawing/2014/main" id="{11B506F8-292B-93BD-FCED-A3EA2AD09367}"/>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4" name="Freeform 316">
                <a:extLst>
                  <a:ext uri="{FF2B5EF4-FFF2-40B4-BE49-F238E27FC236}">
                    <a16:creationId xmlns:a16="http://schemas.microsoft.com/office/drawing/2014/main" id="{2D314E3C-A711-9A17-5E6E-038681C9B4FD}"/>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5" name="Freeform 317">
                <a:extLst>
                  <a:ext uri="{FF2B5EF4-FFF2-40B4-BE49-F238E27FC236}">
                    <a16:creationId xmlns:a16="http://schemas.microsoft.com/office/drawing/2014/main" id="{9888FF99-1215-304A-9AAF-A71AE7AECC32}"/>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6" name="Freeform 318">
                <a:extLst>
                  <a:ext uri="{FF2B5EF4-FFF2-40B4-BE49-F238E27FC236}">
                    <a16:creationId xmlns:a16="http://schemas.microsoft.com/office/drawing/2014/main" id="{7EECB26C-CF8F-76B5-4F24-534CFF8359F3}"/>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57" name="Freeform 319">
                <a:extLst>
                  <a:ext uri="{FF2B5EF4-FFF2-40B4-BE49-F238E27FC236}">
                    <a16:creationId xmlns:a16="http://schemas.microsoft.com/office/drawing/2014/main" id="{7F142E6E-327C-B4C9-88CB-F6289E5530C6}"/>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50" name="Text Box 320">
              <a:extLst>
                <a:ext uri="{FF2B5EF4-FFF2-40B4-BE49-F238E27FC236}">
                  <a16:creationId xmlns:a16="http://schemas.microsoft.com/office/drawing/2014/main" id="{7DEE7EF8-3041-CA96-E090-8B566D28B7B2}"/>
                </a:ext>
              </a:extLst>
            </p:cNvPr>
            <p:cNvSpPr txBox="1">
              <a:spLocks noChangeArrowheads="1"/>
            </p:cNvSpPr>
            <p:nvPr/>
          </p:nvSpPr>
          <p:spPr bwMode="auto">
            <a:xfrm rot="1143463" flipH="1">
              <a:off x="4626" y="1866"/>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dirty="0">
                  <a:latin typeface="Courier New" panose="02070309020205020404" pitchFamily="49" charset="0"/>
                </a:rPr>
                <a:t>10.0.2.1</a:t>
              </a:r>
            </a:p>
          </p:txBody>
        </p:sp>
      </p:grpSp>
      <p:grpSp>
        <p:nvGrpSpPr>
          <p:cNvPr id="21586" name="Group 69">
            <a:extLst>
              <a:ext uri="{FF2B5EF4-FFF2-40B4-BE49-F238E27FC236}">
                <a16:creationId xmlns:a16="http://schemas.microsoft.com/office/drawing/2014/main" id="{80D8309C-8E9C-A6AB-2AF1-ADF5045BACA9}"/>
              </a:ext>
            </a:extLst>
          </p:cNvPr>
          <p:cNvGrpSpPr>
            <a:grpSpLocks/>
          </p:cNvGrpSpPr>
          <p:nvPr/>
        </p:nvGrpSpPr>
        <p:grpSpPr bwMode="auto">
          <a:xfrm>
            <a:off x="8011945" y="3118209"/>
            <a:ext cx="406400" cy="339725"/>
            <a:chOff x="144" y="3264"/>
            <a:chExt cx="288" cy="240"/>
          </a:xfrm>
        </p:grpSpPr>
        <p:sp>
          <p:nvSpPr>
            <p:cNvPr id="21587" name="Rectangle 70">
              <a:extLst>
                <a:ext uri="{FF2B5EF4-FFF2-40B4-BE49-F238E27FC236}">
                  <a16:creationId xmlns:a16="http://schemas.microsoft.com/office/drawing/2014/main" id="{E3F70A63-A08C-E7B0-67CC-2E19C3B092E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6" name="Rectangle 71">
              <a:extLst>
                <a:ext uri="{FF2B5EF4-FFF2-40B4-BE49-F238E27FC236}">
                  <a16:creationId xmlns:a16="http://schemas.microsoft.com/office/drawing/2014/main" id="{B1BEBED3-E199-3B15-134F-AA837DCEF14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21597" name="Group 66">
            <a:extLst>
              <a:ext uri="{FF2B5EF4-FFF2-40B4-BE49-F238E27FC236}">
                <a16:creationId xmlns:a16="http://schemas.microsoft.com/office/drawing/2014/main" id="{FC75C2EC-8F4F-434F-44A7-5013FB6A6100}"/>
              </a:ext>
            </a:extLst>
          </p:cNvPr>
          <p:cNvGrpSpPr>
            <a:grpSpLocks/>
          </p:cNvGrpSpPr>
          <p:nvPr/>
        </p:nvGrpSpPr>
        <p:grpSpPr bwMode="auto">
          <a:xfrm>
            <a:off x="7472755" y="3586104"/>
            <a:ext cx="406400" cy="339725"/>
            <a:chOff x="144" y="3264"/>
            <a:chExt cx="288" cy="240"/>
          </a:xfrm>
        </p:grpSpPr>
        <p:sp>
          <p:nvSpPr>
            <p:cNvPr id="21598" name="Rectangle 67">
              <a:extLst>
                <a:ext uri="{FF2B5EF4-FFF2-40B4-BE49-F238E27FC236}">
                  <a16:creationId xmlns:a16="http://schemas.microsoft.com/office/drawing/2014/main" id="{B8296CD7-3D41-8457-4B5D-42FDD0A0C95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21599" name="Rectangle 68">
              <a:extLst>
                <a:ext uri="{FF2B5EF4-FFF2-40B4-BE49-F238E27FC236}">
                  <a16:creationId xmlns:a16="http://schemas.microsoft.com/office/drawing/2014/main" id="{7FF59BF8-F584-D35C-81E6-6ED974075383}"/>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pic>
        <p:nvPicPr>
          <p:cNvPr id="21600" name="Picture 224" descr="MC900434713[1]">
            <a:extLst>
              <a:ext uri="{FF2B5EF4-FFF2-40B4-BE49-F238E27FC236}">
                <a16:creationId xmlns:a16="http://schemas.microsoft.com/office/drawing/2014/main" id="{397505CB-821C-D7DB-2E2D-7E1A55CD49B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75831" y="2858801"/>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26" name="Line 201">
            <a:extLst>
              <a:ext uri="{FF2B5EF4-FFF2-40B4-BE49-F238E27FC236}">
                <a16:creationId xmlns:a16="http://schemas.microsoft.com/office/drawing/2014/main" id="{E5607226-DF31-C7B9-991C-22535CAD12ED}"/>
              </a:ext>
            </a:extLst>
          </p:cNvPr>
          <p:cNvSpPr>
            <a:spLocks noChangeShapeType="1"/>
          </p:cNvSpPr>
          <p:nvPr/>
        </p:nvSpPr>
        <p:spPr bwMode="auto">
          <a:xfrm flipH="1">
            <a:off x="5864070" y="1791006"/>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1" name="Oval 57">
            <a:extLst>
              <a:ext uri="{FF2B5EF4-FFF2-40B4-BE49-F238E27FC236}">
                <a16:creationId xmlns:a16="http://schemas.microsoft.com/office/drawing/2014/main" id="{CE8B9B63-2323-A33C-9694-30482B8E75D5}"/>
              </a:ext>
            </a:extLst>
          </p:cNvPr>
          <p:cNvSpPr>
            <a:spLocks noChangeArrowheads="1"/>
          </p:cNvSpPr>
          <p:nvPr/>
        </p:nvSpPr>
        <p:spPr bwMode="auto">
          <a:xfrm flipH="1">
            <a:off x="5707907" y="171297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A</a:t>
            </a:r>
          </a:p>
        </p:txBody>
      </p:sp>
      <p:sp>
        <p:nvSpPr>
          <p:cNvPr id="21627" name="Line 201">
            <a:extLst>
              <a:ext uri="{FF2B5EF4-FFF2-40B4-BE49-F238E27FC236}">
                <a16:creationId xmlns:a16="http://schemas.microsoft.com/office/drawing/2014/main" id="{10E85AED-63EF-9FD6-4D1A-7AF0B7C1C291}"/>
              </a:ext>
            </a:extLst>
          </p:cNvPr>
          <p:cNvSpPr>
            <a:spLocks noChangeShapeType="1"/>
          </p:cNvSpPr>
          <p:nvPr/>
        </p:nvSpPr>
        <p:spPr bwMode="auto">
          <a:xfrm flipH="1">
            <a:off x="5864070" y="3099721"/>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870" name="Oval 53">
            <a:extLst>
              <a:ext uri="{FF2B5EF4-FFF2-40B4-BE49-F238E27FC236}">
                <a16:creationId xmlns:a16="http://schemas.microsoft.com/office/drawing/2014/main" id="{7005A62F-AD5D-EE8B-2A0A-5C87440AF9E4}"/>
              </a:ext>
            </a:extLst>
          </p:cNvPr>
          <p:cNvSpPr>
            <a:spLocks noChangeArrowheads="1"/>
          </p:cNvSpPr>
          <p:nvPr/>
        </p:nvSpPr>
        <p:spPr bwMode="auto">
          <a:xfrm flipH="1">
            <a:off x="5707907" y="3567987"/>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C</a:t>
            </a:r>
          </a:p>
        </p:txBody>
      </p:sp>
      <p:grpSp>
        <p:nvGrpSpPr>
          <p:cNvPr id="21825" name="Group 288">
            <a:extLst>
              <a:ext uri="{FF2B5EF4-FFF2-40B4-BE49-F238E27FC236}">
                <a16:creationId xmlns:a16="http://schemas.microsoft.com/office/drawing/2014/main" id="{1885F794-704B-ADA9-3C00-445B18093E05}"/>
              </a:ext>
            </a:extLst>
          </p:cNvPr>
          <p:cNvGrpSpPr>
            <a:grpSpLocks/>
          </p:cNvGrpSpPr>
          <p:nvPr/>
        </p:nvGrpSpPr>
        <p:grpSpPr bwMode="auto">
          <a:xfrm>
            <a:off x="5440503" y="2541864"/>
            <a:ext cx="765991" cy="537685"/>
            <a:chOff x="195" y="394"/>
            <a:chExt cx="570" cy="360"/>
          </a:xfrm>
        </p:grpSpPr>
        <p:sp>
          <p:nvSpPr>
            <p:cNvPr id="21826" name="Arc 289">
              <a:extLst>
                <a:ext uri="{FF2B5EF4-FFF2-40B4-BE49-F238E27FC236}">
                  <a16:creationId xmlns:a16="http://schemas.microsoft.com/office/drawing/2014/main" id="{180C36B6-903A-296E-2A19-87D0DD45D459}"/>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8" name="Arc 290">
              <a:extLst>
                <a:ext uri="{FF2B5EF4-FFF2-40B4-BE49-F238E27FC236}">
                  <a16:creationId xmlns:a16="http://schemas.microsoft.com/office/drawing/2014/main" id="{B52DA408-221A-AB90-7217-ECCB437A4088}"/>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9" name="Line 291">
              <a:extLst>
                <a:ext uri="{FF2B5EF4-FFF2-40B4-BE49-F238E27FC236}">
                  <a16:creationId xmlns:a16="http://schemas.microsoft.com/office/drawing/2014/main" id="{605EFE9E-33EC-6CC5-A90C-7213B1EF9389}"/>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40" name="Line 292">
              <a:extLst>
                <a:ext uri="{FF2B5EF4-FFF2-40B4-BE49-F238E27FC236}">
                  <a16:creationId xmlns:a16="http://schemas.microsoft.com/office/drawing/2014/main" id="{78BBE94D-6ACD-E60C-80AF-45E9F3A954BB}"/>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21620" name="Group 198">
            <a:extLst>
              <a:ext uri="{FF2B5EF4-FFF2-40B4-BE49-F238E27FC236}">
                <a16:creationId xmlns:a16="http://schemas.microsoft.com/office/drawing/2014/main" id="{5D74B959-BD8E-E9ED-E49D-528CE445E6DB}"/>
              </a:ext>
            </a:extLst>
          </p:cNvPr>
          <p:cNvGrpSpPr>
            <a:grpSpLocks/>
          </p:cNvGrpSpPr>
          <p:nvPr/>
        </p:nvGrpSpPr>
        <p:grpSpPr bwMode="auto">
          <a:xfrm>
            <a:off x="5612671" y="2237532"/>
            <a:ext cx="406400" cy="339725"/>
            <a:chOff x="144" y="3264"/>
            <a:chExt cx="288" cy="240"/>
          </a:xfrm>
        </p:grpSpPr>
        <p:sp>
          <p:nvSpPr>
            <p:cNvPr id="21621" name="Rectangle 199">
              <a:extLst>
                <a:ext uri="{FF2B5EF4-FFF2-40B4-BE49-F238E27FC236}">
                  <a16:creationId xmlns:a16="http://schemas.microsoft.com/office/drawing/2014/main" id="{CE4145F1-13DD-68C2-93B4-7D58E05CD52E}"/>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21622" name="Rectangle 200">
              <a:extLst>
                <a:ext uri="{FF2B5EF4-FFF2-40B4-BE49-F238E27FC236}">
                  <a16:creationId xmlns:a16="http://schemas.microsoft.com/office/drawing/2014/main" id="{8E551EAF-0003-48F8-A5DC-342E99F4EF6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grpSp>
        <p:nvGrpSpPr>
          <p:cNvPr id="21623" name="Group 201">
            <a:extLst>
              <a:ext uri="{FF2B5EF4-FFF2-40B4-BE49-F238E27FC236}">
                <a16:creationId xmlns:a16="http://schemas.microsoft.com/office/drawing/2014/main" id="{2FD1615A-3789-DC13-162F-BE54477A54EC}"/>
              </a:ext>
            </a:extLst>
          </p:cNvPr>
          <p:cNvGrpSpPr>
            <a:grpSpLocks/>
          </p:cNvGrpSpPr>
          <p:nvPr/>
        </p:nvGrpSpPr>
        <p:grpSpPr bwMode="auto">
          <a:xfrm>
            <a:off x="5642941" y="3013257"/>
            <a:ext cx="406400" cy="339725"/>
            <a:chOff x="144" y="3264"/>
            <a:chExt cx="288" cy="240"/>
          </a:xfrm>
        </p:grpSpPr>
        <p:sp>
          <p:nvSpPr>
            <p:cNvPr id="21625" name="Rectangle 203">
              <a:extLst>
                <a:ext uri="{FF2B5EF4-FFF2-40B4-BE49-F238E27FC236}">
                  <a16:creationId xmlns:a16="http://schemas.microsoft.com/office/drawing/2014/main" id="{7DBB3768-4D51-450F-7B02-49E7EBB7318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sp>
          <p:nvSpPr>
            <p:cNvPr id="21624" name="Rectangle 202">
              <a:extLst>
                <a:ext uri="{FF2B5EF4-FFF2-40B4-BE49-F238E27FC236}">
                  <a16:creationId xmlns:a16="http://schemas.microsoft.com/office/drawing/2014/main" id="{EE1BEA27-82B8-01C1-1DCF-85C287C490DA}"/>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grpSp>
      <p:grpSp>
        <p:nvGrpSpPr>
          <p:cNvPr id="21847" name="Group 145">
            <a:extLst>
              <a:ext uri="{FF2B5EF4-FFF2-40B4-BE49-F238E27FC236}">
                <a16:creationId xmlns:a16="http://schemas.microsoft.com/office/drawing/2014/main" id="{64622BF1-DF62-63D2-B102-480C3DC85A1D}"/>
              </a:ext>
            </a:extLst>
          </p:cNvPr>
          <p:cNvGrpSpPr>
            <a:grpSpLocks noChangeAspect="1"/>
          </p:cNvGrpSpPr>
          <p:nvPr/>
        </p:nvGrpSpPr>
        <p:grpSpPr bwMode="auto">
          <a:xfrm>
            <a:off x="3427884" y="3438634"/>
            <a:ext cx="723900" cy="460375"/>
            <a:chOff x="3312" y="2160"/>
            <a:chExt cx="960" cy="528"/>
          </a:xfrm>
        </p:grpSpPr>
        <p:grpSp>
          <p:nvGrpSpPr>
            <p:cNvPr id="21858" name="Group 146">
              <a:extLst>
                <a:ext uri="{FF2B5EF4-FFF2-40B4-BE49-F238E27FC236}">
                  <a16:creationId xmlns:a16="http://schemas.microsoft.com/office/drawing/2014/main" id="{9FE4D777-A3A3-CFDD-233C-EFCAE9E3F21A}"/>
                </a:ext>
              </a:extLst>
            </p:cNvPr>
            <p:cNvGrpSpPr>
              <a:grpSpLocks noChangeAspect="1"/>
            </p:cNvGrpSpPr>
            <p:nvPr/>
          </p:nvGrpSpPr>
          <p:grpSpPr bwMode="auto">
            <a:xfrm>
              <a:off x="3312" y="2160"/>
              <a:ext cx="960" cy="528"/>
              <a:chOff x="3312" y="2160"/>
              <a:chExt cx="960" cy="528"/>
            </a:xfrm>
          </p:grpSpPr>
          <p:sp>
            <p:nvSpPr>
              <p:cNvPr id="21860" name="AutoShape 147">
                <a:extLst>
                  <a:ext uri="{FF2B5EF4-FFF2-40B4-BE49-F238E27FC236}">
                    <a16:creationId xmlns:a16="http://schemas.microsoft.com/office/drawing/2014/main" id="{2B512DF1-E773-7F49-4BE3-B683D1BC8B6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861" name="Group 148">
                <a:extLst>
                  <a:ext uri="{FF2B5EF4-FFF2-40B4-BE49-F238E27FC236}">
                    <a16:creationId xmlns:a16="http://schemas.microsoft.com/office/drawing/2014/main" id="{8212DA8E-4998-74E4-81B7-4F3B1A60F7C8}"/>
                  </a:ext>
                </a:extLst>
              </p:cNvPr>
              <p:cNvGrpSpPr>
                <a:grpSpLocks noChangeAspect="1"/>
              </p:cNvGrpSpPr>
              <p:nvPr/>
            </p:nvGrpSpPr>
            <p:grpSpPr bwMode="auto">
              <a:xfrm>
                <a:off x="3488" y="2193"/>
                <a:ext cx="599" cy="207"/>
                <a:chOff x="422" y="1632"/>
                <a:chExt cx="829" cy="298"/>
              </a:xfrm>
            </p:grpSpPr>
            <p:grpSp>
              <p:nvGrpSpPr>
                <p:cNvPr id="21862" name="Group 149">
                  <a:extLst>
                    <a:ext uri="{FF2B5EF4-FFF2-40B4-BE49-F238E27FC236}">
                      <a16:creationId xmlns:a16="http://schemas.microsoft.com/office/drawing/2014/main" id="{5E03A862-08C6-DA23-A727-A7A8DF5622D5}"/>
                    </a:ext>
                  </a:extLst>
                </p:cNvPr>
                <p:cNvGrpSpPr>
                  <a:grpSpLocks noChangeAspect="1"/>
                </p:cNvGrpSpPr>
                <p:nvPr/>
              </p:nvGrpSpPr>
              <p:grpSpPr bwMode="auto">
                <a:xfrm>
                  <a:off x="422" y="1632"/>
                  <a:ext cx="822" cy="291"/>
                  <a:chOff x="422" y="1632"/>
                  <a:chExt cx="822" cy="291"/>
                </a:xfrm>
              </p:grpSpPr>
              <p:sp>
                <p:nvSpPr>
                  <p:cNvPr id="21875" name="Freeform 150">
                    <a:extLst>
                      <a:ext uri="{FF2B5EF4-FFF2-40B4-BE49-F238E27FC236}">
                        <a16:creationId xmlns:a16="http://schemas.microsoft.com/office/drawing/2014/main" id="{F934A266-E76C-95C7-9778-61E4415D599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6" name="Freeform 151">
                    <a:extLst>
                      <a:ext uri="{FF2B5EF4-FFF2-40B4-BE49-F238E27FC236}">
                        <a16:creationId xmlns:a16="http://schemas.microsoft.com/office/drawing/2014/main" id="{662855D1-F2DD-1836-D4AD-DB68902242F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7" name="Freeform 152">
                    <a:extLst>
                      <a:ext uri="{FF2B5EF4-FFF2-40B4-BE49-F238E27FC236}">
                        <a16:creationId xmlns:a16="http://schemas.microsoft.com/office/drawing/2014/main" id="{A3BD8CDB-FC53-9885-3E3A-5D468634C565}"/>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8" name="Freeform 153">
                    <a:extLst>
                      <a:ext uri="{FF2B5EF4-FFF2-40B4-BE49-F238E27FC236}">
                        <a16:creationId xmlns:a16="http://schemas.microsoft.com/office/drawing/2014/main" id="{0BC8AE88-0510-E494-7B7A-BDBF825792C6}"/>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9" name="Freeform 154">
                    <a:extLst>
                      <a:ext uri="{FF2B5EF4-FFF2-40B4-BE49-F238E27FC236}">
                        <a16:creationId xmlns:a16="http://schemas.microsoft.com/office/drawing/2014/main" id="{58678B7E-33AE-4C65-AF7D-5CC20C6B002A}"/>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0" name="Freeform 155">
                    <a:extLst>
                      <a:ext uri="{FF2B5EF4-FFF2-40B4-BE49-F238E27FC236}">
                        <a16:creationId xmlns:a16="http://schemas.microsoft.com/office/drawing/2014/main" id="{F0FE90E9-1479-9685-C641-68568FD93029}"/>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1" name="Freeform 156">
                    <a:extLst>
                      <a:ext uri="{FF2B5EF4-FFF2-40B4-BE49-F238E27FC236}">
                        <a16:creationId xmlns:a16="http://schemas.microsoft.com/office/drawing/2014/main" id="{81035691-E8A6-B7FA-85C1-21A17482745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82" name="Freeform 157">
                    <a:extLst>
                      <a:ext uri="{FF2B5EF4-FFF2-40B4-BE49-F238E27FC236}">
                        <a16:creationId xmlns:a16="http://schemas.microsoft.com/office/drawing/2014/main" id="{A806279C-8642-067D-519D-5F76C672448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863" name="Group 158">
                  <a:extLst>
                    <a:ext uri="{FF2B5EF4-FFF2-40B4-BE49-F238E27FC236}">
                      <a16:creationId xmlns:a16="http://schemas.microsoft.com/office/drawing/2014/main" id="{0965C7FC-A251-31FD-D1A3-EC4E2522C7B2}"/>
                    </a:ext>
                  </a:extLst>
                </p:cNvPr>
                <p:cNvGrpSpPr>
                  <a:grpSpLocks noChangeAspect="1"/>
                </p:cNvGrpSpPr>
                <p:nvPr/>
              </p:nvGrpSpPr>
              <p:grpSpPr bwMode="auto">
                <a:xfrm>
                  <a:off x="429" y="1639"/>
                  <a:ext cx="822" cy="291"/>
                  <a:chOff x="429" y="1639"/>
                  <a:chExt cx="822" cy="291"/>
                </a:xfrm>
              </p:grpSpPr>
              <p:sp>
                <p:nvSpPr>
                  <p:cNvPr id="21864" name="Freeform 159">
                    <a:extLst>
                      <a:ext uri="{FF2B5EF4-FFF2-40B4-BE49-F238E27FC236}">
                        <a16:creationId xmlns:a16="http://schemas.microsoft.com/office/drawing/2014/main" id="{73E6B867-75E9-A6A4-EB9C-BA61F7B80B0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65" name="Freeform 160">
                    <a:extLst>
                      <a:ext uri="{FF2B5EF4-FFF2-40B4-BE49-F238E27FC236}">
                        <a16:creationId xmlns:a16="http://schemas.microsoft.com/office/drawing/2014/main" id="{1F198C09-C507-6101-E20B-27D43D1A11DF}"/>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66" name="Freeform 161">
                    <a:extLst>
                      <a:ext uri="{FF2B5EF4-FFF2-40B4-BE49-F238E27FC236}">
                        <a16:creationId xmlns:a16="http://schemas.microsoft.com/office/drawing/2014/main" id="{EDB41A5F-58FB-C3F1-BB04-FB2687FC534F}"/>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67" name="Freeform 162">
                    <a:extLst>
                      <a:ext uri="{FF2B5EF4-FFF2-40B4-BE49-F238E27FC236}">
                        <a16:creationId xmlns:a16="http://schemas.microsoft.com/office/drawing/2014/main" id="{322884E4-ECA6-0C8F-7389-48A07EF4A013}"/>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1" name="Freeform 163">
                    <a:extLst>
                      <a:ext uri="{FF2B5EF4-FFF2-40B4-BE49-F238E27FC236}">
                        <a16:creationId xmlns:a16="http://schemas.microsoft.com/office/drawing/2014/main" id="{4AAFB15F-F9E6-7B13-3A37-0289562DF438}"/>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2" name="Freeform 164">
                    <a:extLst>
                      <a:ext uri="{FF2B5EF4-FFF2-40B4-BE49-F238E27FC236}">
                        <a16:creationId xmlns:a16="http://schemas.microsoft.com/office/drawing/2014/main" id="{A23438F2-5324-0BF1-3E2A-6053793A4DF7}"/>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3" name="Freeform 165">
                    <a:extLst>
                      <a:ext uri="{FF2B5EF4-FFF2-40B4-BE49-F238E27FC236}">
                        <a16:creationId xmlns:a16="http://schemas.microsoft.com/office/drawing/2014/main" id="{4EBD8242-9922-7586-65DE-D673B01AD5D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74" name="Freeform 166">
                    <a:extLst>
                      <a:ext uri="{FF2B5EF4-FFF2-40B4-BE49-F238E27FC236}">
                        <a16:creationId xmlns:a16="http://schemas.microsoft.com/office/drawing/2014/main" id="{B9D8D207-DBA7-25F3-B40D-ABC527B1B100}"/>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859" name="WordArt 167">
              <a:extLst>
                <a:ext uri="{FF2B5EF4-FFF2-40B4-BE49-F238E27FC236}">
                  <a16:creationId xmlns:a16="http://schemas.microsoft.com/office/drawing/2014/main" id="{CC012619-8DD5-83A1-8B06-5EA0ACAA205A}"/>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spTree>
    <p:extLst>
      <p:ext uri="{BB962C8B-B14F-4D97-AF65-F5344CB8AC3E}">
        <p14:creationId xmlns:p14="http://schemas.microsoft.com/office/powerpoint/2010/main" val="794109337"/>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9" name="Rectangle 162">
            <a:extLst>
              <a:ext uri="{FF2B5EF4-FFF2-40B4-BE49-F238E27FC236}">
                <a16:creationId xmlns:a16="http://schemas.microsoft.com/office/drawing/2014/main" id="{8584387D-BCD0-10AC-7D8D-EC2987806EDE}"/>
              </a:ext>
            </a:extLst>
          </p:cNvPr>
          <p:cNvSpPr>
            <a:spLocks noGrp="1" noChangeArrowheads="1"/>
          </p:cNvSpPr>
          <p:nvPr>
            <p:ph type="title"/>
          </p:nvPr>
        </p:nvSpPr>
        <p:spPr/>
        <p:txBody>
          <a:bodyPr/>
          <a:lstStyle/>
          <a:p>
            <a:pPr eaLnBrk="1" hangingPunct="1"/>
            <a:r>
              <a:rPr lang="it-IT" altLang="it-IT" sz="4000" dirty="0" err="1"/>
              <a:t>ospf’s</a:t>
            </a:r>
            <a:r>
              <a:rPr lang="it-IT" altLang="it-IT" sz="4000" dirty="0"/>
              <a:t> </a:t>
            </a:r>
            <a:r>
              <a:rPr lang="it-IT" altLang="it-IT" sz="4000" dirty="0" err="1"/>
              <a:t>view</a:t>
            </a:r>
            <a:r>
              <a:rPr lang="it-IT" altLang="it-IT" sz="4000" dirty="0"/>
              <a:t> of the network</a:t>
            </a:r>
          </a:p>
        </p:txBody>
      </p:sp>
      <p:sp>
        <p:nvSpPr>
          <p:cNvPr id="2" name="Rectangle 4">
            <a:extLst>
              <a:ext uri="{FF2B5EF4-FFF2-40B4-BE49-F238E27FC236}">
                <a16:creationId xmlns:a16="http://schemas.microsoft.com/office/drawing/2014/main" id="{6CE004DA-5A77-5B87-6A43-BCDFAA7F1A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A2AFE0F-CDE3-53AA-46B9-074CE3A31213}"/>
              </a:ext>
            </a:extLst>
          </p:cNvPr>
          <p:cNvSpPr>
            <a:spLocks noGrp="1" noChangeArrowheads="1"/>
          </p:cNvSpPr>
          <p:nvPr>
            <p:ph type="ftr" sz="quarter" idx="11"/>
          </p:nvPr>
        </p:nvSpPr>
        <p:spPr>
          <a:ln/>
        </p:spPr>
        <p:txBody>
          <a:bodyPr/>
          <a:lstStyle/>
          <a:p>
            <a:r>
              <a:rPr lang="it-IT" altLang="en-IT"/>
              <a:t>kathara – [ labs: ospf_frr ]</a:t>
            </a:r>
          </a:p>
        </p:txBody>
      </p:sp>
      <p:grpSp>
        <p:nvGrpSpPr>
          <p:cNvPr id="21508" name="Group 2">
            <a:extLst>
              <a:ext uri="{FF2B5EF4-FFF2-40B4-BE49-F238E27FC236}">
                <a16:creationId xmlns:a16="http://schemas.microsoft.com/office/drawing/2014/main" id="{2DA97725-4953-C550-1AE7-B08BFB277F90}"/>
              </a:ext>
            </a:extLst>
          </p:cNvPr>
          <p:cNvGrpSpPr>
            <a:grpSpLocks/>
          </p:cNvGrpSpPr>
          <p:nvPr/>
        </p:nvGrpSpPr>
        <p:grpSpPr bwMode="auto">
          <a:xfrm>
            <a:off x="2184722" y="1013216"/>
            <a:ext cx="7655970" cy="3628007"/>
            <a:chOff x="-177" y="1030"/>
            <a:chExt cx="5760" cy="2840"/>
          </a:xfrm>
        </p:grpSpPr>
        <p:grpSp>
          <p:nvGrpSpPr>
            <p:cNvPr id="21537" name="Group 3">
              <a:extLst>
                <a:ext uri="{FF2B5EF4-FFF2-40B4-BE49-F238E27FC236}">
                  <a16:creationId xmlns:a16="http://schemas.microsoft.com/office/drawing/2014/main" id="{E2681DC0-9B50-77BB-239C-DF7BA73E9B3B}"/>
                </a:ext>
              </a:extLst>
            </p:cNvPr>
            <p:cNvGrpSpPr>
              <a:grpSpLocks/>
            </p:cNvGrpSpPr>
            <p:nvPr/>
          </p:nvGrpSpPr>
          <p:grpSpPr bwMode="auto">
            <a:xfrm>
              <a:off x="-177" y="1221"/>
              <a:ext cx="5760" cy="2649"/>
              <a:chOff x="-177" y="1221"/>
              <a:chExt cx="5760" cy="2649"/>
            </a:xfrm>
          </p:grpSpPr>
          <p:sp>
            <p:nvSpPr>
              <p:cNvPr id="21539" name="Oval 4">
                <a:extLst>
                  <a:ext uri="{FF2B5EF4-FFF2-40B4-BE49-F238E27FC236}">
                    <a16:creationId xmlns:a16="http://schemas.microsoft.com/office/drawing/2014/main" id="{B69635C6-E67E-A5FF-F83A-EDD0A07E21AD}"/>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0" name="Oval 5">
                <a:extLst>
                  <a:ext uri="{FF2B5EF4-FFF2-40B4-BE49-F238E27FC236}">
                    <a16:creationId xmlns:a16="http://schemas.microsoft.com/office/drawing/2014/main" id="{CD6F14E2-E370-605B-5409-012738BB8ECB}"/>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1" name="Oval 6">
                <a:extLst>
                  <a:ext uri="{FF2B5EF4-FFF2-40B4-BE49-F238E27FC236}">
                    <a16:creationId xmlns:a16="http://schemas.microsoft.com/office/drawing/2014/main" id="{B0991C3C-4720-AA4F-C655-54ADA1D57C12}"/>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2" name="Oval 7">
                <a:extLst>
                  <a:ext uri="{FF2B5EF4-FFF2-40B4-BE49-F238E27FC236}">
                    <a16:creationId xmlns:a16="http://schemas.microsoft.com/office/drawing/2014/main" id="{45C8B705-A185-D395-872F-2FEC97CFF287}"/>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3" name="Oval 8">
                <a:extLst>
                  <a:ext uri="{FF2B5EF4-FFF2-40B4-BE49-F238E27FC236}">
                    <a16:creationId xmlns:a16="http://schemas.microsoft.com/office/drawing/2014/main" id="{F725B197-4602-ACB5-B8B8-56129D2CDD21}"/>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4" name="Oval 9">
                <a:extLst>
                  <a:ext uri="{FF2B5EF4-FFF2-40B4-BE49-F238E27FC236}">
                    <a16:creationId xmlns:a16="http://schemas.microsoft.com/office/drawing/2014/main" id="{ACBEF2A0-3712-BAD5-FD1A-C29D5EC8AB13}"/>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5" name="Oval 10">
                <a:extLst>
                  <a:ext uri="{FF2B5EF4-FFF2-40B4-BE49-F238E27FC236}">
                    <a16:creationId xmlns:a16="http://schemas.microsoft.com/office/drawing/2014/main" id="{E674A691-74D1-1DC0-A014-ADBC3155DCA2}"/>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6" name="Oval 11">
                <a:extLst>
                  <a:ext uri="{FF2B5EF4-FFF2-40B4-BE49-F238E27FC236}">
                    <a16:creationId xmlns:a16="http://schemas.microsoft.com/office/drawing/2014/main" id="{B83FF4C2-6943-FEFF-00E0-6E588EDA7C0A}"/>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7" name="Oval 12">
                <a:extLst>
                  <a:ext uri="{FF2B5EF4-FFF2-40B4-BE49-F238E27FC236}">
                    <a16:creationId xmlns:a16="http://schemas.microsoft.com/office/drawing/2014/main" id="{EF32C6C9-82D0-B1E8-DA27-1F3B19138F71}"/>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dirty="0">
                  <a:latin typeface="Arial" panose="020B0604020202020204" pitchFamily="34" charset="0"/>
                </a:endParaRPr>
              </a:p>
            </p:txBody>
          </p:sp>
        </p:grpSp>
        <p:sp>
          <p:nvSpPr>
            <p:cNvPr id="21538" name="Oval 13">
              <a:extLst>
                <a:ext uri="{FF2B5EF4-FFF2-40B4-BE49-F238E27FC236}">
                  <a16:creationId xmlns:a16="http://schemas.microsoft.com/office/drawing/2014/main" id="{6EC22C66-8731-D095-AF4D-2BED9A96CFED}"/>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grpSp>
        <p:nvGrpSpPr>
          <p:cNvPr id="4" name="Group 3">
            <a:extLst>
              <a:ext uri="{FF2B5EF4-FFF2-40B4-BE49-F238E27FC236}">
                <a16:creationId xmlns:a16="http://schemas.microsoft.com/office/drawing/2014/main" id="{2D42DAB1-303A-3E40-3524-C11468DCB958}"/>
              </a:ext>
            </a:extLst>
          </p:cNvPr>
          <p:cNvGrpSpPr/>
          <p:nvPr/>
        </p:nvGrpSpPr>
        <p:grpSpPr>
          <a:xfrm>
            <a:off x="2780918" y="4408603"/>
            <a:ext cx="6802068" cy="2334786"/>
            <a:chOff x="4778215" y="2378844"/>
            <a:chExt cx="6802068" cy="1961626"/>
          </a:xfrm>
        </p:grpSpPr>
        <p:sp>
          <p:nvSpPr>
            <p:cNvPr id="5" name="Rectangle 4">
              <a:extLst>
                <a:ext uri="{FF2B5EF4-FFF2-40B4-BE49-F238E27FC236}">
                  <a16:creationId xmlns:a16="http://schemas.microsoft.com/office/drawing/2014/main" id="{70361730-5F00-C0BB-08BD-044CC667EEAE}"/>
                </a:ext>
              </a:extLst>
            </p:cNvPr>
            <p:cNvSpPr/>
            <p:nvPr/>
          </p:nvSpPr>
          <p:spPr>
            <a:xfrm>
              <a:off x="4778215" y="2632077"/>
              <a:ext cx="6802068" cy="1708393"/>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en-US" altLang="it-IT" sz="1400" dirty="0">
                  <a:solidFill>
                    <a:schemeClr val="bg1"/>
                  </a:solidFill>
                  <a:latin typeface="Lucida Console" panose="020B0609040504020204" pitchFamily="49" charset="0"/>
                </a:rPr>
                <a:t> Link State ID: 10.0.3.1 </a:t>
              </a:r>
            </a:p>
            <a:p>
              <a:pPr eaLnBrk="1" hangingPunct="1"/>
              <a:r>
                <a:rPr lang="en-US" altLang="it-IT" sz="1400" dirty="0">
                  <a:solidFill>
                    <a:schemeClr val="bg1"/>
                  </a:solidFill>
                  <a:latin typeface="Lucida Console" panose="020B0609040504020204" pitchFamily="49" charset="0"/>
                </a:rPr>
                <a:t>   Number of Links: 2</a:t>
              </a:r>
            </a:p>
            <a:p>
              <a:pPr eaLnBrk="1" hangingPunct="1"/>
              <a:r>
                <a:rPr lang="en-US" altLang="it-IT" sz="1400" dirty="0">
                  <a:solidFill>
                    <a:schemeClr val="bg1"/>
                  </a:solidFill>
                  <a:latin typeface="Lucida Console" panose="020B0609040504020204" pitchFamily="49" charset="0"/>
                </a:rPr>
                <a:t>    Link connected to: a Transit Network</a:t>
              </a:r>
            </a:p>
            <a:p>
              <a:pPr eaLnBrk="1" hangingPunct="1"/>
              <a:r>
                <a:rPr lang="en-US" altLang="it-IT" sz="1400" dirty="0">
                  <a:solidFill>
                    <a:schemeClr val="bg1"/>
                  </a:solidFill>
                  <a:latin typeface="Lucida Console" panose="020B0609040504020204" pitchFamily="49" charset="0"/>
                </a:rPr>
                <a:t>     (Link ID) Designated Router address: 10.0.0.1</a:t>
              </a:r>
            </a:p>
            <a:p>
              <a:pPr eaLnBrk="1" hangingPunct="1"/>
              <a:r>
                <a:rPr lang="en-US" altLang="it-IT" sz="1400" dirty="0">
                  <a:solidFill>
                    <a:schemeClr val="bg1"/>
                  </a:solidFill>
                  <a:latin typeface="Lucida Console" panose="020B0609040504020204" pitchFamily="49" charset="0"/>
                </a:rPr>
                <a:t>     (Link Data) Router Interface address: 10.0.0.1</a:t>
              </a:r>
            </a:p>
            <a:p>
              <a:pPr eaLnBrk="1" hangingPunct="1"/>
              <a:r>
                <a:rPr lang="en-US" altLang="it-IT" sz="1400" dirty="0">
                  <a:solidFill>
                    <a:schemeClr val="bg1"/>
                  </a:solidFill>
                  <a:latin typeface="Lucida Console" panose="020B0609040504020204" pitchFamily="49" charset="0"/>
                </a:rPr>
                <a:t>    Link connected to: a Transit Network</a:t>
              </a:r>
            </a:p>
            <a:p>
              <a:pPr eaLnBrk="1" hangingPunct="1"/>
              <a:r>
                <a:rPr lang="en-US" altLang="it-IT" sz="1400" dirty="0">
                  <a:solidFill>
                    <a:schemeClr val="bg1"/>
                  </a:solidFill>
                  <a:latin typeface="Lucida Console" panose="020B0609040504020204" pitchFamily="49" charset="0"/>
                </a:rPr>
                <a:t>     (Link ID) Designated Router address: 10.0.3.2</a:t>
              </a:r>
            </a:p>
            <a:p>
              <a:pPr eaLnBrk="1" hangingPunct="1"/>
              <a:r>
                <a:rPr lang="en-US" altLang="it-IT" sz="1400" dirty="0">
                  <a:solidFill>
                    <a:schemeClr val="bg1"/>
                  </a:solidFill>
                  <a:latin typeface="Lucida Console" panose="020B0609040504020204" pitchFamily="49" charset="0"/>
                </a:rPr>
                <a:t>     (Link Data) Router Interface address: 10.0.3.1 </a:t>
              </a:r>
              <a:endParaRPr lang="it-IT" altLang="it-IT" sz="1400" dirty="0">
                <a:solidFill>
                  <a:schemeClr val="bg1"/>
                </a:solidFill>
                <a:latin typeface="Lucida Console" panose="020B0609040504020204" pitchFamily="49" charset="0"/>
              </a:endParaRPr>
            </a:p>
          </p:txBody>
        </p:sp>
        <p:sp>
          <p:nvSpPr>
            <p:cNvPr id="6" name="Rectangle 5">
              <a:extLst>
                <a:ext uri="{FF2B5EF4-FFF2-40B4-BE49-F238E27FC236}">
                  <a16:creationId xmlns:a16="http://schemas.microsoft.com/office/drawing/2014/main" id="{E8931EE6-7A3E-795A-0473-EC7653C2A51A}"/>
                </a:ext>
              </a:extLst>
            </p:cNvPr>
            <p:cNvSpPr/>
            <p:nvPr/>
          </p:nvSpPr>
          <p:spPr>
            <a:xfrm>
              <a:off x="4778215" y="2378844"/>
              <a:ext cx="6802064"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7" name="Group 6">
              <a:extLst>
                <a:ext uri="{FF2B5EF4-FFF2-40B4-BE49-F238E27FC236}">
                  <a16:creationId xmlns:a16="http://schemas.microsoft.com/office/drawing/2014/main" id="{2CE8E8BB-74C2-AC0C-E3A5-C38E3B3F0654}"/>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E844A620-6750-B0F9-F8AC-10A7C8E1AC64}"/>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B770B94-AC31-A4C4-6A0F-3E88FAEF025C}"/>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E583634-35BC-41C5-2601-F81456C681CE}"/>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 name="Group 22">
            <a:extLst>
              <a:ext uri="{FF2B5EF4-FFF2-40B4-BE49-F238E27FC236}">
                <a16:creationId xmlns:a16="http://schemas.microsoft.com/office/drawing/2014/main" id="{C2608583-12AC-E963-6C53-601A92694D6E}"/>
              </a:ext>
            </a:extLst>
          </p:cNvPr>
          <p:cNvGrpSpPr>
            <a:grpSpLocks noChangeAspect="1"/>
          </p:cNvGrpSpPr>
          <p:nvPr/>
        </p:nvGrpSpPr>
        <p:grpSpPr bwMode="auto">
          <a:xfrm>
            <a:off x="5453228" y="2573027"/>
            <a:ext cx="723900" cy="460375"/>
            <a:chOff x="3312" y="2160"/>
            <a:chExt cx="960" cy="528"/>
          </a:xfrm>
        </p:grpSpPr>
        <p:grpSp>
          <p:nvGrpSpPr>
            <p:cNvPr id="12" name="Group 23">
              <a:extLst>
                <a:ext uri="{FF2B5EF4-FFF2-40B4-BE49-F238E27FC236}">
                  <a16:creationId xmlns:a16="http://schemas.microsoft.com/office/drawing/2014/main" id="{05DE7858-3636-F599-D79A-DE08964C598A}"/>
                </a:ext>
              </a:extLst>
            </p:cNvPr>
            <p:cNvGrpSpPr>
              <a:grpSpLocks noChangeAspect="1"/>
            </p:cNvGrpSpPr>
            <p:nvPr/>
          </p:nvGrpSpPr>
          <p:grpSpPr bwMode="auto">
            <a:xfrm>
              <a:off x="3312" y="2160"/>
              <a:ext cx="960" cy="528"/>
              <a:chOff x="3312" y="2160"/>
              <a:chExt cx="960" cy="528"/>
            </a:xfrm>
          </p:grpSpPr>
          <p:sp>
            <p:nvSpPr>
              <p:cNvPr id="14" name="AutoShape 24">
                <a:extLst>
                  <a:ext uri="{FF2B5EF4-FFF2-40B4-BE49-F238E27FC236}">
                    <a16:creationId xmlns:a16="http://schemas.microsoft.com/office/drawing/2014/main" id="{D82093E1-53BC-B07A-7C9A-18F8419FEF16}"/>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5" name="Group 25">
                <a:extLst>
                  <a:ext uri="{FF2B5EF4-FFF2-40B4-BE49-F238E27FC236}">
                    <a16:creationId xmlns:a16="http://schemas.microsoft.com/office/drawing/2014/main" id="{C4A8BA6A-BE62-18B2-5E0E-66517D17B67C}"/>
                  </a:ext>
                </a:extLst>
              </p:cNvPr>
              <p:cNvGrpSpPr>
                <a:grpSpLocks noChangeAspect="1"/>
              </p:cNvGrpSpPr>
              <p:nvPr/>
            </p:nvGrpSpPr>
            <p:grpSpPr bwMode="auto">
              <a:xfrm>
                <a:off x="3488" y="2193"/>
                <a:ext cx="599" cy="207"/>
                <a:chOff x="422" y="1632"/>
                <a:chExt cx="829" cy="298"/>
              </a:xfrm>
            </p:grpSpPr>
            <p:grpSp>
              <p:nvGrpSpPr>
                <p:cNvPr id="16" name="Group 26">
                  <a:extLst>
                    <a:ext uri="{FF2B5EF4-FFF2-40B4-BE49-F238E27FC236}">
                      <a16:creationId xmlns:a16="http://schemas.microsoft.com/office/drawing/2014/main" id="{631C4994-E14D-4C79-8905-6CDE1C06FFC4}"/>
                    </a:ext>
                  </a:extLst>
                </p:cNvPr>
                <p:cNvGrpSpPr>
                  <a:grpSpLocks noChangeAspect="1"/>
                </p:cNvGrpSpPr>
                <p:nvPr/>
              </p:nvGrpSpPr>
              <p:grpSpPr bwMode="auto">
                <a:xfrm>
                  <a:off x="422" y="1632"/>
                  <a:ext cx="822" cy="291"/>
                  <a:chOff x="422" y="1632"/>
                  <a:chExt cx="822" cy="291"/>
                </a:xfrm>
              </p:grpSpPr>
              <p:sp>
                <p:nvSpPr>
                  <p:cNvPr id="26" name="Freeform 27">
                    <a:extLst>
                      <a:ext uri="{FF2B5EF4-FFF2-40B4-BE49-F238E27FC236}">
                        <a16:creationId xmlns:a16="http://schemas.microsoft.com/office/drawing/2014/main" id="{B72CA0C7-3842-31B5-A5C3-2BD2DA66DDC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7" name="Freeform 28">
                    <a:extLst>
                      <a:ext uri="{FF2B5EF4-FFF2-40B4-BE49-F238E27FC236}">
                        <a16:creationId xmlns:a16="http://schemas.microsoft.com/office/drawing/2014/main" id="{2B385304-C216-72D0-27B5-82255325C57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8" name="Freeform 29">
                    <a:extLst>
                      <a:ext uri="{FF2B5EF4-FFF2-40B4-BE49-F238E27FC236}">
                        <a16:creationId xmlns:a16="http://schemas.microsoft.com/office/drawing/2014/main" id="{644859A5-014B-D062-F976-1D4659876FD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9" name="Freeform 30">
                    <a:extLst>
                      <a:ext uri="{FF2B5EF4-FFF2-40B4-BE49-F238E27FC236}">
                        <a16:creationId xmlns:a16="http://schemas.microsoft.com/office/drawing/2014/main" id="{30955297-9293-2496-5A1D-665E5962C48D}"/>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0" name="Freeform 31">
                    <a:extLst>
                      <a:ext uri="{FF2B5EF4-FFF2-40B4-BE49-F238E27FC236}">
                        <a16:creationId xmlns:a16="http://schemas.microsoft.com/office/drawing/2014/main" id="{CA45FD37-0134-8E11-D421-53E513B279D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1" name="Freeform 32">
                    <a:extLst>
                      <a:ext uri="{FF2B5EF4-FFF2-40B4-BE49-F238E27FC236}">
                        <a16:creationId xmlns:a16="http://schemas.microsoft.com/office/drawing/2014/main" id="{96F44D29-574C-E754-9DF9-656151B4AB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2" name="Freeform 33">
                    <a:extLst>
                      <a:ext uri="{FF2B5EF4-FFF2-40B4-BE49-F238E27FC236}">
                        <a16:creationId xmlns:a16="http://schemas.microsoft.com/office/drawing/2014/main" id="{1CE6700E-019B-D981-7832-BFB43488209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3" name="Freeform 34">
                    <a:extLst>
                      <a:ext uri="{FF2B5EF4-FFF2-40B4-BE49-F238E27FC236}">
                        <a16:creationId xmlns:a16="http://schemas.microsoft.com/office/drawing/2014/main" id="{2A010FA6-E3B8-72CD-DB39-B8DCD4A2472E}"/>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7" name="Group 35">
                  <a:extLst>
                    <a:ext uri="{FF2B5EF4-FFF2-40B4-BE49-F238E27FC236}">
                      <a16:creationId xmlns:a16="http://schemas.microsoft.com/office/drawing/2014/main" id="{275FBB97-7A1A-0ED0-0AEC-8E293B7B264E}"/>
                    </a:ext>
                  </a:extLst>
                </p:cNvPr>
                <p:cNvGrpSpPr>
                  <a:grpSpLocks noChangeAspect="1"/>
                </p:cNvGrpSpPr>
                <p:nvPr/>
              </p:nvGrpSpPr>
              <p:grpSpPr bwMode="auto">
                <a:xfrm>
                  <a:off x="429" y="1639"/>
                  <a:ext cx="822" cy="291"/>
                  <a:chOff x="429" y="1639"/>
                  <a:chExt cx="822" cy="291"/>
                </a:xfrm>
              </p:grpSpPr>
              <p:sp>
                <p:nvSpPr>
                  <p:cNvPr id="18" name="Freeform 36">
                    <a:extLst>
                      <a:ext uri="{FF2B5EF4-FFF2-40B4-BE49-F238E27FC236}">
                        <a16:creationId xmlns:a16="http://schemas.microsoft.com/office/drawing/2014/main" id="{3603BB32-D199-8485-5124-0522CD0D41D4}"/>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9" name="Freeform 37">
                    <a:extLst>
                      <a:ext uri="{FF2B5EF4-FFF2-40B4-BE49-F238E27FC236}">
                        <a16:creationId xmlns:a16="http://schemas.microsoft.com/office/drawing/2014/main" id="{47991BBD-795C-D6D0-A854-E1975B40A32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0" name="Freeform 38">
                    <a:extLst>
                      <a:ext uri="{FF2B5EF4-FFF2-40B4-BE49-F238E27FC236}">
                        <a16:creationId xmlns:a16="http://schemas.microsoft.com/office/drawing/2014/main" id="{89E1D22B-D401-46CD-FF9C-292A2C62868B}"/>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 name="Freeform 39">
                    <a:extLst>
                      <a:ext uri="{FF2B5EF4-FFF2-40B4-BE49-F238E27FC236}">
                        <a16:creationId xmlns:a16="http://schemas.microsoft.com/office/drawing/2014/main" id="{405C4355-58D5-C734-5656-7772ED4B01E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2" name="Freeform 40">
                    <a:extLst>
                      <a:ext uri="{FF2B5EF4-FFF2-40B4-BE49-F238E27FC236}">
                        <a16:creationId xmlns:a16="http://schemas.microsoft.com/office/drawing/2014/main" id="{72D24D7D-B1EF-253C-DFF4-46915408526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3" name="Freeform 41">
                    <a:extLst>
                      <a:ext uri="{FF2B5EF4-FFF2-40B4-BE49-F238E27FC236}">
                        <a16:creationId xmlns:a16="http://schemas.microsoft.com/office/drawing/2014/main" id="{80844405-3E35-52AD-E5A3-D076DBFB8DF8}"/>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4" name="Freeform 42">
                    <a:extLst>
                      <a:ext uri="{FF2B5EF4-FFF2-40B4-BE49-F238E27FC236}">
                        <a16:creationId xmlns:a16="http://schemas.microsoft.com/office/drawing/2014/main" id="{3D918802-43DC-25A5-ED8A-6BB9A8FDB86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5" name="Freeform 43">
                    <a:extLst>
                      <a:ext uri="{FF2B5EF4-FFF2-40B4-BE49-F238E27FC236}">
                        <a16:creationId xmlns:a16="http://schemas.microsoft.com/office/drawing/2014/main" id="{D2E67DEB-3A2A-F775-921A-839237AB803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3" name="WordArt 44">
              <a:extLst>
                <a:ext uri="{FF2B5EF4-FFF2-40B4-BE49-F238E27FC236}">
                  <a16:creationId xmlns:a16="http://schemas.microsoft.com/office/drawing/2014/main" id="{C52D2E08-E948-AC09-3DAC-C2B50C04E99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34" name="AutoShape 54">
            <a:extLst>
              <a:ext uri="{FF2B5EF4-FFF2-40B4-BE49-F238E27FC236}">
                <a16:creationId xmlns:a16="http://schemas.microsoft.com/office/drawing/2014/main" id="{AB0AF694-8067-C502-B6AB-55D6D79D8F99}"/>
              </a:ext>
            </a:extLst>
          </p:cNvPr>
          <p:cNvSpPr>
            <a:spLocks noChangeArrowheads="1"/>
          </p:cNvSpPr>
          <p:nvPr/>
        </p:nvSpPr>
        <p:spPr bwMode="auto">
          <a:xfrm>
            <a:off x="1843302" y="2058827"/>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dirty="0">
                <a:solidFill>
                  <a:schemeClr val="bg1"/>
                </a:solidFill>
              </a:rPr>
              <a:t>0.0.0.0</a:t>
            </a:r>
          </a:p>
        </p:txBody>
      </p:sp>
      <p:grpSp>
        <p:nvGrpSpPr>
          <p:cNvPr id="21557" name="Group 145">
            <a:extLst>
              <a:ext uri="{FF2B5EF4-FFF2-40B4-BE49-F238E27FC236}">
                <a16:creationId xmlns:a16="http://schemas.microsoft.com/office/drawing/2014/main" id="{BF919D3C-20E0-6995-049F-1A90879A55E7}"/>
              </a:ext>
            </a:extLst>
          </p:cNvPr>
          <p:cNvGrpSpPr>
            <a:grpSpLocks noChangeAspect="1"/>
          </p:cNvGrpSpPr>
          <p:nvPr/>
        </p:nvGrpSpPr>
        <p:grpSpPr bwMode="auto">
          <a:xfrm>
            <a:off x="3427884" y="3438634"/>
            <a:ext cx="723900" cy="460375"/>
            <a:chOff x="3312" y="2160"/>
            <a:chExt cx="960" cy="528"/>
          </a:xfrm>
        </p:grpSpPr>
        <p:grpSp>
          <p:nvGrpSpPr>
            <p:cNvPr id="21558" name="Group 146">
              <a:extLst>
                <a:ext uri="{FF2B5EF4-FFF2-40B4-BE49-F238E27FC236}">
                  <a16:creationId xmlns:a16="http://schemas.microsoft.com/office/drawing/2014/main" id="{C9CE70C1-F449-AE93-732C-5E6C179E02BB}"/>
                </a:ext>
              </a:extLst>
            </p:cNvPr>
            <p:cNvGrpSpPr>
              <a:grpSpLocks noChangeAspect="1"/>
            </p:cNvGrpSpPr>
            <p:nvPr/>
          </p:nvGrpSpPr>
          <p:grpSpPr bwMode="auto">
            <a:xfrm>
              <a:off x="3312" y="2160"/>
              <a:ext cx="960" cy="528"/>
              <a:chOff x="3312" y="2160"/>
              <a:chExt cx="960" cy="528"/>
            </a:xfrm>
          </p:grpSpPr>
          <p:sp>
            <p:nvSpPr>
              <p:cNvPr id="21560" name="AutoShape 147">
                <a:extLst>
                  <a:ext uri="{FF2B5EF4-FFF2-40B4-BE49-F238E27FC236}">
                    <a16:creationId xmlns:a16="http://schemas.microsoft.com/office/drawing/2014/main" id="{BBD55983-EA7E-7368-0DAF-64BB8810A75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61" name="Group 148">
                <a:extLst>
                  <a:ext uri="{FF2B5EF4-FFF2-40B4-BE49-F238E27FC236}">
                    <a16:creationId xmlns:a16="http://schemas.microsoft.com/office/drawing/2014/main" id="{C3039768-403B-52CD-6F45-2125E7C73EA0}"/>
                  </a:ext>
                </a:extLst>
              </p:cNvPr>
              <p:cNvGrpSpPr>
                <a:grpSpLocks noChangeAspect="1"/>
              </p:cNvGrpSpPr>
              <p:nvPr/>
            </p:nvGrpSpPr>
            <p:grpSpPr bwMode="auto">
              <a:xfrm>
                <a:off x="3488" y="2193"/>
                <a:ext cx="599" cy="207"/>
                <a:chOff x="422" y="1632"/>
                <a:chExt cx="829" cy="298"/>
              </a:xfrm>
            </p:grpSpPr>
            <p:grpSp>
              <p:nvGrpSpPr>
                <p:cNvPr id="21562" name="Group 149">
                  <a:extLst>
                    <a:ext uri="{FF2B5EF4-FFF2-40B4-BE49-F238E27FC236}">
                      <a16:creationId xmlns:a16="http://schemas.microsoft.com/office/drawing/2014/main" id="{E886641B-0F23-6D2E-2093-6D498208F740}"/>
                    </a:ext>
                  </a:extLst>
                </p:cNvPr>
                <p:cNvGrpSpPr>
                  <a:grpSpLocks noChangeAspect="1"/>
                </p:cNvGrpSpPr>
                <p:nvPr/>
              </p:nvGrpSpPr>
              <p:grpSpPr bwMode="auto">
                <a:xfrm>
                  <a:off x="422" y="1632"/>
                  <a:ext cx="822" cy="291"/>
                  <a:chOff x="422" y="1632"/>
                  <a:chExt cx="822" cy="291"/>
                </a:xfrm>
              </p:grpSpPr>
              <p:sp>
                <p:nvSpPr>
                  <p:cNvPr id="21572" name="Freeform 150">
                    <a:extLst>
                      <a:ext uri="{FF2B5EF4-FFF2-40B4-BE49-F238E27FC236}">
                        <a16:creationId xmlns:a16="http://schemas.microsoft.com/office/drawing/2014/main" id="{0AB50D13-FC19-907E-059E-A9AF76781C3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3" name="Freeform 151">
                    <a:extLst>
                      <a:ext uri="{FF2B5EF4-FFF2-40B4-BE49-F238E27FC236}">
                        <a16:creationId xmlns:a16="http://schemas.microsoft.com/office/drawing/2014/main" id="{8BBE3B2D-C7C6-96B1-A23E-0E6257BBE8F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4" name="Freeform 152">
                    <a:extLst>
                      <a:ext uri="{FF2B5EF4-FFF2-40B4-BE49-F238E27FC236}">
                        <a16:creationId xmlns:a16="http://schemas.microsoft.com/office/drawing/2014/main" id="{CD1A2776-2147-7B15-D135-616342C7A9CF}"/>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5" name="Freeform 153">
                    <a:extLst>
                      <a:ext uri="{FF2B5EF4-FFF2-40B4-BE49-F238E27FC236}">
                        <a16:creationId xmlns:a16="http://schemas.microsoft.com/office/drawing/2014/main" id="{7291508E-A91D-C72F-42B3-A6A6B653F06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6" name="Freeform 154">
                    <a:extLst>
                      <a:ext uri="{FF2B5EF4-FFF2-40B4-BE49-F238E27FC236}">
                        <a16:creationId xmlns:a16="http://schemas.microsoft.com/office/drawing/2014/main" id="{D545102C-A991-708F-C3B6-FDF24F887C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7" name="Freeform 155">
                    <a:extLst>
                      <a:ext uri="{FF2B5EF4-FFF2-40B4-BE49-F238E27FC236}">
                        <a16:creationId xmlns:a16="http://schemas.microsoft.com/office/drawing/2014/main" id="{A8A0332E-9857-0F7E-7C73-8F7561E0A76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8" name="Freeform 156">
                    <a:extLst>
                      <a:ext uri="{FF2B5EF4-FFF2-40B4-BE49-F238E27FC236}">
                        <a16:creationId xmlns:a16="http://schemas.microsoft.com/office/drawing/2014/main" id="{E29F5E5B-A6B7-40AB-AAE2-FDE57C7119D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9" name="Freeform 157">
                    <a:extLst>
                      <a:ext uri="{FF2B5EF4-FFF2-40B4-BE49-F238E27FC236}">
                        <a16:creationId xmlns:a16="http://schemas.microsoft.com/office/drawing/2014/main" id="{7F143E06-8770-68E2-C462-5E4FABF03F8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63" name="Group 158">
                  <a:extLst>
                    <a:ext uri="{FF2B5EF4-FFF2-40B4-BE49-F238E27FC236}">
                      <a16:creationId xmlns:a16="http://schemas.microsoft.com/office/drawing/2014/main" id="{EE15192C-52AC-F658-7322-8BA6CA520B5C}"/>
                    </a:ext>
                  </a:extLst>
                </p:cNvPr>
                <p:cNvGrpSpPr>
                  <a:grpSpLocks noChangeAspect="1"/>
                </p:cNvGrpSpPr>
                <p:nvPr/>
              </p:nvGrpSpPr>
              <p:grpSpPr bwMode="auto">
                <a:xfrm>
                  <a:off x="429" y="1639"/>
                  <a:ext cx="822" cy="291"/>
                  <a:chOff x="429" y="1639"/>
                  <a:chExt cx="822" cy="291"/>
                </a:xfrm>
              </p:grpSpPr>
              <p:sp>
                <p:nvSpPr>
                  <p:cNvPr id="21564" name="Freeform 159">
                    <a:extLst>
                      <a:ext uri="{FF2B5EF4-FFF2-40B4-BE49-F238E27FC236}">
                        <a16:creationId xmlns:a16="http://schemas.microsoft.com/office/drawing/2014/main" id="{583941F9-7A99-49A8-3C83-BB40C94CB2BB}"/>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5" name="Freeform 160">
                    <a:extLst>
                      <a:ext uri="{FF2B5EF4-FFF2-40B4-BE49-F238E27FC236}">
                        <a16:creationId xmlns:a16="http://schemas.microsoft.com/office/drawing/2014/main" id="{AD496653-94F8-3D91-C9F0-EFAB0FB8A37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6" name="Freeform 161">
                    <a:extLst>
                      <a:ext uri="{FF2B5EF4-FFF2-40B4-BE49-F238E27FC236}">
                        <a16:creationId xmlns:a16="http://schemas.microsoft.com/office/drawing/2014/main" id="{ADCFC04F-5A3A-844B-160D-D18AB530B11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7" name="Freeform 162">
                    <a:extLst>
                      <a:ext uri="{FF2B5EF4-FFF2-40B4-BE49-F238E27FC236}">
                        <a16:creationId xmlns:a16="http://schemas.microsoft.com/office/drawing/2014/main" id="{B96C67A1-C28F-3D18-39A8-02E5608BE231}"/>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8" name="Freeform 163">
                    <a:extLst>
                      <a:ext uri="{FF2B5EF4-FFF2-40B4-BE49-F238E27FC236}">
                        <a16:creationId xmlns:a16="http://schemas.microsoft.com/office/drawing/2014/main" id="{57786466-5584-82CE-1D4A-B091E7A6E01E}"/>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9" name="Freeform 164">
                    <a:extLst>
                      <a:ext uri="{FF2B5EF4-FFF2-40B4-BE49-F238E27FC236}">
                        <a16:creationId xmlns:a16="http://schemas.microsoft.com/office/drawing/2014/main" id="{5D85E2B6-2ABB-1FE7-316E-18CE7F03453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0" name="Freeform 165">
                    <a:extLst>
                      <a:ext uri="{FF2B5EF4-FFF2-40B4-BE49-F238E27FC236}">
                        <a16:creationId xmlns:a16="http://schemas.microsoft.com/office/drawing/2014/main" id="{1D492DA3-5C0F-01A9-DDDB-4D08C73020C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1" name="Freeform 166">
                    <a:extLst>
                      <a:ext uri="{FF2B5EF4-FFF2-40B4-BE49-F238E27FC236}">
                        <a16:creationId xmlns:a16="http://schemas.microsoft.com/office/drawing/2014/main" id="{46FEB88A-78F1-A80C-0696-7D0A202FC76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59" name="WordArt 167">
              <a:extLst>
                <a:ext uri="{FF2B5EF4-FFF2-40B4-BE49-F238E27FC236}">
                  <a16:creationId xmlns:a16="http://schemas.microsoft.com/office/drawing/2014/main" id="{76DD55C0-FCFC-7D17-6781-C8A8930DDDCF}"/>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sp>
        <p:nvSpPr>
          <p:cNvPr id="21580" name="AutoShape 182">
            <a:extLst>
              <a:ext uri="{FF2B5EF4-FFF2-40B4-BE49-F238E27FC236}">
                <a16:creationId xmlns:a16="http://schemas.microsoft.com/office/drawing/2014/main" id="{AAF8263B-B0B3-A65D-3DCA-6F87857E6027}"/>
              </a:ext>
            </a:extLst>
          </p:cNvPr>
          <p:cNvSpPr>
            <a:spLocks noChangeArrowheads="1"/>
          </p:cNvSpPr>
          <p:nvPr/>
        </p:nvSpPr>
        <p:spPr bwMode="auto">
          <a:xfrm>
            <a:off x="3267393"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10.0.3.1</a:t>
            </a:r>
          </a:p>
        </p:txBody>
      </p:sp>
      <p:sp>
        <p:nvSpPr>
          <p:cNvPr id="21581" name="AutoShape 183">
            <a:extLst>
              <a:ext uri="{FF2B5EF4-FFF2-40B4-BE49-F238E27FC236}">
                <a16:creationId xmlns:a16="http://schemas.microsoft.com/office/drawing/2014/main" id="{AEBCF5DC-DF62-D732-6A91-8D5C0F660489}"/>
              </a:ext>
            </a:extLst>
          </p:cNvPr>
          <p:cNvSpPr>
            <a:spLocks noChangeArrowheads="1"/>
          </p:cNvSpPr>
          <p:nvPr/>
        </p:nvSpPr>
        <p:spPr bwMode="auto">
          <a:xfrm>
            <a:off x="2932228" y="3929171"/>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10.0.3.2</a:t>
            </a:r>
          </a:p>
        </p:txBody>
      </p:sp>
      <p:sp>
        <p:nvSpPr>
          <p:cNvPr id="21582" name="AutoShape 185">
            <a:extLst>
              <a:ext uri="{FF2B5EF4-FFF2-40B4-BE49-F238E27FC236}">
                <a16:creationId xmlns:a16="http://schemas.microsoft.com/office/drawing/2014/main" id="{1DBEC42A-CBD1-19B7-F25C-8A892BC0FD97}"/>
              </a:ext>
            </a:extLst>
          </p:cNvPr>
          <p:cNvSpPr>
            <a:spLocks noChangeArrowheads="1"/>
          </p:cNvSpPr>
          <p:nvPr/>
        </p:nvSpPr>
        <p:spPr bwMode="auto">
          <a:xfrm>
            <a:off x="7809504" y="4021967"/>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dirty="0">
                <a:latin typeface="Courier New" panose="02070309020205020404" pitchFamily="49" charset="0"/>
              </a:rPr>
              <a:t>10.0.2.2</a:t>
            </a:r>
          </a:p>
        </p:txBody>
      </p:sp>
      <p:sp>
        <p:nvSpPr>
          <p:cNvPr id="21583" name="AutoShape 186">
            <a:extLst>
              <a:ext uri="{FF2B5EF4-FFF2-40B4-BE49-F238E27FC236}">
                <a16:creationId xmlns:a16="http://schemas.microsoft.com/office/drawing/2014/main" id="{90B64B42-6EB8-61B4-CE07-5514EEE6C7B2}"/>
              </a:ext>
            </a:extLst>
          </p:cNvPr>
          <p:cNvSpPr>
            <a:spLocks noChangeArrowheads="1"/>
          </p:cNvSpPr>
          <p:nvPr/>
        </p:nvSpPr>
        <p:spPr bwMode="auto">
          <a:xfrm>
            <a:off x="7621147"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10.0.1.1</a:t>
            </a:r>
          </a:p>
        </p:txBody>
      </p:sp>
      <p:sp>
        <p:nvSpPr>
          <p:cNvPr id="21584" name="AutoShape 214">
            <a:extLst>
              <a:ext uri="{FF2B5EF4-FFF2-40B4-BE49-F238E27FC236}">
                <a16:creationId xmlns:a16="http://schemas.microsoft.com/office/drawing/2014/main" id="{8A261A5F-7264-3AC9-C64E-CFA81FE95B65}"/>
              </a:ext>
            </a:extLst>
          </p:cNvPr>
          <p:cNvSpPr>
            <a:spLocks noChangeArrowheads="1"/>
          </p:cNvSpPr>
          <p:nvPr/>
        </p:nvSpPr>
        <p:spPr bwMode="auto">
          <a:xfrm>
            <a:off x="6244202" y="2468145"/>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10.0.2.3</a:t>
            </a:r>
          </a:p>
        </p:txBody>
      </p:sp>
      <p:sp>
        <p:nvSpPr>
          <p:cNvPr id="21827" name="AutoShape 298">
            <a:extLst>
              <a:ext uri="{FF2B5EF4-FFF2-40B4-BE49-F238E27FC236}">
                <a16:creationId xmlns:a16="http://schemas.microsoft.com/office/drawing/2014/main" id="{06B3DCAD-6000-B97B-E025-9E874C4ECA57}"/>
              </a:ext>
            </a:extLst>
          </p:cNvPr>
          <p:cNvSpPr>
            <a:spLocks noChangeArrowheads="1"/>
          </p:cNvSpPr>
          <p:nvPr/>
        </p:nvSpPr>
        <p:spPr bwMode="auto">
          <a:xfrm>
            <a:off x="9744874" y="4408603"/>
            <a:ext cx="2344737" cy="1696196"/>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IT" dirty="0">
                <a:latin typeface="Tahoma" panose="020B0604030504040204" pitchFamily="34" charset="0"/>
              </a:rPr>
              <a:t>note: the output of </a:t>
            </a:r>
            <a:r>
              <a:rPr lang="it-IT" altLang="en-IT" b="1" dirty="0">
                <a:latin typeface="Courier New" panose="02070309020205020404" pitchFamily="49" charset="0"/>
              </a:rPr>
              <a:t>show </a:t>
            </a:r>
            <a:r>
              <a:rPr lang="it-IT" altLang="en-IT" b="1" dirty="0" err="1">
                <a:latin typeface="Courier New" panose="02070309020205020404" pitchFamily="49" charset="0"/>
              </a:rPr>
              <a:t>ip</a:t>
            </a:r>
            <a:r>
              <a:rPr lang="it-IT" altLang="en-IT" b="1" dirty="0">
                <a:latin typeface="Courier New" panose="02070309020205020404" pitchFamily="49" charset="0"/>
              </a:rPr>
              <a:t> </a:t>
            </a:r>
            <a:r>
              <a:rPr lang="it-IT" altLang="en-IT" b="1" dirty="0" err="1">
                <a:latin typeface="Courier New" panose="02070309020205020404" pitchFamily="49" charset="0"/>
              </a:rPr>
              <a:t>ospf</a:t>
            </a:r>
            <a:r>
              <a:rPr lang="it-IT" altLang="en-IT" b="1" dirty="0">
                <a:latin typeface="Courier New" panose="02070309020205020404" pitchFamily="49" charset="0"/>
              </a:rPr>
              <a:t> database router</a:t>
            </a:r>
            <a:r>
              <a:rPr lang="it-IT" altLang="en-IT" dirty="0">
                <a:latin typeface="Tahoma" panose="020B0604030504040204" pitchFamily="34" charset="0"/>
              </a:rPr>
              <a:t> </a:t>
            </a:r>
            <a:r>
              <a:rPr lang="it-IT" altLang="en-IT" dirty="0" err="1">
                <a:latin typeface="Tahoma" panose="020B0604030504040204" pitchFamily="34" charset="0"/>
              </a:rPr>
              <a:t>has</a:t>
            </a:r>
            <a:r>
              <a:rPr lang="it-IT" altLang="en-IT" dirty="0">
                <a:latin typeface="Tahoma" panose="020B0604030504040204" pitchFamily="34" charset="0"/>
              </a:rPr>
              <a:t> </a:t>
            </a:r>
            <a:r>
              <a:rPr lang="it-IT" altLang="en-IT" dirty="0" err="1">
                <a:latin typeface="Tahoma" panose="020B0604030504040204" pitchFamily="34" charset="0"/>
              </a:rPr>
              <a:t>been</a:t>
            </a:r>
            <a:r>
              <a:rPr lang="it-IT" altLang="en-IT" dirty="0">
                <a:latin typeface="Tahoma" panose="020B0604030504040204" pitchFamily="34" charset="0"/>
              </a:rPr>
              <a:t> </a:t>
            </a:r>
            <a:r>
              <a:rPr lang="it-IT" altLang="en-IT" dirty="0" err="1">
                <a:latin typeface="Tahoma" panose="020B0604030504040204" pitchFamily="34" charset="0"/>
              </a:rPr>
              <a:t>summarized</a:t>
            </a:r>
            <a:r>
              <a:rPr lang="it-IT" altLang="en-IT" sz="2000" dirty="0">
                <a:latin typeface="Tahoma" panose="020B0604030504040204" pitchFamily="34" charset="0"/>
              </a:rPr>
              <a:t> </a:t>
            </a:r>
          </a:p>
        </p:txBody>
      </p:sp>
      <p:grpSp>
        <p:nvGrpSpPr>
          <p:cNvPr id="21828" name="Group 299">
            <a:extLst>
              <a:ext uri="{FF2B5EF4-FFF2-40B4-BE49-F238E27FC236}">
                <a16:creationId xmlns:a16="http://schemas.microsoft.com/office/drawing/2014/main" id="{31C774FC-35CC-BA8A-3E25-EEE5414758EE}"/>
              </a:ext>
            </a:extLst>
          </p:cNvPr>
          <p:cNvGrpSpPr>
            <a:grpSpLocks/>
          </p:cNvGrpSpPr>
          <p:nvPr/>
        </p:nvGrpSpPr>
        <p:grpSpPr bwMode="auto">
          <a:xfrm>
            <a:off x="2033682" y="2546791"/>
            <a:ext cx="1797050" cy="900113"/>
            <a:chOff x="333" y="1678"/>
            <a:chExt cx="1132" cy="567"/>
          </a:xfrm>
        </p:grpSpPr>
        <p:grpSp>
          <p:nvGrpSpPr>
            <p:cNvPr id="21829" name="Group 298">
              <a:extLst>
                <a:ext uri="{FF2B5EF4-FFF2-40B4-BE49-F238E27FC236}">
                  <a16:creationId xmlns:a16="http://schemas.microsoft.com/office/drawing/2014/main" id="{1D371C09-16ED-9BE7-63F5-49B41BD55687}"/>
                </a:ext>
              </a:extLst>
            </p:cNvPr>
            <p:cNvGrpSpPr>
              <a:grpSpLocks/>
            </p:cNvGrpSpPr>
            <p:nvPr/>
          </p:nvGrpSpPr>
          <p:grpSpPr bwMode="auto">
            <a:xfrm>
              <a:off x="333" y="1678"/>
              <a:ext cx="1132" cy="567"/>
              <a:chOff x="333" y="1678"/>
              <a:chExt cx="1132" cy="567"/>
            </a:xfrm>
          </p:grpSpPr>
          <p:sp>
            <p:nvSpPr>
              <p:cNvPr id="21831" name="Freeform 230">
                <a:extLst>
                  <a:ext uri="{FF2B5EF4-FFF2-40B4-BE49-F238E27FC236}">
                    <a16:creationId xmlns:a16="http://schemas.microsoft.com/office/drawing/2014/main" id="{2D84D18C-F2B9-37E1-DBA6-FCA8FA2515AC}"/>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2" name="Freeform 231">
                <a:extLst>
                  <a:ext uri="{FF2B5EF4-FFF2-40B4-BE49-F238E27FC236}">
                    <a16:creationId xmlns:a16="http://schemas.microsoft.com/office/drawing/2014/main" id="{E9DF031B-5C38-5189-E553-EC6D3D63CD8B}"/>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3" name="Freeform 233">
                <a:extLst>
                  <a:ext uri="{FF2B5EF4-FFF2-40B4-BE49-F238E27FC236}">
                    <a16:creationId xmlns:a16="http://schemas.microsoft.com/office/drawing/2014/main" id="{E4BFF9C5-B7E4-6FB8-5529-AE1B5A3073B0}"/>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4" name="Freeform 234">
                <a:extLst>
                  <a:ext uri="{FF2B5EF4-FFF2-40B4-BE49-F238E27FC236}">
                    <a16:creationId xmlns:a16="http://schemas.microsoft.com/office/drawing/2014/main" id="{F84A35F1-E915-A689-B9A2-68030DE545AA}"/>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5" name="Freeform 235">
                <a:extLst>
                  <a:ext uri="{FF2B5EF4-FFF2-40B4-BE49-F238E27FC236}">
                    <a16:creationId xmlns:a16="http://schemas.microsoft.com/office/drawing/2014/main" id="{A210F15B-0D58-08D5-348E-9C7DE6F31D4B}"/>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6" name="Freeform 236">
                <a:extLst>
                  <a:ext uri="{FF2B5EF4-FFF2-40B4-BE49-F238E27FC236}">
                    <a16:creationId xmlns:a16="http://schemas.microsoft.com/office/drawing/2014/main" id="{A94303D2-B908-6D8F-F897-94218576FE76}"/>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37" name="Freeform 237">
                <a:extLst>
                  <a:ext uri="{FF2B5EF4-FFF2-40B4-BE49-F238E27FC236}">
                    <a16:creationId xmlns:a16="http://schemas.microsoft.com/office/drawing/2014/main" id="{4C58013A-1F82-DDF2-9F2A-14EEAA4363E7}"/>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30" name="Text Box 238">
              <a:extLst>
                <a:ext uri="{FF2B5EF4-FFF2-40B4-BE49-F238E27FC236}">
                  <a16:creationId xmlns:a16="http://schemas.microsoft.com/office/drawing/2014/main" id="{36691FB7-EF30-B085-8C12-12D200CF70B8}"/>
                </a:ext>
              </a:extLst>
            </p:cNvPr>
            <p:cNvSpPr txBox="1">
              <a:spLocks noChangeArrowheads="1"/>
            </p:cNvSpPr>
            <p:nvPr/>
          </p:nvSpPr>
          <p:spPr bwMode="auto">
            <a:xfrm rot="-1143463">
              <a:off x="362" y="1861"/>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a:latin typeface="Courier New" panose="02070309020205020404" pitchFamily="49" charset="0"/>
                </a:rPr>
                <a:t>10.0.3.2</a:t>
              </a:r>
            </a:p>
          </p:txBody>
        </p:sp>
      </p:grpSp>
      <p:sp>
        <p:nvSpPr>
          <p:cNvPr id="21589" name="Line 201">
            <a:extLst>
              <a:ext uri="{FF2B5EF4-FFF2-40B4-BE49-F238E27FC236}">
                <a16:creationId xmlns:a16="http://schemas.microsoft.com/office/drawing/2014/main" id="{72B10056-8AFD-7A9A-262C-FB1C9781379F}"/>
              </a:ext>
            </a:extLst>
          </p:cNvPr>
          <p:cNvSpPr>
            <a:spLocks noChangeShapeType="1"/>
          </p:cNvSpPr>
          <p:nvPr/>
        </p:nvSpPr>
        <p:spPr bwMode="auto">
          <a:xfrm flipH="1">
            <a:off x="8216844" y="1765331"/>
            <a:ext cx="3175" cy="11430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588" name="Line 197">
            <a:extLst>
              <a:ext uri="{FF2B5EF4-FFF2-40B4-BE49-F238E27FC236}">
                <a16:creationId xmlns:a16="http://schemas.microsoft.com/office/drawing/2014/main" id="{449D53C1-F8EF-C52B-A39F-B223655F8E72}"/>
              </a:ext>
            </a:extLst>
          </p:cNvPr>
          <p:cNvSpPr>
            <a:spLocks noChangeShapeType="1"/>
          </p:cNvSpPr>
          <p:nvPr/>
        </p:nvSpPr>
        <p:spPr bwMode="auto">
          <a:xfrm>
            <a:off x="6009838" y="1872275"/>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8" name="Group 93">
            <a:extLst>
              <a:ext uri="{FF2B5EF4-FFF2-40B4-BE49-F238E27FC236}">
                <a16:creationId xmlns:a16="http://schemas.microsoft.com/office/drawing/2014/main" id="{418C1B97-D8F4-D705-C260-5C64127E9C88}"/>
              </a:ext>
            </a:extLst>
          </p:cNvPr>
          <p:cNvGrpSpPr>
            <a:grpSpLocks noChangeAspect="1"/>
          </p:cNvGrpSpPr>
          <p:nvPr/>
        </p:nvGrpSpPr>
        <p:grpSpPr bwMode="auto">
          <a:xfrm>
            <a:off x="7779897" y="1642040"/>
            <a:ext cx="723900" cy="460375"/>
            <a:chOff x="3312" y="2160"/>
            <a:chExt cx="960" cy="528"/>
          </a:xfrm>
        </p:grpSpPr>
        <p:grpSp>
          <p:nvGrpSpPr>
            <p:cNvPr id="59" name="Group 94">
              <a:extLst>
                <a:ext uri="{FF2B5EF4-FFF2-40B4-BE49-F238E27FC236}">
                  <a16:creationId xmlns:a16="http://schemas.microsoft.com/office/drawing/2014/main" id="{773BB94F-2D19-0B3D-B264-4DE8BB6AA61C}"/>
                </a:ext>
              </a:extLst>
            </p:cNvPr>
            <p:cNvGrpSpPr>
              <a:grpSpLocks noChangeAspect="1"/>
            </p:cNvGrpSpPr>
            <p:nvPr/>
          </p:nvGrpSpPr>
          <p:grpSpPr bwMode="auto">
            <a:xfrm>
              <a:off x="3312" y="2160"/>
              <a:ext cx="960" cy="528"/>
              <a:chOff x="3312" y="2160"/>
              <a:chExt cx="960" cy="528"/>
            </a:xfrm>
          </p:grpSpPr>
          <p:sp>
            <p:nvSpPr>
              <p:cNvPr id="61" name="AutoShape 95">
                <a:extLst>
                  <a:ext uri="{FF2B5EF4-FFF2-40B4-BE49-F238E27FC236}">
                    <a16:creationId xmlns:a16="http://schemas.microsoft.com/office/drawing/2014/main" id="{BF7FCB6B-9D8E-D555-9EC8-1BF8A8AB0B3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2" name="Group 96">
                <a:extLst>
                  <a:ext uri="{FF2B5EF4-FFF2-40B4-BE49-F238E27FC236}">
                    <a16:creationId xmlns:a16="http://schemas.microsoft.com/office/drawing/2014/main" id="{8B791A72-F763-FF26-E734-F9F0707F14FA}"/>
                  </a:ext>
                </a:extLst>
              </p:cNvPr>
              <p:cNvGrpSpPr>
                <a:grpSpLocks noChangeAspect="1"/>
              </p:cNvGrpSpPr>
              <p:nvPr/>
            </p:nvGrpSpPr>
            <p:grpSpPr bwMode="auto">
              <a:xfrm>
                <a:off x="3488" y="2193"/>
                <a:ext cx="599" cy="207"/>
                <a:chOff x="422" y="1632"/>
                <a:chExt cx="829" cy="298"/>
              </a:xfrm>
            </p:grpSpPr>
            <p:grpSp>
              <p:nvGrpSpPr>
                <p:cNvPr id="63" name="Group 97">
                  <a:extLst>
                    <a:ext uri="{FF2B5EF4-FFF2-40B4-BE49-F238E27FC236}">
                      <a16:creationId xmlns:a16="http://schemas.microsoft.com/office/drawing/2014/main" id="{B6288C28-7F15-3D8C-936C-BFD3F0022838}"/>
                    </a:ext>
                  </a:extLst>
                </p:cNvPr>
                <p:cNvGrpSpPr>
                  <a:grpSpLocks noChangeAspect="1"/>
                </p:cNvGrpSpPr>
                <p:nvPr/>
              </p:nvGrpSpPr>
              <p:grpSpPr bwMode="auto">
                <a:xfrm>
                  <a:off x="422" y="1632"/>
                  <a:ext cx="822" cy="291"/>
                  <a:chOff x="422" y="1632"/>
                  <a:chExt cx="822" cy="291"/>
                </a:xfrm>
              </p:grpSpPr>
              <p:sp>
                <p:nvSpPr>
                  <p:cNvPr id="21515" name="Freeform 98">
                    <a:extLst>
                      <a:ext uri="{FF2B5EF4-FFF2-40B4-BE49-F238E27FC236}">
                        <a16:creationId xmlns:a16="http://schemas.microsoft.com/office/drawing/2014/main" id="{37D07775-7ED6-2004-885C-68F583E5EB6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6" name="Freeform 99">
                    <a:extLst>
                      <a:ext uri="{FF2B5EF4-FFF2-40B4-BE49-F238E27FC236}">
                        <a16:creationId xmlns:a16="http://schemas.microsoft.com/office/drawing/2014/main" id="{2E0C03AE-6095-6348-C337-0B867ECCD8F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7" name="Freeform 100">
                    <a:extLst>
                      <a:ext uri="{FF2B5EF4-FFF2-40B4-BE49-F238E27FC236}">
                        <a16:creationId xmlns:a16="http://schemas.microsoft.com/office/drawing/2014/main" id="{6E9CC569-39AD-3E69-C74D-05A952DBCE9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8" name="Freeform 101">
                    <a:extLst>
                      <a:ext uri="{FF2B5EF4-FFF2-40B4-BE49-F238E27FC236}">
                        <a16:creationId xmlns:a16="http://schemas.microsoft.com/office/drawing/2014/main" id="{EA24AFB0-C412-7E33-8487-62E6D51C91A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9" name="Freeform 102">
                    <a:extLst>
                      <a:ext uri="{FF2B5EF4-FFF2-40B4-BE49-F238E27FC236}">
                        <a16:creationId xmlns:a16="http://schemas.microsoft.com/office/drawing/2014/main" id="{C184E451-A74A-D09E-7A07-7737C251948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0" name="Freeform 103">
                    <a:extLst>
                      <a:ext uri="{FF2B5EF4-FFF2-40B4-BE49-F238E27FC236}">
                        <a16:creationId xmlns:a16="http://schemas.microsoft.com/office/drawing/2014/main" id="{6B5618F2-175F-7C92-CA74-E7BF17B2C04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1" name="Freeform 104">
                    <a:extLst>
                      <a:ext uri="{FF2B5EF4-FFF2-40B4-BE49-F238E27FC236}">
                        <a16:creationId xmlns:a16="http://schemas.microsoft.com/office/drawing/2014/main" id="{FA90C331-835F-AFAB-EF04-09ACB29330D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2" name="Freeform 105">
                    <a:extLst>
                      <a:ext uri="{FF2B5EF4-FFF2-40B4-BE49-F238E27FC236}">
                        <a16:creationId xmlns:a16="http://schemas.microsoft.com/office/drawing/2014/main" id="{273104CB-BE03-B839-DBFE-64EC0172095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04" name="Group 106">
                  <a:extLst>
                    <a:ext uri="{FF2B5EF4-FFF2-40B4-BE49-F238E27FC236}">
                      <a16:creationId xmlns:a16="http://schemas.microsoft.com/office/drawing/2014/main" id="{810CC237-2CCA-EF5E-26D8-930609FA46B0}"/>
                    </a:ext>
                  </a:extLst>
                </p:cNvPr>
                <p:cNvGrpSpPr>
                  <a:grpSpLocks noChangeAspect="1"/>
                </p:cNvGrpSpPr>
                <p:nvPr/>
              </p:nvGrpSpPr>
              <p:grpSpPr bwMode="auto">
                <a:xfrm>
                  <a:off x="429" y="1639"/>
                  <a:ext cx="822" cy="291"/>
                  <a:chOff x="429" y="1639"/>
                  <a:chExt cx="822" cy="291"/>
                </a:xfrm>
              </p:grpSpPr>
              <p:sp>
                <p:nvSpPr>
                  <p:cNvPr id="21505" name="Freeform 107">
                    <a:extLst>
                      <a:ext uri="{FF2B5EF4-FFF2-40B4-BE49-F238E27FC236}">
                        <a16:creationId xmlns:a16="http://schemas.microsoft.com/office/drawing/2014/main" id="{0BB9777F-E3DB-3CA0-F9EB-9DE751211E2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6" name="Freeform 108">
                    <a:extLst>
                      <a:ext uri="{FF2B5EF4-FFF2-40B4-BE49-F238E27FC236}">
                        <a16:creationId xmlns:a16="http://schemas.microsoft.com/office/drawing/2014/main" id="{5C3DC2A5-96BA-0DB1-9349-E91C5F06EC1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7" name="Freeform 109">
                    <a:extLst>
                      <a:ext uri="{FF2B5EF4-FFF2-40B4-BE49-F238E27FC236}">
                        <a16:creationId xmlns:a16="http://schemas.microsoft.com/office/drawing/2014/main" id="{798A53BD-E197-4DA8-4F9D-4ABF50A3F36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0" name="Freeform 110">
                    <a:extLst>
                      <a:ext uri="{FF2B5EF4-FFF2-40B4-BE49-F238E27FC236}">
                        <a16:creationId xmlns:a16="http://schemas.microsoft.com/office/drawing/2014/main" id="{A47C46BB-DDBE-A3FF-7A9C-00038106449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1" name="Freeform 111">
                    <a:extLst>
                      <a:ext uri="{FF2B5EF4-FFF2-40B4-BE49-F238E27FC236}">
                        <a16:creationId xmlns:a16="http://schemas.microsoft.com/office/drawing/2014/main" id="{D7B73FD7-F0ED-BAF3-97A0-3A681B1CC88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2" name="Freeform 112">
                    <a:extLst>
                      <a:ext uri="{FF2B5EF4-FFF2-40B4-BE49-F238E27FC236}">
                        <a16:creationId xmlns:a16="http://schemas.microsoft.com/office/drawing/2014/main" id="{3183CA20-7AAE-251D-E72C-F581278880C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3" name="Freeform 113">
                    <a:extLst>
                      <a:ext uri="{FF2B5EF4-FFF2-40B4-BE49-F238E27FC236}">
                        <a16:creationId xmlns:a16="http://schemas.microsoft.com/office/drawing/2014/main" id="{DAD73475-3982-9DB2-45FA-E323CD278A3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4" name="Freeform 114">
                    <a:extLst>
                      <a:ext uri="{FF2B5EF4-FFF2-40B4-BE49-F238E27FC236}">
                        <a16:creationId xmlns:a16="http://schemas.microsoft.com/office/drawing/2014/main" id="{ABF7D543-8176-62CC-BC18-7D36427B740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 name="WordArt 115">
              <a:extLst>
                <a:ext uri="{FF2B5EF4-FFF2-40B4-BE49-F238E27FC236}">
                  <a16:creationId xmlns:a16="http://schemas.microsoft.com/office/drawing/2014/main" id="{DD9E5CCF-F95B-E060-47A2-93478C90550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21590" name="Group 198">
            <a:extLst>
              <a:ext uri="{FF2B5EF4-FFF2-40B4-BE49-F238E27FC236}">
                <a16:creationId xmlns:a16="http://schemas.microsoft.com/office/drawing/2014/main" id="{FD4942BF-5831-3E83-8593-914545B5295D}"/>
              </a:ext>
            </a:extLst>
          </p:cNvPr>
          <p:cNvGrpSpPr>
            <a:grpSpLocks/>
          </p:cNvGrpSpPr>
          <p:nvPr/>
        </p:nvGrpSpPr>
        <p:grpSpPr bwMode="auto">
          <a:xfrm>
            <a:off x="7320136" y="1721123"/>
            <a:ext cx="406400" cy="339725"/>
            <a:chOff x="144" y="3264"/>
            <a:chExt cx="288" cy="240"/>
          </a:xfrm>
        </p:grpSpPr>
        <p:sp>
          <p:nvSpPr>
            <p:cNvPr id="21591" name="Rectangle 199">
              <a:extLst>
                <a:ext uri="{FF2B5EF4-FFF2-40B4-BE49-F238E27FC236}">
                  <a16:creationId xmlns:a16="http://schemas.microsoft.com/office/drawing/2014/main" id="{05840C22-F64F-C1D3-1F36-C620AAD95668}"/>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2" name="Rectangle 200">
              <a:extLst>
                <a:ext uri="{FF2B5EF4-FFF2-40B4-BE49-F238E27FC236}">
                  <a16:creationId xmlns:a16="http://schemas.microsoft.com/office/drawing/2014/main" id="{0C5E50D8-DB18-3D75-D7CA-57A6E81BAFFA}"/>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grpSp>
        <p:nvGrpSpPr>
          <p:cNvPr id="21593" name="Group 202">
            <a:extLst>
              <a:ext uri="{FF2B5EF4-FFF2-40B4-BE49-F238E27FC236}">
                <a16:creationId xmlns:a16="http://schemas.microsoft.com/office/drawing/2014/main" id="{6DB0A1A6-0EF9-7A7A-6AC1-65FC526E0CA3}"/>
              </a:ext>
            </a:extLst>
          </p:cNvPr>
          <p:cNvGrpSpPr>
            <a:grpSpLocks/>
          </p:cNvGrpSpPr>
          <p:nvPr/>
        </p:nvGrpSpPr>
        <p:grpSpPr bwMode="auto">
          <a:xfrm>
            <a:off x="8020633" y="2153171"/>
            <a:ext cx="406400" cy="339725"/>
            <a:chOff x="144" y="3264"/>
            <a:chExt cx="288" cy="240"/>
          </a:xfrm>
        </p:grpSpPr>
        <p:sp>
          <p:nvSpPr>
            <p:cNvPr id="21594" name="Rectangle 203">
              <a:extLst>
                <a:ext uri="{FF2B5EF4-FFF2-40B4-BE49-F238E27FC236}">
                  <a16:creationId xmlns:a16="http://schemas.microsoft.com/office/drawing/2014/main" id="{5F7E31A3-B8DD-5DF3-0CDE-CA25345D3D3C}"/>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595" name="Rectangle 204">
              <a:extLst>
                <a:ext uri="{FF2B5EF4-FFF2-40B4-BE49-F238E27FC236}">
                  <a16:creationId xmlns:a16="http://schemas.microsoft.com/office/drawing/2014/main" id="{65F3C63F-4823-9B29-9D24-7DB400FE4E26}"/>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1</a:t>
              </a:r>
            </a:p>
          </p:txBody>
        </p:sp>
      </p:grpSp>
      <p:grpSp>
        <p:nvGrpSpPr>
          <p:cNvPr id="21601" name="Group 321">
            <a:extLst>
              <a:ext uri="{FF2B5EF4-FFF2-40B4-BE49-F238E27FC236}">
                <a16:creationId xmlns:a16="http://schemas.microsoft.com/office/drawing/2014/main" id="{2F13FC50-4087-E4B3-77A4-302041ACC246}"/>
              </a:ext>
            </a:extLst>
          </p:cNvPr>
          <p:cNvGrpSpPr>
            <a:grpSpLocks/>
          </p:cNvGrpSpPr>
          <p:nvPr/>
        </p:nvGrpSpPr>
        <p:grpSpPr bwMode="auto">
          <a:xfrm rot="19469389">
            <a:off x="5686244" y="1082574"/>
            <a:ext cx="1797050" cy="900112"/>
            <a:chOff x="4259" y="1678"/>
            <a:chExt cx="1132" cy="567"/>
          </a:xfrm>
        </p:grpSpPr>
        <p:grpSp>
          <p:nvGrpSpPr>
            <p:cNvPr id="21602" name="Group 322">
              <a:extLst>
                <a:ext uri="{FF2B5EF4-FFF2-40B4-BE49-F238E27FC236}">
                  <a16:creationId xmlns:a16="http://schemas.microsoft.com/office/drawing/2014/main" id="{CF94665B-D7DC-B75C-6215-18B2904233BC}"/>
                </a:ext>
              </a:extLst>
            </p:cNvPr>
            <p:cNvGrpSpPr>
              <a:grpSpLocks/>
            </p:cNvGrpSpPr>
            <p:nvPr/>
          </p:nvGrpSpPr>
          <p:grpSpPr bwMode="auto">
            <a:xfrm flipH="1">
              <a:off x="4259" y="1678"/>
              <a:ext cx="1132" cy="567"/>
              <a:chOff x="333" y="1678"/>
              <a:chExt cx="1132" cy="567"/>
            </a:xfrm>
          </p:grpSpPr>
          <p:sp>
            <p:nvSpPr>
              <p:cNvPr id="21604" name="Freeform 323">
                <a:extLst>
                  <a:ext uri="{FF2B5EF4-FFF2-40B4-BE49-F238E27FC236}">
                    <a16:creationId xmlns:a16="http://schemas.microsoft.com/office/drawing/2014/main" id="{2C080E22-5ADA-745A-BC69-8D42471C2A4A}"/>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5" name="Freeform 324">
                <a:extLst>
                  <a:ext uri="{FF2B5EF4-FFF2-40B4-BE49-F238E27FC236}">
                    <a16:creationId xmlns:a16="http://schemas.microsoft.com/office/drawing/2014/main" id="{720A455D-9D93-0161-A615-2E4860D459E8}"/>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6" name="Freeform 325">
                <a:extLst>
                  <a:ext uri="{FF2B5EF4-FFF2-40B4-BE49-F238E27FC236}">
                    <a16:creationId xmlns:a16="http://schemas.microsoft.com/office/drawing/2014/main" id="{A7EBF650-456C-581E-D154-A70DF85EFF97}"/>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7" name="Freeform 326">
                <a:extLst>
                  <a:ext uri="{FF2B5EF4-FFF2-40B4-BE49-F238E27FC236}">
                    <a16:creationId xmlns:a16="http://schemas.microsoft.com/office/drawing/2014/main" id="{595DEF33-8A4B-7455-B80B-1FD95C60C427}"/>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8" name="Freeform 327">
                <a:extLst>
                  <a:ext uri="{FF2B5EF4-FFF2-40B4-BE49-F238E27FC236}">
                    <a16:creationId xmlns:a16="http://schemas.microsoft.com/office/drawing/2014/main" id="{971D8C1E-8AE7-4FCE-7711-7112F300C149}"/>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609" name="Freeform 328">
                <a:extLst>
                  <a:ext uri="{FF2B5EF4-FFF2-40B4-BE49-F238E27FC236}">
                    <a16:creationId xmlns:a16="http://schemas.microsoft.com/office/drawing/2014/main" id="{55F85B92-0186-8A81-EB62-9007D7714B35}"/>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610" name="Freeform 329">
                <a:extLst>
                  <a:ext uri="{FF2B5EF4-FFF2-40B4-BE49-F238E27FC236}">
                    <a16:creationId xmlns:a16="http://schemas.microsoft.com/office/drawing/2014/main" id="{27F34B2A-B563-70CD-6DA5-17CECD9A4F03}"/>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603" name="Text Box 330">
              <a:extLst>
                <a:ext uri="{FF2B5EF4-FFF2-40B4-BE49-F238E27FC236}">
                  <a16:creationId xmlns:a16="http://schemas.microsoft.com/office/drawing/2014/main" id="{F1518A0F-5835-F946-1040-43EA6E8F2CCE}"/>
                </a:ext>
              </a:extLst>
            </p:cNvPr>
            <p:cNvSpPr txBox="1">
              <a:spLocks noChangeArrowheads="1"/>
            </p:cNvSpPr>
            <p:nvPr/>
          </p:nvSpPr>
          <p:spPr bwMode="auto">
            <a:xfrm rot="1143463" flipH="1">
              <a:off x="4627" y="1865"/>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dirty="0">
                  <a:latin typeface="Courier New" panose="02070309020205020404" pitchFamily="49" charset="0"/>
                </a:rPr>
                <a:t>10.0.0.1</a:t>
              </a:r>
            </a:p>
          </p:txBody>
        </p:sp>
      </p:grpSp>
      <p:sp>
        <p:nvSpPr>
          <p:cNvPr id="21585" name="Line 195">
            <a:extLst>
              <a:ext uri="{FF2B5EF4-FFF2-40B4-BE49-F238E27FC236}">
                <a16:creationId xmlns:a16="http://schemas.microsoft.com/office/drawing/2014/main" id="{4449EBA2-8782-2520-EC40-6696A37567B2}"/>
              </a:ext>
            </a:extLst>
          </p:cNvPr>
          <p:cNvSpPr>
            <a:spLocks noChangeShapeType="1"/>
          </p:cNvSpPr>
          <p:nvPr/>
        </p:nvSpPr>
        <p:spPr bwMode="auto">
          <a:xfrm flipH="1">
            <a:off x="8210913" y="2734459"/>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2" name="Line 196">
            <a:extLst>
              <a:ext uri="{FF2B5EF4-FFF2-40B4-BE49-F238E27FC236}">
                <a16:creationId xmlns:a16="http://schemas.microsoft.com/office/drawing/2014/main" id="{8092240D-2054-67E8-81AD-129EEEB07CB2}"/>
              </a:ext>
            </a:extLst>
          </p:cNvPr>
          <p:cNvSpPr>
            <a:spLocks noChangeShapeType="1"/>
          </p:cNvSpPr>
          <p:nvPr/>
        </p:nvSpPr>
        <p:spPr bwMode="auto">
          <a:xfrm>
            <a:off x="5854061" y="3740691"/>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869" name="Oval 52">
            <a:extLst>
              <a:ext uri="{FF2B5EF4-FFF2-40B4-BE49-F238E27FC236}">
                <a16:creationId xmlns:a16="http://schemas.microsoft.com/office/drawing/2014/main" id="{73544B8B-DAD4-372F-26F7-2EC5B2E58FC1}"/>
              </a:ext>
            </a:extLst>
          </p:cNvPr>
          <p:cNvSpPr>
            <a:spLocks noChangeArrowheads="1"/>
          </p:cNvSpPr>
          <p:nvPr/>
        </p:nvSpPr>
        <p:spPr bwMode="auto">
          <a:xfrm flipH="1">
            <a:off x="8063269" y="262900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B</a:t>
            </a:r>
          </a:p>
        </p:txBody>
      </p:sp>
      <p:grpSp>
        <p:nvGrpSpPr>
          <p:cNvPr id="21523" name="Group 122">
            <a:extLst>
              <a:ext uri="{FF2B5EF4-FFF2-40B4-BE49-F238E27FC236}">
                <a16:creationId xmlns:a16="http://schemas.microsoft.com/office/drawing/2014/main" id="{8C636A99-E792-051D-4CC7-0AF4C69A759D}"/>
              </a:ext>
            </a:extLst>
          </p:cNvPr>
          <p:cNvGrpSpPr>
            <a:grpSpLocks noChangeAspect="1"/>
          </p:cNvGrpSpPr>
          <p:nvPr/>
        </p:nvGrpSpPr>
        <p:grpSpPr bwMode="auto">
          <a:xfrm>
            <a:off x="7968254" y="3531430"/>
            <a:ext cx="723900" cy="460375"/>
            <a:chOff x="3312" y="2160"/>
            <a:chExt cx="960" cy="528"/>
          </a:xfrm>
        </p:grpSpPr>
        <p:grpSp>
          <p:nvGrpSpPr>
            <p:cNvPr id="21524" name="Group 123">
              <a:extLst>
                <a:ext uri="{FF2B5EF4-FFF2-40B4-BE49-F238E27FC236}">
                  <a16:creationId xmlns:a16="http://schemas.microsoft.com/office/drawing/2014/main" id="{6B2A8C9A-1810-3936-4A72-CC7C1AD43C13}"/>
                </a:ext>
              </a:extLst>
            </p:cNvPr>
            <p:cNvGrpSpPr>
              <a:grpSpLocks noChangeAspect="1"/>
            </p:cNvGrpSpPr>
            <p:nvPr/>
          </p:nvGrpSpPr>
          <p:grpSpPr bwMode="auto">
            <a:xfrm>
              <a:off x="3312" y="2160"/>
              <a:ext cx="960" cy="528"/>
              <a:chOff x="3312" y="2160"/>
              <a:chExt cx="960" cy="528"/>
            </a:xfrm>
          </p:grpSpPr>
          <p:sp>
            <p:nvSpPr>
              <p:cNvPr id="21526" name="AutoShape 124">
                <a:extLst>
                  <a:ext uri="{FF2B5EF4-FFF2-40B4-BE49-F238E27FC236}">
                    <a16:creationId xmlns:a16="http://schemas.microsoft.com/office/drawing/2014/main" id="{485FEFB7-4F10-7F12-D27E-E08FEF3E737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27" name="Group 125">
                <a:extLst>
                  <a:ext uri="{FF2B5EF4-FFF2-40B4-BE49-F238E27FC236}">
                    <a16:creationId xmlns:a16="http://schemas.microsoft.com/office/drawing/2014/main" id="{BADADAA0-AF61-58FC-0E21-7ACDE28310D3}"/>
                  </a:ext>
                </a:extLst>
              </p:cNvPr>
              <p:cNvGrpSpPr>
                <a:grpSpLocks noChangeAspect="1"/>
              </p:cNvGrpSpPr>
              <p:nvPr/>
            </p:nvGrpSpPr>
            <p:grpSpPr bwMode="auto">
              <a:xfrm>
                <a:off x="3488" y="2193"/>
                <a:ext cx="599" cy="207"/>
                <a:chOff x="422" y="1632"/>
                <a:chExt cx="829" cy="298"/>
              </a:xfrm>
            </p:grpSpPr>
            <p:grpSp>
              <p:nvGrpSpPr>
                <p:cNvPr id="21528" name="Group 126">
                  <a:extLst>
                    <a:ext uri="{FF2B5EF4-FFF2-40B4-BE49-F238E27FC236}">
                      <a16:creationId xmlns:a16="http://schemas.microsoft.com/office/drawing/2014/main" id="{0086B9F0-CA06-8816-E8F2-F95291859CBC}"/>
                    </a:ext>
                  </a:extLst>
                </p:cNvPr>
                <p:cNvGrpSpPr>
                  <a:grpSpLocks noChangeAspect="1"/>
                </p:cNvGrpSpPr>
                <p:nvPr/>
              </p:nvGrpSpPr>
              <p:grpSpPr bwMode="auto">
                <a:xfrm>
                  <a:off x="422" y="1632"/>
                  <a:ext cx="822" cy="291"/>
                  <a:chOff x="422" y="1632"/>
                  <a:chExt cx="822" cy="291"/>
                </a:xfrm>
              </p:grpSpPr>
              <p:sp>
                <p:nvSpPr>
                  <p:cNvPr id="21549" name="Freeform 127">
                    <a:extLst>
                      <a:ext uri="{FF2B5EF4-FFF2-40B4-BE49-F238E27FC236}">
                        <a16:creationId xmlns:a16="http://schemas.microsoft.com/office/drawing/2014/main" id="{6521B9FF-899C-8769-E22C-BEA45397B1D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0" name="Freeform 128">
                    <a:extLst>
                      <a:ext uri="{FF2B5EF4-FFF2-40B4-BE49-F238E27FC236}">
                        <a16:creationId xmlns:a16="http://schemas.microsoft.com/office/drawing/2014/main" id="{498179DD-C74C-4C22-4377-D8410F7C05A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1" name="Freeform 129">
                    <a:extLst>
                      <a:ext uri="{FF2B5EF4-FFF2-40B4-BE49-F238E27FC236}">
                        <a16:creationId xmlns:a16="http://schemas.microsoft.com/office/drawing/2014/main" id="{B3BC125B-F789-6C8B-0D07-F3B2CA79E0F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2" name="Freeform 130">
                    <a:extLst>
                      <a:ext uri="{FF2B5EF4-FFF2-40B4-BE49-F238E27FC236}">
                        <a16:creationId xmlns:a16="http://schemas.microsoft.com/office/drawing/2014/main" id="{4AF925B7-84CA-9B17-BF3C-CECB5E74AE2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3" name="Freeform 131">
                    <a:extLst>
                      <a:ext uri="{FF2B5EF4-FFF2-40B4-BE49-F238E27FC236}">
                        <a16:creationId xmlns:a16="http://schemas.microsoft.com/office/drawing/2014/main" id="{B5CEF5C4-F4A2-2E38-B684-0B930256678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4" name="Freeform 132">
                    <a:extLst>
                      <a:ext uri="{FF2B5EF4-FFF2-40B4-BE49-F238E27FC236}">
                        <a16:creationId xmlns:a16="http://schemas.microsoft.com/office/drawing/2014/main" id="{EC9DD298-3ABA-DFCA-5F8A-02BCFFD48FB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5" name="Freeform 133">
                    <a:extLst>
                      <a:ext uri="{FF2B5EF4-FFF2-40B4-BE49-F238E27FC236}">
                        <a16:creationId xmlns:a16="http://schemas.microsoft.com/office/drawing/2014/main" id="{CE8BAA5D-E48C-F02D-17EB-723E70C0DE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6" name="Freeform 134">
                    <a:extLst>
                      <a:ext uri="{FF2B5EF4-FFF2-40B4-BE49-F238E27FC236}">
                        <a16:creationId xmlns:a16="http://schemas.microsoft.com/office/drawing/2014/main" id="{CFFE74F0-C6EC-DF34-0629-304012756C2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29" name="Group 135">
                  <a:extLst>
                    <a:ext uri="{FF2B5EF4-FFF2-40B4-BE49-F238E27FC236}">
                      <a16:creationId xmlns:a16="http://schemas.microsoft.com/office/drawing/2014/main" id="{57E28F75-7D1B-2B71-94B0-180C572B24C8}"/>
                    </a:ext>
                  </a:extLst>
                </p:cNvPr>
                <p:cNvGrpSpPr>
                  <a:grpSpLocks noChangeAspect="1"/>
                </p:cNvGrpSpPr>
                <p:nvPr/>
              </p:nvGrpSpPr>
              <p:grpSpPr bwMode="auto">
                <a:xfrm>
                  <a:off x="429" y="1639"/>
                  <a:ext cx="822" cy="291"/>
                  <a:chOff x="429" y="1639"/>
                  <a:chExt cx="822" cy="291"/>
                </a:xfrm>
              </p:grpSpPr>
              <p:sp>
                <p:nvSpPr>
                  <p:cNvPr id="21530" name="Freeform 136">
                    <a:extLst>
                      <a:ext uri="{FF2B5EF4-FFF2-40B4-BE49-F238E27FC236}">
                        <a16:creationId xmlns:a16="http://schemas.microsoft.com/office/drawing/2014/main" id="{CA7B053B-50DE-5A57-4E1C-6249BA1316E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1" name="Freeform 137">
                    <a:extLst>
                      <a:ext uri="{FF2B5EF4-FFF2-40B4-BE49-F238E27FC236}">
                        <a16:creationId xmlns:a16="http://schemas.microsoft.com/office/drawing/2014/main" id="{9CE7DBCA-0A4F-AB3F-53E9-CC831C02272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2" name="Freeform 138">
                    <a:extLst>
                      <a:ext uri="{FF2B5EF4-FFF2-40B4-BE49-F238E27FC236}">
                        <a16:creationId xmlns:a16="http://schemas.microsoft.com/office/drawing/2014/main" id="{77DA2937-3DC6-B2AB-062A-61183C0FDA5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3" name="Freeform 139">
                    <a:extLst>
                      <a:ext uri="{FF2B5EF4-FFF2-40B4-BE49-F238E27FC236}">
                        <a16:creationId xmlns:a16="http://schemas.microsoft.com/office/drawing/2014/main" id="{71799DF2-77A1-BBAB-6218-F43FBB08CAB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4" name="Freeform 140">
                    <a:extLst>
                      <a:ext uri="{FF2B5EF4-FFF2-40B4-BE49-F238E27FC236}">
                        <a16:creationId xmlns:a16="http://schemas.microsoft.com/office/drawing/2014/main" id="{267A88ED-03FD-4C0F-33EE-099D205168E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5" name="Freeform 141">
                    <a:extLst>
                      <a:ext uri="{FF2B5EF4-FFF2-40B4-BE49-F238E27FC236}">
                        <a16:creationId xmlns:a16="http://schemas.microsoft.com/office/drawing/2014/main" id="{0664CE1E-0004-20FE-0649-9CA58659392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6" name="Freeform 142">
                    <a:extLst>
                      <a:ext uri="{FF2B5EF4-FFF2-40B4-BE49-F238E27FC236}">
                        <a16:creationId xmlns:a16="http://schemas.microsoft.com/office/drawing/2014/main" id="{F56B102D-508A-B70F-7E3A-330CEC806E4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48" name="Freeform 143">
                    <a:extLst>
                      <a:ext uri="{FF2B5EF4-FFF2-40B4-BE49-F238E27FC236}">
                        <a16:creationId xmlns:a16="http://schemas.microsoft.com/office/drawing/2014/main" id="{57CA6746-97D8-C254-2DB2-99643D44639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25" name="WordArt 144">
              <a:extLst>
                <a:ext uri="{FF2B5EF4-FFF2-40B4-BE49-F238E27FC236}">
                  <a16:creationId xmlns:a16="http://schemas.microsoft.com/office/drawing/2014/main" id="{2EE5B74D-0221-342D-C512-737EA1F8274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grpSp>
        <p:nvGrpSpPr>
          <p:cNvPr id="21848" name="Group 311">
            <a:extLst>
              <a:ext uri="{FF2B5EF4-FFF2-40B4-BE49-F238E27FC236}">
                <a16:creationId xmlns:a16="http://schemas.microsoft.com/office/drawing/2014/main" id="{7D6F8486-9151-C0A7-CBD2-01C3C411DA4C}"/>
              </a:ext>
            </a:extLst>
          </p:cNvPr>
          <p:cNvGrpSpPr>
            <a:grpSpLocks/>
          </p:cNvGrpSpPr>
          <p:nvPr/>
        </p:nvGrpSpPr>
        <p:grpSpPr bwMode="auto">
          <a:xfrm rot="19389679">
            <a:off x="5846128" y="2945643"/>
            <a:ext cx="1797050" cy="900112"/>
            <a:chOff x="4259" y="1678"/>
            <a:chExt cx="1132" cy="567"/>
          </a:xfrm>
        </p:grpSpPr>
        <p:grpSp>
          <p:nvGrpSpPr>
            <p:cNvPr id="21849" name="Group 312">
              <a:extLst>
                <a:ext uri="{FF2B5EF4-FFF2-40B4-BE49-F238E27FC236}">
                  <a16:creationId xmlns:a16="http://schemas.microsoft.com/office/drawing/2014/main" id="{CE40BAAA-B110-0391-AABD-C3D8F8D9E064}"/>
                </a:ext>
              </a:extLst>
            </p:cNvPr>
            <p:cNvGrpSpPr>
              <a:grpSpLocks/>
            </p:cNvGrpSpPr>
            <p:nvPr/>
          </p:nvGrpSpPr>
          <p:grpSpPr bwMode="auto">
            <a:xfrm flipH="1">
              <a:off x="4259" y="1678"/>
              <a:ext cx="1132" cy="567"/>
              <a:chOff x="333" y="1678"/>
              <a:chExt cx="1132" cy="567"/>
            </a:xfrm>
          </p:grpSpPr>
          <p:sp>
            <p:nvSpPr>
              <p:cNvPr id="21851" name="Freeform 313">
                <a:extLst>
                  <a:ext uri="{FF2B5EF4-FFF2-40B4-BE49-F238E27FC236}">
                    <a16:creationId xmlns:a16="http://schemas.microsoft.com/office/drawing/2014/main" id="{2D717DEC-5CF2-4EC3-CE01-DE4B90F28CC3}"/>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2" name="Freeform 314">
                <a:extLst>
                  <a:ext uri="{FF2B5EF4-FFF2-40B4-BE49-F238E27FC236}">
                    <a16:creationId xmlns:a16="http://schemas.microsoft.com/office/drawing/2014/main" id="{DD0E4A58-AF82-2058-A780-9746A5085D31}"/>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3" name="Freeform 315">
                <a:extLst>
                  <a:ext uri="{FF2B5EF4-FFF2-40B4-BE49-F238E27FC236}">
                    <a16:creationId xmlns:a16="http://schemas.microsoft.com/office/drawing/2014/main" id="{11B506F8-292B-93BD-FCED-A3EA2AD09367}"/>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4" name="Freeform 316">
                <a:extLst>
                  <a:ext uri="{FF2B5EF4-FFF2-40B4-BE49-F238E27FC236}">
                    <a16:creationId xmlns:a16="http://schemas.microsoft.com/office/drawing/2014/main" id="{2D314E3C-A711-9A17-5E6E-038681C9B4FD}"/>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5" name="Freeform 317">
                <a:extLst>
                  <a:ext uri="{FF2B5EF4-FFF2-40B4-BE49-F238E27FC236}">
                    <a16:creationId xmlns:a16="http://schemas.microsoft.com/office/drawing/2014/main" id="{9888FF99-1215-304A-9AAF-A71AE7AECC32}"/>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6" name="Freeform 318">
                <a:extLst>
                  <a:ext uri="{FF2B5EF4-FFF2-40B4-BE49-F238E27FC236}">
                    <a16:creationId xmlns:a16="http://schemas.microsoft.com/office/drawing/2014/main" id="{7EECB26C-CF8F-76B5-4F24-534CFF8359F3}"/>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57" name="Freeform 319">
                <a:extLst>
                  <a:ext uri="{FF2B5EF4-FFF2-40B4-BE49-F238E27FC236}">
                    <a16:creationId xmlns:a16="http://schemas.microsoft.com/office/drawing/2014/main" id="{7F142E6E-327C-B4C9-88CB-F6289E5530C6}"/>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50" name="Text Box 320">
              <a:extLst>
                <a:ext uri="{FF2B5EF4-FFF2-40B4-BE49-F238E27FC236}">
                  <a16:creationId xmlns:a16="http://schemas.microsoft.com/office/drawing/2014/main" id="{7DEE7EF8-3041-CA96-E090-8B566D28B7B2}"/>
                </a:ext>
              </a:extLst>
            </p:cNvPr>
            <p:cNvSpPr txBox="1">
              <a:spLocks noChangeArrowheads="1"/>
            </p:cNvSpPr>
            <p:nvPr/>
          </p:nvSpPr>
          <p:spPr bwMode="auto">
            <a:xfrm rot="1143463" flipH="1">
              <a:off x="4626" y="1866"/>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dirty="0">
                  <a:latin typeface="Courier New" panose="02070309020205020404" pitchFamily="49" charset="0"/>
                </a:rPr>
                <a:t>10.0.2.1</a:t>
              </a:r>
            </a:p>
          </p:txBody>
        </p:sp>
      </p:grpSp>
      <p:grpSp>
        <p:nvGrpSpPr>
          <p:cNvPr id="21586" name="Group 69">
            <a:extLst>
              <a:ext uri="{FF2B5EF4-FFF2-40B4-BE49-F238E27FC236}">
                <a16:creationId xmlns:a16="http://schemas.microsoft.com/office/drawing/2014/main" id="{80D8309C-8E9C-A6AB-2AF1-ADF5045BACA9}"/>
              </a:ext>
            </a:extLst>
          </p:cNvPr>
          <p:cNvGrpSpPr>
            <a:grpSpLocks/>
          </p:cNvGrpSpPr>
          <p:nvPr/>
        </p:nvGrpSpPr>
        <p:grpSpPr bwMode="auto">
          <a:xfrm>
            <a:off x="8011945" y="3118209"/>
            <a:ext cx="406400" cy="339725"/>
            <a:chOff x="144" y="3264"/>
            <a:chExt cx="288" cy="240"/>
          </a:xfrm>
        </p:grpSpPr>
        <p:sp>
          <p:nvSpPr>
            <p:cNvPr id="21587" name="Rectangle 70">
              <a:extLst>
                <a:ext uri="{FF2B5EF4-FFF2-40B4-BE49-F238E27FC236}">
                  <a16:creationId xmlns:a16="http://schemas.microsoft.com/office/drawing/2014/main" id="{E3F70A63-A08C-E7B0-67CC-2E19C3B092E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6" name="Rectangle 71">
              <a:extLst>
                <a:ext uri="{FF2B5EF4-FFF2-40B4-BE49-F238E27FC236}">
                  <a16:creationId xmlns:a16="http://schemas.microsoft.com/office/drawing/2014/main" id="{B1BEBED3-E199-3B15-134F-AA837DCEF14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21597" name="Group 66">
            <a:extLst>
              <a:ext uri="{FF2B5EF4-FFF2-40B4-BE49-F238E27FC236}">
                <a16:creationId xmlns:a16="http://schemas.microsoft.com/office/drawing/2014/main" id="{FC75C2EC-8F4F-434F-44A7-5013FB6A6100}"/>
              </a:ext>
            </a:extLst>
          </p:cNvPr>
          <p:cNvGrpSpPr>
            <a:grpSpLocks/>
          </p:cNvGrpSpPr>
          <p:nvPr/>
        </p:nvGrpSpPr>
        <p:grpSpPr bwMode="auto">
          <a:xfrm>
            <a:off x="7472755" y="3586104"/>
            <a:ext cx="406400" cy="339725"/>
            <a:chOff x="144" y="3264"/>
            <a:chExt cx="288" cy="240"/>
          </a:xfrm>
        </p:grpSpPr>
        <p:sp>
          <p:nvSpPr>
            <p:cNvPr id="21598" name="Rectangle 67">
              <a:extLst>
                <a:ext uri="{FF2B5EF4-FFF2-40B4-BE49-F238E27FC236}">
                  <a16:creationId xmlns:a16="http://schemas.microsoft.com/office/drawing/2014/main" id="{B8296CD7-3D41-8457-4B5D-42FDD0A0C95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21599" name="Rectangle 68">
              <a:extLst>
                <a:ext uri="{FF2B5EF4-FFF2-40B4-BE49-F238E27FC236}">
                  <a16:creationId xmlns:a16="http://schemas.microsoft.com/office/drawing/2014/main" id="{7FF59BF8-F584-D35C-81E6-6ED974075383}"/>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pic>
        <p:nvPicPr>
          <p:cNvPr id="21600" name="Picture 224" descr="MC900434713[1]">
            <a:extLst>
              <a:ext uri="{FF2B5EF4-FFF2-40B4-BE49-F238E27FC236}">
                <a16:creationId xmlns:a16="http://schemas.microsoft.com/office/drawing/2014/main" id="{397505CB-821C-D7DB-2E2D-7E1A55CD49B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75831" y="2858801"/>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26" name="Line 201">
            <a:extLst>
              <a:ext uri="{FF2B5EF4-FFF2-40B4-BE49-F238E27FC236}">
                <a16:creationId xmlns:a16="http://schemas.microsoft.com/office/drawing/2014/main" id="{E5607226-DF31-C7B9-991C-22535CAD12ED}"/>
              </a:ext>
            </a:extLst>
          </p:cNvPr>
          <p:cNvSpPr>
            <a:spLocks noChangeShapeType="1"/>
          </p:cNvSpPr>
          <p:nvPr/>
        </p:nvSpPr>
        <p:spPr bwMode="auto">
          <a:xfrm flipH="1">
            <a:off x="5864070" y="1791006"/>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27" name="Line 201">
            <a:extLst>
              <a:ext uri="{FF2B5EF4-FFF2-40B4-BE49-F238E27FC236}">
                <a16:creationId xmlns:a16="http://schemas.microsoft.com/office/drawing/2014/main" id="{10E85AED-63EF-9FD6-4D1A-7AF0B7C1C291}"/>
              </a:ext>
            </a:extLst>
          </p:cNvPr>
          <p:cNvSpPr>
            <a:spLocks noChangeShapeType="1"/>
          </p:cNvSpPr>
          <p:nvPr/>
        </p:nvSpPr>
        <p:spPr bwMode="auto">
          <a:xfrm flipH="1">
            <a:off x="5864070" y="3099721"/>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870" name="Oval 53">
            <a:extLst>
              <a:ext uri="{FF2B5EF4-FFF2-40B4-BE49-F238E27FC236}">
                <a16:creationId xmlns:a16="http://schemas.microsoft.com/office/drawing/2014/main" id="{7005A62F-AD5D-EE8B-2A0A-5C87440AF9E4}"/>
              </a:ext>
            </a:extLst>
          </p:cNvPr>
          <p:cNvSpPr>
            <a:spLocks noChangeArrowheads="1"/>
          </p:cNvSpPr>
          <p:nvPr/>
        </p:nvSpPr>
        <p:spPr bwMode="auto">
          <a:xfrm flipH="1">
            <a:off x="5707907" y="3567987"/>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C</a:t>
            </a:r>
          </a:p>
        </p:txBody>
      </p:sp>
      <p:grpSp>
        <p:nvGrpSpPr>
          <p:cNvPr id="21620" name="Group 198">
            <a:extLst>
              <a:ext uri="{FF2B5EF4-FFF2-40B4-BE49-F238E27FC236}">
                <a16:creationId xmlns:a16="http://schemas.microsoft.com/office/drawing/2014/main" id="{5D74B959-BD8E-E9ED-E49D-528CE445E6DB}"/>
              </a:ext>
            </a:extLst>
          </p:cNvPr>
          <p:cNvGrpSpPr>
            <a:grpSpLocks/>
          </p:cNvGrpSpPr>
          <p:nvPr/>
        </p:nvGrpSpPr>
        <p:grpSpPr bwMode="auto">
          <a:xfrm>
            <a:off x="5612671" y="2237532"/>
            <a:ext cx="406400" cy="339725"/>
            <a:chOff x="144" y="3264"/>
            <a:chExt cx="288" cy="240"/>
          </a:xfrm>
        </p:grpSpPr>
        <p:sp>
          <p:nvSpPr>
            <p:cNvPr id="21621" name="Rectangle 199">
              <a:extLst>
                <a:ext uri="{FF2B5EF4-FFF2-40B4-BE49-F238E27FC236}">
                  <a16:creationId xmlns:a16="http://schemas.microsoft.com/office/drawing/2014/main" id="{CE4145F1-13DD-68C2-93B4-7D58E05CD52E}"/>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21622" name="Rectangle 200">
              <a:extLst>
                <a:ext uri="{FF2B5EF4-FFF2-40B4-BE49-F238E27FC236}">
                  <a16:creationId xmlns:a16="http://schemas.microsoft.com/office/drawing/2014/main" id="{8E551EAF-0003-48F8-A5DC-342E99F4EF6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grpSp>
        <p:nvGrpSpPr>
          <p:cNvPr id="21623" name="Group 201">
            <a:extLst>
              <a:ext uri="{FF2B5EF4-FFF2-40B4-BE49-F238E27FC236}">
                <a16:creationId xmlns:a16="http://schemas.microsoft.com/office/drawing/2014/main" id="{2FD1615A-3789-DC13-162F-BE54477A54EC}"/>
              </a:ext>
            </a:extLst>
          </p:cNvPr>
          <p:cNvGrpSpPr>
            <a:grpSpLocks/>
          </p:cNvGrpSpPr>
          <p:nvPr/>
        </p:nvGrpSpPr>
        <p:grpSpPr bwMode="auto">
          <a:xfrm>
            <a:off x="5642941" y="3013257"/>
            <a:ext cx="406400" cy="339725"/>
            <a:chOff x="144" y="3264"/>
            <a:chExt cx="288" cy="240"/>
          </a:xfrm>
        </p:grpSpPr>
        <p:sp>
          <p:nvSpPr>
            <p:cNvPr id="21625" name="Rectangle 203">
              <a:extLst>
                <a:ext uri="{FF2B5EF4-FFF2-40B4-BE49-F238E27FC236}">
                  <a16:creationId xmlns:a16="http://schemas.microsoft.com/office/drawing/2014/main" id="{7DBB3768-4D51-450F-7B02-49E7EBB7318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sp>
          <p:nvSpPr>
            <p:cNvPr id="21624" name="Rectangle 202">
              <a:extLst>
                <a:ext uri="{FF2B5EF4-FFF2-40B4-BE49-F238E27FC236}">
                  <a16:creationId xmlns:a16="http://schemas.microsoft.com/office/drawing/2014/main" id="{EE1BEA27-82B8-01C1-1DCF-85C287C490DA}"/>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grpSp>
      <p:sp>
        <p:nvSpPr>
          <p:cNvPr id="21618" name="Line 197">
            <a:extLst>
              <a:ext uri="{FF2B5EF4-FFF2-40B4-BE49-F238E27FC236}">
                <a16:creationId xmlns:a16="http://schemas.microsoft.com/office/drawing/2014/main" id="{E7AA2CA8-0A2C-17A6-6D0E-881780AA9938}"/>
              </a:ext>
            </a:extLst>
          </p:cNvPr>
          <p:cNvSpPr>
            <a:spLocks noChangeShapeType="1"/>
          </p:cNvSpPr>
          <p:nvPr/>
        </p:nvSpPr>
        <p:spPr bwMode="auto">
          <a:xfrm>
            <a:off x="3765047" y="1886242"/>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1" name="Oval 57">
            <a:extLst>
              <a:ext uri="{FF2B5EF4-FFF2-40B4-BE49-F238E27FC236}">
                <a16:creationId xmlns:a16="http://schemas.microsoft.com/office/drawing/2014/main" id="{CE8B9B63-2323-A33C-9694-30482B8E75D5}"/>
              </a:ext>
            </a:extLst>
          </p:cNvPr>
          <p:cNvSpPr>
            <a:spLocks noChangeArrowheads="1"/>
          </p:cNvSpPr>
          <p:nvPr/>
        </p:nvSpPr>
        <p:spPr bwMode="auto">
          <a:xfrm flipH="1">
            <a:off x="5707907" y="171297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A</a:t>
            </a:r>
          </a:p>
        </p:txBody>
      </p:sp>
      <p:sp>
        <p:nvSpPr>
          <p:cNvPr id="21619" name="Line 201">
            <a:extLst>
              <a:ext uri="{FF2B5EF4-FFF2-40B4-BE49-F238E27FC236}">
                <a16:creationId xmlns:a16="http://schemas.microsoft.com/office/drawing/2014/main" id="{90B1BA70-6BCA-0E1F-441A-33026978051D}"/>
              </a:ext>
            </a:extLst>
          </p:cNvPr>
          <p:cNvSpPr>
            <a:spLocks noChangeShapeType="1"/>
          </p:cNvSpPr>
          <p:nvPr/>
        </p:nvSpPr>
        <p:spPr bwMode="auto">
          <a:xfrm flipH="1">
            <a:off x="3809007" y="1862278"/>
            <a:ext cx="0" cy="91577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825" name="Group 288">
            <a:extLst>
              <a:ext uri="{FF2B5EF4-FFF2-40B4-BE49-F238E27FC236}">
                <a16:creationId xmlns:a16="http://schemas.microsoft.com/office/drawing/2014/main" id="{1885F794-704B-ADA9-3C00-445B18093E05}"/>
              </a:ext>
            </a:extLst>
          </p:cNvPr>
          <p:cNvGrpSpPr>
            <a:grpSpLocks/>
          </p:cNvGrpSpPr>
          <p:nvPr/>
        </p:nvGrpSpPr>
        <p:grpSpPr bwMode="auto">
          <a:xfrm>
            <a:off x="3413059" y="1609422"/>
            <a:ext cx="765991" cy="537685"/>
            <a:chOff x="195" y="394"/>
            <a:chExt cx="570" cy="360"/>
          </a:xfrm>
        </p:grpSpPr>
        <p:sp>
          <p:nvSpPr>
            <p:cNvPr id="21826" name="Arc 289">
              <a:extLst>
                <a:ext uri="{FF2B5EF4-FFF2-40B4-BE49-F238E27FC236}">
                  <a16:creationId xmlns:a16="http://schemas.microsoft.com/office/drawing/2014/main" id="{180C36B6-903A-296E-2A19-87D0DD45D459}"/>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8" name="Arc 290">
              <a:extLst>
                <a:ext uri="{FF2B5EF4-FFF2-40B4-BE49-F238E27FC236}">
                  <a16:creationId xmlns:a16="http://schemas.microsoft.com/office/drawing/2014/main" id="{B52DA408-221A-AB90-7217-ECCB437A4088}"/>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9" name="Line 291">
              <a:extLst>
                <a:ext uri="{FF2B5EF4-FFF2-40B4-BE49-F238E27FC236}">
                  <a16:creationId xmlns:a16="http://schemas.microsoft.com/office/drawing/2014/main" id="{605EFE9E-33EC-6CC5-A90C-7213B1EF9389}"/>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40" name="Line 292">
              <a:extLst>
                <a:ext uri="{FF2B5EF4-FFF2-40B4-BE49-F238E27FC236}">
                  <a16:creationId xmlns:a16="http://schemas.microsoft.com/office/drawing/2014/main" id="{78BBE94D-6ACD-E60C-80AF-45E9F3A954BB}"/>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35" name="Group 58">
            <a:extLst>
              <a:ext uri="{FF2B5EF4-FFF2-40B4-BE49-F238E27FC236}">
                <a16:creationId xmlns:a16="http://schemas.microsoft.com/office/drawing/2014/main" id="{E59B77AC-6891-3FC2-54D5-5DC0F4CA30D2}"/>
              </a:ext>
            </a:extLst>
          </p:cNvPr>
          <p:cNvGrpSpPr>
            <a:grpSpLocks noChangeAspect="1"/>
          </p:cNvGrpSpPr>
          <p:nvPr/>
        </p:nvGrpSpPr>
        <p:grpSpPr bwMode="auto">
          <a:xfrm>
            <a:off x="3418205" y="1642040"/>
            <a:ext cx="723900" cy="460375"/>
            <a:chOff x="3312" y="2160"/>
            <a:chExt cx="960" cy="528"/>
          </a:xfrm>
        </p:grpSpPr>
        <p:grpSp>
          <p:nvGrpSpPr>
            <p:cNvPr id="36" name="Group 59">
              <a:extLst>
                <a:ext uri="{FF2B5EF4-FFF2-40B4-BE49-F238E27FC236}">
                  <a16:creationId xmlns:a16="http://schemas.microsoft.com/office/drawing/2014/main" id="{358B3B2D-E8BA-1E94-14AE-B007D2DA2B53}"/>
                </a:ext>
              </a:extLst>
            </p:cNvPr>
            <p:cNvGrpSpPr>
              <a:grpSpLocks noChangeAspect="1"/>
            </p:cNvGrpSpPr>
            <p:nvPr/>
          </p:nvGrpSpPr>
          <p:grpSpPr bwMode="auto">
            <a:xfrm>
              <a:off x="3312" y="2160"/>
              <a:ext cx="960" cy="528"/>
              <a:chOff x="3312" y="2160"/>
              <a:chExt cx="960" cy="528"/>
            </a:xfrm>
          </p:grpSpPr>
          <p:sp>
            <p:nvSpPr>
              <p:cNvPr id="38" name="AutoShape 60">
                <a:extLst>
                  <a:ext uri="{FF2B5EF4-FFF2-40B4-BE49-F238E27FC236}">
                    <a16:creationId xmlns:a16="http://schemas.microsoft.com/office/drawing/2014/main" id="{B5BD0E12-FF8A-1D07-7047-4D285097916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39" name="Group 61">
                <a:extLst>
                  <a:ext uri="{FF2B5EF4-FFF2-40B4-BE49-F238E27FC236}">
                    <a16:creationId xmlns:a16="http://schemas.microsoft.com/office/drawing/2014/main" id="{3D58A98C-FB1A-914C-C89D-1AB4E97A30CE}"/>
                  </a:ext>
                </a:extLst>
              </p:cNvPr>
              <p:cNvGrpSpPr>
                <a:grpSpLocks noChangeAspect="1"/>
              </p:cNvGrpSpPr>
              <p:nvPr/>
            </p:nvGrpSpPr>
            <p:grpSpPr bwMode="auto">
              <a:xfrm>
                <a:off x="3488" y="2193"/>
                <a:ext cx="599" cy="207"/>
                <a:chOff x="422" y="1632"/>
                <a:chExt cx="829" cy="298"/>
              </a:xfrm>
            </p:grpSpPr>
            <p:grpSp>
              <p:nvGrpSpPr>
                <p:cNvPr id="40" name="Group 62">
                  <a:extLst>
                    <a:ext uri="{FF2B5EF4-FFF2-40B4-BE49-F238E27FC236}">
                      <a16:creationId xmlns:a16="http://schemas.microsoft.com/office/drawing/2014/main" id="{1B435C44-4945-1186-C685-2EBEA0450C98}"/>
                    </a:ext>
                  </a:extLst>
                </p:cNvPr>
                <p:cNvGrpSpPr>
                  <a:grpSpLocks noChangeAspect="1"/>
                </p:cNvGrpSpPr>
                <p:nvPr/>
              </p:nvGrpSpPr>
              <p:grpSpPr bwMode="auto">
                <a:xfrm>
                  <a:off x="422" y="1632"/>
                  <a:ext cx="822" cy="291"/>
                  <a:chOff x="422" y="1632"/>
                  <a:chExt cx="822" cy="291"/>
                </a:xfrm>
              </p:grpSpPr>
              <p:sp>
                <p:nvSpPr>
                  <p:cNvPr id="50" name="Freeform 63">
                    <a:extLst>
                      <a:ext uri="{FF2B5EF4-FFF2-40B4-BE49-F238E27FC236}">
                        <a16:creationId xmlns:a16="http://schemas.microsoft.com/office/drawing/2014/main" id="{B7109261-9C9F-F1C8-BEE5-9E18EAD52D1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1" name="Freeform 64">
                    <a:extLst>
                      <a:ext uri="{FF2B5EF4-FFF2-40B4-BE49-F238E27FC236}">
                        <a16:creationId xmlns:a16="http://schemas.microsoft.com/office/drawing/2014/main" id="{DF07984C-6065-BDC5-F697-56DB089B466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2" name="Freeform 65">
                    <a:extLst>
                      <a:ext uri="{FF2B5EF4-FFF2-40B4-BE49-F238E27FC236}">
                        <a16:creationId xmlns:a16="http://schemas.microsoft.com/office/drawing/2014/main" id="{759D1AB2-789C-7CE3-27B1-6AE8B2C1739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3" name="Freeform 66">
                    <a:extLst>
                      <a:ext uri="{FF2B5EF4-FFF2-40B4-BE49-F238E27FC236}">
                        <a16:creationId xmlns:a16="http://schemas.microsoft.com/office/drawing/2014/main" id="{400C610D-46FF-23B9-0C27-5EBCB41DF37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4" name="Freeform 67">
                    <a:extLst>
                      <a:ext uri="{FF2B5EF4-FFF2-40B4-BE49-F238E27FC236}">
                        <a16:creationId xmlns:a16="http://schemas.microsoft.com/office/drawing/2014/main" id="{B16A48EC-EF7F-4BE0-F6E4-ECCA66E9CD7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5" name="Freeform 68">
                    <a:extLst>
                      <a:ext uri="{FF2B5EF4-FFF2-40B4-BE49-F238E27FC236}">
                        <a16:creationId xmlns:a16="http://schemas.microsoft.com/office/drawing/2014/main" id="{19F1100D-8148-89E6-52E6-125C40AD333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6" name="Freeform 69">
                    <a:extLst>
                      <a:ext uri="{FF2B5EF4-FFF2-40B4-BE49-F238E27FC236}">
                        <a16:creationId xmlns:a16="http://schemas.microsoft.com/office/drawing/2014/main" id="{3CFC53CC-782F-BEF7-6986-BA080261A08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 name="Freeform 70">
                    <a:extLst>
                      <a:ext uri="{FF2B5EF4-FFF2-40B4-BE49-F238E27FC236}">
                        <a16:creationId xmlns:a16="http://schemas.microsoft.com/office/drawing/2014/main" id="{05BCE7A7-0FFB-785E-9573-AF9EADE0A54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41" name="Group 71">
                  <a:extLst>
                    <a:ext uri="{FF2B5EF4-FFF2-40B4-BE49-F238E27FC236}">
                      <a16:creationId xmlns:a16="http://schemas.microsoft.com/office/drawing/2014/main" id="{EDC4A3D8-0EA2-297F-3400-A35F16D6A136}"/>
                    </a:ext>
                  </a:extLst>
                </p:cNvPr>
                <p:cNvGrpSpPr>
                  <a:grpSpLocks noChangeAspect="1"/>
                </p:cNvGrpSpPr>
                <p:nvPr/>
              </p:nvGrpSpPr>
              <p:grpSpPr bwMode="auto">
                <a:xfrm>
                  <a:off x="429" y="1639"/>
                  <a:ext cx="822" cy="291"/>
                  <a:chOff x="429" y="1639"/>
                  <a:chExt cx="822" cy="291"/>
                </a:xfrm>
              </p:grpSpPr>
              <p:sp>
                <p:nvSpPr>
                  <p:cNvPr id="42" name="Freeform 72">
                    <a:extLst>
                      <a:ext uri="{FF2B5EF4-FFF2-40B4-BE49-F238E27FC236}">
                        <a16:creationId xmlns:a16="http://schemas.microsoft.com/office/drawing/2014/main" id="{DFD37556-E148-827E-C941-733AECD2C1B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3" name="Freeform 73">
                    <a:extLst>
                      <a:ext uri="{FF2B5EF4-FFF2-40B4-BE49-F238E27FC236}">
                        <a16:creationId xmlns:a16="http://schemas.microsoft.com/office/drawing/2014/main" id="{7182A070-25A5-C387-18BE-F3B70348A3C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4" name="Freeform 74">
                    <a:extLst>
                      <a:ext uri="{FF2B5EF4-FFF2-40B4-BE49-F238E27FC236}">
                        <a16:creationId xmlns:a16="http://schemas.microsoft.com/office/drawing/2014/main" id="{F19F85A6-9AB0-A771-E0ED-A13F02E7C2F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5" name="Freeform 75">
                    <a:extLst>
                      <a:ext uri="{FF2B5EF4-FFF2-40B4-BE49-F238E27FC236}">
                        <a16:creationId xmlns:a16="http://schemas.microsoft.com/office/drawing/2014/main" id="{6DE448EC-8F63-1CF6-EEB6-91D37D3E513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6" name="Freeform 76">
                    <a:extLst>
                      <a:ext uri="{FF2B5EF4-FFF2-40B4-BE49-F238E27FC236}">
                        <a16:creationId xmlns:a16="http://schemas.microsoft.com/office/drawing/2014/main" id="{F70C254F-7D19-3124-4192-6B7E5196087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7" name="Freeform 77">
                    <a:extLst>
                      <a:ext uri="{FF2B5EF4-FFF2-40B4-BE49-F238E27FC236}">
                        <a16:creationId xmlns:a16="http://schemas.microsoft.com/office/drawing/2014/main" id="{95125788-59B8-5A47-66D5-979B1828E46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8" name="Freeform 78">
                    <a:extLst>
                      <a:ext uri="{FF2B5EF4-FFF2-40B4-BE49-F238E27FC236}">
                        <a16:creationId xmlns:a16="http://schemas.microsoft.com/office/drawing/2014/main" id="{7207942D-6365-5FED-025B-19F2C0F69E8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9" name="Freeform 79">
                    <a:extLst>
                      <a:ext uri="{FF2B5EF4-FFF2-40B4-BE49-F238E27FC236}">
                        <a16:creationId xmlns:a16="http://schemas.microsoft.com/office/drawing/2014/main" id="{90F873C8-E584-E0CD-3C49-5BA0FDDD050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37" name="WordArt 80">
              <a:extLst>
                <a:ext uri="{FF2B5EF4-FFF2-40B4-BE49-F238E27FC236}">
                  <a16:creationId xmlns:a16="http://schemas.microsoft.com/office/drawing/2014/main" id="{E214CEBC-AD80-D590-DDEA-5C0A99499D7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sp>
        <p:nvSpPr>
          <p:cNvPr id="21868" name="Oval 51">
            <a:extLst>
              <a:ext uri="{FF2B5EF4-FFF2-40B4-BE49-F238E27FC236}">
                <a16:creationId xmlns:a16="http://schemas.microsoft.com/office/drawing/2014/main" id="{D82483F4-E4A6-720E-4DEA-40AE4183B17E}"/>
              </a:ext>
            </a:extLst>
          </p:cNvPr>
          <p:cNvSpPr>
            <a:spLocks noChangeArrowheads="1"/>
          </p:cNvSpPr>
          <p:nvPr/>
        </p:nvSpPr>
        <p:spPr bwMode="auto">
          <a:xfrm flipH="1">
            <a:off x="3641819" y="263727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D</a:t>
            </a:r>
          </a:p>
        </p:txBody>
      </p:sp>
      <p:grpSp>
        <p:nvGrpSpPr>
          <p:cNvPr id="21628" name="Group 39">
            <a:extLst>
              <a:ext uri="{FF2B5EF4-FFF2-40B4-BE49-F238E27FC236}">
                <a16:creationId xmlns:a16="http://schemas.microsoft.com/office/drawing/2014/main" id="{A5F79A14-0939-6793-CFAD-84C8143A27BF}"/>
              </a:ext>
            </a:extLst>
          </p:cNvPr>
          <p:cNvGrpSpPr>
            <a:grpSpLocks/>
          </p:cNvGrpSpPr>
          <p:nvPr/>
        </p:nvGrpSpPr>
        <p:grpSpPr bwMode="auto">
          <a:xfrm>
            <a:off x="4211805" y="1722306"/>
            <a:ext cx="406400" cy="339725"/>
            <a:chOff x="144" y="3264"/>
            <a:chExt cx="288" cy="240"/>
          </a:xfrm>
        </p:grpSpPr>
        <p:sp>
          <p:nvSpPr>
            <p:cNvPr id="21629" name="Rectangle 40">
              <a:extLst>
                <a:ext uri="{FF2B5EF4-FFF2-40B4-BE49-F238E27FC236}">
                  <a16:creationId xmlns:a16="http://schemas.microsoft.com/office/drawing/2014/main" id="{0B194F1B-5378-E594-118E-61D268787D8D}"/>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630" name="Rectangle 41">
              <a:extLst>
                <a:ext uri="{FF2B5EF4-FFF2-40B4-BE49-F238E27FC236}">
                  <a16:creationId xmlns:a16="http://schemas.microsoft.com/office/drawing/2014/main" id="{446BDC6A-9308-064D-870D-4CBADFC3E6FF}"/>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21631" name="Group 207">
            <a:extLst>
              <a:ext uri="{FF2B5EF4-FFF2-40B4-BE49-F238E27FC236}">
                <a16:creationId xmlns:a16="http://schemas.microsoft.com/office/drawing/2014/main" id="{59F8BCD5-B3A8-0320-667F-214EC0D97FEC}"/>
              </a:ext>
            </a:extLst>
          </p:cNvPr>
          <p:cNvGrpSpPr>
            <a:grpSpLocks/>
          </p:cNvGrpSpPr>
          <p:nvPr/>
        </p:nvGrpSpPr>
        <p:grpSpPr bwMode="auto">
          <a:xfrm>
            <a:off x="3581462" y="2100458"/>
            <a:ext cx="406400" cy="339725"/>
            <a:chOff x="144" y="3264"/>
            <a:chExt cx="288" cy="240"/>
          </a:xfrm>
        </p:grpSpPr>
        <p:sp>
          <p:nvSpPr>
            <p:cNvPr id="21824" name="Rectangle 208">
              <a:extLst>
                <a:ext uri="{FF2B5EF4-FFF2-40B4-BE49-F238E27FC236}">
                  <a16:creationId xmlns:a16="http://schemas.microsoft.com/office/drawing/2014/main" id="{5BC1E6F7-39F9-C3B6-0838-E2BC9AD9EF47}"/>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841" name="Rectangle 209">
              <a:extLst>
                <a:ext uri="{FF2B5EF4-FFF2-40B4-BE49-F238E27FC236}">
                  <a16:creationId xmlns:a16="http://schemas.microsoft.com/office/drawing/2014/main" id="{A91C4CCC-7607-861B-9E9F-D80258F93AB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Tree>
    <p:extLst>
      <p:ext uri="{BB962C8B-B14F-4D97-AF65-F5344CB8AC3E}">
        <p14:creationId xmlns:p14="http://schemas.microsoft.com/office/powerpoint/2010/main" val="1098913480"/>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9" name="Rectangle 162">
            <a:extLst>
              <a:ext uri="{FF2B5EF4-FFF2-40B4-BE49-F238E27FC236}">
                <a16:creationId xmlns:a16="http://schemas.microsoft.com/office/drawing/2014/main" id="{8584387D-BCD0-10AC-7D8D-EC2987806EDE}"/>
              </a:ext>
            </a:extLst>
          </p:cNvPr>
          <p:cNvSpPr>
            <a:spLocks noGrp="1" noChangeArrowheads="1"/>
          </p:cNvSpPr>
          <p:nvPr>
            <p:ph type="title"/>
          </p:nvPr>
        </p:nvSpPr>
        <p:spPr/>
        <p:txBody>
          <a:bodyPr/>
          <a:lstStyle/>
          <a:p>
            <a:pPr eaLnBrk="1" hangingPunct="1"/>
            <a:r>
              <a:rPr lang="it-IT" altLang="it-IT" sz="4000" dirty="0" err="1"/>
              <a:t>ospf’s</a:t>
            </a:r>
            <a:r>
              <a:rPr lang="it-IT" altLang="it-IT" sz="4000" dirty="0"/>
              <a:t> </a:t>
            </a:r>
            <a:r>
              <a:rPr lang="it-IT" altLang="it-IT" sz="4000" dirty="0" err="1"/>
              <a:t>view</a:t>
            </a:r>
            <a:r>
              <a:rPr lang="it-IT" altLang="it-IT" sz="4000" dirty="0"/>
              <a:t> of the network</a:t>
            </a:r>
          </a:p>
        </p:txBody>
      </p:sp>
      <p:sp>
        <p:nvSpPr>
          <p:cNvPr id="2" name="Rectangle 4">
            <a:extLst>
              <a:ext uri="{FF2B5EF4-FFF2-40B4-BE49-F238E27FC236}">
                <a16:creationId xmlns:a16="http://schemas.microsoft.com/office/drawing/2014/main" id="{6CE004DA-5A77-5B87-6A43-BCDFAA7F1A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A2AFE0F-CDE3-53AA-46B9-074CE3A31213}"/>
              </a:ext>
            </a:extLst>
          </p:cNvPr>
          <p:cNvSpPr>
            <a:spLocks noGrp="1" noChangeArrowheads="1"/>
          </p:cNvSpPr>
          <p:nvPr>
            <p:ph type="ftr" sz="quarter" idx="11"/>
          </p:nvPr>
        </p:nvSpPr>
        <p:spPr>
          <a:ln/>
        </p:spPr>
        <p:txBody>
          <a:bodyPr/>
          <a:lstStyle/>
          <a:p>
            <a:r>
              <a:rPr lang="it-IT" altLang="en-IT"/>
              <a:t>kathara – [ labs: ospf_frr ]</a:t>
            </a:r>
          </a:p>
        </p:txBody>
      </p:sp>
      <p:grpSp>
        <p:nvGrpSpPr>
          <p:cNvPr id="21508" name="Group 2">
            <a:extLst>
              <a:ext uri="{FF2B5EF4-FFF2-40B4-BE49-F238E27FC236}">
                <a16:creationId xmlns:a16="http://schemas.microsoft.com/office/drawing/2014/main" id="{2DA97725-4953-C550-1AE7-B08BFB277F90}"/>
              </a:ext>
            </a:extLst>
          </p:cNvPr>
          <p:cNvGrpSpPr>
            <a:grpSpLocks/>
          </p:cNvGrpSpPr>
          <p:nvPr/>
        </p:nvGrpSpPr>
        <p:grpSpPr bwMode="auto">
          <a:xfrm>
            <a:off x="2184722" y="1013216"/>
            <a:ext cx="7655970" cy="3628007"/>
            <a:chOff x="-177" y="1030"/>
            <a:chExt cx="5760" cy="2840"/>
          </a:xfrm>
        </p:grpSpPr>
        <p:grpSp>
          <p:nvGrpSpPr>
            <p:cNvPr id="21537" name="Group 3">
              <a:extLst>
                <a:ext uri="{FF2B5EF4-FFF2-40B4-BE49-F238E27FC236}">
                  <a16:creationId xmlns:a16="http://schemas.microsoft.com/office/drawing/2014/main" id="{E2681DC0-9B50-77BB-239C-DF7BA73E9B3B}"/>
                </a:ext>
              </a:extLst>
            </p:cNvPr>
            <p:cNvGrpSpPr>
              <a:grpSpLocks/>
            </p:cNvGrpSpPr>
            <p:nvPr/>
          </p:nvGrpSpPr>
          <p:grpSpPr bwMode="auto">
            <a:xfrm>
              <a:off x="-177" y="1221"/>
              <a:ext cx="5760" cy="2649"/>
              <a:chOff x="-177" y="1221"/>
              <a:chExt cx="5760" cy="2649"/>
            </a:xfrm>
          </p:grpSpPr>
          <p:sp>
            <p:nvSpPr>
              <p:cNvPr id="21539" name="Oval 4">
                <a:extLst>
                  <a:ext uri="{FF2B5EF4-FFF2-40B4-BE49-F238E27FC236}">
                    <a16:creationId xmlns:a16="http://schemas.microsoft.com/office/drawing/2014/main" id="{B69635C6-E67E-A5FF-F83A-EDD0A07E21AD}"/>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0" name="Oval 5">
                <a:extLst>
                  <a:ext uri="{FF2B5EF4-FFF2-40B4-BE49-F238E27FC236}">
                    <a16:creationId xmlns:a16="http://schemas.microsoft.com/office/drawing/2014/main" id="{CD6F14E2-E370-605B-5409-012738BB8ECB}"/>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1" name="Oval 6">
                <a:extLst>
                  <a:ext uri="{FF2B5EF4-FFF2-40B4-BE49-F238E27FC236}">
                    <a16:creationId xmlns:a16="http://schemas.microsoft.com/office/drawing/2014/main" id="{B0991C3C-4720-AA4F-C655-54ADA1D57C12}"/>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2" name="Oval 7">
                <a:extLst>
                  <a:ext uri="{FF2B5EF4-FFF2-40B4-BE49-F238E27FC236}">
                    <a16:creationId xmlns:a16="http://schemas.microsoft.com/office/drawing/2014/main" id="{45C8B705-A185-D395-872F-2FEC97CFF287}"/>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3" name="Oval 8">
                <a:extLst>
                  <a:ext uri="{FF2B5EF4-FFF2-40B4-BE49-F238E27FC236}">
                    <a16:creationId xmlns:a16="http://schemas.microsoft.com/office/drawing/2014/main" id="{F725B197-4602-ACB5-B8B8-56129D2CDD21}"/>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4" name="Oval 9">
                <a:extLst>
                  <a:ext uri="{FF2B5EF4-FFF2-40B4-BE49-F238E27FC236}">
                    <a16:creationId xmlns:a16="http://schemas.microsoft.com/office/drawing/2014/main" id="{ACBEF2A0-3712-BAD5-FD1A-C29D5EC8AB13}"/>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5" name="Oval 10">
                <a:extLst>
                  <a:ext uri="{FF2B5EF4-FFF2-40B4-BE49-F238E27FC236}">
                    <a16:creationId xmlns:a16="http://schemas.microsoft.com/office/drawing/2014/main" id="{E674A691-74D1-1DC0-A014-ADBC3155DCA2}"/>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6" name="Oval 11">
                <a:extLst>
                  <a:ext uri="{FF2B5EF4-FFF2-40B4-BE49-F238E27FC236}">
                    <a16:creationId xmlns:a16="http://schemas.microsoft.com/office/drawing/2014/main" id="{B83FF4C2-6943-FEFF-00E0-6E588EDA7C0A}"/>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7" name="Oval 12">
                <a:extLst>
                  <a:ext uri="{FF2B5EF4-FFF2-40B4-BE49-F238E27FC236}">
                    <a16:creationId xmlns:a16="http://schemas.microsoft.com/office/drawing/2014/main" id="{EF32C6C9-82D0-B1E8-DA27-1F3B19138F71}"/>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dirty="0">
                  <a:latin typeface="Arial" panose="020B0604020202020204" pitchFamily="34" charset="0"/>
                </a:endParaRPr>
              </a:p>
            </p:txBody>
          </p:sp>
        </p:grpSp>
        <p:sp>
          <p:nvSpPr>
            <p:cNvPr id="21538" name="Oval 13">
              <a:extLst>
                <a:ext uri="{FF2B5EF4-FFF2-40B4-BE49-F238E27FC236}">
                  <a16:creationId xmlns:a16="http://schemas.microsoft.com/office/drawing/2014/main" id="{6EC22C66-8731-D095-AF4D-2BED9A96CFED}"/>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grpSp>
        <p:nvGrpSpPr>
          <p:cNvPr id="4" name="Group 3">
            <a:extLst>
              <a:ext uri="{FF2B5EF4-FFF2-40B4-BE49-F238E27FC236}">
                <a16:creationId xmlns:a16="http://schemas.microsoft.com/office/drawing/2014/main" id="{2D42DAB1-303A-3E40-3524-C11468DCB958}"/>
              </a:ext>
            </a:extLst>
          </p:cNvPr>
          <p:cNvGrpSpPr/>
          <p:nvPr/>
        </p:nvGrpSpPr>
        <p:grpSpPr>
          <a:xfrm>
            <a:off x="2780918" y="4408603"/>
            <a:ext cx="6802068" cy="2334786"/>
            <a:chOff x="4778215" y="2378844"/>
            <a:chExt cx="6802068" cy="1961626"/>
          </a:xfrm>
        </p:grpSpPr>
        <p:sp>
          <p:nvSpPr>
            <p:cNvPr id="5" name="Rectangle 4">
              <a:extLst>
                <a:ext uri="{FF2B5EF4-FFF2-40B4-BE49-F238E27FC236}">
                  <a16:creationId xmlns:a16="http://schemas.microsoft.com/office/drawing/2014/main" id="{70361730-5F00-C0BB-08BD-044CC667EEAE}"/>
                </a:ext>
              </a:extLst>
            </p:cNvPr>
            <p:cNvSpPr/>
            <p:nvPr/>
          </p:nvSpPr>
          <p:spPr>
            <a:xfrm>
              <a:off x="4778215" y="2632077"/>
              <a:ext cx="6802068" cy="1708393"/>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en-US" altLang="it-IT" sz="1400" dirty="0">
                  <a:solidFill>
                    <a:schemeClr val="bg1"/>
                  </a:solidFill>
                  <a:latin typeface="Lucida Console" panose="020B0609040504020204" pitchFamily="49" charset="0"/>
                </a:rPr>
                <a:t> Link State ID: 10.0.3.1 </a:t>
              </a:r>
            </a:p>
            <a:p>
              <a:pPr eaLnBrk="1" hangingPunct="1"/>
              <a:r>
                <a:rPr lang="en-US" altLang="it-IT" sz="1400" dirty="0">
                  <a:solidFill>
                    <a:schemeClr val="bg1"/>
                  </a:solidFill>
                  <a:latin typeface="Lucida Console" panose="020B0609040504020204" pitchFamily="49" charset="0"/>
                </a:rPr>
                <a:t>   Number of Links: 2</a:t>
              </a:r>
            </a:p>
            <a:p>
              <a:pPr eaLnBrk="1" hangingPunct="1"/>
              <a:r>
                <a:rPr lang="en-US" altLang="it-IT" sz="1400" dirty="0">
                  <a:solidFill>
                    <a:schemeClr val="bg1"/>
                  </a:solidFill>
                  <a:latin typeface="Lucida Console" panose="020B0609040504020204" pitchFamily="49" charset="0"/>
                </a:rPr>
                <a:t>    Link connected to: a Transit Network</a:t>
              </a:r>
            </a:p>
            <a:p>
              <a:pPr eaLnBrk="1" hangingPunct="1"/>
              <a:r>
                <a:rPr lang="en-US" altLang="it-IT" sz="1400" dirty="0">
                  <a:solidFill>
                    <a:schemeClr val="bg1"/>
                  </a:solidFill>
                  <a:latin typeface="Lucida Console" panose="020B0609040504020204" pitchFamily="49" charset="0"/>
                </a:rPr>
                <a:t>     (Link ID) Designated Router address: 10.0.0.1</a:t>
              </a:r>
            </a:p>
            <a:p>
              <a:pPr eaLnBrk="1" hangingPunct="1"/>
              <a:r>
                <a:rPr lang="en-US" altLang="it-IT" sz="1400" dirty="0">
                  <a:solidFill>
                    <a:schemeClr val="bg1"/>
                  </a:solidFill>
                  <a:latin typeface="Lucida Console" panose="020B0609040504020204" pitchFamily="49" charset="0"/>
                </a:rPr>
                <a:t>     (Link Data) Router Interface address: 10.0.0.1</a:t>
              </a:r>
            </a:p>
            <a:p>
              <a:pPr eaLnBrk="1" hangingPunct="1"/>
              <a:r>
                <a:rPr lang="en-US" altLang="it-IT" sz="1400" dirty="0">
                  <a:solidFill>
                    <a:schemeClr val="bg1"/>
                  </a:solidFill>
                  <a:latin typeface="Lucida Console" panose="020B0609040504020204" pitchFamily="49" charset="0"/>
                </a:rPr>
                <a:t>    Link connected to: a Transit Network</a:t>
              </a:r>
            </a:p>
            <a:p>
              <a:pPr eaLnBrk="1" hangingPunct="1"/>
              <a:r>
                <a:rPr lang="en-US" altLang="it-IT" sz="1400" dirty="0">
                  <a:solidFill>
                    <a:schemeClr val="bg1"/>
                  </a:solidFill>
                  <a:latin typeface="Lucida Console" panose="020B0609040504020204" pitchFamily="49" charset="0"/>
                </a:rPr>
                <a:t>     (Link ID) Designated Router address: 10.0.3.2</a:t>
              </a:r>
            </a:p>
            <a:p>
              <a:pPr eaLnBrk="1" hangingPunct="1"/>
              <a:r>
                <a:rPr lang="en-US" altLang="it-IT" sz="1400" dirty="0">
                  <a:solidFill>
                    <a:schemeClr val="bg1"/>
                  </a:solidFill>
                  <a:latin typeface="Lucida Console" panose="020B0609040504020204" pitchFamily="49" charset="0"/>
                </a:rPr>
                <a:t>     (Link Data) Router Interface address: 10.0.3.1 </a:t>
              </a:r>
              <a:endParaRPr lang="it-IT" altLang="it-IT" sz="1400" dirty="0">
                <a:solidFill>
                  <a:schemeClr val="bg1"/>
                </a:solidFill>
                <a:latin typeface="Lucida Console" panose="020B0609040504020204" pitchFamily="49" charset="0"/>
              </a:endParaRPr>
            </a:p>
          </p:txBody>
        </p:sp>
        <p:sp>
          <p:nvSpPr>
            <p:cNvPr id="6" name="Rectangle 5">
              <a:extLst>
                <a:ext uri="{FF2B5EF4-FFF2-40B4-BE49-F238E27FC236}">
                  <a16:creationId xmlns:a16="http://schemas.microsoft.com/office/drawing/2014/main" id="{E8931EE6-7A3E-795A-0473-EC7653C2A51A}"/>
                </a:ext>
              </a:extLst>
            </p:cNvPr>
            <p:cNvSpPr/>
            <p:nvPr/>
          </p:nvSpPr>
          <p:spPr>
            <a:xfrm>
              <a:off x="4778215" y="2378844"/>
              <a:ext cx="6802064"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7" name="Group 6">
              <a:extLst>
                <a:ext uri="{FF2B5EF4-FFF2-40B4-BE49-F238E27FC236}">
                  <a16:creationId xmlns:a16="http://schemas.microsoft.com/office/drawing/2014/main" id="{2CE8E8BB-74C2-AC0C-E3A5-C38E3B3F0654}"/>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E844A620-6750-B0F9-F8AC-10A7C8E1AC64}"/>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B770B94-AC31-A4C4-6A0F-3E88FAEF025C}"/>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E583634-35BC-41C5-2601-F81456C681CE}"/>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 name="Group 22">
            <a:extLst>
              <a:ext uri="{FF2B5EF4-FFF2-40B4-BE49-F238E27FC236}">
                <a16:creationId xmlns:a16="http://schemas.microsoft.com/office/drawing/2014/main" id="{C2608583-12AC-E963-6C53-601A92694D6E}"/>
              </a:ext>
            </a:extLst>
          </p:cNvPr>
          <p:cNvGrpSpPr>
            <a:grpSpLocks noChangeAspect="1"/>
          </p:cNvGrpSpPr>
          <p:nvPr/>
        </p:nvGrpSpPr>
        <p:grpSpPr bwMode="auto">
          <a:xfrm>
            <a:off x="5453228" y="2573027"/>
            <a:ext cx="723900" cy="460375"/>
            <a:chOff x="3312" y="2160"/>
            <a:chExt cx="960" cy="528"/>
          </a:xfrm>
        </p:grpSpPr>
        <p:grpSp>
          <p:nvGrpSpPr>
            <p:cNvPr id="12" name="Group 23">
              <a:extLst>
                <a:ext uri="{FF2B5EF4-FFF2-40B4-BE49-F238E27FC236}">
                  <a16:creationId xmlns:a16="http://schemas.microsoft.com/office/drawing/2014/main" id="{05DE7858-3636-F599-D79A-DE08964C598A}"/>
                </a:ext>
              </a:extLst>
            </p:cNvPr>
            <p:cNvGrpSpPr>
              <a:grpSpLocks noChangeAspect="1"/>
            </p:cNvGrpSpPr>
            <p:nvPr/>
          </p:nvGrpSpPr>
          <p:grpSpPr bwMode="auto">
            <a:xfrm>
              <a:off x="3312" y="2160"/>
              <a:ext cx="960" cy="528"/>
              <a:chOff x="3312" y="2160"/>
              <a:chExt cx="960" cy="528"/>
            </a:xfrm>
          </p:grpSpPr>
          <p:sp>
            <p:nvSpPr>
              <p:cNvPr id="14" name="AutoShape 24">
                <a:extLst>
                  <a:ext uri="{FF2B5EF4-FFF2-40B4-BE49-F238E27FC236}">
                    <a16:creationId xmlns:a16="http://schemas.microsoft.com/office/drawing/2014/main" id="{D82093E1-53BC-B07A-7C9A-18F8419FEF16}"/>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5" name="Group 25">
                <a:extLst>
                  <a:ext uri="{FF2B5EF4-FFF2-40B4-BE49-F238E27FC236}">
                    <a16:creationId xmlns:a16="http://schemas.microsoft.com/office/drawing/2014/main" id="{C4A8BA6A-BE62-18B2-5E0E-66517D17B67C}"/>
                  </a:ext>
                </a:extLst>
              </p:cNvPr>
              <p:cNvGrpSpPr>
                <a:grpSpLocks noChangeAspect="1"/>
              </p:cNvGrpSpPr>
              <p:nvPr/>
            </p:nvGrpSpPr>
            <p:grpSpPr bwMode="auto">
              <a:xfrm>
                <a:off x="3488" y="2193"/>
                <a:ext cx="599" cy="207"/>
                <a:chOff x="422" y="1632"/>
                <a:chExt cx="829" cy="298"/>
              </a:xfrm>
            </p:grpSpPr>
            <p:grpSp>
              <p:nvGrpSpPr>
                <p:cNvPr id="16" name="Group 26">
                  <a:extLst>
                    <a:ext uri="{FF2B5EF4-FFF2-40B4-BE49-F238E27FC236}">
                      <a16:creationId xmlns:a16="http://schemas.microsoft.com/office/drawing/2014/main" id="{631C4994-E14D-4C79-8905-6CDE1C06FFC4}"/>
                    </a:ext>
                  </a:extLst>
                </p:cNvPr>
                <p:cNvGrpSpPr>
                  <a:grpSpLocks noChangeAspect="1"/>
                </p:cNvGrpSpPr>
                <p:nvPr/>
              </p:nvGrpSpPr>
              <p:grpSpPr bwMode="auto">
                <a:xfrm>
                  <a:off x="422" y="1632"/>
                  <a:ext cx="822" cy="291"/>
                  <a:chOff x="422" y="1632"/>
                  <a:chExt cx="822" cy="291"/>
                </a:xfrm>
              </p:grpSpPr>
              <p:sp>
                <p:nvSpPr>
                  <p:cNvPr id="26" name="Freeform 27">
                    <a:extLst>
                      <a:ext uri="{FF2B5EF4-FFF2-40B4-BE49-F238E27FC236}">
                        <a16:creationId xmlns:a16="http://schemas.microsoft.com/office/drawing/2014/main" id="{B72CA0C7-3842-31B5-A5C3-2BD2DA66DDC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7" name="Freeform 28">
                    <a:extLst>
                      <a:ext uri="{FF2B5EF4-FFF2-40B4-BE49-F238E27FC236}">
                        <a16:creationId xmlns:a16="http://schemas.microsoft.com/office/drawing/2014/main" id="{2B385304-C216-72D0-27B5-82255325C57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8" name="Freeform 29">
                    <a:extLst>
                      <a:ext uri="{FF2B5EF4-FFF2-40B4-BE49-F238E27FC236}">
                        <a16:creationId xmlns:a16="http://schemas.microsoft.com/office/drawing/2014/main" id="{644859A5-014B-D062-F976-1D4659876FD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9" name="Freeform 30">
                    <a:extLst>
                      <a:ext uri="{FF2B5EF4-FFF2-40B4-BE49-F238E27FC236}">
                        <a16:creationId xmlns:a16="http://schemas.microsoft.com/office/drawing/2014/main" id="{30955297-9293-2496-5A1D-665E5962C48D}"/>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0" name="Freeform 31">
                    <a:extLst>
                      <a:ext uri="{FF2B5EF4-FFF2-40B4-BE49-F238E27FC236}">
                        <a16:creationId xmlns:a16="http://schemas.microsoft.com/office/drawing/2014/main" id="{CA45FD37-0134-8E11-D421-53E513B279D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1" name="Freeform 32">
                    <a:extLst>
                      <a:ext uri="{FF2B5EF4-FFF2-40B4-BE49-F238E27FC236}">
                        <a16:creationId xmlns:a16="http://schemas.microsoft.com/office/drawing/2014/main" id="{96F44D29-574C-E754-9DF9-656151B4AB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2" name="Freeform 33">
                    <a:extLst>
                      <a:ext uri="{FF2B5EF4-FFF2-40B4-BE49-F238E27FC236}">
                        <a16:creationId xmlns:a16="http://schemas.microsoft.com/office/drawing/2014/main" id="{1CE6700E-019B-D981-7832-BFB43488209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3" name="Freeform 34">
                    <a:extLst>
                      <a:ext uri="{FF2B5EF4-FFF2-40B4-BE49-F238E27FC236}">
                        <a16:creationId xmlns:a16="http://schemas.microsoft.com/office/drawing/2014/main" id="{2A010FA6-E3B8-72CD-DB39-B8DCD4A2472E}"/>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7" name="Group 35">
                  <a:extLst>
                    <a:ext uri="{FF2B5EF4-FFF2-40B4-BE49-F238E27FC236}">
                      <a16:creationId xmlns:a16="http://schemas.microsoft.com/office/drawing/2014/main" id="{275FBB97-7A1A-0ED0-0AEC-8E293B7B264E}"/>
                    </a:ext>
                  </a:extLst>
                </p:cNvPr>
                <p:cNvGrpSpPr>
                  <a:grpSpLocks noChangeAspect="1"/>
                </p:cNvGrpSpPr>
                <p:nvPr/>
              </p:nvGrpSpPr>
              <p:grpSpPr bwMode="auto">
                <a:xfrm>
                  <a:off x="429" y="1639"/>
                  <a:ext cx="822" cy="291"/>
                  <a:chOff x="429" y="1639"/>
                  <a:chExt cx="822" cy="291"/>
                </a:xfrm>
              </p:grpSpPr>
              <p:sp>
                <p:nvSpPr>
                  <p:cNvPr id="18" name="Freeform 36">
                    <a:extLst>
                      <a:ext uri="{FF2B5EF4-FFF2-40B4-BE49-F238E27FC236}">
                        <a16:creationId xmlns:a16="http://schemas.microsoft.com/office/drawing/2014/main" id="{3603BB32-D199-8485-5124-0522CD0D41D4}"/>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9" name="Freeform 37">
                    <a:extLst>
                      <a:ext uri="{FF2B5EF4-FFF2-40B4-BE49-F238E27FC236}">
                        <a16:creationId xmlns:a16="http://schemas.microsoft.com/office/drawing/2014/main" id="{47991BBD-795C-D6D0-A854-E1975B40A32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0" name="Freeform 38">
                    <a:extLst>
                      <a:ext uri="{FF2B5EF4-FFF2-40B4-BE49-F238E27FC236}">
                        <a16:creationId xmlns:a16="http://schemas.microsoft.com/office/drawing/2014/main" id="{89E1D22B-D401-46CD-FF9C-292A2C62868B}"/>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 name="Freeform 39">
                    <a:extLst>
                      <a:ext uri="{FF2B5EF4-FFF2-40B4-BE49-F238E27FC236}">
                        <a16:creationId xmlns:a16="http://schemas.microsoft.com/office/drawing/2014/main" id="{405C4355-58D5-C734-5656-7772ED4B01E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2" name="Freeform 40">
                    <a:extLst>
                      <a:ext uri="{FF2B5EF4-FFF2-40B4-BE49-F238E27FC236}">
                        <a16:creationId xmlns:a16="http://schemas.microsoft.com/office/drawing/2014/main" id="{72D24D7D-B1EF-253C-DFF4-46915408526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3" name="Freeform 41">
                    <a:extLst>
                      <a:ext uri="{FF2B5EF4-FFF2-40B4-BE49-F238E27FC236}">
                        <a16:creationId xmlns:a16="http://schemas.microsoft.com/office/drawing/2014/main" id="{80844405-3E35-52AD-E5A3-D076DBFB8DF8}"/>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4" name="Freeform 42">
                    <a:extLst>
                      <a:ext uri="{FF2B5EF4-FFF2-40B4-BE49-F238E27FC236}">
                        <a16:creationId xmlns:a16="http://schemas.microsoft.com/office/drawing/2014/main" id="{3D918802-43DC-25A5-ED8A-6BB9A8FDB86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5" name="Freeform 43">
                    <a:extLst>
                      <a:ext uri="{FF2B5EF4-FFF2-40B4-BE49-F238E27FC236}">
                        <a16:creationId xmlns:a16="http://schemas.microsoft.com/office/drawing/2014/main" id="{D2E67DEB-3A2A-F775-921A-839237AB803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3" name="WordArt 44">
              <a:extLst>
                <a:ext uri="{FF2B5EF4-FFF2-40B4-BE49-F238E27FC236}">
                  <a16:creationId xmlns:a16="http://schemas.microsoft.com/office/drawing/2014/main" id="{C52D2E08-E948-AC09-3DAC-C2B50C04E99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34" name="AutoShape 54">
            <a:extLst>
              <a:ext uri="{FF2B5EF4-FFF2-40B4-BE49-F238E27FC236}">
                <a16:creationId xmlns:a16="http://schemas.microsoft.com/office/drawing/2014/main" id="{AB0AF694-8067-C502-B6AB-55D6D79D8F99}"/>
              </a:ext>
            </a:extLst>
          </p:cNvPr>
          <p:cNvSpPr>
            <a:spLocks noChangeArrowheads="1"/>
          </p:cNvSpPr>
          <p:nvPr/>
        </p:nvSpPr>
        <p:spPr bwMode="auto">
          <a:xfrm>
            <a:off x="1843302" y="2058827"/>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dirty="0">
                <a:solidFill>
                  <a:schemeClr val="bg1"/>
                </a:solidFill>
              </a:rPr>
              <a:t>0.0.0.0</a:t>
            </a:r>
          </a:p>
        </p:txBody>
      </p:sp>
      <p:grpSp>
        <p:nvGrpSpPr>
          <p:cNvPr id="21557" name="Group 145">
            <a:extLst>
              <a:ext uri="{FF2B5EF4-FFF2-40B4-BE49-F238E27FC236}">
                <a16:creationId xmlns:a16="http://schemas.microsoft.com/office/drawing/2014/main" id="{BF919D3C-20E0-6995-049F-1A90879A55E7}"/>
              </a:ext>
            </a:extLst>
          </p:cNvPr>
          <p:cNvGrpSpPr>
            <a:grpSpLocks noChangeAspect="1"/>
          </p:cNvGrpSpPr>
          <p:nvPr/>
        </p:nvGrpSpPr>
        <p:grpSpPr bwMode="auto">
          <a:xfrm>
            <a:off x="3427884" y="3438634"/>
            <a:ext cx="723900" cy="460375"/>
            <a:chOff x="3312" y="2160"/>
            <a:chExt cx="960" cy="528"/>
          </a:xfrm>
        </p:grpSpPr>
        <p:grpSp>
          <p:nvGrpSpPr>
            <p:cNvPr id="21558" name="Group 146">
              <a:extLst>
                <a:ext uri="{FF2B5EF4-FFF2-40B4-BE49-F238E27FC236}">
                  <a16:creationId xmlns:a16="http://schemas.microsoft.com/office/drawing/2014/main" id="{C9CE70C1-F449-AE93-732C-5E6C179E02BB}"/>
                </a:ext>
              </a:extLst>
            </p:cNvPr>
            <p:cNvGrpSpPr>
              <a:grpSpLocks noChangeAspect="1"/>
            </p:cNvGrpSpPr>
            <p:nvPr/>
          </p:nvGrpSpPr>
          <p:grpSpPr bwMode="auto">
            <a:xfrm>
              <a:off x="3312" y="2160"/>
              <a:ext cx="960" cy="528"/>
              <a:chOff x="3312" y="2160"/>
              <a:chExt cx="960" cy="528"/>
            </a:xfrm>
          </p:grpSpPr>
          <p:sp>
            <p:nvSpPr>
              <p:cNvPr id="21560" name="AutoShape 147">
                <a:extLst>
                  <a:ext uri="{FF2B5EF4-FFF2-40B4-BE49-F238E27FC236}">
                    <a16:creationId xmlns:a16="http://schemas.microsoft.com/office/drawing/2014/main" id="{BBD55983-EA7E-7368-0DAF-64BB8810A75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61" name="Group 148">
                <a:extLst>
                  <a:ext uri="{FF2B5EF4-FFF2-40B4-BE49-F238E27FC236}">
                    <a16:creationId xmlns:a16="http://schemas.microsoft.com/office/drawing/2014/main" id="{C3039768-403B-52CD-6F45-2125E7C73EA0}"/>
                  </a:ext>
                </a:extLst>
              </p:cNvPr>
              <p:cNvGrpSpPr>
                <a:grpSpLocks noChangeAspect="1"/>
              </p:cNvGrpSpPr>
              <p:nvPr/>
            </p:nvGrpSpPr>
            <p:grpSpPr bwMode="auto">
              <a:xfrm>
                <a:off x="3488" y="2193"/>
                <a:ext cx="599" cy="207"/>
                <a:chOff x="422" y="1632"/>
                <a:chExt cx="829" cy="298"/>
              </a:xfrm>
            </p:grpSpPr>
            <p:grpSp>
              <p:nvGrpSpPr>
                <p:cNvPr id="21562" name="Group 149">
                  <a:extLst>
                    <a:ext uri="{FF2B5EF4-FFF2-40B4-BE49-F238E27FC236}">
                      <a16:creationId xmlns:a16="http://schemas.microsoft.com/office/drawing/2014/main" id="{E886641B-0F23-6D2E-2093-6D498208F740}"/>
                    </a:ext>
                  </a:extLst>
                </p:cNvPr>
                <p:cNvGrpSpPr>
                  <a:grpSpLocks noChangeAspect="1"/>
                </p:cNvGrpSpPr>
                <p:nvPr/>
              </p:nvGrpSpPr>
              <p:grpSpPr bwMode="auto">
                <a:xfrm>
                  <a:off x="422" y="1632"/>
                  <a:ext cx="822" cy="291"/>
                  <a:chOff x="422" y="1632"/>
                  <a:chExt cx="822" cy="291"/>
                </a:xfrm>
              </p:grpSpPr>
              <p:sp>
                <p:nvSpPr>
                  <p:cNvPr id="21572" name="Freeform 150">
                    <a:extLst>
                      <a:ext uri="{FF2B5EF4-FFF2-40B4-BE49-F238E27FC236}">
                        <a16:creationId xmlns:a16="http://schemas.microsoft.com/office/drawing/2014/main" id="{0AB50D13-FC19-907E-059E-A9AF76781C3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3" name="Freeform 151">
                    <a:extLst>
                      <a:ext uri="{FF2B5EF4-FFF2-40B4-BE49-F238E27FC236}">
                        <a16:creationId xmlns:a16="http://schemas.microsoft.com/office/drawing/2014/main" id="{8BBE3B2D-C7C6-96B1-A23E-0E6257BBE8F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4" name="Freeform 152">
                    <a:extLst>
                      <a:ext uri="{FF2B5EF4-FFF2-40B4-BE49-F238E27FC236}">
                        <a16:creationId xmlns:a16="http://schemas.microsoft.com/office/drawing/2014/main" id="{CD1A2776-2147-7B15-D135-616342C7A9CF}"/>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5" name="Freeform 153">
                    <a:extLst>
                      <a:ext uri="{FF2B5EF4-FFF2-40B4-BE49-F238E27FC236}">
                        <a16:creationId xmlns:a16="http://schemas.microsoft.com/office/drawing/2014/main" id="{7291508E-A91D-C72F-42B3-A6A6B653F06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6" name="Freeform 154">
                    <a:extLst>
                      <a:ext uri="{FF2B5EF4-FFF2-40B4-BE49-F238E27FC236}">
                        <a16:creationId xmlns:a16="http://schemas.microsoft.com/office/drawing/2014/main" id="{D545102C-A991-708F-C3B6-FDF24F887C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7" name="Freeform 155">
                    <a:extLst>
                      <a:ext uri="{FF2B5EF4-FFF2-40B4-BE49-F238E27FC236}">
                        <a16:creationId xmlns:a16="http://schemas.microsoft.com/office/drawing/2014/main" id="{A8A0332E-9857-0F7E-7C73-8F7561E0A76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8" name="Freeform 156">
                    <a:extLst>
                      <a:ext uri="{FF2B5EF4-FFF2-40B4-BE49-F238E27FC236}">
                        <a16:creationId xmlns:a16="http://schemas.microsoft.com/office/drawing/2014/main" id="{E29F5E5B-A6B7-40AB-AAE2-FDE57C7119D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9" name="Freeform 157">
                    <a:extLst>
                      <a:ext uri="{FF2B5EF4-FFF2-40B4-BE49-F238E27FC236}">
                        <a16:creationId xmlns:a16="http://schemas.microsoft.com/office/drawing/2014/main" id="{7F143E06-8770-68E2-C462-5E4FABF03F8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63" name="Group 158">
                  <a:extLst>
                    <a:ext uri="{FF2B5EF4-FFF2-40B4-BE49-F238E27FC236}">
                      <a16:creationId xmlns:a16="http://schemas.microsoft.com/office/drawing/2014/main" id="{EE15192C-52AC-F658-7322-8BA6CA520B5C}"/>
                    </a:ext>
                  </a:extLst>
                </p:cNvPr>
                <p:cNvGrpSpPr>
                  <a:grpSpLocks noChangeAspect="1"/>
                </p:cNvGrpSpPr>
                <p:nvPr/>
              </p:nvGrpSpPr>
              <p:grpSpPr bwMode="auto">
                <a:xfrm>
                  <a:off x="429" y="1639"/>
                  <a:ext cx="822" cy="291"/>
                  <a:chOff x="429" y="1639"/>
                  <a:chExt cx="822" cy="291"/>
                </a:xfrm>
              </p:grpSpPr>
              <p:sp>
                <p:nvSpPr>
                  <p:cNvPr id="21564" name="Freeform 159">
                    <a:extLst>
                      <a:ext uri="{FF2B5EF4-FFF2-40B4-BE49-F238E27FC236}">
                        <a16:creationId xmlns:a16="http://schemas.microsoft.com/office/drawing/2014/main" id="{583941F9-7A99-49A8-3C83-BB40C94CB2BB}"/>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5" name="Freeform 160">
                    <a:extLst>
                      <a:ext uri="{FF2B5EF4-FFF2-40B4-BE49-F238E27FC236}">
                        <a16:creationId xmlns:a16="http://schemas.microsoft.com/office/drawing/2014/main" id="{AD496653-94F8-3D91-C9F0-EFAB0FB8A37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6" name="Freeform 161">
                    <a:extLst>
                      <a:ext uri="{FF2B5EF4-FFF2-40B4-BE49-F238E27FC236}">
                        <a16:creationId xmlns:a16="http://schemas.microsoft.com/office/drawing/2014/main" id="{ADCFC04F-5A3A-844B-160D-D18AB530B11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7" name="Freeform 162">
                    <a:extLst>
                      <a:ext uri="{FF2B5EF4-FFF2-40B4-BE49-F238E27FC236}">
                        <a16:creationId xmlns:a16="http://schemas.microsoft.com/office/drawing/2014/main" id="{B96C67A1-C28F-3D18-39A8-02E5608BE231}"/>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8" name="Freeform 163">
                    <a:extLst>
                      <a:ext uri="{FF2B5EF4-FFF2-40B4-BE49-F238E27FC236}">
                        <a16:creationId xmlns:a16="http://schemas.microsoft.com/office/drawing/2014/main" id="{57786466-5584-82CE-1D4A-B091E7A6E01E}"/>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9" name="Freeform 164">
                    <a:extLst>
                      <a:ext uri="{FF2B5EF4-FFF2-40B4-BE49-F238E27FC236}">
                        <a16:creationId xmlns:a16="http://schemas.microsoft.com/office/drawing/2014/main" id="{5D85E2B6-2ABB-1FE7-316E-18CE7F03453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0" name="Freeform 165">
                    <a:extLst>
                      <a:ext uri="{FF2B5EF4-FFF2-40B4-BE49-F238E27FC236}">
                        <a16:creationId xmlns:a16="http://schemas.microsoft.com/office/drawing/2014/main" id="{1D492DA3-5C0F-01A9-DDDB-4D08C73020C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1" name="Freeform 166">
                    <a:extLst>
                      <a:ext uri="{FF2B5EF4-FFF2-40B4-BE49-F238E27FC236}">
                        <a16:creationId xmlns:a16="http://schemas.microsoft.com/office/drawing/2014/main" id="{46FEB88A-78F1-A80C-0696-7D0A202FC76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59" name="WordArt 167">
              <a:extLst>
                <a:ext uri="{FF2B5EF4-FFF2-40B4-BE49-F238E27FC236}">
                  <a16:creationId xmlns:a16="http://schemas.microsoft.com/office/drawing/2014/main" id="{76DD55C0-FCFC-7D17-6781-C8A8930DDDCF}"/>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sp>
        <p:nvSpPr>
          <p:cNvPr id="21580" name="AutoShape 182">
            <a:extLst>
              <a:ext uri="{FF2B5EF4-FFF2-40B4-BE49-F238E27FC236}">
                <a16:creationId xmlns:a16="http://schemas.microsoft.com/office/drawing/2014/main" id="{AAF8263B-B0B3-A65D-3DCA-6F87857E6027}"/>
              </a:ext>
            </a:extLst>
          </p:cNvPr>
          <p:cNvSpPr>
            <a:spLocks noChangeArrowheads="1"/>
          </p:cNvSpPr>
          <p:nvPr/>
        </p:nvSpPr>
        <p:spPr bwMode="auto">
          <a:xfrm>
            <a:off x="3267393"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10.0.3.1</a:t>
            </a:r>
          </a:p>
        </p:txBody>
      </p:sp>
      <p:sp>
        <p:nvSpPr>
          <p:cNvPr id="21581" name="AutoShape 183">
            <a:extLst>
              <a:ext uri="{FF2B5EF4-FFF2-40B4-BE49-F238E27FC236}">
                <a16:creationId xmlns:a16="http://schemas.microsoft.com/office/drawing/2014/main" id="{AEBCF5DC-DF62-D732-6A91-8D5C0F660489}"/>
              </a:ext>
            </a:extLst>
          </p:cNvPr>
          <p:cNvSpPr>
            <a:spLocks noChangeArrowheads="1"/>
          </p:cNvSpPr>
          <p:nvPr/>
        </p:nvSpPr>
        <p:spPr bwMode="auto">
          <a:xfrm>
            <a:off x="2932228" y="3929171"/>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10.0.3.2</a:t>
            </a:r>
          </a:p>
        </p:txBody>
      </p:sp>
      <p:sp>
        <p:nvSpPr>
          <p:cNvPr id="21582" name="AutoShape 185">
            <a:extLst>
              <a:ext uri="{FF2B5EF4-FFF2-40B4-BE49-F238E27FC236}">
                <a16:creationId xmlns:a16="http://schemas.microsoft.com/office/drawing/2014/main" id="{1DBEC42A-CBD1-19B7-F25C-8A892BC0FD97}"/>
              </a:ext>
            </a:extLst>
          </p:cNvPr>
          <p:cNvSpPr>
            <a:spLocks noChangeArrowheads="1"/>
          </p:cNvSpPr>
          <p:nvPr/>
        </p:nvSpPr>
        <p:spPr bwMode="auto">
          <a:xfrm>
            <a:off x="7809504" y="4021967"/>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dirty="0">
                <a:latin typeface="Courier New" panose="02070309020205020404" pitchFamily="49" charset="0"/>
              </a:rPr>
              <a:t>10.0.2.2</a:t>
            </a:r>
          </a:p>
        </p:txBody>
      </p:sp>
      <p:sp>
        <p:nvSpPr>
          <p:cNvPr id="21583" name="AutoShape 186">
            <a:extLst>
              <a:ext uri="{FF2B5EF4-FFF2-40B4-BE49-F238E27FC236}">
                <a16:creationId xmlns:a16="http://schemas.microsoft.com/office/drawing/2014/main" id="{90B64B42-6EB8-61B4-CE07-5514EEE6C7B2}"/>
              </a:ext>
            </a:extLst>
          </p:cNvPr>
          <p:cNvSpPr>
            <a:spLocks noChangeArrowheads="1"/>
          </p:cNvSpPr>
          <p:nvPr/>
        </p:nvSpPr>
        <p:spPr bwMode="auto">
          <a:xfrm>
            <a:off x="7621147"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10.0.1.1</a:t>
            </a:r>
          </a:p>
        </p:txBody>
      </p:sp>
      <p:sp>
        <p:nvSpPr>
          <p:cNvPr id="21584" name="AutoShape 214">
            <a:extLst>
              <a:ext uri="{FF2B5EF4-FFF2-40B4-BE49-F238E27FC236}">
                <a16:creationId xmlns:a16="http://schemas.microsoft.com/office/drawing/2014/main" id="{8A261A5F-7264-3AC9-C64E-CFA81FE95B65}"/>
              </a:ext>
            </a:extLst>
          </p:cNvPr>
          <p:cNvSpPr>
            <a:spLocks noChangeArrowheads="1"/>
          </p:cNvSpPr>
          <p:nvPr/>
        </p:nvSpPr>
        <p:spPr bwMode="auto">
          <a:xfrm>
            <a:off x="6244202" y="2468145"/>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10.0.2.3</a:t>
            </a:r>
          </a:p>
        </p:txBody>
      </p:sp>
      <p:sp>
        <p:nvSpPr>
          <p:cNvPr id="21827" name="AutoShape 298">
            <a:extLst>
              <a:ext uri="{FF2B5EF4-FFF2-40B4-BE49-F238E27FC236}">
                <a16:creationId xmlns:a16="http://schemas.microsoft.com/office/drawing/2014/main" id="{06B3DCAD-6000-B97B-E025-9E874C4ECA57}"/>
              </a:ext>
            </a:extLst>
          </p:cNvPr>
          <p:cNvSpPr>
            <a:spLocks noChangeArrowheads="1"/>
          </p:cNvSpPr>
          <p:nvPr/>
        </p:nvSpPr>
        <p:spPr bwMode="auto">
          <a:xfrm>
            <a:off x="9744874" y="4408603"/>
            <a:ext cx="2344737" cy="1696196"/>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IT" dirty="0">
                <a:latin typeface="Tahoma" panose="020B0604030504040204" pitchFamily="34" charset="0"/>
              </a:rPr>
              <a:t>note: the output of </a:t>
            </a:r>
            <a:r>
              <a:rPr lang="it-IT" altLang="en-IT" b="1" dirty="0">
                <a:latin typeface="Courier New" panose="02070309020205020404" pitchFamily="49" charset="0"/>
              </a:rPr>
              <a:t>show </a:t>
            </a:r>
            <a:r>
              <a:rPr lang="it-IT" altLang="en-IT" b="1" dirty="0" err="1">
                <a:latin typeface="Courier New" panose="02070309020205020404" pitchFamily="49" charset="0"/>
              </a:rPr>
              <a:t>ip</a:t>
            </a:r>
            <a:r>
              <a:rPr lang="it-IT" altLang="en-IT" b="1" dirty="0">
                <a:latin typeface="Courier New" panose="02070309020205020404" pitchFamily="49" charset="0"/>
              </a:rPr>
              <a:t> </a:t>
            </a:r>
            <a:r>
              <a:rPr lang="it-IT" altLang="en-IT" b="1" dirty="0" err="1">
                <a:latin typeface="Courier New" panose="02070309020205020404" pitchFamily="49" charset="0"/>
              </a:rPr>
              <a:t>ospf</a:t>
            </a:r>
            <a:r>
              <a:rPr lang="it-IT" altLang="en-IT" b="1" dirty="0">
                <a:latin typeface="Courier New" panose="02070309020205020404" pitchFamily="49" charset="0"/>
              </a:rPr>
              <a:t> database router</a:t>
            </a:r>
            <a:r>
              <a:rPr lang="it-IT" altLang="en-IT" dirty="0">
                <a:latin typeface="Tahoma" panose="020B0604030504040204" pitchFamily="34" charset="0"/>
              </a:rPr>
              <a:t> </a:t>
            </a:r>
            <a:r>
              <a:rPr lang="it-IT" altLang="en-IT" dirty="0" err="1">
                <a:latin typeface="Tahoma" panose="020B0604030504040204" pitchFamily="34" charset="0"/>
              </a:rPr>
              <a:t>has</a:t>
            </a:r>
            <a:r>
              <a:rPr lang="it-IT" altLang="en-IT" dirty="0">
                <a:latin typeface="Tahoma" panose="020B0604030504040204" pitchFamily="34" charset="0"/>
              </a:rPr>
              <a:t> </a:t>
            </a:r>
            <a:r>
              <a:rPr lang="it-IT" altLang="en-IT" dirty="0" err="1">
                <a:latin typeface="Tahoma" panose="020B0604030504040204" pitchFamily="34" charset="0"/>
              </a:rPr>
              <a:t>been</a:t>
            </a:r>
            <a:r>
              <a:rPr lang="it-IT" altLang="en-IT" dirty="0">
                <a:latin typeface="Tahoma" panose="020B0604030504040204" pitchFamily="34" charset="0"/>
              </a:rPr>
              <a:t> </a:t>
            </a:r>
            <a:r>
              <a:rPr lang="it-IT" altLang="en-IT" dirty="0" err="1">
                <a:latin typeface="Tahoma" panose="020B0604030504040204" pitchFamily="34" charset="0"/>
              </a:rPr>
              <a:t>summarized</a:t>
            </a:r>
            <a:r>
              <a:rPr lang="it-IT" altLang="en-IT" sz="2000" dirty="0">
                <a:latin typeface="Tahoma" panose="020B0604030504040204" pitchFamily="34" charset="0"/>
              </a:rPr>
              <a:t> </a:t>
            </a:r>
          </a:p>
        </p:txBody>
      </p:sp>
      <p:grpSp>
        <p:nvGrpSpPr>
          <p:cNvPr id="21828" name="Group 299">
            <a:extLst>
              <a:ext uri="{FF2B5EF4-FFF2-40B4-BE49-F238E27FC236}">
                <a16:creationId xmlns:a16="http://schemas.microsoft.com/office/drawing/2014/main" id="{31C774FC-35CC-BA8A-3E25-EEE5414758EE}"/>
              </a:ext>
            </a:extLst>
          </p:cNvPr>
          <p:cNvGrpSpPr>
            <a:grpSpLocks/>
          </p:cNvGrpSpPr>
          <p:nvPr/>
        </p:nvGrpSpPr>
        <p:grpSpPr bwMode="auto">
          <a:xfrm>
            <a:off x="2033682" y="2546791"/>
            <a:ext cx="1797050" cy="900113"/>
            <a:chOff x="333" y="1678"/>
            <a:chExt cx="1132" cy="567"/>
          </a:xfrm>
        </p:grpSpPr>
        <p:grpSp>
          <p:nvGrpSpPr>
            <p:cNvPr id="21829" name="Group 298">
              <a:extLst>
                <a:ext uri="{FF2B5EF4-FFF2-40B4-BE49-F238E27FC236}">
                  <a16:creationId xmlns:a16="http://schemas.microsoft.com/office/drawing/2014/main" id="{1D371C09-16ED-9BE7-63F5-49B41BD55687}"/>
                </a:ext>
              </a:extLst>
            </p:cNvPr>
            <p:cNvGrpSpPr>
              <a:grpSpLocks/>
            </p:cNvGrpSpPr>
            <p:nvPr/>
          </p:nvGrpSpPr>
          <p:grpSpPr bwMode="auto">
            <a:xfrm>
              <a:off x="333" y="1678"/>
              <a:ext cx="1132" cy="567"/>
              <a:chOff x="333" y="1678"/>
              <a:chExt cx="1132" cy="567"/>
            </a:xfrm>
          </p:grpSpPr>
          <p:sp>
            <p:nvSpPr>
              <p:cNvPr id="21831" name="Freeform 230">
                <a:extLst>
                  <a:ext uri="{FF2B5EF4-FFF2-40B4-BE49-F238E27FC236}">
                    <a16:creationId xmlns:a16="http://schemas.microsoft.com/office/drawing/2014/main" id="{2D84D18C-F2B9-37E1-DBA6-FCA8FA2515AC}"/>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2" name="Freeform 231">
                <a:extLst>
                  <a:ext uri="{FF2B5EF4-FFF2-40B4-BE49-F238E27FC236}">
                    <a16:creationId xmlns:a16="http://schemas.microsoft.com/office/drawing/2014/main" id="{E9DF031B-5C38-5189-E553-EC6D3D63CD8B}"/>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3" name="Freeform 233">
                <a:extLst>
                  <a:ext uri="{FF2B5EF4-FFF2-40B4-BE49-F238E27FC236}">
                    <a16:creationId xmlns:a16="http://schemas.microsoft.com/office/drawing/2014/main" id="{E4BFF9C5-B7E4-6FB8-5529-AE1B5A3073B0}"/>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4" name="Freeform 234">
                <a:extLst>
                  <a:ext uri="{FF2B5EF4-FFF2-40B4-BE49-F238E27FC236}">
                    <a16:creationId xmlns:a16="http://schemas.microsoft.com/office/drawing/2014/main" id="{F84A35F1-E915-A689-B9A2-68030DE545AA}"/>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5" name="Freeform 235">
                <a:extLst>
                  <a:ext uri="{FF2B5EF4-FFF2-40B4-BE49-F238E27FC236}">
                    <a16:creationId xmlns:a16="http://schemas.microsoft.com/office/drawing/2014/main" id="{A210F15B-0D58-08D5-348E-9C7DE6F31D4B}"/>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6" name="Freeform 236">
                <a:extLst>
                  <a:ext uri="{FF2B5EF4-FFF2-40B4-BE49-F238E27FC236}">
                    <a16:creationId xmlns:a16="http://schemas.microsoft.com/office/drawing/2014/main" id="{A94303D2-B908-6D8F-F897-94218576FE76}"/>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37" name="Freeform 237">
                <a:extLst>
                  <a:ext uri="{FF2B5EF4-FFF2-40B4-BE49-F238E27FC236}">
                    <a16:creationId xmlns:a16="http://schemas.microsoft.com/office/drawing/2014/main" id="{4C58013A-1F82-DDF2-9F2A-14EEAA4363E7}"/>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30" name="Text Box 238">
              <a:extLst>
                <a:ext uri="{FF2B5EF4-FFF2-40B4-BE49-F238E27FC236}">
                  <a16:creationId xmlns:a16="http://schemas.microsoft.com/office/drawing/2014/main" id="{36691FB7-EF30-B085-8C12-12D200CF70B8}"/>
                </a:ext>
              </a:extLst>
            </p:cNvPr>
            <p:cNvSpPr txBox="1">
              <a:spLocks noChangeArrowheads="1"/>
            </p:cNvSpPr>
            <p:nvPr/>
          </p:nvSpPr>
          <p:spPr bwMode="auto">
            <a:xfrm rot="-1143463">
              <a:off x="362" y="1861"/>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a:latin typeface="Courier New" panose="02070309020205020404" pitchFamily="49" charset="0"/>
                </a:rPr>
                <a:t>10.0.3.2</a:t>
              </a:r>
            </a:p>
          </p:txBody>
        </p:sp>
      </p:grpSp>
      <p:sp>
        <p:nvSpPr>
          <p:cNvPr id="21589" name="Line 201">
            <a:extLst>
              <a:ext uri="{FF2B5EF4-FFF2-40B4-BE49-F238E27FC236}">
                <a16:creationId xmlns:a16="http://schemas.microsoft.com/office/drawing/2014/main" id="{72B10056-8AFD-7A9A-262C-FB1C9781379F}"/>
              </a:ext>
            </a:extLst>
          </p:cNvPr>
          <p:cNvSpPr>
            <a:spLocks noChangeShapeType="1"/>
          </p:cNvSpPr>
          <p:nvPr/>
        </p:nvSpPr>
        <p:spPr bwMode="auto">
          <a:xfrm flipH="1">
            <a:off x="8216844" y="1765331"/>
            <a:ext cx="3175" cy="11430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588" name="Line 197">
            <a:extLst>
              <a:ext uri="{FF2B5EF4-FFF2-40B4-BE49-F238E27FC236}">
                <a16:creationId xmlns:a16="http://schemas.microsoft.com/office/drawing/2014/main" id="{449D53C1-F8EF-C52B-A39F-B223655F8E72}"/>
              </a:ext>
            </a:extLst>
          </p:cNvPr>
          <p:cNvSpPr>
            <a:spLocks noChangeShapeType="1"/>
          </p:cNvSpPr>
          <p:nvPr/>
        </p:nvSpPr>
        <p:spPr bwMode="auto">
          <a:xfrm>
            <a:off x="6009838" y="1872275"/>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8" name="Group 93">
            <a:extLst>
              <a:ext uri="{FF2B5EF4-FFF2-40B4-BE49-F238E27FC236}">
                <a16:creationId xmlns:a16="http://schemas.microsoft.com/office/drawing/2014/main" id="{418C1B97-D8F4-D705-C260-5C64127E9C88}"/>
              </a:ext>
            </a:extLst>
          </p:cNvPr>
          <p:cNvGrpSpPr>
            <a:grpSpLocks noChangeAspect="1"/>
          </p:cNvGrpSpPr>
          <p:nvPr/>
        </p:nvGrpSpPr>
        <p:grpSpPr bwMode="auto">
          <a:xfrm>
            <a:off x="7779897" y="1642040"/>
            <a:ext cx="723900" cy="460375"/>
            <a:chOff x="3312" y="2160"/>
            <a:chExt cx="960" cy="528"/>
          </a:xfrm>
        </p:grpSpPr>
        <p:grpSp>
          <p:nvGrpSpPr>
            <p:cNvPr id="59" name="Group 94">
              <a:extLst>
                <a:ext uri="{FF2B5EF4-FFF2-40B4-BE49-F238E27FC236}">
                  <a16:creationId xmlns:a16="http://schemas.microsoft.com/office/drawing/2014/main" id="{773BB94F-2D19-0B3D-B264-4DE8BB6AA61C}"/>
                </a:ext>
              </a:extLst>
            </p:cNvPr>
            <p:cNvGrpSpPr>
              <a:grpSpLocks noChangeAspect="1"/>
            </p:cNvGrpSpPr>
            <p:nvPr/>
          </p:nvGrpSpPr>
          <p:grpSpPr bwMode="auto">
            <a:xfrm>
              <a:off x="3312" y="2160"/>
              <a:ext cx="960" cy="528"/>
              <a:chOff x="3312" y="2160"/>
              <a:chExt cx="960" cy="528"/>
            </a:xfrm>
          </p:grpSpPr>
          <p:sp>
            <p:nvSpPr>
              <p:cNvPr id="61" name="AutoShape 95">
                <a:extLst>
                  <a:ext uri="{FF2B5EF4-FFF2-40B4-BE49-F238E27FC236}">
                    <a16:creationId xmlns:a16="http://schemas.microsoft.com/office/drawing/2014/main" id="{BF7FCB6B-9D8E-D555-9EC8-1BF8A8AB0B3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2" name="Group 96">
                <a:extLst>
                  <a:ext uri="{FF2B5EF4-FFF2-40B4-BE49-F238E27FC236}">
                    <a16:creationId xmlns:a16="http://schemas.microsoft.com/office/drawing/2014/main" id="{8B791A72-F763-FF26-E734-F9F0707F14FA}"/>
                  </a:ext>
                </a:extLst>
              </p:cNvPr>
              <p:cNvGrpSpPr>
                <a:grpSpLocks noChangeAspect="1"/>
              </p:cNvGrpSpPr>
              <p:nvPr/>
            </p:nvGrpSpPr>
            <p:grpSpPr bwMode="auto">
              <a:xfrm>
                <a:off x="3488" y="2193"/>
                <a:ext cx="599" cy="207"/>
                <a:chOff x="422" y="1632"/>
                <a:chExt cx="829" cy="298"/>
              </a:xfrm>
            </p:grpSpPr>
            <p:grpSp>
              <p:nvGrpSpPr>
                <p:cNvPr id="63" name="Group 97">
                  <a:extLst>
                    <a:ext uri="{FF2B5EF4-FFF2-40B4-BE49-F238E27FC236}">
                      <a16:creationId xmlns:a16="http://schemas.microsoft.com/office/drawing/2014/main" id="{B6288C28-7F15-3D8C-936C-BFD3F0022838}"/>
                    </a:ext>
                  </a:extLst>
                </p:cNvPr>
                <p:cNvGrpSpPr>
                  <a:grpSpLocks noChangeAspect="1"/>
                </p:cNvGrpSpPr>
                <p:nvPr/>
              </p:nvGrpSpPr>
              <p:grpSpPr bwMode="auto">
                <a:xfrm>
                  <a:off x="422" y="1632"/>
                  <a:ext cx="822" cy="291"/>
                  <a:chOff x="422" y="1632"/>
                  <a:chExt cx="822" cy="291"/>
                </a:xfrm>
              </p:grpSpPr>
              <p:sp>
                <p:nvSpPr>
                  <p:cNvPr id="21515" name="Freeform 98">
                    <a:extLst>
                      <a:ext uri="{FF2B5EF4-FFF2-40B4-BE49-F238E27FC236}">
                        <a16:creationId xmlns:a16="http://schemas.microsoft.com/office/drawing/2014/main" id="{37D07775-7ED6-2004-885C-68F583E5EB6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6" name="Freeform 99">
                    <a:extLst>
                      <a:ext uri="{FF2B5EF4-FFF2-40B4-BE49-F238E27FC236}">
                        <a16:creationId xmlns:a16="http://schemas.microsoft.com/office/drawing/2014/main" id="{2E0C03AE-6095-6348-C337-0B867ECCD8F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7" name="Freeform 100">
                    <a:extLst>
                      <a:ext uri="{FF2B5EF4-FFF2-40B4-BE49-F238E27FC236}">
                        <a16:creationId xmlns:a16="http://schemas.microsoft.com/office/drawing/2014/main" id="{6E9CC569-39AD-3E69-C74D-05A952DBCE9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8" name="Freeform 101">
                    <a:extLst>
                      <a:ext uri="{FF2B5EF4-FFF2-40B4-BE49-F238E27FC236}">
                        <a16:creationId xmlns:a16="http://schemas.microsoft.com/office/drawing/2014/main" id="{EA24AFB0-C412-7E33-8487-62E6D51C91A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9" name="Freeform 102">
                    <a:extLst>
                      <a:ext uri="{FF2B5EF4-FFF2-40B4-BE49-F238E27FC236}">
                        <a16:creationId xmlns:a16="http://schemas.microsoft.com/office/drawing/2014/main" id="{C184E451-A74A-D09E-7A07-7737C251948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0" name="Freeform 103">
                    <a:extLst>
                      <a:ext uri="{FF2B5EF4-FFF2-40B4-BE49-F238E27FC236}">
                        <a16:creationId xmlns:a16="http://schemas.microsoft.com/office/drawing/2014/main" id="{6B5618F2-175F-7C92-CA74-E7BF17B2C04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1" name="Freeform 104">
                    <a:extLst>
                      <a:ext uri="{FF2B5EF4-FFF2-40B4-BE49-F238E27FC236}">
                        <a16:creationId xmlns:a16="http://schemas.microsoft.com/office/drawing/2014/main" id="{FA90C331-835F-AFAB-EF04-09ACB29330D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2" name="Freeform 105">
                    <a:extLst>
                      <a:ext uri="{FF2B5EF4-FFF2-40B4-BE49-F238E27FC236}">
                        <a16:creationId xmlns:a16="http://schemas.microsoft.com/office/drawing/2014/main" id="{273104CB-BE03-B839-DBFE-64EC0172095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04" name="Group 106">
                  <a:extLst>
                    <a:ext uri="{FF2B5EF4-FFF2-40B4-BE49-F238E27FC236}">
                      <a16:creationId xmlns:a16="http://schemas.microsoft.com/office/drawing/2014/main" id="{810CC237-2CCA-EF5E-26D8-930609FA46B0}"/>
                    </a:ext>
                  </a:extLst>
                </p:cNvPr>
                <p:cNvGrpSpPr>
                  <a:grpSpLocks noChangeAspect="1"/>
                </p:cNvGrpSpPr>
                <p:nvPr/>
              </p:nvGrpSpPr>
              <p:grpSpPr bwMode="auto">
                <a:xfrm>
                  <a:off x="429" y="1639"/>
                  <a:ext cx="822" cy="291"/>
                  <a:chOff x="429" y="1639"/>
                  <a:chExt cx="822" cy="291"/>
                </a:xfrm>
              </p:grpSpPr>
              <p:sp>
                <p:nvSpPr>
                  <p:cNvPr id="21505" name="Freeform 107">
                    <a:extLst>
                      <a:ext uri="{FF2B5EF4-FFF2-40B4-BE49-F238E27FC236}">
                        <a16:creationId xmlns:a16="http://schemas.microsoft.com/office/drawing/2014/main" id="{0BB9777F-E3DB-3CA0-F9EB-9DE751211E2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6" name="Freeform 108">
                    <a:extLst>
                      <a:ext uri="{FF2B5EF4-FFF2-40B4-BE49-F238E27FC236}">
                        <a16:creationId xmlns:a16="http://schemas.microsoft.com/office/drawing/2014/main" id="{5C3DC2A5-96BA-0DB1-9349-E91C5F06EC1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7" name="Freeform 109">
                    <a:extLst>
                      <a:ext uri="{FF2B5EF4-FFF2-40B4-BE49-F238E27FC236}">
                        <a16:creationId xmlns:a16="http://schemas.microsoft.com/office/drawing/2014/main" id="{798A53BD-E197-4DA8-4F9D-4ABF50A3F36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0" name="Freeform 110">
                    <a:extLst>
                      <a:ext uri="{FF2B5EF4-FFF2-40B4-BE49-F238E27FC236}">
                        <a16:creationId xmlns:a16="http://schemas.microsoft.com/office/drawing/2014/main" id="{A47C46BB-DDBE-A3FF-7A9C-00038106449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1" name="Freeform 111">
                    <a:extLst>
                      <a:ext uri="{FF2B5EF4-FFF2-40B4-BE49-F238E27FC236}">
                        <a16:creationId xmlns:a16="http://schemas.microsoft.com/office/drawing/2014/main" id="{D7B73FD7-F0ED-BAF3-97A0-3A681B1CC88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2" name="Freeform 112">
                    <a:extLst>
                      <a:ext uri="{FF2B5EF4-FFF2-40B4-BE49-F238E27FC236}">
                        <a16:creationId xmlns:a16="http://schemas.microsoft.com/office/drawing/2014/main" id="{3183CA20-7AAE-251D-E72C-F581278880C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3" name="Freeform 113">
                    <a:extLst>
                      <a:ext uri="{FF2B5EF4-FFF2-40B4-BE49-F238E27FC236}">
                        <a16:creationId xmlns:a16="http://schemas.microsoft.com/office/drawing/2014/main" id="{DAD73475-3982-9DB2-45FA-E323CD278A3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4" name="Freeform 114">
                    <a:extLst>
                      <a:ext uri="{FF2B5EF4-FFF2-40B4-BE49-F238E27FC236}">
                        <a16:creationId xmlns:a16="http://schemas.microsoft.com/office/drawing/2014/main" id="{ABF7D543-8176-62CC-BC18-7D36427B740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 name="WordArt 115">
              <a:extLst>
                <a:ext uri="{FF2B5EF4-FFF2-40B4-BE49-F238E27FC236}">
                  <a16:creationId xmlns:a16="http://schemas.microsoft.com/office/drawing/2014/main" id="{DD9E5CCF-F95B-E060-47A2-93478C90550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21590" name="Group 198">
            <a:extLst>
              <a:ext uri="{FF2B5EF4-FFF2-40B4-BE49-F238E27FC236}">
                <a16:creationId xmlns:a16="http://schemas.microsoft.com/office/drawing/2014/main" id="{FD4942BF-5831-3E83-8593-914545B5295D}"/>
              </a:ext>
            </a:extLst>
          </p:cNvPr>
          <p:cNvGrpSpPr>
            <a:grpSpLocks/>
          </p:cNvGrpSpPr>
          <p:nvPr/>
        </p:nvGrpSpPr>
        <p:grpSpPr bwMode="auto">
          <a:xfrm>
            <a:off x="7320136" y="1721123"/>
            <a:ext cx="406400" cy="339725"/>
            <a:chOff x="144" y="3264"/>
            <a:chExt cx="288" cy="240"/>
          </a:xfrm>
        </p:grpSpPr>
        <p:sp>
          <p:nvSpPr>
            <p:cNvPr id="21591" name="Rectangle 199">
              <a:extLst>
                <a:ext uri="{FF2B5EF4-FFF2-40B4-BE49-F238E27FC236}">
                  <a16:creationId xmlns:a16="http://schemas.microsoft.com/office/drawing/2014/main" id="{05840C22-F64F-C1D3-1F36-C620AAD95668}"/>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2" name="Rectangle 200">
              <a:extLst>
                <a:ext uri="{FF2B5EF4-FFF2-40B4-BE49-F238E27FC236}">
                  <a16:creationId xmlns:a16="http://schemas.microsoft.com/office/drawing/2014/main" id="{0C5E50D8-DB18-3D75-D7CA-57A6E81BAFFA}"/>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grpSp>
        <p:nvGrpSpPr>
          <p:cNvPr id="21593" name="Group 202">
            <a:extLst>
              <a:ext uri="{FF2B5EF4-FFF2-40B4-BE49-F238E27FC236}">
                <a16:creationId xmlns:a16="http://schemas.microsoft.com/office/drawing/2014/main" id="{6DB0A1A6-0EF9-7A7A-6AC1-65FC526E0CA3}"/>
              </a:ext>
            </a:extLst>
          </p:cNvPr>
          <p:cNvGrpSpPr>
            <a:grpSpLocks/>
          </p:cNvGrpSpPr>
          <p:nvPr/>
        </p:nvGrpSpPr>
        <p:grpSpPr bwMode="auto">
          <a:xfrm>
            <a:off x="8020633" y="2153171"/>
            <a:ext cx="406400" cy="339725"/>
            <a:chOff x="144" y="3264"/>
            <a:chExt cx="288" cy="240"/>
          </a:xfrm>
        </p:grpSpPr>
        <p:sp>
          <p:nvSpPr>
            <p:cNvPr id="21594" name="Rectangle 203">
              <a:extLst>
                <a:ext uri="{FF2B5EF4-FFF2-40B4-BE49-F238E27FC236}">
                  <a16:creationId xmlns:a16="http://schemas.microsoft.com/office/drawing/2014/main" id="{5F7E31A3-B8DD-5DF3-0CDE-CA25345D3D3C}"/>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595" name="Rectangle 204">
              <a:extLst>
                <a:ext uri="{FF2B5EF4-FFF2-40B4-BE49-F238E27FC236}">
                  <a16:creationId xmlns:a16="http://schemas.microsoft.com/office/drawing/2014/main" id="{65F3C63F-4823-9B29-9D24-7DB400FE4E26}"/>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1</a:t>
              </a:r>
            </a:p>
          </p:txBody>
        </p:sp>
      </p:grpSp>
      <p:sp>
        <p:nvSpPr>
          <p:cNvPr id="21585" name="Line 195">
            <a:extLst>
              <a:ext uri="{FF2B5EF4-FFF2-40B4-BE49-F238E27FC236}">
                <a16:creationId xmlns:a16="http://schemas.microsoft.com/office/drawing/2014/main" id="{4449EBA2-8782-2520-EC40-6696A37567B2}"/>
              </a:ext>
            </a:extLst>
          </p:cNvPr>
          <p:cNvSpPr>
            <a:spLocks noChangeShapeType="1"/>
          </p:cNvSpPr>
          <p:nvPr/>
        </p:nvSpPr>
        <p:spPr bwMode="auto">
          <a:xfrm flipH="1">
            <a:off x="8210913" y="2734459"/>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2" name="Line 196">
            <a:extLst>
              <a:ext uri="{FF2B5EF4-FFF2-40B4-BE49-F238E27FC236}">
                <a16:creationId xmlns:a16="http://schemas.microsoft.com/office/drawing/2014/main" id="{8092240D-2054-67E8-81AD-129EEEB07CB2}"/>
              </a:ext>
            </a:extLst>
          </p:cNvPr>
          <p:cNvSpPr>
            <a:spLocks noChangeShapeType="1"/>
          </p:cNvSpPr>
          <p:nvPr/>
        </p:nvSpPr>
        <p:spPr bwMode="auto">
          <a:xfrm>
            <a:off x="5854061" y="3740691"/>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869" name="Oval 52">
            <a:extLst>
              <a:ext uri="{FF2B5EF4-FFF2-40B4-BE49-F238E27FC236}">
                <a16:creationId xmlns:a16="http://schemas.microsoft.com/office/drawing/2014/main" id="{73544B8B-DAD4-372F-26F7-2EC5B2E58FC1}"/>
              </a:ext>
            </a:extLst>
          </p:cNvPr>
          <p:cNvSpPr>
            <a:spLocks noChangeArrowheads="1"/>
          </p:cNvSpPr>
          <p:nvPr/>
        </p:nvSpPr>
        <p:spPr bwMode="auto">
          <a:xfrm flipH="1">
            <a:off x="8063269" y="262900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B</a:t>
            </a:r>
          </a:p>
        </p:txBody>
      </p:sp>
      <p:grpSp>
        <p:nvGrpSpPr>
          <p:cNvPr id="21523" name="Group 122">
            <a:extLst>
              <a:ext uri="{FF2B5EF4-FFF2-40B4-BE49-F238E27FC236}">
                <a16:creationId xmlns:a16="http://schemas.microsoft.com/office/drawing/2014/main" id="{8C636A99-E792-051D-4CC7-0AF4C69A759D}"/>
              </a:ext>
            </a:extLst>
          </p:cNvPr>
          <p:cNvGrpSpPr>
            <a:grpSpLocks noChangeAspect="1"/>
          </p:cNvGrpSpPr>
          <p:nvPr/>
        </p:nvGrpSpPr>
        <p:grpSpPr bwMode="auto">
          <a:xfrm>
            <a:off x="7968254" y="3531430"/>
            <a:ext cx="723900" cy="460375"/>
            <a:chOff x="3312" y="2160"/>
            <a:chExt cx="960" cy="528"/>
          </a:xfrm>
        </p:grpSpPr>
        <p:grpSp>
          <p:nvGrpSpPr>
            <p:cNvPr id="21524" name="Group 123">
              <a:extLst>
                <a:ext uri="{FF2B5EF4-FFF2-40B4-BE49-F238E27FC236}">
                  <a16:creationId xmlns:a16="http://schemas.microsoft.com/office/drawing/2014/main" id="{6B2A8C9A-1810-3936-4A72-CC7C1AD43C13}"/>
                </a:ext>
              </a:extLst>
            </p:cNvPr>
            <p:cNvGrpSpPr>
              <a:grpSpLocks noChangeAspect="1"/>
            </p:cNvGrpSpPr>
            <p:nvPr/>
          </p:nvGrpSpPr>
          <p:grpSpPr bwMode="auto">
            <a:xfrm>
              <a:off x="3312" y="2160"/>
              <a:ext cx="960" cy="528"/>
              <a:chOff x="3312" y="2160"/>
              <a:chExt cx="960" cy="528"/>
            </a:xfrm>
          </p:grpSpPr>
          <p:sp>
            <p:nvSpPr>
              <p:cNvPr id="21526" name="AutoShape 124">
                <a:extLst>
                  <a:ext uri="{FF2B5EF4-FFF2-40B4-BE49-F238E27FC236}">
                    <a16:creationId xmlns:a16="http://schemas.microsoft.com/office/drawing/2014/main" id="{485FEFB7-4F10-7F12-D27E-E08FEF3E737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27" name="Group 125">
                <a:extLst>
                  <a:ext uri="{FF2B5EF4-FFF2-40B4-BE49-F238E27FC236}">
                    <a16:creationId xmlns:a16="http://schemas.microsoft.com/office/drawing/2014/main" id="{BADADAA0-AF61-58FC-0E21-7ACDE28310D3}"/>
                  </a:ext>
                </a:extLst>
              </p:cNvPr>
              <p:cNvGrpSpPr>
                <a:grpSpLocks noChangeAspect="1"/>
              </p:cNvGrpSpPr>
              <p:nvPr/>
            </p:nvGrpSpPr>
            <p:grpSpPr bwMode="auto">
              <a:xfrm>
                <a:off x="3488" y="2193"/>
                <a:ext cx="599" cy="207"/>
                <a:chOff x="422" y="1632"/>
                <a:chExt cx="829" cy="298"/>
              </a:xfrm>
            </p:grpSpPr>
            <p:grpSp>
              <p:nvGrpSpPr>
                <p:cNvPr id="21528" name="Group 126">
                  <a:extLst>
                    <a:ext uri="{FF2B5EF4-FFF2-40B4-BE49-F238E27FC236}">
                      <a16:creationId xmlns:a16="http://schemas.microsoft.com/office/drawing/2014/main" id="{0086B9F0-CA06-8816-E8F2-F95291859CBC}"/>
                    </a:ext>
                  </a:extLst>
                </p:cNvPr>
                <p:cNvGrpSpPr>
                  <a:grpSpLocks noChangeAspect="1"/>
                </p:cNvGrpSpPr>
                <p:nvPr/>
              </p:nvGrpSpPr>
              <p:grpSpPr bwMode="auto">
                <a:xfrm>
                  <a:off x="422" y="1632"/>
                  <a:ext cx="822" cy="291"/>
                  <a:chOff x="422" y="1632"/>
                  <a:chExt cx="822" cy="291"/>
                </a:xfrm>
              </p:grpSpPr>
              <p:sp>
                <p:nvSpPr>
                  <p:cNvPr id="21549" name="Freeform 127">
                    <a:extLst>
                      <a:ext uri="{FF2B5EF4-FFF2-40B4-BE49-F238E27FC236}">
                        <a16:creationId xmlns:a16="http://schemas.microsoft.com/office/drawing/2014/main" id="{6521B9FF-899C-8769-E22C-BEA45397B1D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0" name="Freeform 128">
                    <a:extLst>
                      <a:ext uri="{FF2B5EF4-FFF2-40B4-BE49-F238E27FC236}">
                        <a16:creationId xmlns:a16="http://schemas.microsoft.com/office/drawing/2014/main" id="{498179DD-C74C-4C22-4377-D8410F7C05A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1" name="Freeform 129">
                    <a:extLst>
                      <a:ext uri="{FF2B5EF4-FFF2-40B4-BE49-F238E27FC236}">
                        <a16:creationId xmlns:a16="http://schemas.microsoft.com/office/drawing/2014/main" id="{B3BC125B-F789-6C8B-0D07-F3B2CA79E0F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2" name="Freeform 130">
                    <a:extLst>
                      <a:ext uri="{FF2B5EF4-FFF2-40B4-BE49-F238E27FC236}">
                        <a16:creationId xmlns:a16="http://schemas.microsoft.com/office/drawing/2014/main" id="{4AF925B7-84CA-9B17-BF3C-CECB5E74AE2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3" name="Freeform 131">
                    <a:extLst>
                      <a:ext uri="{FF2B5EF4-FFF2-40B4-BE49-F238E27FC236}">
                        <a16:creationId xmlns:a16="http://schemas.microsoft.com/office/drawing/2014/main" id="{B5CEF5C4-F4A2-2E38-B684-0B930256678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4" name="Freeform 132">
                    <a:extLst>
                      <a:ext uri="{FF2B5EF4-FFF2-40B4-BE49-F238E27FC236}">
                        <a16:creationId xmlns:a16="http://schemas.microsoft.com/office/drawing/2014/main" id="{EC9DD298-3ABA-DFCA-5F8A-02BCFFD48FB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5" name="Freeform 133">
                    <a:extLst>
                      <a:ext uri="{FF2B5EF4-FFF2-40B4-BE49-F238E27FC236}">
                        <a16:creationId xmlns:a16="http://schemas.microsoft.com/office/drawing/2014/main" id="{CE8BAA5D-E48C-F02D-17EB-723E70C0DE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6" name="Freeform 134">
                    <a:extLst>
                      <a:ext uri="{FF2B5EF4-FFF2-40B4-BE49-F238E27FC236}">
                        <a16:creationId xmlns:a16="http://schemas.microsoft.com/office/drawing/2014/main" id="{CFFE74F0-C6EC-DF34-0629-304012756C2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29" name="Group 135">
                  <a:extLst>
                    <a:ext uri="{FF2B5EF4-FFF2-40B4-BE49-F238E27FC236}">
                      <a16:creationId xmlns:a16="http://schemas.microsoft.com/office/drawing/2014/main" id="{57E28F75-7D1B-2B71-94B0-180C572B24C8}"/>
                    </a:ext>
                  </a:extLst>
                </p:cNvPr>
                <p:cNvGrpSpPr>
                  <a:grpSpLocks noChangeAspect="1"/>
                </p:cNvGrpSpPr>
                <p:nvPr/>
              </p:nvGrpSpPr>
              <p:grpSpPr bwMode="auto">
                <a:xfrm>
                  <a:off x="429" y="1639"/>
                  <a:ext cx="822" cy="291"/>
                  <a:chOff x="429" y="1639"/>
                  <a:chExt cx="822" cy="291"/>
                </a:xfrm>
              </p:grpSpPr>
              <p:sp>
                <p:nvSpPr>
                  <p:cNvPr id="21530" name="Freeform 136">
                    <a:extLst>
                      <a:ext uri="{FF2B5EF4-FFF2-40B4-BE49-F238E27FC236}">
                        <a16:creationId xmlns:a16="http://schemas.microsoft.com/office/drawing/2014/main" id="{CA7B053B-50DE-5A57-4E1C-6249BA1316E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1" name="Freeform 137">
                    <a:extLst>
                      <a:ext uri="{FF2B5EF4-FFF2-40B4-BE49-F238E27FC236}">
                        <a16:creationId xmlns:a16="http://schemas.microsoft.com/office/drawing/2014/main" id="{9CE7DBCA-0A4F-AB3F-53E9-CC831C02272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2" name="Freeform 138">
                    <a:extLst>
                      <a:ext uri="{FF2B5EF4-FFF2-40B4-BE49-F238E27FC236}">
                        <a16:creationId xmlns:a16="http://schemas.microsoft.com/office/drawing/2014/main" id="{77DA2937-3DC6-B2AB-062A-61183C0FDA5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3" name="Freeform 139">
                    <a:extLst>
                      <a:ext uri="{FF2B5EF4-FFF2-40B4-BE49-F238E27FC236}">
                        <a16:creationId xmlns:a16="http://schemas.microsoft.com/office/drawing/2014/main" id="{71799DF2-77A1-BBAB-6218-F43FBB08CAB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4" name="Freeform 140">
                    <a:extLst>
                      <a:ext uri="{FF2B5EF4-FFF2-40B4-BE49-F238E27FC236}">
                        <a16:creationId xmlns:a16="http://schemas.microsoft.com/office/drawing/2014/main" id="{267A88ED-03FD-4C0F-33EE-099D205168E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5" name="Freeform 141">
                    <a:extLst>
                      <a:ext uri="{FF2B5EF4-FFF2-40B4-BE49-F238E27FC236}">
                        <a16:creationId xmlns:a16="http://schemas.microsoft.com/office/drawing/2014/main" id="{0664CE1E-0004-20FE-0649-9CA58659392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6" name="Freeform 142">
                    <a:extLst>
                      <a:ext uri="{FF2B5EF4-FFF2-40B4-BE49-F238E27FC236}">
                        <a16:creationId xmlns:a16="http://schemas.microsoft.com/office/drawing/2014/main" id="{F56B102D-508A-B70F-7E3A-330CEC806E4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48" name="Freeform 143">
                    <a:extLst>
                      <a:ext uri="{FF2B5EF4-FFF2-40B4-BE49-F238E27FC236}">
                        <a16:creationId xmlns:a16="http://schemas.microsoft.com/office/drawing/2014/main" id="{57CA6746-97D8-C254-2DB2-99643D44639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25" name="WordArt 144">
              <a:extLst>
                <a:ext uri="{FF2B5EF4-FFF2-40B4-BE49-F238E27FC236}">
                  <a16:creationId xmlns:a16="http://schemas.microsoft.com/office/drawing/2014/main" id="{2EE5B74D-0221-342D-C512-737EA1F8274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grpSp>
        <p:nvGrpSpPr>
          <p:cNvPr id="21848" name="Group 311">
            <a:extLst>
              <a:ext uri="{FF2B5EF4-FFF2-40B4-BE49-F238E27FC236}">
                <a16:creationId xmlns:a16="http://schemas.microsoft.com/office/drawing/2014/main" id="{7D6F8486-9151-C0A7-CBD2-01C3C411DA4C}"/>
              </a:ext>
            </a:extLst>
          </p:cNvPr>
          <p:cNvGrpSpPr>
            <a:grpSpLocks/>
          </p:cNvGrpSpPr>
          <p:nvPr/>
        </p:nvGrpSpPr>
        <p:grpSpPr bwMode="auto">
          <a:xfrm rot="19389679">
            <a:off x="5846128" y="2945643"/>
            <a:ext cx="1797050" cy="900112"/>
            <a:chOff x="4259" y="1678"/>
            <a:chExt cx="1132" cy="567"/>
          </a:xfrm>
        </p:grpSpPr>
        <p:grpSp>
          <p:nvGrpSpPr>
            <p:cNvPr id="21849" name="Group 312">
              <a:extLst>
                <a:ext uri="{FF2B5EF4-FFF2-40B4-BE49-F238E27FC236}">
                  <a16:creationId xmlns:a16="http://schemas.microsoft.com/office/drawing/2014/main" id="{CE40BAAA-B110-0391-AABD-C3D8F8D9E064}"/>
                </a:ext>
              </a:extLst>
            </p:cNvPr>
            <p:cNvGrpSpPr>
              <a:grpSpLocks/>
            </p:cNvGrpSpPr>
            <p:nvPr/>
          </p:nvGrpSpPr>
          <p:grpSpPr bwMode="auto">
            <a:xfrm flipH="1">
              <a:off x="4259" y="1678"/>
              <a:ext cx="1132" cy="567"/>
              <a:chOff x="333" y="1678"/>
              <a:chExt cx="1132" cy="567"/>
            </a:xfrm>
          </p:grpSpPr>
          <p:sp>
            <p:nvSpPr>
              <p:cNvPr id="21851" name="Freeform 313">
                <a:extLst>
                  <a:ext uri="{FF2B5EF4-FFF2-40B4-BE49-F238E27FC236}">
                    <a16:creationId xmlns:a16="http://schemas.microsoft.com/office/drawing/2014/main" id="{2D717DEC-5CF2-4EC3-CE01-DE4B90F28CC3}"/>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2" name="Freeform 314">
                <a:extLst>
                  <a:ext uri="{FF2B5EF4-FFF2-40B4-BE49-F238E27FC236}">
                    <a16:creationId xmlns:a16="http://schemas.microsoft.com/office/drawing/2014/main" id="{DD0E4A58-AF82-2058-A780-9746A5085D31}"/>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3" name="Freeform 315">
                <a:extLst>
                  <a:ext uri="{FF2B5EF4-FFF2-40B4-BE49-F238E27FC236}">
                    <a16:creationId xmlns:a16="http://schemas.microsoft.com/office/drawing/2014/main" id="{11B506F8-292B-93BD-FCED-A3EA2AD09367}"/>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4" name="Freeform 316">
                <a:extLst>
                  <a:ext uri="{FF2B5EF4-FFF2-40B4-BE49-F238E27FC236}">
                    <a16:creationId xmlns:a16="http://schemas.microsoft.com/office/drawing/2014/main" id="{2D314E3C-A711-9A17-5E6E-038681C9B4FD}"/>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5" name="Freeform 317">
                <a:extLst>
                  <a:ext uri="{FF2B5EF4-FFF2-40B4-BE49-F238E27FC236}">
                    <a16:creationId xmlns:a16="http://schemas.microsoft.com/office/drawing/2014/main" id="{9888FF99-1215-304A-9AAF-A71AE7AECC32}"/>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6" name="Freeform 318">
                <a:extLst>
                  <a:ext uri="{FF2B5EF4-FFF2-40B4-BE49-F238E27FC236}">
                    <a16:creationId xmlns:a16="http://schemas.microsoft.com/office/drawing/2014/main" id="{7EECB26C-CF8F-76B5-4F24-534CFF8359F3}"/>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57" name="Freeform 319">
                <a:extLst>
                  <a:ext uri="{FF2B5EF4-FFF2-40B4-BE49-F238E27FC236}">
                    <a16:creationId xmlns:a16="http://schemas.microsoft.com/office/drawing/2014/main" id="{7F142E6E-327C-B4C9-88CB-F6289E5530C6}"/>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50" name="Text Box 320">
              <a:extLst>
                <a:ext uri="{FF2B5EF4-FFF2-40B4-BE49-F238E27FC236}">
                  <a16:creationId xmlns:a16="http://schemas.microsoft.com/office/drawing/2014/main" id="{7DEE7EF8-3041-CA96-E090-8B566D28B7B2}"/>
                </a:ext>
              </a:extLst>
            </p:cNvPr>
            <p:cNvSpPr txBox="1">
              <a:spLocks noChangeArrowheads="1"/>
            </p:cNvSpPr>
            <p:nvPr/>
          </p:nvSpPr>
          <p:spPr bwMode="auto">
            <a:xfrm rot="1143463" flipH="1">
              <a:off x="4626" y="1866"/>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dirty="0">
                  <a:latin typeface="Courier New" panose="02070309020205020404" pitchFamily="49" charset="0"/>
                </a:rPr>
                <a:t>10.0.2.1</a:t>
              </a:r>
            </a:p>
          </p:txBody>
        </p:sp>
      </p:grpSp>
      <p:grpSp>
        <p:nvGrpSpPr>
          <p:cNvPr id="21586" name="Group 69">
            <a:extLst>
              <a:ext uri="{FF2B5EF4-FFF2-40B4-BE49-F238E27FC236}">
                <a16:creationId xmlns:a16="http://schemas.microsoft.com/office/drawing/2014/main" id="{80D8309C-8E9C-A6AB-2AF1-ADF5045BACA9}"/>
              </a:ext>
            </a:extLst>
          </p:cNvPr>
          <p:cNvGrpSpPr>
            <a:grpSpLocks/>
          </p:cNvGrpSpPr>
          <p:nvPr/>
        </p:nvGrpSpPr>
        <p:grpSpPr bwMode="auto">
          <a:xfrm>
            <a:off x="8011945" y="3118209"/>
            <a:ext cx="406400" cy="339725"/>
            <a:chOff x="144" y="3264"/>
            <a:chExt cx="288" cy="240"/>
          </a:xfrm>
        </p:grpSpPr>
        <p:sp>
          <p:nvSpPr>
            <p:cNvPr id="21587" name="Rectangle 70">
              <a:extLst>
                <a:ext uri="{FF2B5EF4-FFF2-40B4-BE49-F238E27FC236}">
                  <a16:creationId xmlns:a16="http://schemas.microsoft.com/office/drawing/2014/main" id="{E3F70A63-A08C-E7B0-67CC-2E19C3B092E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6" name="Rectangle 71">
              <a:extLst>
                <a:ext uri="{FF2B5EF4-FFF2-40B4-BE49-F238E27FC236}">
                  <a16:creationId xmlns:a16="http://schemas.microsoft.com/office/drawing/2014/main" id="{B1BEBED3-E199-3B15-134F-AA837DCEF14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21597" name="Group 66">
            <a:extLst>
              <a:ext uri="{FF2B5EF4-FFF2-40B4-BE49-F238E27FC236}">
                <a16:creationId xmlns:a16="http://schemas.microsoft.com/office/drawing/2014/main" id="{FC75C2EC-8F4F-434F-44A7-5013FB6A6100}"/>
              </a:ext>
            </a:extLst>
          </p:cNvPr>
          <p:cNvGrpSpPr>
            <a:grpSpLocks/>
          </p:cNvGrpSpPr>
          <p:nvPr/>
        </p:nvGrpSpPr>
        <p:grpSpPr bwMode="auto">
          <a:xfrm>
            <a:off x="7472755" y="3586104"/>
            <a:ext cx="406400" cy="339725"/>
            <a:chOff x="144" y="3264"/>
            <a:chExt cx="288" cy="240"/>
          </a:xfrm>
        </p:grpSpPr>
        <p:sp>
          <p:nvSpPr>
            <p:cNvPr id="21598" name="Rectangle 67">
              <a:extLst>
                <a:ext uri="{FF2B5EF4-FFF2-40B4-BE49-F238E27FC236}">
                  <a16:creationId xmlns:a16="http://schemas.microsoft.com/office/drawing/2014/main" id="{B8296CD7-3D41-8457-4B5D-42FDD0A0C95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21599" name="Rectangle 68">
              <a:extLst>
                <a:ext uri="{FF2B5EF4-FFF2-40B4-BE49-F238E27FC236}">
                  <a16:creationId xmlns:a16="http://schemas.microsoft.com/office/drawing/2014/main" id="{7FF59BF8-F584-D35C-81E6-6ED974075383}"/>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pic>
        <p:nvPicPr>
          <p:cNvPr id="21600" name="Picture 224" descr="MC900434713[1]">
            <a:extLst>
              <a:ext uri="{FF2B5EF4-FFF2-40B4-BE49-F238E27FC236}">
                <a16:creationId xmlns:a16="http://schemas.microsoft.com/office/drawing/2014/main" id="{397505CB-821C-D7DB-2E2D-7E1A55CD49B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75831" y="2858801"/>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26" name="Line 201">
            <a:extLst>
              <a:ext uri="{FF2B5EF4-FFF2-40B4-BE49-F238E27FC236}">
                <a16:creationId xmlns:a16="http://schemas.microsoft.com/office/drawing/2014/main" id="{E5607226-DF31-C7B9-991C-22535CAD12ED}"/>
              </a:ext>
            </a:extLst>
          </p:cNvPr>
          <p:cNvSpPr>
            <a:spLocks noChangeShapeType="1"/>
          </p:cNvSpPr>
          <p:nvPr/>
        </p:nvSpPr>
        <p:spPr bwMode="auto">
          <a:xfrm flipH="1">
            <a:off x="5864070" y="1791006"/>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27" name="Line 201">
            <a:extLst>
              <a:ext uri="{FF2B5EF4-FFF2-40B4-BE49-F238E27FC236}">
                <a16:creationId xmlns:a16="http://schemas.microsoft.com/office/drawing/2014/main" id="{10E85AED-63EF-9FD6-4D1A-7AF0B7C1C291}"/>
              </a:ext>
            </a:extLst>
          </p:cNvPr>
          <p:cNvSpPr>
            <a:spLocks noChangeShapeType="1"/>
          </p:cNvSpPr>
          <p:nvPr/>
        </p:nvSpPr>
        <p:spPr bwMode="auto">
          <a:xfrm flipH="1">
            <a:off x="5864070" y="3099721"/>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870" name="Oval 53">
            <a:extLst>
              <a:ext uri="{FF2B5EF4-FFF2-40B4-BE49-F238E27FC236}">
                <a16:creationId xmlns:a16="http://schemas.microsoft.com/office/drawing/2014/main" id="{7005A62F-AD5D-EE8B-2A0A-5C87440AF9E4}"/>
              </a:ext>
            </a:extLst>
          </p:cNvPr>
          <p:cNvSpPr>
            <a:spLocks noChangeArrowheads="1"/>
          </p:cNvSpPr>
          <p:nvPr/>
        </p:nvSpPr>
        <p:spPr bwMode="auto">
          <a:xfrm flipH="1">
            <a:off x="5707907" y="3567987"/>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C</a:t>
            </a:r>
          </a:p>
        </p:txBody>
      </p:sp>
      <p:grpSp>
        <p:nvGrpSpPr>
          <p:cNvPr id="21620" name="Group 198">
            <a:extLst>
              <a:ext uri="{FF2B5EF4-FFF2-40B4-BE49-F238E27FC236}">
                <a16:creationId xmlns:a16="http://schemas.microsoft.com/office/drawing/2014/main" id="{5D74B959-BD8E-E9ED-E49D-528CE445E6DB}"/>
              </a:ext>
            </a:extLst>
          </p:cNvPr>
          <p:cNvGrpSpPr>
            <a:grpSpLocks/>
          </p:cNvGrpSpPr>
          <p:nvPr/>
        </p:nvGrpSpPr>
        <p:grpSpPr bwMode="auto">
          <a:xfrm>
            <a:off x="5612671" y="2237532"/>
            <a:ext cx="406400" cy="339725"/>
            <a:chOff x="144" y="3264"/>
            <a:chExt cx="288" cy="240"/>
          </a:xfrm>
        </p:grpSpPr>
        <p:sp>
          <p:nvSpPr>
            <p:cNvPr id="21621" name="Rectangle 199">
              <a:extLst>
                <a:ext uri="{FF2B5EF4-FFF2-40B4-BE49-F238E27FC236}">
                  <a16:creationId xmlns:a16="http://schemas.microsoft.com/office/drawing/2014/main" id="{CE4145F1-13DD-68C2-93B4-7D58E05CD52E}"/>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21622" name="Rectangle 200">
              <a:extLst>
                <a:ext uri="{FF2B5EF4-FFF2-40B4-BE49-F238E27FC236}">
                  <a16:creationId xmlns:a16="http://schemas.microsoft.com/office/drawing/2014/main" id="{8E551EAF-0003-48F8-A5DC-342E99F4EF6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grpSp>
        <p:nvGrpSpPr>
          <p:cNvPr id="21623" name="Group 201">
            <a:extLst>
              <a:ext uri="{FF2B5EF4-FFF2-40B4-BE49-F238E27FC236}">
                <a16:creationId xmlns:a16="http://schemas.microsoft.com/office/drawing/2014/main" id="{2FD1615A-3789-DC13-162F-BE54477A54EC}"/>
              </a:ext>
            </a:extLst>
          </p:cNvPr>
          <p:cNvGrpSpPr>
            <a:grpSpLocks/>
          </p:cNvGrpSpPr>
          <p:nvPr/>
        </p:nvGrpSpPr>
        <p:grpSpPr bwMode="auto">
          <a:xfrm>
            <a:off x="5642941" y="3013257"/>
            <a:ext cx="406400" cy="339725"/>
            <a:chOff x="144" y="3264"/>
            <a:chExt cx="288" cy="240"/>
          </a:xfrm>
        </p:grpSpPr>
        <p:sp>
          <p:nvSpPr>
            <p:cNvPr id="21625" name="Rectangle 203">
              <a:extLst>
                <a:ext uri="{FF2B5EF4-FFF2-40B4-BE49-F238E27FC236}">
                  <a16:creationId xmlns:a16="http://schemas.microsoft.com/office/drawing/2014/main" id="{7DBB3768-4D51-450F-7B02-49E7EBB7318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sp>
          <p:nvSpPr>
            <p:cNvPr id="21624" name="Rectangle 202">
              <a:extLst>
                <a:ext uri="{FF2B5EF4-FFF2-40B4-BE49-F238E27FC236}">
                  <a16:creationId xmlns:a16="http://schemas.microsoft.com/office/drawing/2014/main" id="{EE1BEA27-82B8-01C1-1DCF-85C287C490DA}"/>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grpSp>
      <p:sp>
        <p:nvSpPr>
          <p:cNvPr id="21618" name="Line 197">
            <a:extLst>
              <a:ext uri="{FF2B5EF4-FFF2-40B4-BE49-F238E27FC236}">
                <a16:creationId xmlns:a16="http://schemas.microsoft.com/office/drawing/2014/main" id="{E7AA2CA8-0A2C-17A6-6D0E-881780AA9938}"/>
              </a:ext>
            </a:extLst>
          </p:cNvPr>
          <p:cNvSpPr>
            <a:spLocks noChangeShapeType="1"/>
          </p:cNvSpPr>
          <p:nvPr/>
        </p:nvSpPr>
        <p:spPr bwMode="auto">
          <a:xfrm>
            <a:off x="3765047" y="1886242"/>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1" name="Oval 57">
            <a:extLst>
              <a:ext uri="{FF2B5EF4-FFF2-40B4-BE49-F238E27FC236}">
                <a16:creationId xmlns:a16="http://schemas.microsoft.com/office/drawing/2014/main" id="{CE8B9B63-2323-A33C-9694-30482B8E75D5}"/>
              </a:ext>
            </a:extLst>
          </p:cNvPr>
          <p:cNvSpPr>
            <a:spLocks noChangeArrowheads="1"/>
          </p:cNvSpPr>
          <p:nvPr/>
        </p:nvSpPr>
        <p:spPr bwMode="auto">
          <a:xfrm flipH="1">
            <a:off x="5707907" y="171297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A</a:t>
            </a:r>
          </a:p>
        </p:txBody>
      </p:sp>
      <p:sp>
        <p:nvSpPr>
          <p:cNvPr id="21619" name="Line 201">
            <a:extLst>
              <a:ext uri="{FF2B5EF4-FFF2-40B4-BE49-F238E27FC236}">
                <a16:creationId xmlns:a16="http://schemas.microsoft.com/office/drawing/2014/main" id="{90B1BA70-6BCA-0E1F-441A-33026978051D}"/>
              </a:ext>
            </a:extLst>
          </p:cNvPr>
          <p:cNvSpPr>
            <a:spLocks noChangeShapeType="1"/>
          </p:cNvSpPr>
          <p:nvPr/>
        </p:nvSpPr>
        <p:spPr bwMode="auto">
          <a:xfrm flipH="1">
            <a:off x="3809007" y="1862278"/>
            <a:ext cx="0" cy="91577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825" name="Group 288">
            <a:extLst>
              <a:ext uri="{FF2B5EF4-FFF2-40B4-BE49-F238E27FC236}">
                <a16:creationId xmlns:a16="http://schemas.microsoft.com/office/drawing/2014/main" id="{1885F794-704B-ADA9-3C00-445B18093E05}"/>
              </a:ext>
            </a:extLst>
          </p:cNvPr>
          <p:cNvGrpSpPr>
            <a:grpSpLocks/>
          </p:cNvGrpSpPr>
          <p:nvPr/>
        </p:nvGrpSpPr>
        <p:grpSpPr bwMode="auto">
          <a:xfrm>
            <a:off x="3413059" y="1609422"/>
            <a:ext cx="765991" cy="537685"/>
            <a:chOff x="195" y="394"/>
            <a:chExt cx="570" cy="360"/>
          </a:xfrm>
        </p:grpSpPr>
        <p:sp>
          <p:nvSpPr>
            <p:cNvPr id="21826" name="Arc 289">
              <a:extLst>
                <a:ext uri="{FF2B5EF4-FFF2-40B4-BE49-F238E27FC236}">
                  <a16:creationId xmlns:a16="http://schemas.microsoft.com/office/drawing/2014/main" id="{180C36B6-903A-296E-2A19-87D0DD45D459}"/>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8" name="Arc 290">
              <a:extLst>
                <a:ext uri="{FF2B5EF4-FFF2-40B4-BE49-F238E27FC236}">
                  <a16:creationId xmlns:a16="http://schemas.microsoft.com/office/drawing/2014/main" id="{B52DA408-221A-AB90-7217-ECCB437A4088}"/>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9" name="Line 291">
              <a:extLst>
                <a:ext uri="{FF2B5EF4-FFF2-40B4-BE49-F238E27FC236}">
                  <a16:creationId xmlns:a16="http://schemas.microsoft.com/office/drawing/2014/main" id="{605EFE9E-33EC-6CC5-A90C-7213B1EF9389}"/>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40" name="Line 292">
              <a:extLst>
                <a:ext uri="{FF2B5EF4-FFF2-40B4-BE49-F238E27FC236}">
                  <a16:creationId xmlns:a16="http://schemas.microsoft.com/office/drawing/2014/main" id="{78BBE94D-6ACD-E60C-80AF-45E9F3A954BB}"/>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35" name="Group 58">
            <a:extLst>
              <a:ext uri="{FF2B5EF4-FFF2-40B4-BE49-F238E27FC236}">
                <a16:creationId xmlns:a16="http://schemas.microsoft.com/office/drawing/2014/main" id="{E59B77AC-6891-3FC2-54D5-5DC0F4CA30D2}"/>
              </a:ext>
            </a:extLst>
          </p:cNvPr>
          <p:cNvGrpSpPr>
            <a:grpSpLocks noChangeAspect="1"/>
          </p:cNvGrpSpPr>
          <p:nvPr/>
        </p:nvGrpSpPr>
        <p:grpSpPr bwMode="auto">
          <a:xfrm>
            <a:off x="3418205" y="1642040"/>
            <a:ext cx="723900" cy="460375"/>
            <a:chOff x="3312" y="2160"/>
            <a:chExt cx="960" cy="528"/>
          </a:xfrm>
        </p:grpSpPr>
        <p:grpSp>
          <p:nvGrpSpPr>
            <p:cNvPr id="36" name="Group 59">
              <a:extLst>
                <a:ext uri="{FF2B5EF4-FFF2-40B4-BE49-F238E27FC236}">
                  <a16:creationId xmlns:a16="http://schemas.microsoft.com/office/drawing/2014/main" id="{358B3B2D-E8BA-1E94-14AE-B007D2DA2B53}"/>
                </a:ext>
              </a:extLst>
            </p:cNvPr>
            <p:cNvGrpSpPr>
              <a:grpSpLocks noChangeAspect="1"/>
            </p:cNvGrpSpPr>
            <p:nvPr/>
          </p:nvGrpSpPr>
          <p:grpSpPr bwMode="auto">
            <a:xfrm>
              <a:off x="3312" y="2160"/>
              <a:ext cx="960" cy="528"/>
              <a:chOff x="3312" y="2160"/>
              <a:chExt cx="960" cy="528"/>
            </a:xfrm>
          </p:grpSpPr>
          <p:sp>
            <p:nvSpPr>
              <p:cNvPr id="38" name="AutoShape 60">
                <a:extLst>
                  <a:ext uri="{FF2B5EF4-FFF2-40B4-BE49-F238E27FC236}">
                    <a16:creationId xmlns:a16="http://schemas.microsoft.com/office/drawing/2014/main" id="{B5BD0E12-FF8A-1D07-7047-4D285097916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39" name="Group 61">
                <a:extLst>
                  <a:ext uri="{FF2B5EF4-FFF2-40B4-BE49-F238E27FC236}">
                    <a16:creationId xmlns:a16="http://schemas.microsoft.com/office/drawing/2014/main" id="{3D58A98C-FB1A-914C-C89D-1AB4E97A30CE}"/>
                  </a:ext>
                </a:extLst>
              </p:cNvPr>
              <p:cNvGrpSpPr>
                <a:grpSpLocks noChangeAspect="1"/>
              </p:cNvGrpSpPr>
              <p:nvPr/>
            </p:nvGrpSpPr>
            <p:grpSpPr bwMode="auto">
              <a:xfrm>
                <a:off x="3488" y="2193"/>
                <a:ext cx="599" cy="207"/>
                <a:chOff x="422" y="1632"/>
                <a:chExt cx="829" cy="298"/>
              </a:xfrm>
            </p:grpSpPr>
            <p:grpSp>
              <p:nvGrpSpPr>
                <p:cNvPr id="40" name="Group 62">
                  <a:extLst>
                    <a:ext uri="{FF2B5EF4-FFF2-40B4-BE49-F238E27FC236}">
                      <a16:creationId xmlns:a16="http://schemas.microsoft.com/office/drawing/2014/main" id="{1B435C44-4945-1186-C685-2EBEA0450C98}"/>
                    </a:ext>
                  </a:extLst>
                </p:cNvPr>
                <p:cNvGrpSpPr>
                  <a:grpSpLocks noChangeAspect="1"/>
                </p:cNvGrpSpPr>
                <p:nvPr/>
              </p:nvGrpSpPr>
              <p:grpSpPr bwMode="auto">
                <a:xfrm>
                  <a:off x="422" y="1632"/>
                  <a:ext cx="822" cy="291"/>
                  <a:chOff x="422" y="1632"/>
                  <a:chExt cx="822" cy="291"/>
                </a:xfrm>
              </p:grpSpPr>
              <p:sp>
                <p:nvSpPr>
                  <p:cNvPr id="50" name="Freeform 63">
                    <a:extLst>
                      <a:ext uri="{FF2B5EF4-FFF2-40B4-BE49-F238E27FC236}">
                        <a16:creationId xmlns:a16="http://schemas.microsoft.com/office/drawing/2014/main" id="{B7109261-9C9F-F1C8-BEE5-9E18EAD52D1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1" name="Freeform 64">
                    <a:extLst>
                      <a:ext uri="{FF2B5EF4-FFF2-40B4-BE49-F238E27FC236}">
                        <a16:creationId xmlns:a16="http://schemas.microsoft.com/office/drawing/2014/main" id="{DF07984C-6065-BDC5-F697-56DB089B466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2" name="Freeform 65">
                    <a:extLst>
                      <a:ext uri="{FF2B5EF4-FFF2-40B4-BE49-F238E27FC236}">
                        <a16:creationId xmlns:a16="http://schemas.microsoft.com/office/drawing/2014/main" id="{759D1AB2-789C-7CE3-27B1-6AE8B2C1739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3" name="Freeform 66">
                    <a:extLst>
                      <a:ext uri="{FF2B5EF4-FFF2-40B4-BE49-F238E27FC236}">
                        <a16:creationId xmlns:a16="http://schemas.microsoft.com/office/drawing/2014/main" id="{400C610D-46FF-23B9-0C27-5EBCB41DF37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4" name="Freeform 67">
                    <a:extLst>
                      <a:ext uri="{FF2B5EF4-FFF2-40B4-BE49-F238E27FC236}">
                        <a16:creationId xmlns:a16="http://schemas.microsoft.com/office/drawing/2014/main" id="{B16A48EC-EF7F-4BE0-F6E4-ECCA66E9CD7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5" name="Freeform 68">
                    <a:extLst>
                      <a:ext uri="{FF2B5EF4-FFF2-40B4-BE49-F238E27FC236}">
                        <a16:creationId xmlns:a16="http://schemas.microsoft.com/office/drawing/2014/main" id="{19F1100D-8148-89E6-52E6-125C40AD333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6" name="Freeform 69">
                    <a:extLst>
                      <a:ext uri="{FF2B5EF4-FFF2-40B4-BE49-F238E27FC236}">
                        <a16:creationId xmlns:a16="http://schemas.microsoft.com/office/drawing/2014/main" id="{3CFC53CC-782F-BEF7-6986-BA080261A08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 name="Freeform 70">
                    <a:extLst>
                      <a:ext uri="{FF2B5EF4-FFF2-40B4-BE49-F238E27FC236}">
                        <a16:creationId xmlns:a16="http://schemas.microsoft.com/office/drawing/2014/main" id="{05BCE7A7-0FFB-785E-9573-AF9EADE0A54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41" name="Group 71">
                  <a:extLst>
                    <a:ext uri="{FF2B5EF4-FFF2-40B4-BE49-F238E27FC236}">
                      <a16:creationId xmlns:a16="http://schemas.microsoft.com/office/drawing/2014/main" id="{EDC4A3D8-0EA2-297F-3400-A35F16D6A136}"/>
                    </a:ext>
                  </a:extLst>
                </p:cNvPr>
                <p:cNvGrpSpPr>
                  <a:grpSpLocks noChangeAspect="1"/>
                </p:cNvGrpSpPr>
                <p:nvPr/>
              </p:nvGrpSpPr>
              <p:grpSpPr bwMode="auto">
                <a:xfrm>
                  <a:off x="429" y="1639"/>
                  <a:ext cx="822" cy="291"/>
                  <a:chOff x="429" y="1639"/>
                  <a:chExt cx="822" cy="291"/>
                </a:xfrm>
              </p:grpSpPr>
              <p:sp>
                <p:nvSpPr>
                  <p:cNvPr id="42" name="Freeform 72">
                    <a:extLst>
                      <a:ext uri="{FF2B5EF4-FFF2-40B4-BE49-F238E27FC236}">
                        <a16:creationId xmlns:a16="http://schemas.microsoft.com/office/drawing/2014/main" id="{DFD37556-E148-827E-C941-733AECD2C1B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3" name="Freeform 73">
                    <a:extLst>
                      <a:ext uri="{FF2B5EF4-FFF2-40B4-BE49-F238E27FC236}">
                        <a16:creationId xmlns:a16="http://schemas.microsoft.com/office/drawing/2014/main" id="{7182A070-25A5-C387-18BE-F3B70348A3C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4" name="Freeform 74">
                    <a:extLst>
                      <a:ext uri="{FF2B5EF4-FFF2-40B4-BE49-F238E27FC236}">
                        <a16:creationId xmlns:a16="http://schemas.microsoft.com/office/drawing/2014/main" id="{F19F85A6-9AB0-A771-E0ED-A13F02E7C2F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5" name="Freeform 75">
                    <a:extLst>
                      <a:ext uri="{FF2B5EF4-FFF2-40B4-BE49-F238E27FC236}">
                        <a16:creationId xmlns:a16="http://schemas.microsoft.com/office/drawing/2014/main" id="{6DE448EC-8F63-1CF6-EEB6-91D37D3E513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6" name="Freeform 76">
                    <a:extLst>
                      <a:ext uri="{FF2B5EF4-FFF2-40B4-BE49-F238E27FC236}">
                        <a16:creationId xmlns:a16="http://schemas.microsoft.com/office/drawing/2014/main" id="{F70C254F-7D19-3124-4192-6B7E5196087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7" name="Freeform 77">
                    <a:extLst>
                      <a:ext uri="{FF2B5EF4-FFF2-40B4-BE49-F238E27FC236}">
                        <a16:creationId xmlns:a16="http://schemas.microsoft.com/office/drawing/2014/main" id="{95125788-59B8-5A47-66D5-979B1828E46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8" name="Freeform 78">
                    <a:extLst>
                      <a:ext uri="{FF2B5EF4-FFF2-40B4-BE49-F238E27FC236}">
                        <a16:creationId xmlns:a16="http://schemas.microsoft.com/office/drawing/2014/main" id="{7207942D-6365-5FED-025B-19F2C0F69E8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9" name="Freeform 79">
                    <a:extLst>
                      <a:ext uri="{FF2B5EF4-FFF2-40B4-BE49-F238E27FC236}">
                        <a16:creationId xmlns:a16="http://schemas.microsoft.com/office/drawing/2014/main" id="{90F873C8-E584-E0CD-3C49-5BA0FDDD050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37" name="WordArt 80">
              <a:extLst>
                <a:ext uri="{FF2B5EF4-FFF2-40B4-BE49-F238E27FC236}">
                  <a16:creationId xmlns:a16="http://schemas.microsoft.com/office/drawing/2014/main" id="{E214CEBC-AD80-D590-DDEA-5C0A99499D7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sp>
        <p:nvSpPr>
          <p:cNvPr id="21868" name="Oval 51">
            <a:extLst>
              <a:ext uri="{FF2B5EF4-FFF2-40B4-BE49-F238E27FC236}">
                <a16:creationId xmlns:a16="http://schemas.microsoft.com/office/drawing/2014/main" id="{D82483F4-E4A6-720E-4DEA-40AE4183B17E}"/>
              </a:ext>
            </a:extLst>
          </p:cNvPr>
          <p:cNvSpPr>
            <a:spLocks noChangeArrowheads="1"/>
          </p:cNvSpPr>
          <p:nvPr/>
        </p:nvSpPr>
        <p:spPr bwMode="auto">
          <a:xfrm flipH="1">
            <a:off x="3641819" y="263727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D</a:t>
            </a:r>
          </a:p>
        </p:txBody>
      </p:sp>
      <p:grpSp>
        <p:nvGrpSpPr>
          <p:cNvPr id="21628" name="Group 39">
            <a:extLst>
              <a:ext uri="{FF2B5EF4-FFF2-40B4-BE49-F238E27FC236}">
                <a16:creationId xmlns:a16="http://schemas.microsoft.com/office/drawing/2014/main" id="{A5F79A14-0939-6793-CFAD-84C8143A27BF}"/>
              </a:ext>
            </a:extLst>
          </p:cNvPr>
          <p:cNvGrpSpPr>
            <a:grpSpLocks/>
          </p:cNvGrpSpPr>
          <p:nvPr/>
        </p:nvGrpSpPr>
        <p:grpSpPr bwMode="auto">
          <a:xfrm>
            <a:off x="4211805" y="1722306"/>
            <a:ext cx="406400" cy="339725"/>
            <a:chOff x="144" y="3264"/>
            <a:chExt cx="288" cy="240"/>
          </a:xfrm>
        </p:grpSpPr>
        <p:sp>
          <p:nvSpPr>
            <p:cNvPr id="21629" name="Rectangle 40">
              <a:extLst>
                <a:ext uri="{FF2B5EF4-FFF2-40B4-BE49-F238E27FC236}">
                  <a16:creationId xmlns:a16="http://schemas.microsoft.com/office/drawing/2014/main" id="{0B194F1B-5378-E594-118E-61D268787D8D}"/>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630" name="Rectangle 41">
              <a:extLst>
                <a:ext uri="{FF2B5EF4-FFF2-40B4-BE49-F238E27FC236}">
                  <a16:creationId xmlns:a16="http://schemas.microsoft.com/office/drawing/2014/main" id="{446BDC6A-9308-064D-870D-4CBADFC3E6FF}"/>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21631" name="Group 207">
            <a:extLst>
              <a:ext uri="{FF2B5EF4-FFF2-40B4-BE49-F238E27FC236}">
                <a16:creationId xmlns:a16="http://schemas.microsoft.com/office/drawing/2014/main" id="{59F8BCD5-B3A8-0320-667F-214EC0D97FEC}"/>
              </a:ext>
            </a:extLst>
          </p:cNvPr>
          <p:cNvGrpSpPr>
            <a:grpSpLocks/>
          </p:cNvGrpSpPr>
          <p:nvPr/>
        </p:nvGrpSpPr>
        <p:grpSpPr bwMode="auto">
          <a:xfrm>
            <a:off x="3581462" y="2100458"/>
            <a:ext cx="406400" cy="339725"/>
            <a:chOff x="144" y="3264"/>
            <a:chExt cx="288" cy="240"/>
          </a:xfrm>
        </p:grpSpPr>
        <p:sp>
          <p:nvSpPr>
            <p:cNvPr id="21824" name="Rectangle 208">
              <a:extLst>
                <a:ext uri="{FF2B5EF4-FFF2-40B4-BE49-F238E27FC236}">
                  <a16:creationId xmlns:a16="http://schemas.microsoft.com/office/drawing/2014/main" id="{5BC1E6F7-39F9-C3B6-0838-E2BC9AD9EF47}"/>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841" name="Rectangle 209">
              <a:extLst>
                <a:ext uri="{FF2B5EF4-FFF2-40B4-BE49-F238E27FC236}">
                  <a16:creationId xmlns:a16="http://schemas.microsoft.com/office/drawing/2014/main" id="{A91C4CCC-7607-861B-9E9F-D80258F93AB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pic>
        <p:nvPicPr>
          <p:cNvPr id="21613" name="Picture 224" descr="MC900434713[1]">
            <a:extLst>
              <a:ext uri="{FF2B5EF4-FFF2-40B4-BE49-F238E27FC236}">
                <a16:creationId xmlns:a16="http://schemas.microsoft.com/office/drawing/2014/main" id="{775783CB-2DC1-FEE4-86B7-B010BDB46AA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82028" y="1362922"/>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1132511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9" name="Rectangle 162">
            <a:extLst>
              <a:ext uri="{FF2B5EF4-FFF2-40B4-BE49-F238E27FC236}">
                <a16:creationId xmlns:a16="http://schemas.microsoft.com/office/drawing/2014/main" id="{8584387D-BCD0-10AC-7D8D-EC2987806EDE}"/>
              </a:ext>
            </a:extLst>
          </p:cNvPr>
          <p:cNvSpPr>
            <a:spLocks noGrp="1" noChangeArrowheads="1"/>
          </p:cNvSpPr>
          <p:nvPr>
            <p:ph type="title"/>
          </p:nvPr>
        </p:nvSpPr>
        <p:spPr/>
        <p:txBody>
          <a:bodyPr/>
          <a:lstStyle/>
          <a:p>
            <a:pPr eaLnBrk="1" hangingPunct="1"/>
            <a:r>
              <a:rPr lang="it-IT" altLang="it-IT" sz="4000" dirty="0" err="1"/>
              <a:t>ospf’s</a:t>
            </a:r>
            <a:r>
              <a:rPr lang="it-IT" altLang="it-IT" sz="4000" dirty="0"/>
              <a:t> </a:t>
            </a:r>
            <a:r>
              <a:rPr lang="it-IT" altLang="it-IT" sz="4000" dirty="0" err="1"/>
              <a:t>view</a:t>
            </a:r>
            <a:r>
              <a:rPr lang="it-IT" altLang="it-IT" sz="4000" dirty="0"/>
              <a:t> of the network</a:t>
            </a:r>
          </a:p>
        </p:txBody>
      </p:sp>
      <p:sp>
        <p:nvSpPr>
          <p:cNvPr id="2" name="Rectangle 4">
            <a:extLst>
              <a:ext uri="{FF2B5EF4-FFF2-40B4-BE49-F238E27FC236}">
                <a16:creationId xmlns:a16="http://schemas.microsoft.com/office/drawing/2014/main" id="{6CE004DA-5A77-5B87-6A43-BCDFAA7F1A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A2AFE0F-CDE3-53AA-46B9-074CE3A31213}"/>
              </a:ext>
            </a:extLst>
          </p:cNvPr>
          <p:cNvSpPr>
            <a:spLocks noGrp="1" noChangeArrowheads="1"/>
          </p:cNvSpPr>
          <p:nvPr>
            <p:ph type="ftr" sz="quarter" idx="11"/>
          </p:nvPr>
        </p:nvSpPr>
        <p:spPr>
          <a:ln/>
        </p:spPr>
        <p:txBody>
          <a:bodyPr/>
          <a:lstStyle/>
          <a:p>
            <a:r>
              <a:rPr lang="it-IT" altLang="en-IT"/>
              <a:t>kathara – [ labs: ospf_frr ]</a:t>
            </a:r>
          </a:p>
        </p:txBody>
      </p:sp>
      <p:grpSp>
        <p:nvGrpSpPr>
          <p:cNvPr id="21508" name="Group 2">
            <a:extLst>
              <a:ext uri="{FF2B5EF4-FFF2-40B4-BE49-F238E27FC236}">
                <a16:creationId xmlns:a16="http://schemas.microsoft.com/office/drawing/2014/main" id="{2DA97725-4953-C550-1AE7-B08BFB277F90}"/>
              </a:ext>
            </a:extLst>
          </p:cNvPr>
          <p:cNvGrpSpPr>
            <a:grpSpLocks/>
          </p:cNvGrpSpPr>
          <p:nvPr/>
        </p:nvGrpSpPr>
        <p:grpSpPr bwMode="auto">
          <a:xfrm>
            <a:off x="2184722" y="1013216"/>
            <a:ext cx="7655970" cy="3628007"/>
            <a:chOff x="-177" y="1030"/>
            <a:chExt cx="5760" cy="2840"/>
          </a:xfrm>
        </p:grpSpPr>
        <p:grpSp>
          <p:nvGrpSpPr>
            <p:cNvPr id="21537" name="Group 3">
              <a:extLst>
                <a:ext uri="{FF2B5EF4-FFF2-40B4-BE49-F238E27FC236}">
                  <a16:creationId xmlns:a16="http://schemas.microsoft.com/office/drawing/2014/main" id="{E2681DC0-9B50-77BB-239C-DF7BA73E9B3B}"/>
                </a:ext>
              </a:extLst>
            </p:cNvPr>
            <p:cNvGrpSpPr>
              <a:grpSpLocks/>
            </p:cNvGrpSpPr>
            <p:nvPr/>
          </p:nvGrpSpPr>
          <p:grpSpPr bwMode="auto">
            <a:xfrm>
              <a:off x="-177" y="1221"/>
              <a:ext cx="5760" cy="2649"/>
              <a:chOff x="-177" y="1221"/>
              <a:chExt cx="5760" cy="2649"/>
            </a:xfrm>
          </p:grpSpPr>
          <p:sp>
            <p:nvSpPr>
              <p:cNvPr id="21539" name="Oval 4">
                <a:extLst>
                  <a:ext uri="{FF2B5EF4-FFF2-40B4-BE49-F238E27FC236}">
                    <a16:creationId xmlns:a16="http://schemas.microsoft.com/office/drawing/2014/main" id="{B69635C6-E67E-A5FF-F83A-EDD0A07E21AD}"/>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0" name="Oval 5">
                <a:extLst>
                  <a:ext uri="{FF2B5EF4-FFF2-40B4-BE49-F238E27FC236}">
                    <a16:creationId xmlns:a16="http://schemas.microsoft.com/office/drawing/2014/main" id="{CD6F14E2-E370-605B-5409-012738BB8ECB}"/>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1" name="Oval 6">
                <a:extLst>
                  <a:ext uri="{FF2B5EF4-FFF2-40B4-BE49-F238E27FC236}">
                    <a16:creationId xmlns:a16="http://schemas.microsoft.com/office/drawing/2014/main" id="{B0991C3C-4720-AA4F-C655-54ADA1D57C12}"/>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2" name="Oval 7">
                <a:extLst>
                  <a:ext uri="{FF2B5EF4-FFF2-40B4-BE49-F238E27FC236}">
                    <a16:creationId xmlns:a16="http://schemas.microsoft.com/office/drawing/2014/main" id="{45C8B705-A185-D395-872F-2FEC97CFF287}"/>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3" name="Oval 8">
                <a:extLst>
                  <a:ext uri="{FF2B5EF4-FFF2-40B4-BE49-F238E27FC236}">
                    <a16:creationId xmlns:a16="http://schemas.microsoft.com/office/drawing/2014/main" id="{F725B197-4602-ACB5-B8B8-56129D2CDD21}"/>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4" name="Oval 9">
                <a:extLst>
                  <a:ext uri="{FF2B5EF4-FFF2-40B4-BE49-F238E27FC236}">
                    <a16:creationId xmlns:a16="http://schemas.microsoft.com/office/drawing/2014/main" id="{ACBEF2A0-3712-BAD5-FD1A-C29D5EC8AB13}"/>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5" name="Oval 10">
                <a:extLst>
                  <a:ext uri="{FF2B5EF4-FFF2-40B4-BE49-F238E27FC236}">
                    <a16:creationId xmlns:a16="http://schemas.microsoft.com/office/drawing/2014/main" id="{E674A691-74D1-1DC0-A014-ADBC3155DCA2}"/>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6" name="Oval 11">
                <a:extLst>
                  <a:ext uri="{FF2B5EF4-FFF2-40B4-BE49-F238E27FC236}">
                    <a16:creationId xmlns:a16="http://schemas.microsoft.com/office/drawing/2014/main" id="{B83FF4C2-6943-FEFF-00E0-6E588EDA7C0A}"/>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7" name="Oval 12">
                <a:extLst>
                  <a:ext uri="{FF2B5EF4-FFF2-40B4-BE49-F238E27FC236}">
                    <a16:creationId xmlns:a16="http://schemas.microsoft.com/office/drawing/2014/main" id="{EF32C6C9-82D0-B1E8-DA27-1F3B19138F71}"/>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dirty="0">
                  <a:latin typeface="Arial" panose="020B0604020202020204" pitchFamily="34" charset="0"/>
                </a:endParaRPr>
              </a:p>
            </p:txBody>
          </p:sp>
        </p:grpSp>
        <p:sp>
          <p:nvSpPr>
            <p:cNvPr id="21538" name="Oval 13">
              <a:extLst>
                <a:ext uri="{FF2B5EF4-FFF2-40B4-BE49-F238E27FC236}">
                  <a16:creationId xmlns:a16="http://schemas.microsoft.com/office/drawing/2014/main" id="{6EC22C66-8731-D095-AF4D-2BED9A96CFED}"/>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grpSp>
        <p:nvGrpSpPr>
          <p:cNvPr id="4" name="Group 3">
            <a:extLst>
              <a:ext uri="{FF2B5EF4-FFF2-40B4-BE49-F238E27FC236}">
                <a16:creationId xmlns:a16="http://schemas.microsoft.com/office/drawing/2014/main" id="{2D42DAB1-303A-3E40-3524-C11468DCB958}"/>
              </a:ext>
            </a:extLst>
          </p:cNvPr>
          <p:cNvGrpSpPr/>
          <p:nvPr/>
        </p:nvGrpSpPr>
        <p:grpSpPr>
          <a:xfrm>
            <a:off x="2780918" y="4408603"/>
            <a:ext cx="6802068" cy="2334786"/>
            <a:chOff x="4778215" y="2378844"/>
            <a:chExt cx="6802068" cy="1961626"/>
          </a:xfrm>
        </p:grpSpPr>
        <p:sp>
          <p:nvSpPr>
            <p:cNvPr id="5" name="Rectangle 4">
              <a:extLst>
                <a:ext uri="{FF2B5EF4-FFF2-40B4-BE49-F238E27FC236}">
                  <a16:creationId xmlns:a16="http://schemas.microsoft.com/office/drawing/2014/main" id="{70361730-5F00-C0BB-08BD-044CC667EEAE}"/>
                </a:ext>
              </a:extLst>
            </p:cNvPr>
            <p:cNvSpPr/>
            <p:nvPr/>
          </p:nvSpPr>
          <p:spPr>
            <a:xfrm>
              <a:off x="4778215" y="2632077"/>
              <a:ext cx="6802068" cy="1708393"/>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en-US" altLang="it-IT" sz="1400" dirty="0">
                  <a:solidFill>
                    <a:schemeClr val="bg1"/>
                  </a:solidFill>
                  <a:latin typeface="Lucida Console" panose="020B0609040504020204" pitchFamily="49" charset="0"/>
                </a:rPr>
                <a:t> Link State ID: 10.0.3.2 </a:t>
              </a:r>
            </a:p>
            <a:p>
              <a:pPr eaLnBrk="1" hangingPunct="1"/>
              <a:r>
                <a:rPr lang="en-US" altLang="it-IT" sz="1400" dirty="0">
                  <a:solidFill>
                    <a:schemeClr val="bg1"/>
                  </a:solidFill>
                  <a:latin typeface="Lucida Console" panose="020B0609040504020204" pitchFamily="49" charset="0"/>
                </a:rPr>
                <a:t>   Number of Links: 2</a:t>
              </a:r>
            </a:p>
            <a:p>
              <a:pPr eaLnBrk="1" hangingPunct="1"/>
              <a:r>
                <a:rPr lang="en-US" altLang="it-IT" sz="1400" dirty="0">
                  <a:solidFill>
                    <a:schemeClr val="bg1"/>
                  </a:solidFill>
                  <a:latin typeface="Lucida Console" panose="020B0609040504020204" pitchFamily="49" charset="0"/>
                </a:rPr>
                <a:t>    Link connected to: a Transit Network</a:t>
              </a:r>
            </a:p>
            <a:p>
              <a:pPr eaLnBrk="1" hangingPunct="1"/>
              <a:r>
                <a:rPr lang="en-US" altLang="it-IT" sz="1400" dirty="0">
                  <a:solidFill>
                    <a:schemeClr val="bg1"/>
                  </a:solidFill>
                  <a:latin typeface="Lucida Console" panose="020B0609040504020204" pitchFamily="49" charset="0"/>
                </a:rPr>
                <a:t>     (Link ID) Designated Router address: 10.0.2.1</a:t>
              </a:r>
            </a:p>
            <a:p>
              <a:pPr eaLnBrk="1" hangingPunct="1"/>
              <a:r>
                <a:rPr lang="en-US" altLang="it-IT" sz="1400" dirty="0">
                  <a:solidFill>
                    <a:schemeClr val="bg1"/>
                  </a:solidFill>
                  <a:latin typeface="Lucida Console" panose="020B0609040504020204" pitchFamily="49" charset="0"/>
                </a:rPr>
                <a:t>     (Link Data) Router Interface address: 10.0.2.1</a:t>
              </a:r>
            </a:p>
            <a:p>
              <a:pPr eaLnBrk="1" hangingPunct="1"/>
              <a:r>
                <a:rPr lang="en-US" altLang="it-IT" sz="1400" dirty="0">
                  <a:solidFill>
                    <a:schemeClr val="bg1"/>
                  </a:solidFill>
                  <a:latin typeface="Lucida Console" panose="020B0609040504020204" pitchFamily="49" charset="0"/>
                </a:rPr>
                <a:t>    Link connected to: a Transit Network</a:t>
              </a:r>
            </a:p>
            <a:p>
              <a:pPr eaLnBrk="1" hangingPunct="1"/>
              <a:r>
                <a:rPr lang="en-US" altLang="it-IT" sz="1400" dirty="0">
                  <a:solidFill>
                    <a:schemeClr val="bg1"/>
                  </a:solidFill>
                  <a:latin typeface="Lucida Console" panose="020B0609040504020204" pitchFamily="49" charset="0"/>
                </a:rPr>
                <a:t>     (Link ID) Designated Router address: 10.0.3.2</a:t>
              </a:r>
            </a:p>
            <a:p>
              <a:pPr eaLnBrk="1" hangingPunct="1"/>
              <a:r>
                <a:rPr lang="en-US" altLang="it-IT" sz="1400" dirty="0">
                  <a:solidFill>
                    <a:schemeClr val="bg1"/>
                  </a:solidFill>
                  <a:latin typeface="Lucida Console" panose="020B0609040504020204" pitchFamily="49" charset="0"/>
                </a:rPr>
                <a:t>     (Link Data) Router Interface address: 10.0.3.2 </a:t>
              </a:r>
              <a:endParaRPr lang="it-IT" altLang="it-IT" sz="1400" dirty="0">
                <a:solidFill>
                  <a:schemeClr val="bg1"/>
                </a:solidFill>
                <a:latin typeface="Lucida Console" panose="020B0609040504020204" pitchFamily="49" charset="0"/>
              </a:endParaRPr>
            </a:p>
          </p:txBody>
        </p:sp>
        <p:sp>
          <p:nvSpPr>
            <p:cNvPr id="6" name="Rectangle 5">
              <a:extLst>
                <a:ext uri="{FF2B5EF4-FFF2-40B4-BE49-F238E27FC236}">
                  <a16:creationId xmlns:a16="http://schemas.microsoft.com/office/drawing/2014/main" id="{E8931EE6-7A3E-795A-0473-EC7653C2A51A}"/>
                </a:ext>
              </a:extLst>
            </p:cNvPr>
            <p:cNvSpPr/>
            <p:nvPr/>
          </p:nvSpPr>
          <p:spPr>
            <a:xfrm>
              <a:off x="4778215" y="2378844"/>
              <a:ext cx="6802064"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7" name="Group 6">
              <a:extLst>
                <a:ext uri="{FF2B5EF4-FFF2-40B4-BE49-F238E27FC236}">
                  <a16:creationId xmlns:a16="http://schemas.microsoft.com/office/drawing/2014/main" id="{2CE8E8BB-74C2-AC0C-E3A5-C38E3B3F0654}"/>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E844A620-6750-B0F9-F8AC-10A7C8E1AC64}"/>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B770B94-AC31-A4C4-6A0F-3E88FAEF025C}"/>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E583634-35BC-41C5-2601-F81456C681CE}"/>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 name="Group 22">
            <a:extLst>
              <a:ext uri="{FF2B5EF4-FFF2-40B4-BE49-F238E27FC236}">
                <a16:creationId xmlns:a16="http://schemas.microsoft.com/office/drawing/2014/main" id="{C2608583-12AC-E963-6C53-601A92694D6E}"/>
              </a:ext>
            </a:extLst>
          </p:cNvPr>
          <p:cNvGrpSpPr>
            <a:grpSpLocks noChangeAspect="1"/>
          </p:cNvGrpSpPr>
          <p:nvPr/>
        </p:nvGrpSpPr>
        <p:grpSpPr bwMode="auto">
          <a:xfrm>
            <a:off x="5453228" y="2573027"/>
            <a:ext cx="723900" cy="460375"/>
            <a:chOff x="3312" y="2160"/>
            <a:chExt cx="960" cy="528"/>
          </a:xfrm>
        </p:grpSpPr>
        <p:grpSp>
          <p:nvGrpSpPr>
            <p:cNvPr id="12" name="Group 23">
              <a:extLst>
                <a:ext uri="{FF2B5EF4-FFF2-40B4-BE49-F238E27FC236}">
                  <a16:creationId xmlns:a16="http://schemas.microsoft.com/office/drawing/2014/main" id="{05DE7858-3636-F599-D79A-DE08964C598A}"/>
                </a:ext>
              </a:extLst>
            </p:cNvPr>
            <p:cNvGrpSpPr>
              <a:grpSpLocks noChangeAspect="1"/>
            </p:cNvGrpSpPr>
            <p:nvPr/>
          </p:nvGrpSpPr>
          <p:grpSpPr bwMode="auto">
            <a:xfrm>
              <a:off x="3312" y="2160"/>
              <a:ext cx="960" cy="528"/>
              <a:chOff x="3312" y="2160"/>
              <a:chExt cx="960" cy="528"/>
            </a:xfrm>
          </p:grpSpPr>
          <p:sp>
            <p:nvSpPr>
              <p:cNvPr id="14" name="AutoShape 24">
                <a:extLst>
                  <a:ext uri="{FF2B5EF4-FFF2-40B4-BE49-F238E27FC236}">
                    <a16:creationId xmlns:a16="http://schemas.microsoft.com/office/drawing/2014/main" id="{D82093E1-53BC-B07A-7C9A-18F8419FEF16}"/>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5" name="Group 25">
                <a:extLst>
                  <a:ext uri="{FF2B5EF4-FFF2-40B4-BE49-F238E27FC236}">
                    <a16:creationId xmlns:a16="http://schemas.microsoft.com/office/drawing/2014/main" id="{C4A8BA6A-BE62-18B2-5E0E-66517D17B67C}"/>
                  </a:ext>
                </a:extLst>
              </p:cNvPr>
              <p:cNvGrpSpPr>
                <a:grpSpLocks noChangeAspect="1"/>
              </p:cNvGrpSpPr>
              <p:nvPr/>
            </p:nvGrpSpPr>
            <p:grpSpPr bwMode="auto">
              <a:xfrm>
                <a:off x="3488" y="2193"/>
                <a:ext cx="599" cy="207"/>
                <a:chOff x="422" y="1632"/>
                <a:chExt cx="829" cy="298"/>
              </a:xfrm>
            </p:grpSpPr>
            <p:grpSp>
              <p:nvGrpSpPr>
                <p:cNvPr id="16" name="Group 26">
                  <a:extLst>
                    <a:ext uri="{FF2B5EF4-FFF2-40B4-BE49-F238E27FC236}">
                      <a16:creationId xmlns:a16="http://schemas.microsoft.com/office/drawing/2014/main" id="{631C4994-E14D-4C79-8905-6CDE1C06FFC4}"/>
                    </a:ext>
                  </a:extLst>
                </p:cNvPr>
                <p:cNvGrpSpPr>
                  <a:grpSpLocks noChangeAspect="1"/>
                </p:cNvGrpSpPr>
                <p:nvPr/>
              </p:nvGrpSpPr>
              <p:grpSpPr bwMode="auto">
                <a:xfrm>
                  <a:off x="422" y="1632"/>
                  <a:ext cx="822" cy="291"/>
                  <a:chOff x="422" y="1632"/>
                  <a:chExt cx="822" cy="291"/>
                </a:xfrm>
              </p:grpSpPr>
              <p:sp>
                <p:nvSpPr>
                  <p:cNvPr id="26" name="Freeform 27">
                    <a:extLst>
                      <a:ext uri="{FF2B5EF4-FFF2-40B4-BE49-F238E27FC236}">
                        <a16:creationId xmlns:a16="http://schemas.microsoft.com/office/drawing/2014/main" id="{B72CA0C7-3842-31B5-A5C3-2BD2DA66DDC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7" name="Freeform 28">
                    <a:extLst>
                      <a:ext uri="{FF2B5EF4-FFF2-40B4-BE49-F238E27FC236}">
                        <a16:creationId xmlns:a16="http://schemas.microsoft.com/office/drawing/2014/main" id="{2B385304-C216-72D0-27B5-82255325C57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8" name="Freeform 29">
                    <a:extLst>
                      <a:ext uri="{FF2B5EF4-FFF2-40B4-BE49-F238E27FC236}">
                        <a16:creationId xmlns:a16="http://schemas.microsoft.com/office/drawing/2014/main" id="{644859A5-014B-D062-F976-1D4659876FD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9" name="Freeform 30">
                    <a:extLst>
                      <a:ext uri="{FF2B5EF4-FFF2-40B4-BE49-F238E27FC236}">
                        <a16:creationId xmlns:a16="http://schemas.microsoft.com/office/drawing/2014/main" id="{30955297-9293-2496-5A1D-665E5962C48D}"/>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0" name="Freeform 31">
                    <a:extLst>
                      <a:ext uri="{FF2B5EF4-FFF2-40B4-BE49-F238E27FC236}">
                        <a16:creationId xmlns:a16="http://schemas.microsoft.com/office/drawing/2014/main" id="{CA45FD37-0134-8E11-D421-53E513B279D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1" name="Freeform 32">
                    <a:extLst>
                      <a:ext uri="{FF2B5EF4-FFF2-40B4-BE49-F238E27FC236}">
                        <a16:creationId xmlns:a16="http://schemas.microsoft.com/office/drawing/2014/main" id="{96F44D29-574C-E754-9DF9-656151B4AB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2" name="Freeform 33">
                    <a:extLst>
                      <a:ext uri="{FF2B5EF4-FFF2-40B4-BE49-F238E27FC236}">
                        <a16:creationId xmlns:a16="http://schemas.microsoft.com/office/drawing/2014/main" id="{1CE6700E-019B-D981-7832-BFB43488209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3" name="Freeform 34">
                    <a:extLst>
                      <a:ext uri="{FF2B5EF4-FFF2-40B4-BE49-F238E27FC236}">
                        <a16:creationId xmlns:a16="http://schemas.microsoft.com/office/drawing/2014/main" id="{2A010FA6-E3B8-72CD-DB39-B8DCD4A2472E}"/>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7" name="Group 35">
                  <a:extLst>
                    <a:ext uri="{FF2B5EF4-FFF2-40B4-BE49-F238E27FC236}">
                      <a16:creationId xmlns:a16="http://schemas.microsoft.com/office/drawing/2014/main" id="{275FBB97-7A1A-0ED0-0AEC-8E293B7B264E}"/>
                    </a:ext>
                  </a:extLst>
                </p:cNvPr>
                <p:cNvGrpSpPr>
                  <a:grpSpLocks noChangeAspect="1"/>
                </p:cNvGrpSpPr>
                <p:nvPr/>
              </p:nvGrpSpPr>
              <p:grpSpPr bwMode="auto">
                <a:xfrm>
                  <a:off x="429" y="1639"/>
                  <a:ext cx="822" cy="291"/>
                  <a:chOff x="429" y="1639"/>
                  <a:chExt cx="822" cy="291"/>
                </a:xfrm>
              </p:grpSpPr>
              <p:sp>
                <p:nvSpPr>
                  <p:cNvPr id="18" name="Freeform 36">
                    <a:extLst>
                      <a:ext uri="{FF2B5EF4-FFF2-40B4-BE49-F238E27FC236}">
                        <a16:creationId xmlns:a16="http://schemas.microsoft.com/office/drawing/2014/main" id="{3603BB32-D199-8485-5124-0522CD0D41D4}"/>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9" name="Freeform 37">
                    <a:extLst>
                      <a:ext uri="{FF2B5EF4-FFF2-40B4-BE49-F238E27FC236}">
                        <a16:creationId xmlns:a16="http://schemas.microsoft.com/office/drawing/2014/main" id="{47991BBD-795C-D6D0-A854-E1975B40A32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0" name="Freeform 38">
                    <a:extLst>
                      <a:ext uri="{FF2B5EF4-FFF2-40B4-BE49-F238E27FC236}">
                        <a16:creationId xmlns:a16="http://schemas.microsoft.com/office/drawing/2014/main" id="{89E1D22B-D401-46CD-FF9C-292A2C62868B}"/>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 name="Freeform 39">
                    <a:extLst>
                      <a:ext uri="{FF2B5EF4-FFF2-40B4-BE49-F238E27FC236}">
                        <a16:creationId xmlns:a16="http://schemas.microsoft.com/office/drawing/2014/main" id="{405C4355-58D5-C734-5656-7772ED4B01E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2" name="Freeform 40">
                    <a:extLst>
                      <a:ext uri="{FF2B5EF4-FFF2-40B4-BE49-F238E27FC236}">
                        <a16:creationId xmlns:a16="http://schemas.microsoft.com/office/drawing/2014/main" id="{72D24D7D-B1EF-253C-DFF4-46915408526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3" name="Freeform 41">
                    <a:extLst>
                      <a:ext uri="{FF2B5EF4-FFF2-40B4-BE49-F238E27FC236}">
                        <a16:creationId xmlns:a16="http://schemas.microsoft.com/office/drawing/2014/main" id="{80844405-3E35-52AD-E5A3-D076DBFB8DF8}"/>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4" name="Freeform 42">
                    <a:extLst>
                      <a:ext uri="{FF2B5EF4-FFF2-40B4-BE49-F238E27FC236}">
                        <a16:creationId xmlns:a16="http://schemas.microsoft.com/office/drawing/2014/main" id="{3D918802-43DC-25A5-ED8A-6BB9A8FDB86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5" name="Freeform 43">
                    <a:extLst>
                      <a:ext uri="{FF2B5EF4-FFF2-40B4-BE49-F238E27FC236}">
                        <a16:creationId xmlns:a16="http://schemas.microsoft.com/office/drawing/2014/main" id="{D2E67DEB-3A2A-F775-921A-839237AB803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3" name="WordArt 44">
              <a:extLst>
                <a:ext uri="{FF2B5EF4-FFF2-40B4-BE49-F238E27FC236}">
                  <a16:creationId xmlns:a16="http://schemas.microsoft.com/office/drawing/2014/main" id="{C52D2E08-E948-AC09-3DAC-C2B50C04E99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34" name="AutoShape 54">
            <a:extLst>
              <a:ext uri="{FF2B5EF4-FFF2-40B4-BE49-F238E27FC236}">
                <a16:creationId xmlns:a16="http://schemas.microsoft.com/office/drawing/2014/main" id="{AB0AF694-8067-C502-B6AB-55D6D79D8F99}"/>
              </a:ext>
            </a:extLst>
          </p:cNvPr>
          <p:cNvSpPr>
            <a:spLocks noChangeArrowheads="1"/>
          </p:cNvSpPr>
          <p:nvPr/>
        </p:nvSpPr>
        <p:spPr bwMode="auto">
          <a:xfrm>
            <a:off x="1843302" y="2058827"/>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dirty="0">
                <a:solidFill>
                  <a:schemeClr val="bg1"/>
                </a:solidFill>
              </a:rPr>
              <a:t>0.0.0.0</a:t>
            </a:r>
          </a:p>
        </p:txBody>
      </p:sp>
      <p:sp>
        <p:nvSpPr>
          <p:cNvPr id="21580" name="AutoShape 182">
            <a:extLst>
              <a:ext uri="{FF2B5EF4-FFF2-40B4-BE49-F238E27FC236}">
                <a16:creationId xmlns:a16="http://schemas.microsoft.com/office/drawing/2014/main" id="{AAF8263B-B0B3-A65D-3DCA-6F87857E6027}"/>
              </a:ext>
            </a:extLst>
          </p:cNvPr>
          <p:cNvSpPr>
            <a:spLocks noChangeArrowheads="1"/>
          </p:cNvSpPr>
          <p:nvPr/>
        </p:nvSpPr>
        <p:spPr bwMode="auto">
          <a:xfrm>
            <a:off x="3267393"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10.0.3.1</a:t>
            </a:r>
          </a:p>
        </p:txBody>
      </p:sp>
      <p:sp>
        <p:nvSpPr>
          <p:cNvPr id="21581" name="AutoShape 183">
            <a:extLst>
              <a:ext uri="{FF2B5EF4-FFF2-40B4-BE49-F238E27FC236}">
                <a16:creationId xmlns:a16="http://schemas.microsoft.com/office/drawing/2014/main" id="{AEBCF5DC-DF62-D732-6A91-8D5C0F660489}"/>
              </a:ext>
            </a:extLst>
          </p:cNvPr>
          <p:cNvSpPr>
            <a:spLocks noChangeArrowheads="1"/>
          </p:cNvSpPr>
          <p:nvPr/>
        </p:nvSpPr>
        <p:spPr bwMode="auto">
          <a:xfrm>
            <a:off x="2932228" y="3929171"/>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10.0.3.2</a:t>
            </a:r>
          </a:p>
        </p:txBody>
      </p:sp>
      <p:sp>
        <p:nvSpPr>
          <p:cNvPr id="21582" name="AutoShape 185">
            <a:extLst>
              <a:ext uri="{FF2B5EF4-FFF2-40B4-BE49-F238E27FC236}">
                <a16:creationId xmlns:a16="http://schemas.microsoft.com/office/drawing/2014/main" id="{1DBEC42A-CBD1-19B7-F25C-8A892BC0FD97}"/>
              </a:ext>
            </a:extLst>
          </p:cNvPr>
          <p:cNvSpPr>
            <a:spLocks noChangeArrowheads="1"/>
          </p:cNvSpPr>
          <p:nvPr/>
        </p:nvSpPr>
        <p:spPr bwMode="auto">
          <a:xfrm>
            <a:off x="7809504" y="4021967"/>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dirty="0">
                <a:latin typeface="Courier New" panose="02070309020205020404" pitchFamily="49" charset="0"/>
              </a:rPr>
              <a:t>10.0.2.2</a:t>
            </a:r>
          </a:p>
        </p:txBody>
      </p:sp>
      <p:sp>
        <p:nvSpPr>
          <p:cNvPr id="21583" name="AutoShape 186">
            <a:extLst>
              <a:ext uri="{FF2B5EF4-FFF2-40B4-BE49-F238E27FC236}">
                <a16:creationId xmlns:a16="http://schemas.microsoft.com/office/drawing/2014/main" id="{90B64B42-6EB8-61B4-CE07-5514EEE6C7B2}"/>
              </a:ext>
            </a:extLst>
          </p:cNvPr>
          <p:cNvSpPr>
            <a:spLocks noChangeArrowheads="1"/>
          </p:cNvSpPr>
          <p:nvPr/>
        </p:nvSpPr>
        <p:spPr bwMode="auto">
          <a:xfrm>
            <a:off x="7621147"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10.0.1.1</a:t>
            </a:r>
          </a:p>
        </p:txBody>
      </p:sp>
      <p:sp>
        <p:nvSpPr>
          <p:cNvPr id="21584" name="AutoShape 214">
            <a:extLst>
              <a:ext uri="{FF2B5EF4-FFF2-40B4-BE49-F238E27FC236}">
                <a16:creationId xmlns:a16="http://schemas.microsoft.com/office/drawing/2014/main" id="{8A261A5F-7264-3AC9-C64E-CFA81FE95B65}"/>
              </a:ext>
            </a:extLst>
          </p:cNvPr>
          <p:cNvSpPr>
            <a:spLocks noChangeArrowheads="1"/>
          </p:cNvSpPr>
          <p:nvPr/>
        </p:nvSpPr>
        <p:spPr bwMode="auto">
          <a:xfrm>
            <a:off x="6244202" y="2468145"/>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10.0.2.3</a:t>
            </a:r>
          </a:p>
        </p:txBody>
      </p:sp>
      <p:sp>
        <p:nvSpPr>
          <p:cNvPr id="21827" name="AutoShape 298">
            <a:extLst>
              <a:ext uri="{FF2B5EF4-FFF2-40B4-BE49-F238E27FC236}">
                <a16:creationId xmlns:a16="http://schemas.microsoft.com/office/drawing/2014/main" id="{06B3DCAD-6000-B97B-E025-9E874C4ECA57}"/>
              </a:ext>
            </a:extLst>
          </p:cNvPr>
          <p:cNvSpPr>
            <a:spLocks noChangeArrowheads="1"/>
          </p:cNvSpPr>
          <p:nvPr/>
        </p:nvSpPr>
        <p:spPr bwMode="auto">
          <a:xfrm>
            <a:off x="9744874" y="4408603"/>
            <a:ext cx="2344737" cy="1696196"/>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IT" dirty="0">
                <a:latin typeface="Tahoma" panose="020B0604030504040204" pitchFamily="34" charset="0"/>
              </a:rPr>
              <a:t>note: the output of </a:t>
            </a:r>
            <a:r>
              <a:rPr lang="it-IT" altLang="en-IT" b="1" dirty="0">
                <a:latin typeface="Courier New" panose="02070309020205020404" pitchFamily="49" charset="0"/>
              </a:rPr>
              <a:t>show </a:t>
            </a:r>
            <a:r>
              <a:rPr lang="it-IT" altLang="en-IT" b="1" dirty="0" err="1">
                <a:latin typeface="Courier New" panose="02070309020205020404" pitchFamily="49" charset="0"/>
              </a:rPr>
              <a:t>ip</a:t>
            </a:r>
            <a:r>
              <a:rPr lang="it-IT" altLang="en-IT" b="1" dirty="0">
                <a:latin typeface="Courier New" panose="02070309020205020404" pitchFamily="49" charset="0"/>
              </a:rPr>
              <a:t> </a:t>
            </a:r>
            <a:r>
              <a:rPr lang="it-IT" altLang="en-IT" b="1" dirty="0" err="1">
                <a:latin typeface="Courier New" panose="02070309020205020404" pitchFamily="49" charset="0"/>
              </a:rPr>
              <a:t>ospf</a:t>
            </a:r>
            <a:r>
              <a:rPr lang="it-IT" altLang="en-IT" b="1" dirty="0">
                <a:latin typeface="Courier New" panose="02070309020205020404" pitchFamily="49" charset="0"/>
              </a:rPr>
              <a:t> database router</a:t>
            </a:r>
            <a:r>
              <a:rPr lang="it-IT" altLang="en-IT" dirty="0">
                <a:latin typeface="Tahoma" panose="020B0604030504040204" pitchFamily="34" charset="0"/>
              </a:rPr>
              <a:t> </a:t>
            </a:r>
            <a:r>
              <a:rPr lang="it-IT" altLang="en-IT" dirty="0" err="1">
                <a:latin typeface="Tahoma" panose="020B0604030504040204" pitchFamily="34" charset="0"/>
              </a:rPr>
              <a:t>has</a:t>
            </a:r>
            <a:r>
              <a:rPr lang="it-IT" altLang="en-IT" dirty="0">
                <a:latin typeface="Tahoma" panose="020B0604030504040204" pitchFamily="34" charset="0"/>
              </a:rPr>
              <a:t> </a:t>
            </a:r>
            <a:r>
              <a:rPr lang="it-IT" altLang="en-IT" dirty="0" err="1">
                <a:latin typeface="Tahoma" panose="020B0604030504040204" pitchFamily="34" charset="0"/>
              </a:rPr>
              <a:t>been</a:t>
            </a:r>
            <a:r>
              <a:rPr lang="it-IT" altLang="en-IT" dirty="0">
                <a:latin typeface="Tahoma" panose="020B0604030504040204" pitchFamily="34" charset="0"/>
              </a:rPr>
              <a:t> </a:t>
            </a:r>
            <a:r>
              <a:rPr lang="it-IT" altLang="en-IT" dirty="0" err="1">
                <a:latin typeface="Tahoma" panose="020B0604030504040204" pitchFamily="34" charset="0"/>
              </a:rPr>
              <a:t>summarized</a:t>
            </a:r>
            <a:r>
              <a:rPr lang="it-IT" altLang="en-IT" sz="2000" dirty="0">
                <a:latin typeface="Tahoma" panose="020B0604030504040204" pitchFamily="34" charset="0"/>
              </a:rPr>
              <a:t> </a:t>
            </a:r>
          </a:p>
        </p:txBody>
      </p:sp>
      <p:grpSp>
        <p:nvGrpSpPr>
          <p:cNvPr id="21828" name="Group 299">
            <a:extLst>
              <a:ext uri="{FF2B5EF4-FFF2-40B4-BE49-F238E27FC236}">
                <a16:creationId xmlns:a16="http://schemas.microsoft.com/office/drawing/2014/main" id="{31C774FC-35CC-BA8A-3E25-EEE5414758EE}"/>
              </a:ext>
            </a:extLst>
          </p:cNvPr>
          <p:cNvGrpSpPr>
            <a:grpSpLocks/>
          </p:cNvGrpSpPr>
          <p:nvPr/>
        </p:nvGrpSpPr>
        <p:grpSpPr bwMode="auto">
          <a:xfrm>
            <a:off x="2033682" y="2546791"/>
            <a:ext cx="1797050" cy="900113"/>
            <a:chOff x="333" y="1678"/>
            <a:chExt cx="1132" cy="567"/>
          </a:xfrm>
        </p:grpSpPr>
        <p:grpSp>
          <p:nvGrpSpPr>
            <p:cNvPr id="21829" name="Group 298">
              <a:extLst>
                <a:ext uri="{FF2B5EF4-FFF2-40B4-BE49-F238E27FC236}">
                  <a16:creationId xmlns:a16="http://schemas.microsoft.com/office/drawing/2014/main" id="{1D371C09-16ED-9BE7-63F5-49B41BD55687}"/>
                </a:ext>
              </a:extLst>
            </p:cNvPr>
            <p:cNvGrpSpPr>
              <a:grpSpLocks/>
            </p:cNvGrpSpPr>
            <p:nvPr/>
          </p:nvGrpSpPr>
          <p:grpSpPr bwMode="auto">
            <a:xfrm>
              <a:off x="333" y="1678"/>
              <a:ext cx="1132" cy="567"/>
              <a:chOff x="333" y="1678"/>
              <a:chExt cx="1132" cy="567"/>
            </a:xfrm>
          </p:grpSpPr>
          <p:sp>
            <p:nvSpPr>
              <p:cNvPr id="21831" name="Freeform 230">
                <a:extLst>
                  <a:ext uri="{FF2B5EF4-FFF2-40B4-BE49-F238E27FC236}">
                    <a16:creationId xmlns:a16="http://schemas.microsoft.com/office/drawing/2014/main" id="{2D84D18C-F2B9-37E1-DBA6-FCA8FA2515AC}"/>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2" name="Freeform 231">
                <a:extLst>
                  <a:ext uri="{FF2B5EF4-FFF2-40B4-BE49-F238E27FC236}">
                    <a16:creationId xmlns:a16="http://schemas.microsoft.com/office/drawing/2014/main" id="{E9DF031B-5C38-5189-E553-EC6D3D63CD8B}"/>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3" name="Freeform 233">
                <a:extLst>
                  <a:ext uri="{FF2B5EF4-FFF2-40B4-BE49-F238E27FC236}">
                    <a16:creationId xmlns:a16="http://schemas.microsoft.com/office/drawing/2014/main" id="{E4BFF9C5-B7E4-6FB8-5529-AE1B5A3073B0}"/>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4" name="Freeform 234">
                <a:extLst>
                  <a:ext uri="{FF2B5EF4-FFF2-40B4-BE49-F238E27FC236}">
                    <a16:creationId xmlns:a16="http://schemas.microsoft.com/office/drawing/2014/main" id="{F84A35F1-E915-A689-B9A2-68030DE545AA}"/>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5" name="Freeform 235">
                <a:extLst>
                  <a:ext uri="{FF2B5EF4-FFF2-40B4-BE49-F238E27FC236}">
                    <a16:creationId xmlns:a16="http://schemas.microsoft.com/office/drawing/2014/main" id="{A210F15B-0D58-08D5-348E-9C7DE6F31D4B}"/>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36" name="Freeform 236">
                <a:extLst>
                  <a:ext uri="{FF2B5EF4-FFF2-40B4-BE49-F238E27FC236}">
                    <a16:creationId xmlns:a16="http://schemas.microsoft.com/office/drawing/2014/main" id="{A94303D2-B908-6D8F-F897-94218576FE76}"/>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37" name="Freeform 237">
                <a:extLst>
                  <a:ext uri="{FF2B5EF4-FFF2-40B4-BE49-F238E27FC236}">
                    <a16:creationId xmlns:a16="http://schemas.microsoft.com/office/drawing/2014/main" id="{4C58013A-1F82-DDF2-9F2A-14EEAA4363E7}"/>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30" name="Text Box 238">
              <a:extLst>
                <a:ext uri="{FF2B5EF4-FFF2-40B4-BE49-F238E27FC236}">
                  <a16:creationId xmlns:a16="http://schemas.microsoft.com/office/drawing/2014/main" id="{36691FB7-EF30-B085-8C12-12D200CF70B8}"/>
                </a:ext>
              </a:extLst>
            </p:cNvPr>
            <p:cNvSpPr txBox="1">
              <a:spLocks noChangeArrowheads="1"/>
            </p:cNvSpPr>
            <p:nvPr/>
          </p:nvSpPr>
          <p:spPr bwMode="auto">
            <a:xfrm rot="-1143463">
              <a:off x="362" y="1861"/>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a:latin typeface="Courier New" panose="02070309020205020404" pitchFamily="49" charset="0"/>
                </a:rPr>
                <a:t>10.0.3.2</a:t>
              </a:r>
            </a:p>
          </p:txBody>
        </p:sp>
      </p:grpSp>
      <p:sp>
        <p:nvSpPr>
          <p:cNvPr id="21589" name="Line 201">
            <a:extLst>
              <a:ext uri="{FF2B5EF4-FFF2-40B4-BE49-F238E27FC236}">
                <a16:creationId xmlns:a16="http://schemas.microsoft.com/office/drawing/2014/main" id="{72B10056-8AFD-7A9A-262C-FB1C9781379F}"/>
              </a:ext>
            </a:extLst>
          </p:cNvPr>
          <p:cNvSpPr>
            <a:spLocks noChangeShapeType="1"/>
          </p:cNvSpPr>
          <p:nvPr/>
        </p:nvSpPr>
        <p:spPr bwMode="auto">
          <a:xfrm flipH="1">
            <a:off x="8216844" y="1765331"/>
            <a:ext cx="3175" cy="11430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588" name="Line 197">
            <a:extLst>
              <a:ext uri="{FF2B5EF4-FFF2-40B4-BE49-F238E27FC236}">
                <a16:creationId xmlns:a16="http://schemas.microsoft.com/office/drawing/2014/main" id="{449D53C1-F8EF-C52B-A39F-B223655F8E72}"/>
              </a:ext>
            </a:extLst>
          </p:cNvPr>
          <p:cNvSpPr>
            <a:spLocks noChangeShapeType="1"/>
          </p:cNvSpPr>
          <p:nvPr/>
        </p:nvSpPr>
        <p:spPr bwMode="auto">
          <a:xfrm>
            <a:off x="6009838" y="1872275"/>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8" name="Group 93">
            <a:extLst>
              <a:ext uri="{FF2B5EF4-FFF2-40B4-BE49-F238E27FC236}">
                <a16:creationId xmlns:a16="http://schemas.microsoft.com/office/drawing/2014/main" id="{418C1B97-D8F4-D705-C260-5C64127E9C88}"/>
              </a:ext>
            </a:extLst>
          </p:cNvPr>
          <p:cNvGrpSpPr>
            <a:grpSpLocks noChangeAspect="1"/>
          </p:cNvGrpSpPr>
          <p:nvPr/>
        </p:nvGrpSpPr>
        <p:grpSpPr bwMode="auto">
          <a:xfrm>
            <a:off x="7779897" y="1642040"/>
            <a:ext cx="723900" cy="460375"/>
            <a:chOff x="3312" y="2160"/>
            <a:chExt cx="960" cy="528"/>
          </a:xfrm>
        </p:grpSpPr>
        <p:grpSp>
          <p:nvGrpSpPr>
            <p:cNvPr id="59" name="Group 94">
              <a:extLst>
                <a:ext uri="{FF2B5EF4-FFF2-40B4-BE49-F238E27FC236}">
                  <a16:creationId xmlns:a16="http://schemas.microsoft.com/office/drawing/2014/main" id="{773BB94F-2D19-0B3D-B264-4DE8BB6AA61C}"/>
                </a:ext>
              </a:extLst>
            </p:cNvPr>
            <p:cNvGrpSpPr>
              <a:grpSpLocks noChangeAspect="1"/>
            </p:cNvGrpSpPr>
            <p:nvPr/>
          </p:nvGrpSpPr>
          <p:grpSpPr bwMode="auto">
            <a:xfrm>
              <a:off x="3312" y="2160"/>
              <a:ext cx="960" cy="528"/>
              <a:chOff x="3312" y="2160"/>
              <a:chExt cx="960" cy="528"/>
            </a:xfrm>
          </p:grpSpPr>
          <p:sp>
            <p:nvSpPr>
              <p:cNvPr id="61" name="AutoShape 95">
                <a:extLst>
                  <a:ext uri="{FF2B5EF4-FFF2-40B4-BE49-F238E27FC236}">
                    <a16:creationId xmlns:a16="http://schemas.microsoft.com/office/drawing/2014/main" id="{BF7FCB6B-9D8E-D555-9EC8-1BF8A8AB0B3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2" name="Group 96">
                <a:extLst>
                  <a:ext uri="{FF2B5EF4-FFF2-40B4-BE49-F238E27FC236}">
                    <a16:creationId xmlns:a16="http://schemas.microsoft.com/office/drawing/2014/main" id="{8B791A72-F763-FF26-E734-F9F0707F14FA}"/>
                  </a:ext>
                </a:extLst>
              </p:cNvPr>
              <p:cNvGrpSpPr>
                <a:grpSpLocks noChangeAspect="1"/>
              </p:cNvGrpSpPr>
              <p:nvPr/>
            </p:nvGrpSpPr>
            <p:grpSpPr bwMode="auto">
              <a:xfrm>
                <a:off x="3488" y="2193"/>
                <a:ext cx="599" cy="207"/>
                <a:chOff x="422" y="1632"/>
                <a:chExt cx="829" cy="298"/>
              </a:xfrm>
            </p:grpSpPr>
            <p:grpSp>
              <p:nvGrpSpPr>
                <p:cNvPr id="63" name="Group 97">
                  <a:extLst>
                    <a:ext uri="{FF2B5EF4-FFF2-40B4-BE49-F238E27FC236}">
                      <a16:creationId xmlns:a16="http://schemas.microsoft.com/office/drawing/2014/main" id="{B6288C28-7F15-3D8C-936C-BFD3F0022838}"/>
                    </a:ext>
                  </a:extLst>
                </p:cNvPr>
                <p:cNvGrpSpPr>
                  <a:grpSpLocks noChangeAspect="1"/>
                </p:cNvGrpSpPr>
                <p:nvPr/>
              </p:nvGrpSpPr>
              <p:grpSpPr bwMode="auto">
                <a:xfrm>
                  <a:off x="422" y="1632"/>
                  <a:ext cx="822" cy="291"/>
                  <a:chOff x="422" y="1632"/>
                  <a:chExt cx="822" cy="291"/>
                </a:xfrm>
              </p:grpSpPr>
              <p:sp>
                <p:nvSpPr>
                  <p:cNvPr id="21515" name="Freeform 98">
                    <a:extLst>
                      <a:ext uri="{FF2B5EF4-FFF2-40B4-BE49-F238E27FC236}">
                        <a16:creationId xmlns:a16="http://schemas.microsoft.com/office/drawing/2014/main" id="{37D07775-7ED6-2004-885C-68F583E5EB6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6" name="Freeform 99">
                    <a:extLst>
                      <a:ext uri="{FF2B5EF4-FFF2-40B4-BE49-F238E27FC236}">
                        <a16:creationId xmlns:a16="http://schemas.microsoft.com/office/drawing/2014/main" id="{2E0C03AE-6095-6348-C337-0B867ECCD8F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7" name="Freeform 100">
                    <a:extLst>
                      <a:ext uri="{FF2B5EF4-FFF2-40B4-BE49-F238E27FC236}">
                        <a16:creationId xmlns:a16="http://schemas.microsoft.com/office/drawing/2014/main" id="{6E9CC569-39AD-3E69-C74D-05A952DBCE9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8" name="Freeform 101">
                    <a:extLst>
                      <a:ext uri="{FF2B5EF4-FFF2-40B4-BE49-F238E27FC236}">
                        <a16:creationId xmlns:a16="http://schemas.microsoft.com/office/drawing/2014/main" id="{EA24AFB0-C412-7E33-8487-62E6D51C91A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9" name="Freeform 102">
                    <a:extLst>
                      <a:ext uri="{FF2B5EF4-FFF2-40B4-BE49-F238E27FC236}">
                        <a16:creationId xmlns:a16="http://schemas.microsoft.com/office/drawing/2014/main" id="{C184E451-A74A-D09E-7A07-7737C251948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0" name="Freeform 103">
                    <a:extLst>
                      <a:ext uri="{FF2B5EF4-FFF2-40B4-BE49-F238E27FC236}">
                        <a16:creationId xmlns:a16="http://schemas.microsoft.com/office/drawing/2014/main" id="{6B5618F2-175F-7C92-CA74-E7BF17B2C04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1" name="Freeform 104">
                    <a:extLst>
                      <a:ext uri="{FF2B5EF4-FFF2-40B4-BE49-F238E27FC236}">
                        <a16:creationId xmlns:a16="http://schemas.microsoft.com/office/drawing/2014/main" id="{FA90C331-835F-AFAB-EF04-09ACB29330D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2" name="Freeform 105">
                    <a:extLst>
                      <a:ext uri="{FF2B5EF4-FFF2-40B4-BE49-F238E27FC236}">
                        <a16:creationId xmlns:a16="http://schemas.microsoft.com/office/drawing/2014/main" id="{273104CB-BE03-B839-DBFE-64EC0172095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04" name="Group 106">
                  <a:extLst>
                    <a:ext uri="{FF2B5EF4-FFF2-40B4-BE49-F238E27FC236}">
                      <a16:creationId xmlns:a16="http://schemas.microsoft.com/office/drawing/2014/main" id="{810CC237-2CCA-EF5E-26D8-930609FA46B0}"/>
                    </a:ext>
                  </a:extLst>
                </p:cNvPr>
                <p:cNvGrpSpPr>
                  <a:grpSpLocks noChangeAspect="1"/>
                </p:cNvGrpSpPr>
                <p:nvPr/>
              </p:nvGrpSpPr>
              <p:grpSpPr bwMode="auto">
                <a:xfrm>
                  <a:off x="429" y="1639"/>
                  <a:ext cx="822" cy="291"/>
                  <a:chOff x="429" y="1639"/>
                  <a:chExt cx="822" cy="291"/>
                </a:xfrm>
              </p:grpSpPr>
              <p:sp>
                <p:nvSpPr>
                  <p:cNvPr id="21505" name="Freeform 107">
                    <a:extLst>
                      <a:ext uri="{FF2B5EF4-FFF2-40B4-BE49-F238E27FC236}">
                        <a16:creationId xmlns:a16="http://schemas.microsoft.com/office/drawing/2014/main" id="{0BB9777F-E3DB-3CA0-F9EB-9DE751211E2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6" name="Freeform 108">
                    <a:extLst>
                      <a:ext uri="{FF2B5EF4-FFF2-40B4-BE49-F238E27FC236}">
                        <a16:creationId xmlns:a16="http://schemas.microsoft.com/office/drawing/2014/main" id="{5C3DC2A5-96BA-0DB1-9349-E91C5F06EC1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7" name="Freeform 109">
                    <a:extLst>
                      <a:ext uri="{FF2B5EF4-FFF2-40B4-BE49-F238E27FC236}">
                        <a16:creationId xmlns:a16="http://schemas.microsoft.com/office/drawing/2014/main" id="{798A53BD-E197-4DA8-4F9D-4ABF50A3F36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0" name="Freeform 110">
                    <a:extLst>
                      <a:ext uri="{FF2B5EF4-FFF2-40B4-BE49-F238E27FC236}">
                        <a16:creationId xmlns:a16="http://schemas.microsoft.com/office/drawing/2014/main" id="{A47C46BB-DDBE-A3FF-7A9C-00038106449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1" name="Freeform 111">
                    <a:extLst>
                      <a:ext uri="{FF2B5EF4-FFF2-40B4-BE49-F238E27FC236}">
                        <a16:creationId xmlns:a16="http://schemas.microsoft.com/office/drawing/2014/main" id="{D7B73FD7-F0ED-BAF3-97A0-3A681B1CC88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2" name="Freeform 112">
                    <a:extLst>
                      <a:ext uri="{FF2B5EF4-FFF2-40B4-BE49-F238E27FC236}">
                        <a16:creationId xmlns:a16="http://schemas.microsoft.com/office/drawing/2014/main" id="{3183CA20-7AAE-251D-E72C-F581278880C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3" name="Freeform 113">
                    <a:extLst>
                      <a:ext uri="{FF2B5EF4-FFF2-40B4-BE49-F238E27FC236}">
                        <a16:creationId xmlns:a16="http://schemas.microsoft.com/office/drawing/2014/main" id="{DAD73475-3982-9DB2-45FA-E323CD278A3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4" name="Freeform 114">
                    <a:extLst>
                      <a:ext uri="{FF2B5EF4-FFF2-40B4-BE49-F238E27FC236}">
                        <a16:creationId xmlns:a16="http://schemas.microsoft.com/office/drawing/2014/main" id="{ABF7D543-8176-62CC-BC18-7D36427B740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 name="WordArt 115">
              <a:extLst>
                <a:ext uri="{FF2B5EF4-FFF2-40B4-BE49-F238E27FC236}">
                  <a16:creationId xmlns:a16="http://schemas.microsoft.com/office/drawing/2014/main" id="{DD9E5CCF-F95B-E060-47A2-93478C90550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21590" name="Group 198">
            <a:extLst>
              <a:ext uri="{FF2B5EF4-FFF2-40B4-BE49-F238E27FC236}">
                <a16:creationId xmlns:a16="http://schemas.microsoft.com/office/drawing/2014/main" id="{FD4942BF-5831-3E83-8593-914545B5295D}"/>
              </a:ext>
            </a:extLst>
          </p:cNvPr>
          <p:cNvGrpSpPr>
            <a:grpSpLocks/>
          </p:cNvGrpSpPr>
          <p:nvPr/>
        </p:nvGrpSpPr>
        <p:grpSpPr bwMode="auto">
          <a:xfrm>
            <a:off x="7320136" y="1721123"/>
            <a:ext cx="406400" cy="339725"/>
            <a:chOff x="144" y="3264"/>
            <a:chExt cx="288" cy="240"/>
          </a:xfrm>
        </p:grpSpPr>
        <p:sp>
          <p:nvSpPr>
            <p:cNvPr id="21591" name="Rectangle 199">
              <a:extLst>
                <a:ext uri="{FF2B5EF4-FFF2-40B4-BE49-F238E27FC236}">
                  <a16:creationId xmlns:a16="http://schemas.microsoft.com/office/drawing/2014/main" id="{05840C22-F64F-C1D3-1F36-C620AAD95668}"/>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2" name="Rectangle 200">
              <a:extLst>
                <a:ext uri="{FF2B5EF4-FFF2-40B4-BE49-F238E27FC236}">
                  <a16:creationId xmlns:a16="http://schemas.microsoft.com/office/drawing/2014/main" id="{0C5E50D8-DB18-3D75-D7CA-57A6E81BAFFA}"/>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grpSp>
        <p:nvGrpSpPr>
          <p:cNvPr id="21593" name="Group 202">
            <a:extLst>
              <a:ext uri="{FF2B5EF4-FFF2-40B4-BE49-F238E27FC236}">
                <a16:creationId xmlns:a16="http://schemas.microsoft.com/office/drawing/2014/main" id="{6DB0A1A6-0EF9-7A7A-6AC1-65FC526E0CA3}"/>
              </a:ext>
            </a:extLst>
          </p:cNvPr>
          <p:cNvGrpSpPr>
            <a:grpSpLocks/>
          </p:cNvGrpSpPr>
          <p:nvPr/>
        </p:nvGrpSpPr>
        <p:grpSpPr bwMode="auto">
          <a:xfrm>
            <a:off x="8020633" y="2153171"/>
            <a:ext cx="406400" cy="339725"/>
            <a:chOff x="144" y="3264"/>
            <a:chExt cx="288" cy="240"/>
          </a:xfrm>
        </p:grpSpPr>
        <p:sp>
          <p:nvSpPr>
            <p:cNvPr id="21594" name="Rectangle 203">
              <a:extLst>
                <a:ext uri="{FF2B5EF4-FFF2-40B4-BE49-F238E27FC236}">
                  <a16:creationId xmlns:a16="http://schemas.microsoft.com/office/drawing/2014/main" id="{5F7E31A3-B8DD-5DF3-0CDE-CA25345D3D3C}"/>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595" name="Rectangle 204">
              <a:extLst>
                <a:ext uri="{FF2B5EF4-FFF2-40B4-BE49-F238E27FC236}">
                  <a16:creationId xmlns:a16="http://schemas.microsoft.com/office/drawing/2014/main" id="{65F3C63F-4823-9B29-9D24-7DB400FE4E26}"/>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1</a:t>
              </a:r>
            </a:p>
          </p:txBody>
        </p:sp>
      </p:grpSp>
      <p:sp>
        <p:nvSpPr>
          <p:cNvPr id="21585" name="Line 195">
            <a:extLst>
              <a:ext uri="{FF2B5EF4-FFF2-40B4-BE49-F238E27FC236}">
                <a16:creationId xmlns:a16="http://schemas.microsoft.com/office/drawing/2014/main" id="{4449EBA2-8782-2520-EC40-6696A37567B2}"/>
              </a:ext>
            </a:extLst>
          </p:cNvPr>
          <p:cNvSpPr>
            <a:spLocks noChangeShapeType="1"/>
          </p:cNvSpPr>
          <p:nvPr/>
        </p:nvSpPr>
        <p:spPr bwMode="auto">
          <a:xfrm flipH="1">
            <a:off x="8210913" y="2734459"/>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2" name="Line 196">
            <a:extLst>
              <a:ext uri="{FF2B5EF4-FFF2-40B4-BE49-F238E27FC236}">
                <a16:creationId xmlns:a16="http://schemas.microsoft.com/office/drawing/2014/main" id="{8092240D-2054-67E8-81AD-129EEEB07CB2}"/>
              </a:ext>
            </a:extLst>
          </p:cNvPr>
          <p:cNvSpPr>
            <a:spLocks noChangeShapeType="1"/>
          </p:cNvSpPr>
          <p:nvPr/>
        </p:nvSpPr>
        <p:spPr bwMode="auto">
          <a:xfrm>
            <a:off x="5854061" y="3740691"/>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869" name="Oval 52">
            <a:extLst>
              <a:ext uri="{FF2B5EF4-FFF2-40B4-BE49-F238E27FC236}">
                <a16:creationId xmlns:a16="http://schemas.microsoft.com/office/drawing/2014/main" id="{73544B8B-DAD4-372F-26F7-2EC5B2E58FC1}"/>
              </a:ext>
            </a:extLst>
          </p:cNvPr>
          <p:cNvSpPr>
            <a:spLocks noChangeArrowheads="1"/>
          </p:cNvSpPr>
          <p:nvPr/>
        </p:nvSpPr>
        <p:spPr bwMode="auto">
          <a:xfrm flipH="1">
            <a:off x="8063269" y="262900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B</a:t>
            </a:r>
          </a:p>
        </p:txBody>
      </p:sp>
      <p:grpSp>
        <p:nvGrpSpPr>
          <p:cNvPr id="21523" name="Group 122">
            <a:extLst>
              <a:ext uri="{FF2B5EF4-FFF2-40B4-BE49-F238E27FC236}">
                <a16:creationId xmlns:a16="http://schemas.microsoft.com/office/drawing/2014/main" id="{8C636A99-E792-051D-4CC7-0AF4C69A759D}"/>
              </a:ext>
            </a:extLst>
          </p:cNvPr>
          <p:cNvGrpSpPr>
            <a:grpSpLocks noChangeAspect="1"/>
          </p:cNvGrpSpPr>
          <p:nvPr/>
        </p:nvGrpSpPr>
        <p:grpSpPr bwMode="auto">
          <a:xfrm>
            <a:off x="7968254" y="3531430"/>
            <a:ext cx="723900" cy="460375"/>
            <a:chOff x="3312" y="2160"/>
            <a:chExt cx="960" cy="528"/>
          </a:xfrm>
        </p:grpSpPr>
        <p:grpSp>
          <p:nvGrpSpPr>
            <p:cNvPr id="21524" name="Group 123">
              <a:extLst>
                <a:ext uri="{FF2B5EF4-FFF2-40B4-BE49-F238E27FC236}">
                  <a16:creationId xmlns:a16="http://schemas.microsoft.com/office/drawing/2014/main" id="{6B2A8C9A-1810-3936-4A72-CC7C1AD43C13}"/>
                </a:ext>
              </a:extLst>
            </p:cNvPr>
            <p:cNvGrpSpPr>
              <a:grpSpLocks noChangeAspect="1"/>
            </p:cNvGrpSpPr>
            <p:nvPr/>
          </p:nvGrpSpPr>
          <p:grpSpPr bwMode="auto">
            <a:xfrm>
              <a:off x="3312" y="2160"/>
              <a:ext cx="960" cy="528"/>
              <a:chOff x="3312" y="2160"/>
              <a:chExt cx="960" cy="528"/>
            </a:xfrm>
          </p:grpSpPr>
          <p:sp>
            <p:nvSpPr>
              <p:cNvPr id="21526" name="AutoShape 124">
                <a:extLst>
                  <a:ext uri="{FF2B5EF4-FFF2-40B4-BE49-F238E27FC236}">
                    <a16:creationId xmlns:a16="http://schemas.microsoft.com/office/drawing/2014/main" id="{485FEFB7-4F10-7F12-D27E-E08FEF3E737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27" name="Group 125">
                <a:extLst>
                  <a:ext uri="{FF2B5EF4-FFF2-40B4-BE49-F238E27FC236}">
                    <a16:creationId xmlns:a16="http://schemas.microsoft.com/office/drawing/2014/main" id="{BADADAA0-AF61-58FC-0E21-7ACDE28310D3}"/>
                  </a:ext>
                </a:extLst>
              </p:cNvPr>
              <p:cNvGrpSpPr>
                <a:grpSpLocks noChangeAspect="1"/>
              </p:cNvGrpSpPr>
              <p:nvPr/>
            </p:nvGrpSpPr>
            <p:grpSpPr bwMode="auto">
              <a:xfrm>
                <a:off x="3488" y="2193"/>
                <a:ext cx="599" cy="207"/>
                <a:chOff x="422" y="1632"/>
                <a:chExt cx="829" cy="298"/>
              </a:xfrm>
            </p:grpSpPr>
            <p:grpSp>
              <p:nvGrpSpPr>
                <p:cNvPr id="21528" name="Group 126">
                  <a:extLst>
                    <a:ext uri="{FF2B5EF4-FFF2-40B4-BE49-F238E27FC236}">
                      <a16:creationId xmlns:a16="http://schemas.microsoft.com/office/drawing/2014/main" id="{0086B9F0-CA06-8816-E8F2-F95291859CBC}"/>
                    </a:ext>
                  </a:extLst>
                </p:cNvPr>
                <p:cNvGrpSpPr>
                  <a:grpSpLocks noChangeAspect="1"/>
                </p:cNvGrpSpPr>
                <p:nvPr/>
              </p:nvGrpSpPr>
              <p:grpSpPr bwMode="auto">
                <a:xfrm>
                  <a:off x="422" y="1632"/>
                  <a:ext cx="822" cy="291"/>
                  <a:chOff x="422" y="1632"/>
                  <a:chExt cx="822" cy="291"/>
                </a:xfrm>
              </p:grpSpPr>
              <p:sp>
                <p:nvSpPr>
                  <p:cNvPr id="21549" name="Freeform 127">
                    <a:extLst>
                      <a:ext uri="{FF2B5EF4-FFF2-40B4-BE49-F238E27FC236}">
                        <a16:creationId xmlns:a16="http://schemas.microsoft.com/office/drawing/2014/main" id="{6521B9FF-899C-8769-E22C-BEA45397B1D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0" name="Freeform 128">
                    <a:extLst>
                      <a:ext uri="{FF2B5EF4-FFF2-40B4-BE49-F238E27FC236}">
                        <a16:creationId xmlns:a16="http://schemas.microsoft.com/office/drawing/2014/main" id="{498179DD-C74C-4C22-4377-D8410F7C05A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1" name="Freeform 129">
                    <a:extLst>
                      <a:ext uri="{FF2B5EF4-FFF2-40B4-BE49-F238E27FC236}">
                        <a16:creationId xmlns:a16="http://schemas.microsoft.com/office/drawing/2014/main" id="{B3BC125B-F789-6C8B-0D07-F3B2CA79E0F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2" name="Freeform 130">
                    <a:extLst>
                      <a:ext uri="{FF2B5EF4-FFF2-40B4-BE49-F238E27FC236}">
                        <a16:creationId xmlns:a16="http://schemas.microsoft.com/office/drawing/2014/main" id="{4AF925B7-84CA-9B17-BF3C-CECB5E74AE2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3" name="Freeform 131">
                    <a:extLst>
                      <a:ext uri="{FF2B5EF4-FFF2-40B4-BE49-F238E27FC236}">
                        <a16:creationId xmlns:a16="http://schemas.microsoft.com/office/drawing/2014/main" id="{B5CEF5C4-F4A2-2E38-B684-0B930256678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4" name="Freeform 132">
                    <a:extLst>
                      <a:ext uri="{FF2B5EF4-FFF2-40B4-BE49-F238E27FC236}">
                        <a16:creationId xmlns:a16="http://schemas.microsoft.com/office/drawing/2014/main" id="{EC9DD298-3ABA-DFCA-5F8A-02BCFFD48FB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5" name="Freeform 133">
                    <a:extLst>
                      <a:ext uri="{FF2B5EF4-FFF2-40B4-BE49-F238E27FC236}">
                        <a16:creationId xmlns:a16="http://schemas.microsoft.com/office/drawing/2014/main" id="{CE8BAA5D-E48C-F02D-17EB-723E70C0DE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6" name="Freeform 134">
                    <a:extLst>
                      <a:ext uri="{FF2B5EF4-FFF2-40B4-BE49-F238E27FC236}">
                        <a16:creationId xmlns:a16="http://schemas.microsoft.com/office/drawing/2014/main" id="{CFFE74F0-C6EC-DF34-0629-304012756C2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29" name="Group 135">
                  <a:extLst>
                    <a:ext uri="{FF2B5EF4-FFF2-40B4-BE49-F238E27FC236}">
                      <a16:creationId xmlns:a16="http://schemas.microsoft.com/office/drawing/2014/main" id="{57E28F75-7D1B-2B71-94B0-180C572B24C8}"/>
                    </a:ext>
                  </a:extLst>
                </p:cNvPr>
                <p:cNvGrpSpPr>
                  <a:grpSpLocks noChangeAspect="1"/>
                </p:cNvGrpSpPr>
                <p:nvPr/>
              </p:nvGrpSpPr>
              <p:grpSpPr bwMode="auto">
                <a:xfrm>
                  <a:off x="429" y="1639"/>
                  <a:ext cx="822" cy="291"/>
                  <a:chOff x="429" y="1639"/>
                  <a:chExt cx="822" cy="291"/>
                </a:xfrm>
              </p:grpSpPr>
              <p:sp>
                <p:nvSpPr>
                  <p:cNvPr id="21530" name="Freeform 136">
                    <a:extLst>
                      <a:ext uri="{FF2B5EF4-FFF2-40B4-BE49-F238E27FC236}">
                        <a16:creationId xmlns:a16="http://schemas.microsoft.com/office/drawing/2014/main" id="{CA7B053B-50DE-5A57-4E1C-6249BA1316E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1" name="Freeform 137">
                    <a:extLst>
                      <a:ext uri="{FF2B5EF4-FFF2-40B4-BE49-F238E27FC236}">
                        <a16:creationId xmlns:a16="http://schemas.microsoft.com/office/drawing/2014/main" id="{9CE7DBCA-0A4F-AB3F-53E9-CC831C02272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2" name="Freeform 138">
                    <a:extLst>
                      <a:ext uri="{FF2B5EF4-FFF2-40B4-BE49-F238E27FC236}">
                        <a16:creationId xmlns:a16="http://schemas.microsoft.com/office/drawing/2014/main" id="{77DA2937-3DC6-B2AB-062A-61183C0FDA5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3" name="Freeform 139">
                    <a:extLst>
                      <a:ext uri="{FF2B5EF4-FFF2-40B4-BE49-F238E27FC236}">
                        <a16:creationId xmlns:a16="http://schemas.microsoft.com/office/drawing/2014/main" id="{71799DF2-77A1-BBAB-6218-F43FBB08CAB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4" name="Freeform 140">
                    <a:extLst>
                      <a:ext uri="{FF2B5EF4-FFF2-40B4-BE49-F238E27FC236}">
                        <a16:creationId xmlns:a16="http://schemas.microsoft.com/office/drawing/2014/main" id="{267A88ED-03FD-4C0F-33EE-099D205168E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5" name="Freeform 141">
                    <a:extLst>
                      <a:ext uri="{FF2B5EF4-FFF2-40B4-BE49-F238E27FC236}">
                        <a16:creationId xmlns:a16="http://schemas.microsoft.com/office/drawing/2014/main" id="{0664CE1E-0004-20FE-0649-9CA58659392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6" name="Freeform 142">
                    <a:extLst>
                      <a:ext uri="{FF2B5EF4-FFF2-40B4-BE49-F238E27FC236}">
                        <a16:creationId xmlns:a16="http://schemas.microsoft.com/office/drawing/2014/main" id="{F56B102D-508A-B70F-7E3A-330CEC806E4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48" name="Freeform 143">
                    <a:extLst>
                      <a:ext uri="{FF2B5EF4-FFF2-40B4-BE49-F238E27FC236}">
                        <a16:creationId xmlns:a16="http://schemas.microsoft.com/office/drawing/2014/main" id="{57CA6746-97D8-C254-2DB2-99643D44639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25" name="WordArt 144">
              <a:extLst>
                <a:ext uri="{FF2B5EF4-FFF2-40B4-BE49-F238E27FC236}">
                  <a16:creationId xmlns:a16="http://schemas.microsoft.com/office/drawing/2014/main" id="{2EE5B74D-0221-342D-C512-737EA1F8274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grpSp>
        <p:nvGrpSpPr>
          <p:cNvPr id="21848" name="Group 311">
            <a:extLst>
              <a:ext uri="{FF2B5EF4-FFF2-40B4-BE49-F238E27FC236}">
                <a16:creationId xmlns:a16="http://schemas.microsoft.com/office/drawing/2014/main" id="{7D6F8486-9151-C0A7-CBD2-01C3C411DA4C}"/>
              </a:ext>
            </a:extLst>
          </p:cNvPr>
          <p:cNvGrpSpPr>
            <a:grpSpLocks/>
          </p:cNvGrpSpPr>
          <p:nvPr/>
        </p:nvGrpSpPr>
        <p:grpSpPr bwMode="auto">
          <a:xfrm rot="19389679">
            <a:off x="5846128" y="2945643"/>
            <a:ext cx="1797050" cy="900112"/>
            <a:chOff x="4259" y="1678"/>
            <a:chExt cx="1132" cy="567"/>
          </a:xfrm>
        </p:grpSpPr>
        <p:grpSp>
          <p:nvGrpSpPr>
            <p:cNvPr id="21849" name="Group 312">
              <a:extLst>
                <a:ext uri="{FF2B5EF4-FFF2-40B4-BE49-F238E27FC236}">
                  <a16:creationId xmlns:a16="http://schemas.microsoft.com/office/drawing/2014/main" id="{CE40BAAA-B110-0391-AABD-C3D8F8D9E064}"/>
                </a:ext>
              </a:extLst>
            </p:cNvPr>
            <p:cNvGrpSpPr>
              <a:grpSpLocks/>
            </p:cNvGrpSpPr>
            <p:nvPr/>
          </p:nvGrpSpPr>
          <p:grpSpPr bwMode="auto">
            <a:xfrm flipH="1">
              <a:off x="4259" y="1678"/>
              <a:ext cx="1132" cy="567"/>
              <a:chOff x="333" y="1678"/>
              <a:chExt cx="1132" cy="567"/>
            </a:xfrm>
          </p:grpSpPr>
          <p:sp>
            <p:nvSpPr>
              <p:cNvPr id="21851" name="Freeform 313">
                <a:extLst>
                  <a:ext uri="{FF2B5EF4-FFF2-40B4-BE49-F238E27FC236}">
                    <a16:creationId xmlns:a16="http://schemas.microsoft.com/office/drawing/2014/main" id="{2D717DEC-5CF2-4EC3-CE01-DE4B90F28CC3}"/>
                  </a:ext>
                </a:extLst>
              </p:cNvPr>
              <p:cNvSpPr>
                <a:spLocks/>
              </p:cNvSpPr>
              <p:nvPr/>
            </p:nvSpPr>
            <p:spPr bwMode="auto">
              <a:xfrm>
                <a:off x="333" y="1726"/>
                <a:ext cx="794" cy="519"/>
              </a:xfrm>
              <a:custGeom>
                <a:avLst/>
                <a:gdLst>
                  <a:gd name="T0" fmla="*/ 83 w 794"/>
                  <a:gd name="T1" fmla="*/ 519 h 519"/>
                  <a:gd name="T2" fmla="*/ 0 w 794"/>
                  <a:gd name="T3" fmla="*/ 204 h 519"/>
                  <a:gd name="T4" fmla="*/ 705 w 794"/>
                  <a:gd name="T5" fmla="*/ 0 h 519"/>
                  <a:gd name="T6" fmla="*/ 705 w 794"/>
                  <a:gd name="T7" fmla="*/ 2 h 519"/>
                  <a:gd name="T8" fmla="*/ 706 w 794"/>
                  <a:gd name="T9" fmla="*/ 4 h 519"/>
                  <a:gd name="T10" fmla="*/ 705 w 794"/>
                  <a:gd name="T11" fmla="*/ 8 h 519"/>
                  <a:gd name="T12" fmla="*/ 705 w 794"/>
                  <a:gd name="T13" fmla="*/ 14 h 519"/>
                  <a:gd name="T14" fmla="*/ 705 w 794"/>
                  <a:gd name="T15" fmla="*/ 20 h 519"/>
                  <a:gd name="T16" fmla="*/ 706 w 794"/>
                  <a:gd name="T17" fmla="*/ 26 h 519"/>
                  <a:gd name="T18" fmla="*/ 708 w 794"/>
                  <a:gd name="T19" fmla="*/ 34 h 519"/>
                  <a:gd name="T20" fmla="*/ 712 w 794"/>
                  <a:gd name="T21" fmla="*/ 40 h 519"/>
                  <a:gd name="T22" fmla="*/ 716 w 794"/>
                  <a:gd name="T23" fmla="*/ 47 h 519"/>
                  <a:gd name="T24" fmla="*/ 721 w 794"/>
                  <a:gd name="T25" fmla="*/ 54 h 519"/>
                  <a:gd name="T26" fmla="*/ 727 w 794"/>
                  <a:gd name="T27" fmla="*/ 59 h 519"/>
                  <a:gd name="T28" fmla="*/ 737 w 794"/>
                  <a:gd name="T29" fmla="*/ 63 h 519"/>
                  <a:gd name="T30" fmla="*/ 747 w 794"/>
                  <a:gd name="T31" fmla="*/ 65 h 519"/>
                  <a:gd name="T32" fmla="*/ 761 w 794"/>
                  <a:gd name="T33" fmla="*/ 65 h 519"/>
                  <a:gd name="T34" fmla="*/ 775 w 794"/>
                  <a:gd name="T35" fmla="*/ 64 h 519"/>
                  <a:gd name="T36" fmla="*/ 794 w 794"/>
                  <a:gd name="T37" fmla="*/ 60 h 519"/>
                  <a:gd name="T38" fmla="*/ 788 w 794"/>
                  <a:gd name="T39" fmla="*/ 203 h 519"/>
                  <a:gd name="T40" fmla="*/ 787 w 794"/>
                  <a:gd name="T41" fmla="*/ 204 h 519"/>
                  <a:gd name="T42" fmla="*/ 784 w 794"/>
                  <a:gd name="T43" fmla="*/ 204 h 519"/>
                  <a:gd name="T44" fmla="*/ 780 w 794"/>
                  <a:gd name="T45" fmla="*/ 206 h 519"/>
                  <a:gd name="T46" fmla="*/ 773 w 794"/>
                  <a:gd name="T47" fmla="*/ 208 h 519"/>
                  <a:gd name="T48" fmla="*/ 766 w 794"/>
                  <a:gd name="T49" fmla="*/ 211 h 519"/>
                  <a:gd name="T50" fmla="*/ 758 w 794"/>
                  <a:gd name="T51" fmla="*/ 216 h 519"/>
                  <a:gd name="T52" fmla="*/ 750 w 794"/>
                  <a:gd name="T53" fmla="*/ 220 h 519"/>
                  <a:gd name="T54" fmla="*/ 741 w 794"/>
                  <a:gd name="T55" fmla="*/ 226 h 519"/>
                  <a:gd name="T56" fmla="*/ 731 w 794"/>
                  <a:gd name="T57" fmla="*/ 234 h 519"/>
                  <a:gd name="T58" fmla="*/ 722 w 794"/>
                  <a:gd name="T59" fmla="*/ 242 h 519"/>
                  <a:gd name="T60" fmla="*/ 714 w 794"/>
                  <a:gd name="T61" fmla="*/ 253 h 519"/>
                  <a:gd name="T62" fmla="*/ 705 w 794"/>
                  <a:gd name="T63" fmla="*/ 265 h 519"/>
                  <a:gd name="T64" fmla="*/ 699 w 794"/>
                  <a:gd name="T65" fmla="*/ 278 h 519"/>
                  <a:gd name="T66" fmla="*/ 694 w 794"/>
                  <a:gd name="T67" fmla="*/ 293 h 519"/>
                  <a:gd name="T68" fmla="*/ 690 w 794"/>
                  <a:gd name="T69" fmla="*/ 310 h 519"/>
                  <a:gd name="T70" fmla="*/ 687 w 794"/>
                  <a:gd name="T71" fmla="*/ 329 h 519"/>
                  <a:gd name="T72" fmla="*/ 83 w 794"/>
                  <a:gd name="T73" fmla="*/ 519 h 5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4"/>
                  <a:gd name="T112" fmla="*/ 0 h 519"/>
                  <a:gd name="T113" fmla="*/ 794 w 794"/>
                  <a:gd name="T114" fmla="*/ 519 h 5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4" h="519">
                    <a:moveTo>
                      <a:pt x="83" y="519"/>
                    </a:moveTo>
                    <a:lnTo>
                      <a:pt x="0" y="204"/>
                    </a:lnTo>
                    <a:lnTo>
                      <a:pt x="705" y="0"/>
                    </a:lnTo>
                    <a:lnTo>
                      <a:pt x="705" y="2"/>
                    </a:lnTo>
                    <a:lnTo>
                      <a:pt x="706" y="4"/>
                    </a:lnTo>
                    <a:lnTo>
                      <a:pt x="705" y="8"/>
                    </a:lnTo>
                    <a:lnTo>
                      <a:pt x="705" y="14"/>
                    </a:lnTo>
                    <a:lnTo>
                      <a:pt x="705" y="20"/>
                    </a:lnTo>
                    <a:lnTo>
                      <a:pt x="706" y="26"/>
                    </a:lnTo>
                    <a:lnTo>
                      <a:pt x="708" y="34"/>
                    </a:lnTo>
                    <a:lnTo>
                      <a:pt x="712" y="40"/>
                    </a:lnTo>
                    <a:lnTo>
                      <a:pt x="716" y="47"/>
                    </a:lnTo>
                    <a:lnTo>
                      <a:pt x="721" y="54"/>
                    </a:lnTo>
                    <a:lnTo>
                      <a:pt x="727" y="59"/>
                    </a:lnTo>
                    <a:lnTo>
                      <a:pt x="737" y="63"/>
                    </a:lnTo>
                    <a:lnTo>
                      <a:pt x="747" y="65"/>
                    </a:lnTo>
                    <a:lnTo>
                      <a:pt x="761" y="65"/>
                    </a:lnTo>
                    <a:lnTo>
                      <a:pt x="775" y="64"/>
                    </a:lnTo>
                    <a:lnTo>
                      <a:pt x="794" y="60"/>
                    </a:lnTo>
                    <a:lnTo>
                      <a:pt x="788" y="203"/>
                    </a:lnTo>
                    <a:lnTo>
                      <a:pt x="787" y="204"/>
                    </a:lnTo>
                    <a:lnTo>
                      <a:pt x="784" y="204"/>
                    </a:lnTo>
                    <a:lnTo>
                      <a:pt x="780" y="206"/>
                    </a:lnTo>
                    <a:lnTo>
                      <a:pt x="773" y="208"/>
                    </a:lnTo>
                    <a:lnTo>
                      <a:pt x="766" y="211"/>
                    </a:lnTo>
                    <a:lnTo>
                      <a:pt x="758" y="216"/>
                    </a:lnTo>
                    <a:lnTo>
                      <a:pt x="750" y="220"/>
                    </a:lnTo>
                    <a:lnTo>
                      <a:pt x="741" y="226"/>
                    </a:lnTo>
                    <a:lnTo>
                      <a:pt x="731" y="234"/>
                    </a:lnTo>
                    <a:lnTo>
                      <a:pt x="722" y="242"/>
                    </a:lnTo>
                    <a:lnTo>
                      <a:pt x="714" y="253"/>
                    </a:lnTo>
                    <a:lnTo>
                      <a:pt x="705" y="265"/>
                    </a:lnTo>
                    <a:lnTo>
                      <a:pt x="699" y="278"/>
                    </a:lnTo>
                    <a:lnTo>
                      <a:pt x="694" y="293"/>
                    </a:lnTo>
                    <a:lnTo>
                      <a:pt x="690" y="310"/>
                    </a:lnTo>
                    <a:lnTo>
                      <a:pt x="687" y="329"/>
                    </a:lnTo>
                    <a:lnTo>
                      <a:pt x="83"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2" name="Freeform 314">
                <a:extLst>
                  <a:ext uri="{FF2B5EF4-FFF2-40B4-BE49-F238E27FC236}">
                    <a16:creationId xmlns:a16="http://schemas.microsoft.com/office/drawing/2014/main" id="{DD0E4A58-AF82-2058-A780-9746A5085D31}"/>
                  </a:ext>
                </a:extLst>
              </p:cNvPr>
              <p:cNvSpPr>
                <a:spLocks/>
              </p:cNvSpPr>
              <p:nvPr/>
            </p:nvSpPr>
            <p:spPr bwMode="auto">
              <a:xfrm>
                <a:off x="386" y="1758"/>
                <a:ext cx="709" cy="445"/>
              </a:xfrm>
              <a:custGeom>
                <a:avLst/>
                <a:gdLst>
                  <a:gd name="T0" fmla="*/ 71 w 709"/>
                  <a:gd name="T1" fmla="*/ 445 h 445"/>
                  <a:gd name="T2" fmla="*/ 0 w 709"/>
                  <a:gd name="T3" fmla="*/ 196 h 445"/>
                  <a:gd name="T4" fmla="*/ 633 w 709"/>
                  <a:gd name="T5" fmla="*/ 0 h 445"/>
                  <a:gd name="T6" fmla="*/ 634 w 709"/>
                  <a:gd name="T7" fmla="*/ 1 h 445"/>
                  <a:gd name="T8" fmla="*/ 633 w 709"/>
                  <a:gd name="T9" fmla="*/ 3 h 445"/>
                  <a:gd name="T10" fmla="*/ 635 w 709"/>
                  <a:gd name="T11" fmla="*/ 6 h 445"/>
                  <a:gd name="T12" fmla="*/ 633 w 709"/>
                  <a:gd name="T13" fmla="*/ 11 h 445"/>
                  <a:gd name="T14" fmla="*/ 635 w 709"/>
                  <a:gd name="T15" fmla="*/ 16 h 445"/>
                  <a:gd name="T16" fmla="*/ 637 w 709"/>
                  <a:gd name="T17" fmla="*/ 22 h 445"/>
                  <a:gd name="T18" fmla="*/ 638 w 709"/>
                  <a:gd name="T19" fmla="*/ 28 h 445"/>
                  <a:gd name="T20" fmla="*/ 641 w 709"/>
                  <a:gd name="T21" fmla="*/ 33 h 445"/>
                  <a:gd name="T22" fmla="*/ 645 w 709"/>
                  <a:gd name="T23" fmla="*/ 39 h 445"/>
                  <a:gd name="T24" fmla="*/ 650 w 709"/>
                  <a:gd name="T25" fmla="*/ 44 h 445"/>
                  <a:gd name="T26" fmla="*/ 655 w 709"/>
                  <a:gd name="T27" fmla="*/ 49 h 445"/>
                  <a:gd name="T28" fmla="*/ 663 w 709"/>
                  <a:gd name="T29" fmla="*/ 52 h 445"/>
                  <a:gd name="T30" fmla="*/ 672 w 709"/>
                  <a:gd name="T31" fmla="*/ 53 h 445"/>
                  <a:gd name="T32" fmla="*/ 683 w 709"/>
                  <a:gd name="T33" fmla="*/ 54 h 445"/>
                  <a:gd name="T34" fmla="*/ 694 w 709"/>
                  <a:gd name="T35" fmla="*/ 53 h 445"/>
                  <a:gd name="T36" fmla="*/ 709 w 709"/>
                  <a:gd name="T37" fmla="*/ 49 h 445"/>
                  <a:gd name="T38" fmla="*/ 702 w 709"/>
                  <a:gd name="T39" fmla="*/ 149 h 445"/>
                  <a:gd name="T40" fmla="*/ 698 w 709"/>
                  <a:gd name="T41" fmla="*/ 150 h 445"/>
                  <a:gd name="T42" fmla="*/ 690 w 709"/>
                  <a:gd name="T43" fmla="*/ 154 h 445"/>
                  <a:gd name="T44" fmla="*/ 678 w 709"/>
                  <a:gd name="T45" fmla="*/ 162 h 445"/>
                  <a:gd name="T46" fmla="*/ 662 w 709"/>
                  <a:gd name="T47" fmla="*/ 174 h 445"/>
                  <a:gd name="T48" fmla="*/ 647 w 709"/>
                  <a:gd name="T49" fmla="*/ 188 h 445"/>
                  <a:gd name="T50" fmla="*/ 634 w 709"/>
                  <a:gd name="T51" fmla="*/ 206 h 445"/>
                  <a:gd name="T52" fmla="*/ 622 w 709"/>
                  <a:gd name="T53" fmla="*/ 230 h 445"/>
                  <a:gd name="T54" fmla="*/ 617 w 709"/>
                  <a:gd name="T55" fmla="*/ 259 h 445"/>
                  <a:gd name="T56" fmla="*/ 71 w 709"/>
                  <a:gd name="T57" fmla="*/ 445 h 4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9"/>
                  <a:gd name="T88" fmla="*/ 0 h 445"/>
                  <a:gd name="T89" fmla="*/ 709 w 709"/>
                  <a:gd name="T90" fmla="*/ 445 h 4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9" h="445">
                    <a:moveTo>
                      <a:pt x="71" y="445"/>
                    </a:moveTo>
                    <a:lnTo>
                      <a:pt x="0" y="196"/>
                    </a:lnTo>
                    <a:lnTo>
                      <a:pt x="633" y="0"/>
                    </a:lnTo>
                    <a:lnTo>
                      <a:pt x="634" y="1"/>
                    </a:lnTo>
                    <a:lnTo>
                      <a:pt x="633" y="3"/>
                    </a:lnTo>
                    <a:lnTo>
                      <a:pt x="635" y="6"/>
                    </a:lnTo>
                    <a:lnTo>
                      <a:pt x="633" y="11"/>
                    </a:lnTo>
                    <a:lnTo>
                      <a:pt x="635" y="16"/>
                    </a:lnTo>
                    <a:lnTo>
                      <a:pt x="637" y="22"/>
                    </a:lnTo>
                    <a:lnTo>
                      <a:pt x="638" y="28"/>
                    </a:lnTo>
                    <a:lnTo>
                      <a:pt x="641" y="33"/>
                    </a:lnTo>
                    <a:lnTo>
                      <a:pt x="645" y="39"/>
                    </a:lnTo>
                    <a:lnTo>
                      <a:pt x="650" y="44"/>
                    </a:lnTo>
                    <a:lnTo>
                      <a:pt x="655" y="49"/>
                    </a:lnTo>
                    <a:lnTo>
                      <a:pt x="663" y="52"/>
                    </a:lnTo>
                    <a:lnTo>
                      <a:pt x="672" y="53"/>
                    </a:lnTo>
                    <a:lnTo>
                      <a:pt x="683" y="54"/>
                    </a:lnTo>
                    <a:lnTo>
                      <a:pt x="694" y="53"/>
                    </a:lnTo>
                    <a:lnTo>
                      <a:pt x="709" y="49"/>
                    </a:lnTo>
                    <a:lnTo>
                      <a:pt x="702" y="149"/>
                    </a:lnTo>
                    <a:lnTo>
                      <a:pt x="698" y="150"/>
                    </a:lnTo>
                    <a:lnTo>
                      <a:pt x="690" y="154"/>
                    </a:lnTo>
                    <a:lnTo>
                      <a:pt x="678" y="162"/>
                    </a:lnTo>
                    <a:lnTo>
                      <a:pt x="662" y="174"/>
                    </a:lnTo>
                    <a:lnTo>
                      <a:pt x="647" y="188"/>
                    </a:lnTo>
                    <a:lnTo>
                      <a:pt x="634" y="206"/>
                    </a:lnTo>
                    <a:lnTo>
                      <a:pt x="622" y="230"/>
                    </a:lnTo>
                    <a:lnTo>
                      <a:pt x="617" y="259"/>
                    </a:lnTo>
                    <a:lnTo>
                      <a:pt x="71" y="44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3" name="Freeform 315">
                <a:extLst>
                  <a:ext uri="{FF2B5EF4-FFF2-40B4-BE49-F238E27FC236}">
                    <a16:creationId xmlns:a16="http://schemas.microsoft.com/office/drawing/2014/main" id="{11B506F8-292B-93BD-FCED-A3EA2AD09367}"/>
                  </a:ext>
                </a:extLst>
              </p:cNvPr>
              <p:cNvSpPr>
                <a:spLocks/>
              </p:cNvSpPr>
              <p:nvPr/>
            </p:nvSpPr>
            <p:spPr bwMode="auto">
              <a:xfrm rot="3600000">
                <a:off x="632" y="1626"/>
                <a:ext cx="287" cy="669"/>
              </a:xfrm>
              <a:custGeom>
                <a:avLst/>
                <a:gdLst>
                  <a:gd name="T0" fmla="*/ 75 w 701"/>
                  <a:gd name="T1" fmla="*/ 546 h 819"/>
                  <a:gd name="T2" fmla="*/ 0 w 701"/>
                  <a:gd name="T3" fmla="*/ 435 h 819"/>
                  <a:gd name="T4" fmla="*/ 42 w 701"/>
                  <a:gd name="T5" fmla="*/ 33 h 819"/>
                  <a:gd name="T6" fmla="*/ 43 w 701"/>
                  <a:gd name="T7" fmla="*/ 34 h 819"/>
                  <a:gd name="T8" fmla="*/ 45 w 701"/>
                  <a:gd name="T9" fmla="*/ 35 h 819"/>
                  <a:gd name="T10" fmla="*/ 49 w 701"/>
                  <a:gd name="T11" fmla="*/ 37 h 819"/>
                  <a:gd name="T12" fmla="*/ 54 w 701"/>
                  <a:gd name="T13" fmla="*/ 37 h 819"/>
                  <a:gd name="T14" fmla="*/ 59 w 701"/>
                  <a:gd name="T15" fmla="*/ 34 h 819"/>
                  <a:gd name="T16" fmla="*/ 64 w 701"/>
                  <a:gd name="T17" fmla="*/ 29 h 819"/>
                  <a:gd name="T18" fmla="*/ 68 w 701"/>
                  <a:gd name="T19" fmla="*/ 18 h 819"/>
                  <a:gd name="T20" fmla="*/ 72 w 701"/>
                  <a:gd name="T21" fmla="*/ 0 h 819"/>
                  <a:gd name="T22" fmla="*/ 98 w 701"/>
                  <a:gd name="T23" fmla="*/ 35 h 819"/>
                  <a:gd name="T24" fmla="*/ 98 w 701"/>
                  <a:gd name="T25" fmla="*/ 38 h 819"/>
                  <a:gd name="T26" fmla="*/ 98 w 701"/>
                  <a:gd name="T27" fmla="*/ 47 h 819"/>
                  <a:gd name="T28" fmla="*/ 98 w 701"/>
                  <a:gd name="T29" fmla="*/ 59 h 819"/>
                  <a:gd name="T30" fmla="*/ 99 w 701"/>
                  <a:gd name="T31" fmla="*/ 74 h 819"/>
                  <a:gd name="T32" fmla="*/ 102 w 701"/>
                  <a:gd name="T33" fmla="*/ 90 h 819"/>
                  <a:gd name="T34" fmla="*/ 105 w 701"/>
                  <a:gd name="T35" fmla="*/ 107 h 819"/>
                  <a:gd name="T36" fmla="*/ 110 w 701"/>
                  <a:gd name="T37" fmla="*/ 122 h 819"/>
                  <a:gd name="T38" fmla="*/ 118 w 701"/>
                  <a:gd name="T39" fmla="*/ 136 h 819"/>
                  <a:gd name="T40" fmla="*/ 75 w 701"/>
                  <a:gd name="T41" fmla="*/ 546 h 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01"/>
                  <a:gd name="T64" fmla="*/ 0 h 819"/>
                  <a:gd name="T65" fmla="*/ 701 w 701"/>
                  <a:gd name="T66" fmla="*/ 819 h 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01" h="819">
                    <a:moveTo>
                      <a:pt x="449" y="819"/>
                    </a:moveTo>
                    <a:lnTo>
                      <a:pt x="0" y="651"/>
                    </a:lnTo>
                    <a:lnTo>
                      <a:pt x="249" y="50"/>
                    </a:lnTo>
                    <a:lnTo>
                      <a:pt x="255" y="51"/>
                    </a:lnTo>
                    <a:lnTo>
                      <a:pt x="270" y="53"/>
                    </a:lnTo>
                    <a:lnTo>
                      <a:pt x="293" y="55"/>
                    </a:lnTo>
                    <a:lnTo>
                      <a:pt x="321" y="55"/>
                    </a:lnTo>
                    <a:lnTo>
                      <a:pt x="351" y="52"/>
                    </a:lnTo>
                    <a:lnTo>
                      <a:pt x="381" y="43"/>
                    </a:lnTo>
                    <a:lnTo>
                      <a:pt x="408" y="27"/>
                    </a:lnTo>
                    <a:lnTo>
                      <a:pt x="430" y="0"/>
                    </a:lnTo>
                    <a:lnTo>
                      <a:pt x="583" y="53"/>
                    </a:lnTo>
                    <a:lnTo>
                      <a:pt x="583" y="58"/>
                    </a:lnTo>
                    <a:lnTo>
                      <a:pt x="583" y="70"/>
                    </a:lnTo>
                    <a:lnTo>
                      <a:pt x="586" y="88"/>
                    </a:lnTo>
                    <a:lnTo>
                      <a:pt x="593" y="111"/>
                    </a:lnTo>
                    <a:lnTo>
                      <a:pt x="605" y="135"/>
                    </a:lnTo>
                    <a:lnTo>
                      <a:pt x="626" y="160"/>
                    </a:lnTo>
                    <a:lnTo>
                      <a:pt x="657" y="183"/>
                    </a:lnTo>
                    <a:lnTo>
                      <a:pt x="701" y="204"/>
                    </a:lnTo>
                    <a:lnTo>
                      <a:pt x="449" y="8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4" name="Freeform 316">
                <a:extLst>
                  <a:ext uri="{FF2B5EF4-FFF2-40B4-BE49-F238E27FC236}">
                    <a16:creationId xmlns:a16="http://schemas.microsoft.com/office/drawing/2014/main" id="{2D314E3C-A711-9A17-5E6E-038681C9B4FD}"/>
                  </a:ext>
                </a:extLst>
              </p:cNvPr>
              <p:cNvSpPr>
                <a:spLocks/>
              </p:cNvSpPr>
              <p:nvPr/>
            </p:nvSpPr>
            <p:spPr bwMode="auto">
              <a:xfrm rot="3600000">
                <a:off x="1039" y="1879"/>
                <a:ext cx="44" cy="67"/>
              </a:xfrm>
              <a:custGeom>
                <a:avLst/>
                <a:gdLst>
                  <a:gd name="T0" fmla="*/ 7 w 75"/>
                  <a:gd name="T1" fmla="*/ 53 h 82"/>
                  <a:gd name="T2" fmla="*/ 9 w 75"/>
                  <a:gd name="T3" fmla="*/ 55 h 82"/>
                  <a:gd name="T4" fmla="*/ 12 w 75"/>
                  <a:gd name="T5" fmla="*/ 55 h 82"/>
                  <a:gd name="T6" fmla="*/ 15 w 75"/>
                  <a:gd name="T7" fmla="*/ 54 h 82"/>
                  <a:gd name="T8" fmla="*/ 17 w 75"/>
                  <a:gd name="T9" fmla="*/ 52 h 82"/>
                  <a:gd name="T10" fmla="*/ 19 w 75"/>
                  <a:gd name="T11" fmla="*/ 50 h 82"/>
                  <a:gd name="T12" fmla="*/ 21 w 75"/>
                  <a:gd name="T13" fmla="*/ 47 h 82"/>
                  <a:gd name="T14" fmla="*/ 23 w 75"/>
                  <a:gd name="T15" fmla="*/ 42 h 82"/>
                  <a:gd name="T16" fmla="*/ 24 w 75"/>
                  <a:gd name="T17" fmla="*/ 38 h 82"/>
                  <a:gd name="T18" fmla="*/ 26 w 75"/>
                  <a:gd name="T19" fmla="*/ 27 h 82"/>
                  <a:gd name="T20" fmla="*/ 25 w 75"/>
                  <a:gd name="T21" fmla="*/ 16 h 82"/>
                  <a:gd name="T22" fmla="*/ 23 w 75"/>
                  <a:gd name="T23" fmla="*/ 9 h 82"/>
                  <a:gd name="T24" fmla="*/ 19 w 75"/>
                  <a:gd name="T25" fmla="*/ 2 h 82"/>
                  <a:gd name="T26" fmla="*/ 17 w 75"/>
                  <a:gd name="T27" fmla="*/ 1 h 82"/>
                  <a:gd name="T28" fmla="*/ 15 w 75"/>
                  <a:gd name="T29" fmla="*/ 0 h 82"/>
                  <a:gd name="T30" fmla="*/ 12 w 75"/>
                  <a:gd name="T31" fmla="*/ 1 h 82"/>
                  <a:gd name="T32" fmla="*/ 9 w 75"/>
                  <a:gd name="T33" fmla="*/ 2 h 82"/>
                  <a:gd name="T34" fmla="*/ 7 w 75"/>
                  <a:gd name="T35" fmla="*/ 5 h 82"/>
                  <a:gd name="T36" fmla="*/ 5 w 75"/>
                  <a:gd name="T37" fmla="*/ 8 h 82"/>
                  <a:gd name="T38" fmla="*/ 3 w 75"/>
                  <a:gd name="T39" fmla="*/ 12 h 82"/>
                  <a:gd name="T40" fmla="*/ 2 w 75"/>
                  <a:gd name="T41" fmla="*/ 16 h 82"/>
                  <a:gd name="T42" fmla="*/ 0 w 75"/>
                  <a:gd name="T43" fmla="*/ 28 h 82"/>
                  <a:gd name="T44" fmla="*/ 1 w 75"/>
                  <a:gd name="T45" fmla="*/ 38 h 82"/>
                  <a:gd name="T46" fmla="*/ 3 w 75"/>
                  <a:gd name="T47" fmla="*/ 47 h 82"/>
                  <a:gd name="T48" fmla="*/ 7 w 75"/>
                  <a:gd name="T49" fmla="*/ 53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5"/>
                  <a:gd name="T76" fmla="*/ 0 h 82"/>
                  <a:gd name="T77" fmla="*/ 75 w 75"/>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5" h="82">
                    <a:moveTo>
                      <a:pt x="20" y="79"/>
                    </a:moveTo>
                    <a:lnTo>
                      <a:pt x="27" y="82"/>
                    </a:lnTo>
                    <a:lnTo>
                      <a:pt x="34" y="82"/>
                    </a:lnTo>
                    <a:lnTo>
                      <a:pt x="42" y="81"/>
                    </a:lnTo>
                    <a:lnTo>
                      <a:pt x="49" y="78"/>
                    </a:lnTo>
                    <a:lnTo>
                      <a:pt x="54" y="75"/>
                    </a:lnTo>
                    <a:lnTo>
                      <a:pt x="61" y="70"/>
                    </a:lnTo>
                    <a:lnTo>
                      <a:pt x="66" y="63"/>
                    </a:lnTo>
                    <a:lnTo>
                      <a:pt x="70" y="56"/>
                    </a:lnTo>
                    <a:lnTo>
                      <a:pt x="75" y="40"/>
                    </a:lnTo>
                    <a:lnTo>
                      <a:pt x="74" y="25"/>
                    </a:lnTo>
                    <a:lnTo>
                      <a:pt x="67" y="13"/>
                    </a:lnTo>
                    <a:lnTo>
                      <a:pt x="55" y="3"/>
                    </a:lnTo>
                    <a:lnTo>
                      <a:pt x="49" y="1"/>
                    </a:lnTo>
                    <a:lnTo>
                      <a:pt x="42" y="0"/>
                    </a:lnTo>
                    <a:lnTo>
                      <a:pt x="34" y="1"/>
                    </a:lnTo>
                    <a:lnTo>
                      <a:pt x="27" y="3"/>
                    </a:lnTo>
                    <a:lnTo>
                      <a:pt x="20" y="7"/>
                    </a:lnTo>
                    <a:lnTo>
                      <a:pt x="14" y="12"/>
                    </a:lnTo>
                    <a:lnTo>
                      <a:pt x="9" y="18"/>
                    </a:lnTo>
                    <a:lnTo>
                      <a:pt x="5" y="25"/>
                    </a:lnTo>
                    <a:lnTo>
                      <a:pt x="0" y="41"/>
                    </a:lnTo>
                    <a:lnTo>
                      <a:pt x="1" y="58"/>
                    </a:lnTo>
                    <a:lnTo>
                      <a:pt x="8" y="70"/>
                    </a:lnTo>
                    <a:lnTo>
                      <a:pt x="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5" name="Freeform 317">
                <a:extLst>
                  <a:ext uri="{FF2B5EF4-FFF2-40B4-BE49-F238E27FC236}">
                    <a16:creationId xmlns:a16="http://schemas.microsoft.com/office/drawing/2014/main" id="{9888FF99-1215-304A-9AAF-A71AE7AECC32}"/>
                  </a:ext>
                </a:extLst>
              </p:cNvPr>
              <p:cNvSpPr>
                <a:spLocks/>
              </p:cNvSpPr>
              <p:nvPr/>
            </p:nvSpPr>
            <p:spPr bwMode="auto">
              <a:xfrm rot="3600000">
                <a:off x="1044" y="1890"/>
                <a:ext cx="44" cy="50"/>
              </a:xfrm>
              <a:custGeom>
                <a:avLst/>
                <a:gdLst>
                  <a:gd name="T0" fmla="*/ 9 w 55"/>
                  <a:gd name="T1" fmla="*/ 41 h 59"/>
                  <a:gd name="T2" fmla="*/ 13 w 55"/>
                  <a:gd name="T3" fmla="*/ 42 h 59"/>
                  <a:gd name="T4" fmla="*/ 16 w 55"/>
                  <a:gd name="T5" fmla="*/ 42 h 59"/>
                  <a:gd name="T6" fmla="*/ 19 w 55"/>
                  <a:gd name="T7" fmla="*/ 42 h 59"/>
                  <a:gd name="T8" fmla="*/ 22 w 55"/>
                  <a:gd name="T9" fmla="*/ 41 h 59"/>
                  <a:gd name="T10" fmla="*/ 26 w 55"/>
                  <a:gd name="T11" fmla="*/ 39 h 59"/>
                  <a:gd name="T12" fmla="*/ 28 w 55"/>
                  <a:gd name="T13" fmla="*/ 36 h 59"/>
                  <a:gd name="T14" fmla="*/ 30 w 55"/>
                  <a:gd name="T15" fmla="*/ 33 h 59"/>
                  <a:gd name="T16" fmla="*/ 33 w 55"/>
                  <a:gd name="T17" fmla="*/ 29 h 59"/>
                  <a:gd name="T18" fmla="*/ 35 w 55"/>
                  <a:gd name="T19" fmla="*/ 20 h 59"/>
                  <a:gd name="T20" fmla="*/ 34 w 55"/>
                  <a:gd name="T21" fmla="*/ 12 h 59"/>
                  <a:gd name="T22" fmla="*/ 31 w 55"/>
                  <a:gd name="T23" fmla="*/ 6 h 59"/>
                  <a:gd name="T24" fmla="*/ 26 w 55"/>
                  <a:gd name="T25" fmla="*/ 2 h 59"/>
                  <a:gd name="T26" fmla="*/ 22 w 55"/>
                  <a:gd name="T27" fmla="*/ 1 h 59"/>
                  <a:gd name="T28" fmla="*/ 19 w 55"/>
                  <a:gd name="T29" fmla="*/ 0 h 59"/>
                  <a:gd name="T30" fmla="*/ 16 w 55"/>
                  <a:gd name="T31" fmla="*/ 1 h 59"/>
                  <a:gd name="T32" fmla="*/ 13 w 55"/>
                  <a:gd name="T33" fmla="*/ 2 h 59"/>
                  <a:gd name="T34" fmla="*/ 10 w 55"/>
                  <a:gd name="T35" fmla="*/ 3 h 59"/>
                  <a:gd name="T36" fmla="*/ 7 w 55"/>
                  <a:gd name="T37" fmla="*/ 7 h 59"/>
                  <a:gd name="T38" fmla="*/ 5 w 55"/>
                  <a:gd name="T39" fmla="*/ 8 h 59"/>
                  <a:gd name="T40" fmla="*/ 2 w 55"/>
                  <a:gd name="T41" fmla="*/ 13 h 59"/>
                  <a:gd name="T42" fmla="*/ 0 w 55"/>
                  <a:gd name="T43" fmla="*/ 21 h 59"/>
                  <a:gd name="T44" fmla="*/ 2 w 55"/>
                  <a:gd name="T45" fmla="*/ 30 h 59"/>
                  <a:gd name="T46" fmla="*/ 4 w 55"/>
                  <a:gd name="T47" fmla="*/ 36 h 59"/>
                  <a:gd name="T48" fmla="*/ 9 w 55"/>
                  <a:gd name="T49" fmla="*/ 41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59"/>
                  <a:gd name="T77" fmla="*/ 55 w 55"/>
                  <a:gd name="T78" fmla="*/ 59 h 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59">
                    <a:moveTo>
                      <a:pt x="14" y="57"/>
                    </a:moveTo>
                    <a:lnTo>
                      <a:pt x="20" y="58"/>
                    </a:lnTo>
                    <a:lnTo>
                      <a:pt x="25" y="59"/>
                    </a:lnTo>
                    <a:lnTo>
                      <a:pt x="30" y="58"/>
                    </a:lnTo>
                    <a:lnTo>
                      <a:pt x="35" y="57"/>
                    </a:lnTo>
                    <a:lnTo>
                      <a:pt x="40" y="54"/>
                    </a:lnTo>
                    <a:lnTo>
                      <a:pt x="44" y="50"/>
                    </a:lnTo>
                    <a:lnTo>
                      <a:pt x="48" y="46"/>
                    </a:lnTo>
                    <a:lnTo>
                      <a:pt x="51" y="40"/>
                    </a:lnTo>
                    <a:lnTo>
                      <a:pt x="55" y="28"/>
                    </a:lnTo>
                    <a:lnTo>
                      <a:pt x="53" y="17"/>
                    </a:lnTo>
                    <a:lnTo>
                      <a:pt x="49" y="8"/>
                    </a:lnTo>
                    <a:lnTo>
                      <a:pt x="41" y="2"/>
                    </a:lnTo>
                    <a:lnTo>
                      <a:pt x="35" y="1"/>
                    </a:lnTo>
                    <a:lnTo>
                      <a:pt x="30" y="0"/>
                    </a:lnTo>
                    <a:lnTo>
                      <a:pt x="25" y="1"/>
                    </a:lnTo>
                    <a:lnTo>
                      <a:pt x="20" y="2"/>
                    </a:lnTo>
                    <a:lnTo>
                      <a:pt x="15" y="5"/>
                    </a:lnTo>
                    <a:lnTo>
                      <a:pt x="11" y="9"/>
                    </a:lnTo>
                    <a:lnTo>
                      <a:pt x="7" y="12"/>
                    </a:lnTo>
                    <a:lnTo>
                      <a:pt x="4" y="18"/>
                    </a:lnTo>
                    <a:lnTo>
                      <a:pt x="0" y="29"/>
                    </a:lnTo>
                    <a:lnTo>
                      <a:pt x="2" y="41"/>
                    </a:lnTo>
                    <a:lnTo>
                      <a:pt x="6" y="50"/>
                    </a:lnTo>
                    <a:lnTo>
                      <a:pt x="14"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856" name="Freeform 318">
                <a:extLst>
                  <a:ext uri="{FF2B5EF4-FFF2-40B4-BE49-F238E27FC236}">
                    <a16:creationId xmlns:a16="http://schemas.microsoft.com/office/drawing/2014/main" id="{7EECB26C-CF8F-76B5-4F24-534CFF8359F3}"/>
                  </a:ext>
                </a:extLst>
              </p:cNvPr>
              <p:cNvSpPr>
                <a:spLocks/>
              </p:cNvSpPr>
              <p:nvPr/>
            </p:nvSpPr>
            <p:spPr bwMode="auto">
              <a:xfrm rot="3600000">
                <a:off x="1085" y="1666"/>
                <a:ext cx="366" cy="389"/>
              </a:xfrm>
              <a:custGeom>
                <a:avLst/>
                <a:gdLst>
                  <a:gd name="T0" fmla="*/ 54 w 732"/>
                  <a:gd name="T1" fmla="*/ 191 h 778"/>
                  <a:gd name="T2" fmla="*/ 54 w 732"/>
                  <a:gd name="T3" fmla="*/ 194 h 778"/>
                  <a:gd name="T4" fmla="*/ 72 w 732"/>
                  <a:gd name="T5" fmla="*/ 195 h 778"/>
                  <a:gd name="T6" fmla="*/ 102 w 732"/>
                  <a:gd name="T7" fmla="*/ 191 h 778"/>
                  <a:gd name="T8" fmla="*/ 137 w 732"/>
                  <a:gd name="T9" fmla="*/ 178 h 778"/>
                  <a:gd name="T10" fmla="*/ 167 w 732"/>
                  <a:gd name="T11" fmla="*/ 152 h 778"/>
                  <a:gd name="T12" fmla="*/ 183 w 732"/>
                  <a:gd name="T13" fmla="*/ 107 h 778"/>
                  <a:gd name="T14" fmla="*/ 183 w 732"/>
                  <a:gd name="T15" fmla="*/ 100 h 778"/>
                  <a:gd name="T16" fmla="*/ 182 w 732"/>
                  <a:gd name="T17" fmla="*/ 84 h 778"/>
                  <a:gd name="T18" fmla="*/ 177 w 732"/>
                  <a:gd name="T19" fmla="*/ 62 h 778"/>
                  <a:gd name="T20" fmla="*/ 166 w 732"/>
                  <a:gd name="T21" fmla="*/ 38 h 778"/>
                  <a:gd name="T22" fmla="*/ 145 w 732"/>
                  <a:gd name="T23" fmla="*/ 17 h 778"/>
                  <a:gd name="T24" fmla="*/ 135 w 732"/>
                  <a:gd name="T25" fmla="*/ 9 h 778"/>
                  <a:gd name="T26" fmla="*/ 131 w 732"/>
                  <a:gd name="T27" fmla="*/ 5 h 778"/>
                  <a:gd name="T28" fmla="*/ 119 w 732"/>
                  <a:gd name="T29" fmla="*/ 3 h 778"/>
                  <a:gd name="T30" fmla="*/ 107 w 732"/>
                  <a:gd name="T31" fmla="*/ 1 h 778"/>
                  <a:gd name="T32" fmla="*/ 103 w 732"/>
                  <a:gd name="T33" fmla="*/ 2 h 778"/>
                  <a:gd name="T34" fmla="*/ 100 w 732"/>
                  <a:gd name="T35" fmla="*/ 4 h 778"/>
                  <a:gd name="T36" fmla="*/ 88 w 732"/>
                  <a:gd name="T37" fmla="*/ 5 h 778"/>
                  <a:gd name="T38" fmla="*/ 66 w 732"/>
                  <a:gd name="T39" fmla="*/ 9 h 778"/>
                  <a:gd name="T40" fmla="*/ 41 w 732"/>
                  <a:gd name="T41" fmla="*/ 20 h 778"/>
                  <a:gd name="T42" fmla="*/ 18 w 732"/>
                  <a:gd name="T43" fmla="*/ 42 h 778"/>
                  <a:gd name="T44" fmla="*/ 3 w 732"/>
                  <a:gd name="T45" fmla="*/ 78 h 778"/>
                  <a:gd name="T46" fmla="*/ 1 w 732"/>
                  <a:gd name="T47" fmla="*/ 95 h 778"/>
                  <a:gd name="T48" fmla="*/ 5 w 732"/>
                  <a:gd name="T49" fmla="*/ 138 h 778"/>
                  <a:gd name="T50" fmla="*/ 25 w 732"/>
                  <a:gd name="T51" fmla="*/ 169 h 778"/>
                  <a:gd name="T52" fmla="*/ 16 w 732"/>
                  <a:gd name="T53" fmla="*/ 155 h 778"/>
                  <a:gd name="T54" fmla="*/ 5 w 732"/>
                  <a:gd name="T55" fmla="*/ 116 h 778"/>
                  <a:gd name="T56" fmla="*/ 8 w 732"/>
                  <a:gd name="T57" fmla="*/ 77 h 778"/>
                  <a:gd name="T58" fmla="*/ 11 w 732"/>
                  <a:gd name="T59" fmla="*/ 67 h 778"/>
                  <a:gd name="T60" fmla="*/ 18 w 732"/>
                  <a:gd name="T61" fmla="*/ 49 h 778"/>
                  <a:gd name="T62" fmla="*/ 34 w 732"/>
                  <a:gd name="T63" fmla="*/ 30 h 778"/>
                  <a:gd name="T64" fmla="*/ 60 w 732"/>
                  <a:gd name="T65" fmla="*/ 14 h 778"/>
                  <a:gd name="T66" fmla="*/ 100 w 732"/>
                  <a:gd name="T67" fmla="*/ 9 h 778"/>
                  <a:gd name="T68" fmla="*/ 101 w 732"/>
                  <a:gd name="T69" fmla="*/ 13 h 778"/>
                  <a:gd name="T70" fmla="*/ 108 w 732"/>
                  <a:gd name="T71" fmla="*/ 15 h 778"/>
                  <a:gd name="T72" fmla="*/ 121 w 732"/>
                  <a:gd name="T73" fmla="*/ 18 h 778"/>
                  <a:gd name="T74" fmla="*/ 128 w 732"/>
                  <a:gd name="T75" fmla="*/ 20 h 778"/>
                  <a:gd name="T76" fmla="*/ 133 w 732"/>
                  <a:gd name="T77" fmla="*/ 17 h 778"/>
                  <a:gd name="T78" fmla="*/ 136 w 732"/>
                  <a:gd name="T79" fmla="*/ 17 h 778"/>
                  <a:gd name="T80" fmla="*/ 145 w 732"/>
                  <a:gd name="T81" fmla="*/ 22 h 778"/>
                  <a:gd name="T82" fmla="*/ 157 w 732"/>
                  <a:gd name="T83" fmla="*/ 34 h 778"/>
                  <a:gd name="T84" fmla="*/ 170 w 732"/>
                  <a:gd name="T85" fmla="*/ 53 h 778"/>
                  <a:gd name="T86" fmla="*/ 178 w 732"/>
                  <a:gd name="T87" fmla="*/ 81 h 778"/>
                  <a:gd name="T88" fmla="*/ 179 w 732"/>
                  <a:gd name="T89" fmla="*/ 106 h 778"/>
                  <a:gd name="T90" fmla="*/ 177 w 732"/>
                  <a:gd name="T91" fmla="*/ 119 h 778"/>
                  <a:gd name="T92" fmla="*/ 169 w 732"/>
                  <a:gd name="T93" fmla="*/ 141 h 778"/>
                  <a:gd name="T94" fmla="*/ 149 w 732"/>
                  <a:gd name="T95" fmla="*/ 165 h 778"/>
                  <a:gd name="T96" fmla="*/ 112 w 732"/>
                  <a:gd name="T97" fmla="*/ 184 h 778"/>
                  <a:gd name="T98" fmla="*/ 54 w 732"/>
                  <a:gd name="T99" fmla="*/ 190 h 7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32"/>
                  <a:gd name="T151" fmla="*/ 0 h 778"/>
                  <a:gd name="T152" fmla="*/ 732 w 732"/>
                  <a:gd name="T153" fmla="*/ 778 h 7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32" h="778">
                    <a:moveTo>
                      <a:pt x="217" y="760"/>
                    </a:moveTo>
                    <a:lnTo>
                      <a:pt x="217" y="762"/>
                    </a:lnTo>
                    <a:lnTo>
                      <a:pt x="214" y="764"/>
                    </a:lnTo>
                    <a:lnTo>
                      <a:pt x="213" y="769"/>
                    </a:lnTo>
                    <a:lnTo>
                      <a:pt x="211" y="775"/>
                    </a:lnTo>
                    <a:lnTo>
                      <a:pt x="217" y="775"/>
                    </a:lnTo>
                    <a:lnTo>
                      <a:pt x="231" y="777"/>
                    </a:lnTo>
                    <a:lnTo>
                      <a:pt x="255" y="778"/>
                    </a:lnTo>
                    <a:lnTo>
                      <a:pt x="286" y="777"/>
                    </a:lnTo>
                    <a:lnTo>
                      <a:pt x="323" y="775"/>
                    </a:lnTo>
                    <a:lnTo>
                      <a:pt x="363" y="771"/>
                    </a:lnTo>
                    <a:lnTo>
                      <a:pt x="408" y="763"/>
                    </a:lnTo>
                    <a:lnTo>
                      <a:pt x="454" y="751"/>
                    </a:lnTo>
                    <a:lnTo>
                      <a:pt x="500" y="734"/>
                    </a:lnTo>
                    <a:lnTo>
                      <a:pt x="546" y="712"/>
                    </a:lnTo>
                    <a:lnTo>
                      <a:pt x="590" y="684"/>
                    </a:lnTo>
                    <a:lnTo>
                      <a:pt x="630" y="650"/>
                    </a:lnTo>
                    <a:lnTo>
                      <a:pt x="666" y="607"/>
                    </a:lnTo>
                    <a:lnTo>
                      <a:pt x="695" y="557"/>
                    </a:lnTo>
                    <a:lnTo>
                      <a:pt x="717" y="497"/>
                    </a:lnTo>
                    <a:lnTo>
                      <a:pt x="731" y="426"/>
                    </a:lnTo>
                    <a:lnTo>
                      <a:pt x="731" y="423"/>
                    </a:lnTo>
                    <a:lnTo>
                      <a:pt x="732" y="415"/>
                    </a:lnTo>
                    <a:lnTo>
                      <a:pt x="732" y="401"/>
                    </a:lnTo>
                    <a:lnTo>
                      <a:pt x="732" y="383"/>
                    </a:lnTo>
                    <a:lnTo>
                      <a:pt x="729" y="361"/>
                    </a:lnTo>
                    <a:lnTo>
                      <a:pt x="727" y="335"/>
                    </a:lnTo>
                    <a:lnTo>
                      <a:pt x="723" y="307"/>
                    </a:lnTo>
                    <a:lnTo>
                      <a:pt x="717" y="277"/>
                    </a:lnTo>
                    <a:lnTo>
                      <a:pt x="708" y="246"/>
                    </a:lnTo>
                    <a:lnTo>
                      <a:pt x="695" y="215"/>
                    </a:lnTo>
                    <a:lnTo>
                      <a:pt x="680" y="182"/>
                    </a:lnTo>
                    <a:lnTo>
                      <a:pt x="661" y="151"/>
                    </a:lnTo>
                    <a:lnTo>
                      <a:pt x="638" y="121"/>
                    </a:lnTo>
                    <a:lnTo>
                      <a:pt x="611" y="94"/>
                    </a:lnTo>
                    <a:lnTo>
                      <a:pt x="578" y="68"/>
                    </a:lnTo>
                    <a:lnTo>
                      <a:pt x="540" y="45"/>
                    </a:lnTo>
                    <a:lnTo>
                      <a:pt x="540" y="42"/>
                    </a:lnTo>
                    <a:lnTo>
                      <a:pt x="539" y="35"/>
                    </a:lnTo>
                    <a:lnTo>
                      <a:pt x="536" y="27"/>
                    </a:lnTo>
                    <a:lnTo>
                      <a:pt x="528" y="21"/>
                    </a:lnTo>
                    <a:lnTo>
                      <a:pt x="522" y="20"/>
                    </a:lnTo>
                    <a:lnTo>
                      <a:pt x="510" y="18"/>
                    </a:lnTo>
                    <a:lnTo>
                      <a:pt x="494" y="14"/>
                    </a:lnTo>
                    <a:lnTo>
                      <a:pt x="476" y="11"/>
                    </a:lnTo>
                    <a:lnTo>
                      <a:pt x="457" y="7"/>
                    </a:lnTo>
                    <a:lnTo>
                      <a:pt x="441" y="4"/>
                    </a:lnTo>
                    <a:lnTo>
                      <a:pt x="429" y="1"/>
                    </a:lnTo>
                    <a:lnTo>
                      <a:pt x="423" y="0"/>
                    </a:lnTo>
                    <a:lnTo>
                      <a:pt x="416" y="1"/>
                    </a:lnTo>
                    <a:lnTo>
                      <a:pt x="410" y="7"/>
                    </a:lnTo>
                    <a:lnTo>
                      <a:pt x="406" y="13"/>
                    </a:lnTo>
                    <a:lnTo>
                      <a:pt x="403" y="15"/>
                    </a:lnTo>
                    <a:lnTo>
                      <a:pt x="400" y="15"/>
                    </a:lnTo>
                    <a:lnTo>
                      <a:pt x="388" y="15"/>
                    </a:lnTo>
                    <a:lnTo>
                      <a:pt x="372" y="15"/>
                    </a:lnTo>
                    <a:lnTo>
                      <a:pt x="350" y="18"/>
                    </a:lnTo>
                    <a:lnTo>
                      <a:pt x="324" y="21"/>
                    </a:lnTo>
                    <a:lnTo>
                      <a:pt x="295" y="26"/>
                    </a:lnTo>
                    <a:lnTo>
                      <a:pt x="263" y="35"/>
                    </a:lnTo>
                    <a:lnTo>
                      <a:pt x="229" y="45"/>
                    </a:lnTo>
                    <a:lnTo>
                      <a:pt x="196" y="60"/>
                    </a:lnTo>
                    <a:lnTo>
                      <a:pt x="161" y="80"/>
                    </a:lnTo>
                    <a:lnTo>
                      <a:pt x="129" y="103"/>
                    </a:lnTo>
                    <a:lnTo>
                      <a:pt x="98" y="132"/>
                    </a:lnTo>
                    <a:lnTo>
                      <a:pt x="70" y="166"/>
                    </a:lnTo>
                    <a:lnTo>
                      <a:pt x="46" y="208"/>
                    </a:lnTo>
                    <a:lnTo>
                      <a:pt x="26" y="255"/>
                    </a:lnTo>
                    <a:lnTo>
                      <a:pt x="12" y="309"/>
                    </a:lnTo>
                    <a:lnTo>
                      <a:pt x="10" y="318"/>
                    </a:lnTo>
                    <a:lnTo>
                      <a:pt x="6" y="342"/>
                    </a:lnTo>
                    <a:lnTo>
                      <a:pt x="1" y="380"/>
                    </a:lnTo>
                    <a:lnTo>
                      <a:pt x="0" y="429"/>
                    </a:lnTo>
                    <a:lnTo>
                      <a:pt x="4" y="486"/>
                    </a:lnTo>
                    <a:lnTo>
                      <a:pt x="18" y="549"/>
                    </a:lnTo>
                    <a:lnTo>
                      <a:pt x="45" y="615"/>
                    </a:lnTo>
                    <a:lnTo>
                      <a:pt x="85" y="682"/>
                    </a:lnTo>
                    <a:lnTo>
                      <a:pt x="101" y="674"/>
                    </a:lnTo>
                    <a:lnTo>
                      <a:pt x="95" y="668"/>
                    </a:lnTo>
                    <a:lnTo>
                      <a:pt x="82" y="649"/>
                    </a:lnTo>
                    <a:lnTo>
                      <a:pt x="64" y="619"/>
                    </a:lnTo>
                    <a:lnTo>
                      <a:pt x="45" y="577"/>
                    </a:lnTo>
                    <a:lnTo>
                      <a:pt x="27" y="526"/>
                    </a:lnTo>
                    <a:lnTo>
                      <a:pt x="17" y="462"/>
                    </a:lnTo>
                    <a:lnTo>
                      <a:pt x="17" y="391"/>
                    </a:lnTo>
                    <a:lnTo>
                      <a:pt x="31" y="309"/>
                    </a:lnTo>
                    <a:lnTo>
                      <a:pt x="31" y="306"/>
                    </a:lnTo>
                    <a:lnTo>
                      <a:pt x="33" y="297"/>
                    </a:lnTo>
                    <a:lnTo>
                      <a:pt x="37" y="284"/>
                    </a:lnTo>
                    <a:lnTo>
                      <a:pt x="41" y="265"/>
                    </a:lnTo>
                    <a:lnTo>
                      <a:pt x="48" y="244"/>
                    </a:lnTo>
                    <a:lnTo>
                      <a:pt x="59" y="220"/>
                    </a:lnTo>
                    <a:lnTo>
                      <a:pt x="72" y="195"/>
                    </a:lnTo>
                    <a:lnTo>
                      <a:pt x="89" y="170"/>
                    </a:lnTo>
                    <a:lnTo>
                      <a:pt x="109" y="143"/>
                    </a:lnTo>
                    <a:lnTo>
                      <a:pt x="135" y="119"/>
                    </a:lnTo>
                    <a:lnTo>
                      <a:pt x="165" y="95"/>
                    </a:lnTo>
                    <a:lnTo>
                      <a:pt x="199" y="74"/>
                    </a:lnTo>
                    <a:lnTo>
                      <a:pt x="241" y="57"/>
                    </a:lnTo>
                    <a:lnTo>
                      <a:pt x="287" y="43"/>
                    </a:lnTo>
                    <a:lnTo>
                      <a:pt x="339" y="35"/>
                    </a:lnTo>
                    <a:lnTo>
                      <a:pt x="399" y="33"/>
                    </a:lnTo>
                    <a:lnTo>
                      <a:pt x="399" y="36"/>
                    </a:lnTo>
                    <a:lnTo>
                      <a:pt x="400" y="43"/>
                    </a:lnTo>
                    <a:lnTo>
                      <a:pt x="403" y="51"/>
                    </a:lnTo>
                    <a:lnTo>
                      <a:pt x="410" y="56"/>
                    </a:lnTo>
                    <a:lnTo>
                      <a:pt x="419" y="58"/>
                    </a:lnTo>
                    <a:lnTo>
                      <a:pt x="433" y="61"/>
                    </a:lnTo>
                    <a:lnTo>
                      <a:pt x="448" y="65"/>
                    </a:lnTo>
                    <a:lnTo>
                      <a:pt x="466" y="68"/>
                    </a:lnTo>
                    <a:lnTo>
                      <a:pt x="482" y="72"/>
                    </a:lnTo>
                    <a:lnTo>
                      <a:pt x="495" y="74"/>
                    </a:lnTo>
                    <a:lnTo>
                      <a:pt x="506" y="76"/>
                    </a:lnTo>
                    <a:lnTo>
                      <a:pt x="512" y="77"/>
                    </a:lnTo>
                    <a:lnTo>
                      <a:pt x="522" y="76"/>
                    </a:lnTo>
                    <a:lnTo>
                      <a:pt x="529" y="72"/>
                    </a:lnTo>
                    <a:lnTo>
                      <a:pt x="532" y="66"/>
                    </a:lnTo>
                    <a:lnTo>
                      <a:pt x="534" y="64"/>
                    </a:lnTo>
                    <a:lnTo>
                      <a:pt x="536" y="65"/>
                    </a:lnTo>
                    <a:lnTo>
                      <a:pt x="542" y="67"/>
                    </a:lnTo>
                    <a:lnTo>
                      <a:pt x="551" y="72"/>
                    </a:lnTo>
                    <a:lnTo>
                      <a:pt x="563" y="79"/>
                    </a:lnTo>
                    <a:lnTo>
                      <a:pt x="577" y="88"/>
                    </a:lnTo>
                    <a:lnTo>
                      <a:pt x="593" y="101"/>
                    </a:lnTo>
                    <a:lnTo>
                      <a:pt x="611" y="115"/>
                    </a:lnTo>
                    <a:lnTo>
                      <a:pt x="628" y="134"/>
                    </a:lnTo>
                    <a:lnTo>
                      <a:pt x="645" y="156"/>
                    </a:lnTo>
                    <a:lnTo>
                      <a:pt x="663" y="181"/>
                    </a:lnTo>
                    <a:lnTo>
                      <a:pt x="678" y="210"/>
                    </a:lnTo>
                    <a:lnTo>
                      <a:pt x="691" y="243"/>
                    </a:lnTo>
                    <a:lnTo>
                      <a:pt x="702" y="280"/>
                    </a:lnTo>
                    <a:lnTo>
                      <a:pt x="710" y="323"/>
                    </a:lnTo>
                    <a:lnTo>
                      <a:pt x="715" y="369"/>
                    </a:lnTo>
                    <a:lnTo>
                      <a:pt x="715" y="421"/>
                    </a:lnTo>
                    <a:lnTo>
                      <a:pt x="715" y="424"/>
                    </a:lnTo>
                    <a:lnTo>
                      <a:pt x="713" y="436"/>
                    </a:lnTo>
                    <a:lnTo>
                      <a:pt x="711" y="453"/>
                    </a:lnTo>
                    <a:lnTo>
                      <a:pt x="708" y="476"/>
                    </a:lnTo>
                    <a:lnTo>
                      <a:pt x="700" y="502"/>
                    </a:lnTo>
                    <a:lnTo>
                      <a:pt x="689" y="532"/>
                    </a:lnTo>
                    <a:lnTo>
                      <a:pt x="673" y="564"/>
                    </a:lnTo>
                    <a:lnTo>
                      <a:pt x="653" y="596"/>
                    </a:lnTo>
                    <a:lnTo>
                      <a:pt x="627" y="628"/>
                    </a:lnTo>
                    <a:lnTo>
                      <a:pt x="593" y="659"/>
                    </a:lnTo>
                    <a:lnTo>
                      <a:pt x="554" y="688"/>
                    </a:lnTo>
                    <a:lnTo>
                      <a:pt x="506" y="713"/>
                    </a:lnTo>
                    <a:lnTo>
                      <a:pt x="448" y="734"/>
                    </a:lnTo>
                    <a:lnTo>
                      <a:pt x="381" y="750"/>
                    </a:lnTo>
                    <a:lnTo>
                      <a:pt x="304" y="759"/>
                    </a:lnTo>
                    <a:lnTo>
                      <a:pt x="217" y="760"/>
                    </a:lnTo>
                    <a:close/>
                  </a:path>
                </a:pathLst>
              </a:custGeom>
              <a:solidFill>
                <a:srgbClr val="000000"/>
              </a:solidFill>
              <a:ln w="9525">
                <a:solidFill>
                  <a:srgbClr val="DDDDDD"/>
                </a:solidFill>
                <a:round/>
                <a:headEnd/>
                <a:tailEnd/>
              </a:ln>
            </p:spPr>
            <p:txBody>
              <a:bodyPr/>
              <a:lstStyle/>
              <a:p>
                <a:endParaRPr lang="en-GB"/>
              </a:p>
            </p:txBody>
          </p:sp>
          <p:sp>
            <p:nvSpPr>
              <p:cNvPr id="21857" name="Freeform 319">
                <a:extLst>
                  <a:ext uri="{FF2B5EF4-FFF2-40B4-BE49-F238E27FC236}">
                    <a16:creationId xmlns:a16="http://schemas.microsoft.com/office/drawing/2014/main" id="{7F142E6E-327C-B4C9-88CB-F6289E5530C6}"/>
                  </a:ext>
                </a:extLst>
              </p:cNvPr>
              <p:cNvSpPr>
                <a:spLocks/>
              </p:cNvSpPr>
              <p:nvPr/>
            </p:nvSpPr>
            <p:spPr bwMode="auto">
              <a:xfrm rot="3600000">
                <a:off x="1450" y="1835"/>
                <a:ext cx="9" cy="21"/>
              </a:xfrm>
              <a:custGeom>
                <a:avLst/>
                <a:gdLst>
                  <a:gd name="T0" fmla="*/ 4 w 19"/>
                  <a:gd name="T1" fmla="*/ 4 h 43"/>
                  <a:gd name="T2" fmla="*/ 4 w 19"/>
                  <a:gd name="T3" fmla="*/ 3 h 43"/>
                  <a:gd name="T4" fmla="*/ 4 w 19"/>
                  <a:gd name="T5" fmla="*/ 2 h 43"/>
                  <a:gd name="T6" fmla="*/ 4 w 19"/>
                  <a:gd name="T7" fmla="*/ 1 h 43"/>
                  <a:gd name="T8" fmla="*/ 3 w 19"/>
                  <a:gd name="T9" fmla="*/ 0 h 43"/>
                  <a:gd name="T10" fmla="*/ 2 w 19"/>
                  <a:gd name="T11" fmla="*/ 0 h 43"/>
                  <a:gd name="T12" fmla="*/ 1 w 19"/>
                  <a:gd name="T13" fmla="*/ 2 h 43"/>
                  <a:gd name="T14" fmla="*/ 0 w 19"/>
                  <a:gd name="T15" fmla="*/ 5 h 43"/>
                  <a:gd name="T16" fmla="*/ 1 w 19"/>
                  <a:gd name="T17" fmla="*/ 10 h 43"/>
                  <a:gd name="T18" fmla="*/ 1 w 19"/>
                  <a:gd name="T19" fmla="*/ 10 h 43"/>
                  <a:gd name="T20" fmla="*/ 1 w 19"/>
                  <a:gd name="T21" fmla="*/ 10 h 43"/>
                  <a:gd name="T22" fmla="*/ 2 w 19"/>
                  <a:gd name="T23" fmla="*/ 9 h 43"/>
                  <a:gd name="T24" fmla="*/ 3 w 19"/>
                  <a:gd name="T25" fmla="*/ 8 h 43"/>
                  <a:gd name="T26" fmla="*/ 3 w 19"/>
                  <a:gd name="T27" fmla="*/ 7 h 43"/>
                  <a:gd name="T28" fmla="*/ 3 w 19"/>
                  <a:gd name="T29" fmla="*/ 6 h 43"/>
                  <a:gd name="T30" fmla="*/ 3 w 19"/>
                  <a:gd name="T31" fmla="*/ 5 h 43"/>
                  <a:gd name="T32" fmla="*/ 4 w 19"/>
                  <a:gd name="T33" fmla="*/ 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
                  <a:gd name="T52" fmla="*/ 0 h 43"/>
                  <a:gd name="T53" fmla="*/ 19 w 19"/>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 h="43">
                    <a:moveTo>
                      <a:pt x="19" y="16"/>
                    </a:moveTo>
                    <a:lnTo>
                      <a:pt x="19" y="14"/>
                    </a:lnTo>
                    <a:lnTo>
                      <a:pt x="19" y="9"/>
                    </a:lnTo>
                    <a:lnTo>
                      <a:pt x="17" y="5"/>
                    </a:lnTo>
                    <a:lnTo>
                      <a:pt x="14" y="0"/>
                    </a:lnTo>
                    <a:lnTo>
                      <a:pt x="11" y="2"/>
                    </a:lnTo>
                    <a:lnTo>
                      <a:pt x="4" y="9"/>
                    </a:lnTo>
                    <a:lnTo>
                      <a:pt x="0" y="23"/>
                    </a:lnTo>
                    <a:lnTo>
                      <a:pt x="4" y="43"/>
                    </a:lnTo>
                    <a:lnTo>
                      <a:pt x="5" y="43"/>
                    </a:lnTo>
                    <a:lnTo>
                      <a:pt x="7" y="42"/>
                    </a:lnTo>
                    <a:lnTo>
                      <a:pt x="10" y="38"/>
                    </a:lnTo>
                    <a:lnTo>
                      <a:pt x="13" y="32"/>
                    </a:lnTo>
                    <a:lnTo>
                      <a:pt x="13" y="31"/>
                    </a:lnTo>
                    <a:lnTo>
                      <a:pt x="12" y="27"/>
                    </a:lnTo>
                    <a:lnTo>
                      <a:pt x="13" y="21"/>
                    </a:lnTo>
                    <a:lnTo>
                      <a:pt x="19" y="16"/>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sp>
          <p:nvSpPr>
            <p:cNvPr id="21850" name="Text Box 320">
              <a:extLst>
                <a:ext uri="{FF2B5EF4-FFF2-40B4-BE49-F238E27FC236}">
                  <a16:creationId xmlns:a16="http://schemas.microsoft.com/office/drawing/2014/main" id="{7DEE7EF8-3041-CA96-E090-8B566D28B7B2}"/>
                </a:ext>
              </a:extLst>
            </p:cNvPr>
            <p:cNvSpPr txBox="1">
              <a:spLocks noChangeArrowheads="1"/>
            </p:cNvSpPr>
            <p:nvPr/>
          </p:nvSpPr>
          <p:spPr bwMode="auto">
            <a:xfrm rot="1143463" flipH="1">
              <a:off x="4626" y="1866"/>
              <a:ext cx="7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1600" b="1" dirty="0">
                  <a:latin typeface="Courier New" panose="02070309020205020404" pitchFamily="49" charset="0"/>
                </a:rPr>
                <a:t>10.0.2.1</a:t>
              </a:r>
            </a:p>
          </p:txBody>
        </p:sp>
      </p:grpSp>
      <p:grpSp>
        <p:nvGrpSpPr>
          <p:cNvPr id="21586" name="Group 69">
            <a:extLst>
              <a:ext uri="{FF2B5EF4-FFF2-40B4-BE49-F238E27FC236}">
                <a16:creationId xmlns:a16="http://schemas.microsoft.com/office/drawing/2014/main" id="{80D8309C-8E9C-A6AB-2AF1-ADF5045BACA9}"/>
              </a:ext>
            </a:extLst>
          </p:cNvPr>
          <p:cNvGrpSpPr>
            <a:grpSpLocks/>
          </p:cNvGrpSpPr>
          <p:nvPr/>
        </p:nvGrpSpPr>
        <p:grpSpPr bwMode="auto">
          <a:xfrm>
            <a:off x="8011945" y="3118209"/>
            <a:ext cx="406400" cy="339725"/>
            <a:chOff x="144" y="3264"/>
            <a:chExt cx="288" cy="240"/>
          </a:xfrm>
        </p:grpSpPr>
        <p:sp>
          <p:nvSpPr>
            <p:cNvPr id="21587" name="Rectangle 70">
              <a:extLst>
                <a:ext uri="{FF2B5EF4-FFF2-40B4-BE49-F238E27FC236}">
                  <a16:creationId xmlns:a16="http://schemas.microsoft.com/office/drawing/2014/main" id="{E3F70A63-A08C-E7B0-67CC-2E19C3B092E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6" name="Rectangle 71">
              <a:extLst>
                <a:ext uri="{FF2B5EF4-FFF2-40B4-BE49-F238E27FC236}">
                  <a16:creationId xmlns:a16="http://schemas.microsoft.com/office/drawing/2014/main" id="{B1BEBED3-E199-3B15-134F-AA837DCEF14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21597" name="Group 66">
            <a:extLst>
              <a:ext uri="{FF2B5EF4-FFF2-40B4-BE49-F238E27FC236}">
                <a16:creationId xmlns:a16="http://schemas.microsoft.com/office/drawing/2014/main" id="{FC75C2EC-8F4F-434F-44A7-5013FB6A6100}"/>
              </a:ext>
            </a:extLst>
          </p:cNvPr>
          <p:cNvGrpSpPr>
            <a:grpSpLocks/>
          </p:cNvGrpSpPr>
          <p:nvPr/>
        </p:nvGrpSpPr>
        <p:grpSpPr bwMode="auto">
          <a:xfrm>
            <a:off x="7472755" y="3586104"/>
            <a:ext cx="406400" cy="339725"/>
            <a:chOff x="144" y="3264"/>
            <a:chExt cx="288" cy="240"/>
          </a:xfrm>
        </p:grpSpPr>
        <p:sp>
          <p:nvSpPr>
            <p:cNvPr id="21598" name="Rectangle 67">
              <a:extLst>
                <a:ext uri="{FF2B5EF4-FFF2-40B4-BE49-F238E27FC236}">
                  <a16:creationId xmlns:a16="http://schemas.microsoft.com/office/drawing/2014/main" id="{B8296CD7-3D41-8457-4B5D-42FDD0A0C95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21599" name="Rectangle 68">
              <a:extLst>
                <a:ext uri="{FF2B5EF4-FFF2-40B4-BE49-F238E27FC236}">
                  <a16:creationId xmlns:a16="http://schemas.microsoft.com/office/drawing/2014/main" id="{7FF59BF8-F584-D35C-81E6-6ED974075383}"/>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pic>
        <p:nvPicPr>
          <p:cNvPr id="21600" name="Picture 224" descr="MC900434713[1]">
            <a:extLst>
              <a:ext uri="{FF2B5EF4-FFF2-40B4-BE49-F238E27FC236}">
                <a16:creationId xmlns:a16="http://schemas.microsoft.com/office/drawing/2014/main" id="{397505CB-821C-D7DB-2E2D-7E1A55CD49B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75831" y="2858801"/>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26" name="Line 201">
            <a:extLst>
              <a:ext uri="{FF2B5EF4-FFF2-40B4-BE49-F238E27FC236}">
                <a16:creationId xmlns:a16="http://schemas.microsoft.com/office/drawing/2014/main" id="{E5607226-DF31-C7B9-991C-22535CAD12ED}"/>
              </a:ext>
            </a:extLst>
          </p:cNvPr>
          <p:cNvSpPr>
            <a:spLocks noChangeShapeType="1"/>
          </p:cNvSpPr>
          <p:nvPr/>
        </p:nvSpPr>
        <p:spPr bwMode="auto">
          <a:xfrm flipH="1">
            <a:off x="5864070" y="1791006"/>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27" name="Line 201">
            <a:extLst>
              <a:ext uri="{FF2B5EF4-FFF2-40B4-BE49-F238E27FC236}">
                <a16:creationId xmlns:a16="http://schemas.microsoft.com/office/drawing/2014/main" id="{10E85AED-63EF-9FD6-4D1A-7AF0B7C1C291}"/>
              </a:ext>
            </a:extLst>
          </p:cNvPr>
          <p:cNvSpPr>
            <a:spLocks noChangeShapeType="1"/>
          </p:cNvSpPr>
          <p:nvPr/>
        </p:nvSpPr>
        <p:spPr bwMode="auto">
          <a:xfrm flipH="1">
            <a:off x="5864070" y="3099721"/>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620" name="Group 198">
            <a:extLst>
              <a:ext uri="{FF2B5EF4-FFF2-40B4-BE49-F238E27FC236}">
                <a16:creationId xmlns:a16="http://schemas.microsoft.com/office/drawing/2014/main" id="{5D74B959-BD8E-E9ED-E49D-528CE445E6DB}"/>
              </a:ext>
            </a:extLst>
          </p:cNvPr>
          <p:cNvGrpSpPr>
            <a:grpSpLocks/>
          </p:cNvGrpSpPr>
          <p:nvPr/>
        </p:nvGrpSpPr>
        <p:grpSpPr bwMode="auto">
          <a:xfrm>
            <a:off x="5612671" y="2237532"/>
            <a:ext cx="406400" cy="339725"/>
            <a:chOff x="144" y="3264"/>
            <a:chExt cx="288" cy="240"/>
          </a:xfrm>
        </p:grpSpPr>
        <p:sp>
          <p:nvSpPr>
            <p:cNvPr id="21621" name="Rectangle 199">
              <a:extLst>
                <a:ext uri="{FF2B5EF4-FFF2-40B4-BE49-F238E27FC236}">
                  <a16:creationId xmlns:a16="http://schemas.microsoft.com/office/drawing/2014/main" id="{CE4145F1-13DD-68C2-93B4-7D58E05CD52E}"/>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21622" name="Rectangle 200">
              <a:extLst>
                <a:ext uri="{FF2B5EF4-FFF2-40B4-BE49-F238E27FC236}">
                  <a16:creationId xmlns:a16="http://schemas.microsoft.com/office/drawing/2014/main" id="{8E551EAF-0003-48F8-A5DC-342E99F4EF6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grpSp>
        <p:nvGrpSpPr>
          <p:cNvPr id="21623" name="Group 201">
            <a:extLst>
              <a:ext uri="{FF2B5EF4-FFF2-40B4-BE49-F238E27FC236}">
                <a16:creationId xmlns:a16="http://schemas.microsoft.com/office/drawing/2014/main" id="{2FD1615A-3789-DC13-162F-BE54477A54EC}"/>
              </a:ext>
            </a:extLst>
          </p:cNvPr>
          <p:cNvGrpSpPr>
            <a:grpSpLocks/>
          </p:cNvGrpSpPr>
          <p:nvPr/>
        </p:nvGrpSpPr>
        <p:grpSpPr bwMode="auto">
          <a:xfrm>
            <a:off x="5642941" y="3013257"/>
            <a:ext cx="406400" cy="339725"/>
            <a:chOff x="144" y="3264"/>
            <a:chExt cx="288" cy="240"/>
          </a:xfrm>
        </p:grpSpPr>
        <p:sp>
          <p:nvSpPr>
            <p:cNvPr id="21625" name="Rectangle 203">
              <a:extLst>
                <a:ext uri="{FF2B5EF4-FFF2-40B4-BE49-F238E27FC236}">
                  <a16:creationId xmlns:a16="http://schemas.microsoft.com/office/drawing/2014/main" id="{7DBB3768-4D51-450F-7B02-49E7EBB7318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sp>
          <p:nvSpPr>
            <p:cNvPr id="21624" name="Rectangle 202">
              <a:extLst>
                <a:ext uri="{FF2B5EF4-FFF2-40B4-BE49-F238E27FC236}">
                  <a16:creationId xmlns:a16="http://schemas.microsoft.com/office/drawing/2014/main" id="{EE1BEA27-82B8-01C1-1DCF-85C287C490DA}"/>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grpSp>
      <p:sp>
        <p:nvSpPr>
          <p:cNvPr id="21618" name="Line 197">
            <a:extLst>
              <a:ext uri="{FF2B5EF4-FFF2-40B4-BE49-F238E27FC236}">
                <a16:creationId xmlns:a16="http://schemas.microsoft.com/office/drawing/2014/main" id="{E7AA2CA8-0A2C-17A6-6D0E-881780AA9938}"/>
              </a:ext>
            </a:extLst>
          </p:cNvPr>
          <p:cNvSpPr>
            <a:spLocks noChangeShapeType="1"/>
          </p:cNvSpPr>
          <p:nvPr/>
        </p:nvSpPr>
        <p:spPr bwMode="auto">
          <a:xfrm>
            <a:off x="3765047" y="1886242"/>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1" name="Oval 57">
            <a:extLst>
              <a:ext uri="{FF2B5EF4-FFF2-40B4-BE49-F238E27FC236}">
                <a16:creationId xmlns:a16="http://schemas.microsoft.com/office/drawing/2014/main" id="{CE8B9B63-2323-A33C-9694-30482B8E75D5}"/>
              </a:ext>
            </a:extLst>
          </p:cNvPr>
          <p:cNvSpPr>
            <a:spLocks noChangeArrowheads="1"/>
          </p:cNvSpPr>
          <p:nvPr/>
        </p:nvSpPr>
        <p:spPr bwMode="auto">
          <a:xfrm flipH="1">
            <a:off x="5707907" y="171297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A</a:t>
            </a:r>
          </a:p>
        </p:txBody>
      </p:sp>
      <p:sp>
        <p:nvSpPr>
          <p:cNvPr id="21619" name="Line 201">
            <a:extLst>
              <a:ext uri="{FF2B5EF4-FFF2-40B4-BE49-F238E27FC236}">
                <a16:creationId xmlns:a16="http://schemas.microsoft.com/office/drawing/2014/main" id="{90B1BA70-6BCA-0E1F-441A-33026978051D}"/>
              </a:ext>
            </a:extLst>
          </p:cNvPr>
          <p:cNvSpPr>
            <a:spLocks noChangeShapeType="1"/>
          </p:cNvSpPr>
          <p:nvPr/>
        </p:nvSpPr>
        <p:spPr bwMode="auto">
          <a:xfrm flipH="1">
            <a:off x="3809007" y="1862278"/>
            <a:ext cx="0" cy="91577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35" name="Group 58">
            <a:extLst>
              <a:ext uri="{FF2B5EF4-FFF2-40B4-BE49-F238E27FC236}">
                <a16:creationId xmlns:a16="http://schemas.microsoft.com/office/drawing/2014/main" id="{E59B77AC-6891-3FC2-54D5-5DC0F4CA30D2}"/>
              </a:ext>
            </a:extLst>
          </p:cNvPr>
          <p:cNvGrpSpPr>
            <a:grpSpLocks noChangeAspect="1"/>
          </p:cNvGrpSpPr>
          <p:nvPr/>
        </p:nvGrpSpPr>
        <p:grpSpPr bwMode="auto">
          <a:xfrm>
            <a:off x="3418205" y="1642040"/>
            <a:ext cx="723900" cy="460375"/>
            <a:chOff x="3312" y="2160"/>
            <a:chExt cx="960" cy="528"/>
          </a:xfrm>
        </p:grpSpPr>
        <p:grpSp>
          <p:nvGrpSpPr>
            <p:cNvPr id="36" name="Group 59">
              <a:extLst>
                <a:ext uri="{FF2B5EF4-FFF2-40B4-BE49-F238E27FC236}">
                  <a16:creationId xmlns:a16="http://schemas.microsoft.com/office/drawing/2014/main" id="{358B3B2D-E8BA-1E94-14AE-B007D2DA2B53}"/>
                </a:ext>
              </a:extLst>
            </p:cNvPr>
            <p:cNvGrpSpPr>
              <a:grpSpLocks noChangeAspect="1"/>
            </p:cNvGrpSpPr>
            <p:nvPr/>
          </p:nvGrpSpPr>
          <p:grpSpPr bwMode="auto">
            <a:xfrm>
              <a:off x="3312" y="2160"/>
              <a:ext cx="960" cy="528"/>
              <a:chOff x="3312" y="2160"/>
              <a:chExt cx="960" cy="528"/>
            </a:xfrm>
          </p:grpSpPr>
          <p:sp>
            <p:nvSpPr>
              <p:cNvPr id="38" name="AutoShape 60">
                <a:extLst>
                  <a:ext uri="{FF2B5EF4-FFF2-40B4-BE49-F238E27FC236}">
                    <a16:creationId xmlns:a16="http://schemas.microsoft.com/office/drawing/2014/main" id="{B5BD0E12-FF8A-1D07-7047-4D285097916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39" name="Group 61">
                <a:extLst>
                  <a:ext uri="{FF2B5EF4-FFF2-40B4-BE49-F238E27FC236}">
                    <a16:creationId xmlns:a16="http://schemas.microsoft.com/office/drawing/2014/main" id="{3D58A98C-FB1A-914C-C89D-1AB4E97A30CE}"/>
                  </a:ext>
                </a:extLst>
              </p:cNvPr>
              <p:cNvGrpSpPr>
                <a:grpSpLocks noChangeAspect="1"/>
              </p:cNvGrpSpPr>
              <p:nvPr/>
            </p:nvGrpSpPr>
            <p:grpSpPr bwMode="auto">
              <a:xfrm>
                <a:off x="3488" y="2193"/>
                <a:ext cx="599" cy="207"/>
                <a:chOff x="422" y="1632"/>
                <a:chExt cx="829" cy="298"/>
              </a:xfrm>
            </p:grpSpPr>
            <p:grpSp>
              <p:nvGrpSpPr>
                <p:cNvPr id="40" name="Group 62">
                  <a:extLst>
                    <a:ext uri="{FF2B5EF4-FFF2-40B4-BE49-F238E27FC236}">
                      <a16:creationId xmlns:a16="http://schemas.microsoft.com/office/drawing/2014/main" id="{1B435C44-4945-1186-C685-2EBEA0450C98}"/>
                    </a:ext>
                  </a:extLst>
                </p:cNvPr>
                <p:cNvGrpSpPr>
                  <a:grpSpLocks noChangeAspect="1"/>
                </p:cNvGrpSpPr>
                <p:nvPr/>
              </p:nvGrpSpPr>
              <p:grpSpPr bwMode="auto">
                <a:xfrm>
                  <a:off x="422" y="1632"/>
                  <a:ext cx="822" cy="291"/>
                  <a:chOff x="422" y="1632"/>
                  <a:chExt cx="822" cy="291"/>
                </a:xfrm>
              </p:grpSpPr>
              <p:sp>
                <p:nvSpPr>
                  <p:cNvPr id="50" name="Freeform 63">
                    <a:extLst>
                      <a:ext uri="{FF2B5EF4-FFF2-40B4-BE49-F238E27FC236}">
                        <a16:creationId xmlns:a16="http://schemas.microsoft.com/office/drawing/2014/main" id="{B7109261-9C9F-F1C8-BEE5-9E18EAD52D1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1" name="Freeform 64">
                    <a:extLst>
                      <a:ext uri="{FF2B5EF4-FFF2-40B4-BE49-F238E27FC236}">
                        <a16:creationId xmlns:a16="http://schemas.microsoft.com/office/drawing/2014/main" id="{DF07984C-6065-BDC5-F697-56DB089B466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2" name="Freeform 65">
                    <a:extLst>
                      <a:ext uri="{FF2B5EF4-FFF2-40B4-BE49-F238E27FC236}">
                        <a16:creationId xmlns:a16="http://schemas.microsoft.com/office/drawing/2014/main" id="{759D1AB2-789C-7CE3-27B1-6AE8B2C1739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3" name="Freeform 66">
                    <a:extLst>
                      <a:ext uri="{FF2B5EF4-FFF2-40B4-BE49-F238E27FC236}">
                        <a16:creationId xmlns:a16="http://schemas.microsoft.com/office/drawing/2014/main" id="{400C610D-46FF-23B9-0C27-5EBCB41DF37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4" name="Freeform 67">
                    <a:extLst>
                      <a:ext uri="{FF2B5EF4-FFF2-40B4-BE49-F238E27FC236}">
                        <a16:creationId xmlns:a16="http://schemas.microsoft.com/office/drawing/2014/main" id="{B16A48EC-EF7F-4BE0-F6E4-ECCA66E9CD7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5" name="Freeform 68">
                    <a:extLst>
                      <a:ext uri="{FF2B5EF4-FFF2-40B4-BE49-F238E27FC236}">
                        <a16:creationId xmlns:a16="http://schemas.microsoft.com/office/drawing/2014/main" id="{19F1100D-8148-89E6-52E6-125C40AD333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6" name="Freeform 69">
                    <a:extLst>
                      <a:ext uri="{FF2B5EF4-FFF2-40B4-BE49-F238E27FC236}">
                        <a16:creationId xmlns:a16="http://schemas.microsoft.com/office/drawing/2014/main" id="{3CFC53CC-782F-BEF7-6986-BA080261A08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 name="Freeform 70">
                    <a:extLst>
                      <a:ext uri="{FF2B5EF4-FFF2-40B4-BE49-F238E27FC236}">
                        <a16:creationId xmlns:a16="http://schemas.microsoft.com/office/drawing/2014/main" id="{05BCE7A7-0FFB-785E-9573-AF9EADE0A54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41" name="Group 71">
                  <a:extLst>
                    <a:ext uri="{FF2B5EF4-FFF2-40B4-BE49-F238E27FC236}">
                      <a16:creationId xmlns:a16="http://schemas.microsoft.com/office/drawing/2014/main" id="{EDC4A3D8-0EA2-297F-3400-A35F16D6A136}"/>
                    </a:ext>
                  </a:extLst>
                </p:cNvPr>
                <p:cNvGrpSpPr>
                  <a:grpSpLocks noChangeAspect="1"/>
                </p:cNvGrpSpPr>
                <p:nvPr/>
              </p:nvGrpSpPr>
              <p:grpSpPr bwMode="auto">
                <a:xfrm>
                  <a:off x="429" y="1639"/>
                  <a:ext cx="822" cy="291"/>
                  <a:chOff x="429" y="1639"/>
                  <a:chExt cx="822" cy="291"/>
                </a:xfrm>
              </p:grpSpPr>
              <p:sp>
                <p:nvSpPr>
                  <p:cNvPr id="42" name="Freeform 72">
                    <a:extLst>
                      <a:ext uri="{FF2B5EF4-FFF2-40B4-BE49-F238E27FC236}">
                        <a16:creationId xmlns:a16="http://schemas.microsoft.com/office/drawing/2014/main" id="{DFD37556-E148-827E-C941-733AECD2C1B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3" name="Freeform 73">
                    <a:extLst>
                      <a:ext uri="{FF2B5EF4-FFF2-40B4-BE49-F238E27FC236}">
                        <a16:creationId xmlns:a16="http://schemas.microsoft.com/office/drawing/2014/main" id="{7182A070-25A5-C387-18BE-F3B70348A3C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4" name="Freeform 74">
                    <a:extLst>
                      <a:ext uri="{FF2B5EF4-FFF2-40B4-BE49-F238E27FC236}">
                        <a16:creationId xmlns:a16="http://schemas.microsoft.com/office/drawing/2014/main" id="{F19F85A6-9AB0-A771-E0ED-A13F02E7C2F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5" name="Freeform 75">
                    <a:extLst>
                      <a:ext uri="{FF2B5EF4-FFF2-40B4-BE49-F238E27FC236}">
                        <a16:creationId xmlns:a16="http://schemas.microsoft.com/office/drawing/2014/main" id="{6DE448EC-8F63-1CF6-EEB6-91D37D3E513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6" name="Freeform 76">
                    <a:extLst>
                      <a:ext uri="{FF2B5EF4-FFF2-40B4-BE49-F238E27FC236}">
                        <a16:creationId xmlns:a16="http://schemas.microsoft.com/office/drawing/2014/main" id="{F70C254F-7D19-3124-4192-6B7E5196087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7" name="Freeform 77">
                    <a:extLst>
                      <a:ext uri="{FF2B5EF4-FFF2-40B4-BE49-F238E27FC236}">
                        <a16:creationId xmlns:a16="http://schemas.microsoft.com/office/drawing/2014/main" id="{95125788-59B8-5A47-66D5-979B1828E46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8" name="Freeform 78">
                    <a:extLst>
                      <a:ext uri="{FF2B5EF4-FFF2-40B4-BE49-F238E27FC236}">
                        <a16:creationId xmlns:a16="http://schemas.microsoft.com/office/drawing/2014/main" id="{7207942D-6365-5FED-025B-19F2C0F69E8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9" name="Freeform 79">
                    <a:extLst>
                      <a:ext uri="{FF2B5EF4-FFF2-40B4-BE49-F238E27FC236}">
                        <a16:creationId xmlns:a16="http://schemas.microsoft.com/office/drawing/2014/main" id="{90F873C8-E584-E0CD-3C49-5BA0FDDD050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37" name="WordArt 80">
              <a:extLst>
                <a:ext uri="{FF2B5EF4-FFF2-40B4-BE49-F238E27FC236}">
                  <a16:creationId xmlns:a16="http://schemas.microsoft.com/office/drawing/2014/main" id="{E214CEBC-AD80-D590-DDEA-5C0A99499D7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grpSp>
        <p:nvGrpSpPr>
          <p:cNvPr id="21628" name="Group 39">
            <a:extLst>
              <a:ext uri="{FF2B5EF4-FFF2-40B4-BE49-F238E27FC236}">
                <a16:creationId xmlns:a16="http://schemas.microsoft.com/office/drawing/2014/main" id="{A5F79A14-0939-6793-CFAD-84C8143A27BF}"/>
              </a:ext>
            </a:extLst>
          </p:cNvPr>
          <p:cNvGrpSpPr>
            <a:grpSpLocks/>
          </p:cNvGrpSpPr>
          <p:nvPr/>
        </p:nvGrpSpPr>
        <p:grpSpPr bwMode="auto">
          <a:xfrm>
            <a:off x="4211805" y="1722306"/>
            <a:ext cx="406400" cy="339725"/>
            <a:chOff x="144" y="3264"/>
            <a:chExt cx="288" cy="240"/>
          </a:xfrm>
        </p:grpSpPr>
        <p:sp>
          <p:nvSpPr>
            <p:cNvPr id="21629" name="Rectangle 40">
              <a:extLst>
                <a:ext uri="{FF2B5EF4-FFF2-40B4-BE49-F238E27FC236}">
                  <a16:creationId xmlns:a16="http://schemas.microsoft.com/office/drawing/2014/main" id="{0B194F1B-5378-E594-118E-61D268787D8D}"/>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630" name="Rectangle 41">
              <a:extLst>
                <a:ext uri="{FF2B5EF4-FFF2-40B4-BE49-F238E27FC236}">
                  <a16:creationId xmlns:a16="http://schemas.microsoft.com/office/drawing/2014/main" id="{446BDC6A-9308-064D-870D-4CBADFC3E6FF}"/>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21631" name="Group 207">
            <a:extLst>
              <a:ext uri="{FF2B5EF4-FFF2-40B4-BE49-F238E27FC236}">
                <a16:creationId xmlns:a16="http://schemas.microsoft.com/office/drawing/2014/main" id="{59F8BCD5-B3A8-0320-667F-214EC0D97FEC}"/>
              </a:ext>
            </a:extLst>
          </p:cNvPr>
          <p:cNvGrpSpPr>
            <a:grpSpLocks/>
          </p:cNvGrpSpPr>
          <p:nvPr/>
        </p:nvGrpSpPr>
        <p:grpSpPr bwMode="auto">
          <a:xfrm>
            <a:off x="3581462" y="2100458"/>
            <a:ext cx="406400" cy="339725"/>
            <a:chOff x="144" y="3264"/>
            <a:chExt cx="288" cy="240"/>
          </a:xfrm>
        </p:grpSpPr>
        <p:sp>
          <p:nvSpPr>
            <p:cNvPr id="21824" name="Rectangle 208">
              <a:extLst>
                <a:ext uri="{FF2B5EF4-FFF2-40B4-BE49-F238E27FC236}">
                  <a16:creationId xmlns:a16="http://schemas.microsoft.com/office/drawing/2014/main" id="{5BC1E6F7-39F9-C3B6-0838-E2BC9AD9EF47}"/>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841" name="Rectangle 209">
              <a:extLst>
                <a:ext uri="{FF2B5EF4-FFF2-40B4-BE49-F238E27FC236}">
                  <a16:creationId xmlns:a16="http://schemas.microsoft.com/office/drawing/2014/main" id="{A91C4CCC-7607-861B-9E9F-D80258F93AB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pic>
        <p:nvPicPr>
          <p:cNvPr id="21613" name="Picture 224" descr="MC900434713[1]">
            <a:extLst>
              <a:ext uri="{FF2B5EF4-FFF2-40B4-BE49-F238E27FC236}">
                <a16:creationId xmlns:a16="http://schemas.microsoft.com/office/drawing/2014/main" id="{775783CB-2DC1-FEE4-86B7-B010BDB46AA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82028" y="1362922"/>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15" name="Line 196">
            <a:extLst>
              <a:ext uri="{FF2B5EF4-FFF2-40B4-BE49-F238E27FC236}">
                <a16:creationId xmlns:a16="http://schemas.microsoft.com/office/drawing/2014/main" id="{682B85EE-A528-D462-8884-3CCF376E470B}"/>
              </a:ext>
            </a:extLst>
          </p:cNvPr>
          <p:cNvSpPr>
            <a:spLocks noChangeShapeType="1"/>
          </p:cNvSpPr>
          <p:nvPr/>
        </p:nvSpPr>
        <p:spPr bwMode="auto">
          <a:xfrm>
            <a:off x="4126966" y="3739217"/>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609" name="Group 202">
            <a:extLst>
              <a:ext uri="{FF2B5EF4-FFF2-40B4-BE49-F238E27FC236}">
                <a16:creationId xmlns:a16="http://schemas.microsoft.com/office/drawing/2014/main" id="{E3906D18-2F50-5A05-3E34-03B92F29A8B0}"/>
              </a:ext>
            </a:extLst>
          </p:cNvPr>
          <p:cNvGrpSpPr>
            <a:grpSpLocks/>
          </p:cNvGrpSpPr>
          <p:nvPr/>
        </p:nvGrpSpPr>
        <p:grpSpPr bwMode="auto">
          <a:xfrm>
            <a:off x="4195187" y="3505261"/>
            <a:ext cx="406400" cy="339725"/>
            <a:chOff x="144" y="3264"/>
            <a:chExt cx="288" cy="240"/>
          </a:xfrm>
        </p:grpSpPr>
        <p:sp>
          <p:nvSpPr>
            <p:cNvPr id="21610" name="Rectangle 203">
              <a:extLst>
                <a:ext uri="{FF2B5EF4-FFF2-40B4-BE49-F238E27FC236}">
                  <a16:creationId xmlns:a16="http://schemas.microsoft.com/office/drawing/2014/main" id="{49460E3C-CF58-5E02-34F5-FAA0A913B91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614" name="Rectangle 204">
              <a:extLst>
                <a:ext uri="{FF2B5EF4-FFF2-40B4-BE49-F238E27FC236}">
                  <a16:creationId xmlns:a16="http://schemas.microsoft.com/office/drawing/2014/main" id="{05CC1E41-560C-D21E-5835-FD37624149D5}"/>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21870" name="Oval 53">
            <a:extLst>
              <a:ext uri="{FF2B5EF4-FFF2-40B4-BE49-F238E27FC236}">
                <a16:creationId xmlns:a16="http://schemas.microsoft.com/office/drawing/2014/main" id="{7005A62F-AD5D-EE8B-2A0A-5C87440AF9E4}"/>
              </a:ext>
            </a:extLst>
          </p:cNvPr>
          <p:cNvSpPr>
            <a:spLocks noChangeArrowheads="1"/>
          </p:cNvSpPr>
          <p:nvPr/>
        </p:nvSpPr>
        <p:spPr bwMode="auto">
          <a:xfrm flipH="1">
            <a:off x="5707907" y="3567987"/>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C</a:t>
            </a:r>
          </a:p>
        </p:txBody>
      </p:sp>
      <p:sp>
        <p:nvSpPr>
          <p:cNvPr id="21616" name="Line 195">
            <a:extLst>
              <a:ext uri="{FF2B5EF4-FFF2-40B4-BE49-F238E27FC236}">
                <a16:creationId xmlns:a16="http://schemas.microsoft.com/office/drawing/2014/main" id="{47E82F42-329D-01ED-9E9E-FE42EE8CF482}"/>
              </a:ext>
            </a:extLst>
          </p:cNvPr>
          <p:cNvSpPr>
            <a:spLocks noChangeShapeType="1"/>
          </p:cNvSpPr>
          <p:nvPr/>
        </p:nvSpPr>
        <p:spPr bwMode="auto">
          <a:xfrm flipH="1">
            <a:off x="3799797" y="2733180"/>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825" name="Group 288">
            <a:extLst>
              <a:ext uri="{FF2B5EF4-FFF2-40B4-BE49-F238E27FC236}">
                <a16:creationId xmlns:a16="http://schemas.microsoft.com/office/drawing/2014/main" id="{1885F794-704B-ADA9-3C00-445B18093E05}"/>
              </a:ext>
            </a:extLst>
          </p:cNvPr>
          <p:cNvGrpSpPr>
            <a:grpSpLocks/>
          </p:cNvGrpSpPr>
          <p:nvPr/>
        </p:nvGrpSpPr>
        <p:grpSpPr bwMode="auto">
          <a:xfrm>
            <a:off x="3421567" y="3411043"/>
            <a:ext cx="765991" cy="537685"/>
            <a:chOff x="195" y="394"/>
            <a:chExt cx="570" cy="360"/>
          </a:xfrm>
        </p:grpSpPr>
        <p:sp>
          <p:nvSpPr>
            <p:cNvPr id="21826" name="Arc 289">
              <a:extLst>
                <a:ext uri="{FF2B5EF4-FFF2-40B4-BE49-F238E27FC236}">
                  <a16:creationId xmlns:a16="http://schemas.microsoft.com/office/drawing/2014/main" id="{180C36B6-903A-296E-2A19-87D0DD45D459}"/>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8" name="Arc 290">
              <a:extLst>
                <a:ext uri="{FF2B5EF4-FFF2-40B4-BE49-F238E27FC236}">
                  <a16:creationId xmlns:a16="http://schemas.microsoft.com/office/drawing/2014/main" id="{B52DA408-221A-AB90-7217-ECCB437A4088}"/>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9" name="Line 291">
              <a:extLst>
                <a:ext uri="{FF2B5EF4-FFF2-40B4-BE49-F238E27FC236}">
                  <a16:creationId xmlns:a16="http://schemas.microsoft.com/office/drawing/2014/main" id="{605EFE9E-33EC-6CC5-A90C-7213B1EF9389}"/>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40" name="Line 292">
              <a:extLst>
                <a:ext uri="{FF2B5EF4-FFF2-40B4-BE49-F238E27FC236}">
                  <a16:creationId xmlns:a16="http://schemas.microsoft.com/office/drawing/2014/main" id="{78BBE94D-6ACD-E60C-80AF-45E9F3A954BB}"/>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21557" name="Group 145">
            <a:extLst>
              <a:ext uri="{FF2B5EF4-FFF2-40B4-BE49-F238E27FC236}">
                <a16:creationId xmlns:a16="http://schemas.microsoft.com/office/drawing/2014/main" id="{BF919D3C-20E0-6995-049F-1A90879A55E7}"/>
              </a:ext>
            </a:extLst>
          </p:cNvPr>
          <p:cNvGrpSpPr>
            <a:grpSpLocks noChangeAspect="1"/>
          </p:cNvGrpSpPr>
          <p:nvPr/>
        </p:nvGrpSpPr>
        <p:grpSpPr bwMode="auto">
          <a:xfrm>
            <a:off x="3427884" y="3438634"/>
            <a:ext cx="723900" cy="460375"/>
            <a:chOff x="3312" y="2160"/>
            <a:chExt cx="960" cy="528"/>
          </a:xfrm>
        </p:grpSpPr>
        <p:grpSp>
          <p:nvGrpSpPr>
            <p:cNvPr id="21558" name="Group 146">
              <a:extLst>
                <a:ext uri="{FF2B5EF4-FFF2-40B4-BE49-F238E27FC236}">
                  <a16:creationId xmlns:a16="http://schemas.microsoft.com/office/drawing/2014/main" id="{C9CE70C1-F449-AE93-732C-5E6C179E02BB}"/>
                </a:ext>
              </a:extLst>
            </p:cNvPr>
            <p:cNvGrpSpPr>
              <a:grpSpLocks noChangeAspect="1"/>
            </p:cNvGrpSpPr>
            <p:nvPr/>
          </p:nvGrpSpPr>
          <p:grpSpPr bwMode="auto">
            <a:xfrm>
              <a:off x="3312" y="2160"/>
              <a:ext cx="960" cy="528"/>
              <a:chOff x="3312" y="2160"/>
              <a:chExt cx="960" cy="528"/>
            </a:xfrm>
          </p:grpSpPr>
          <p:sp>
            <p:nvSpPr>
              <p:cNvPr id="21560" name="AutoShape 147">
                <a:extLst>
                  <a:ext uri="{FF2B5EF4-FFF2-40B4-BE49-F238E27FC236}">
                    <a16:creationId xmlns:a16="http://schemas.microsoft.com/office/drawing/2014/main" id="{BBD55983-EA7E-7368-0DAF-64BB8810A75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61" name="Group 148">
                <a:extLst>
                  <a:ext uri="{FF2B5EF4-FFF2-40B4-BE49-F238E27FC236}">
                    <a16:creationId xmlns:a16="http://schemas.microsoft.com/office/drawing/2014/main" id="{C3039768-403B-52CD-6F45-2125E7C73EA0}"/>
                  </a:ext>
                </a:extLst>
              </p:cNvPr>
              <p:cNvGrpSpPr>
                <a:grpSpLocks noChangeAspect="1"/>
              </p:cNvGrpSpPr>
              <p:nvPr/>
            </p:nvGrpSpPr>
            <p:grpSpPr bwMode="auto">
              <a:xfrm>
                <a:off x="3488" y="2193"/>
                <a:ext cx="599" cy="207"/>
                <a:chOff x="422" y="1632"/>
                <a:chExt cx="829" cy="298"/>
              </a:xfrm>
            </p:grpSpPr>
            <p:grpSp>
              <p:nvGrpSpPr>
                <p:cNvPr id="21562" name="Group 149">
                  <a:extLst>
                    <a:ext uri="{FF2B5EF4-FFF2-40B4-BE49-F238E27FC236}">
                      <a16:creationId xmlns:a16="http://schemas.microsoft.com/office/drawing/2014/main" id="{E886641B-0F23-6D2E-2093-6D498208F740}"/>
                    </a:ext>
                  </a:extLst>
                </p:cNvPr>
                <p:cNvGrpSpPr>
                  <a:grpSpLocks noChangeAspect="1"/>
                </p:cNvGrpSpPr>
                <p:nvPr/>
              </p:nvGrpSpPr>
              <p:grpSpPr bwMode="auto">
                <a:xfrm>
                  <a:off x="422" y="1632"/>
                  <a:ext cx="822" cy="291"/>
                  <a:chOff x="422" y="1632"/>
                  <a:chExt cx="822" cy="291"/>
                </a:xfrm>
              </p:grpSpPr>
              <p:sp>
                <p:nvSpPr>
                  <p:cNvPr id="21572" name="Freeform 150">
                    <a:extLst>
                      <a:ext uri="{FF2B5EF4-FFF2-40B4-BE49-F238E27FC236}">
                        <a16:creationId xmlns:a16="http://schemas.microsoft.com/office/drawing/2014/main" id="{0AB50D13-FC19-907E-059E-A9AF76781C3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3" name="Freeform 151">
                    <a:extLst>
                      <a:ext uri="{FF2B5EF4-FFF2-40B4-BE49-F238E27FC236}">
                        <a16:creationId xmlns:a16="http://schemas.microsoft.com/office/drawing/2014/main" id="{8BBE3B2D-C7C6-96B1-A23E-0E6257BBE8F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4" name="Freeform 152">
                    <a:extLst>
                      <a:ext uri="{FF2B5EF4-FFF2-40B4-BE49-F238E27FC236}">
                        <a16:creationId xmlns:a16="http://schemas.microsoft.com/office/drawing/2014/main" id="{CD1A2776-2147-7B15-D135-616342C7A9CF}"/>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5" name="Freeform 153">
                    <a:extLst>
                      <a:ext uri="{FF2B5EF4-FFF2-40B4-BE49-F238E27FC236}">
                        <a16:creationId xmlns:a16="http://schemas.microsoft.com/office/drawing/2014/main" id="{7291508E-A91D-C72F-42B3-A6A6B653F06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6" name="Freeform 154">
                    <a:extLst>
                      <a:ext uri="{FF2B5EF4-FFF2-40B4-BE49-F238E27FC236}">
                        <a16:creationId xmlns:a16="http://schemas.microsoft.com/office/drawing/2014/main" id="{D545102C-A991-708F-C3B6-FDF24F887C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7" name="Freeform 155">
                    <a:extLst>
                      <a:ext uri="{FF2B5EF4-FFF2-40B4-BE49-F238E27FC236}">
                        <a16:creationId xmlns:a16="http://schemas.microsoft.com/office/drawing/2014/main" id="{A8A0332E-9857-0F7E-7C73-8F7561E0A76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8" name="Freeform 156">
                    <a:extLst>
                      <a:ext uri="{FF2B5EF4-FFF2-40B4-BE49-F238E27FC236}">
                        <a16:creationId xmlns:a16="http://schemas.microsoft.com/office/drawing/2014/main" id="{E29F5E5B-A6B7-40AB-AAE2-FDE57C7119D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9" name="Freeform 157">
                    <a:extLst>
                      <a:ext uri="{FF2B5EF4-FFF2-40B4-BE49-F238E27FC236}">
                        <a16:creationId xmlns:a16="http://schemas.microsoft.com/office/drawing/2014/main" id="{7F143E06-8770-68E2-C462-5E4FABF03F8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63" name="Group 158">
                  <a:extLst>
                    <a:ext uri="{FF2B5EF4-FFF2-40B4-BE49-F238E27FC236}">
                      <a16:creationId xmlns:a16="http://schemas.microsoft.com/office/drawing/2014/main" id="{EE15192C-52AC-F658-7322-8BA6CA520B5C}"/>
                    </a:ext>
                  </a:extLst>
                </p:cNvPr>
                <p:cNvGrpSpPr>
                  <a:grpSpLocks noChangeAspect="1"/>
                </p:cNvGrpSpPr>
                <p:nvPr/>
              </p:nvGrpSpPr>
              <p:grpSpPr bwMode="auto">
                <a:xfrm>
                  <a:off x="429" y="1639"/>
                  <a:ext cx="822" cy="291"/>
                  <a:chOff x="429" y="1639"/>
                  <a:chExt cx="822" cy="291"/>
                </a:xfrm>
              </p:grpSpPr>
              <p:sp>
                <p:nvSpPr>
                  <p:cNvPr id="21564" name="Freeform 159">
                    <a:extLst>
                      <a:ext uri="{FF2B5EF4-FFF2-40B4-BE49-F238E27FC236}">
                        <a16:creationId xmlns:a16="http://schemas.microsoft.com/office/drawing/2014/main" id="{583941F9-7A99-49A8-3C83-BB40C94CB2BB}"/>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5" name="Freeform 160">
                    <a:extLst>
                      <a:ext uri="{FF2B5EF4-FFF2-40B4-BE49-F238E27FC236}">
                        <a16:creationId xmlns:a16="http://schemas.microsoft.com/office/drawing/2014/main" id="{AD496653-94F8-3D91-C9F0-EFAB0FB8A37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6" name="Freeform 161">
                    <a:extLst>
                      <a:ext uri="{FF2B5EF4-FFF2-40B4-BE49-F238E27FC236}">
                        <a16:creationId xmlns:a16="http://schemas.microsoft.com/office/drawing/2014/main" id="{ADCFC04F-5A3A-844B-160D-D18AB530B11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7" name="Freeform 162">
                    <a:extLst>
                      <a:ext uri="{FF2B5EF4-FFF2-40B4-BE49-F238E27FC236}">
                        <a16:creationId xmlns:a16="http://schemas.microsoft.com/office/drawing/2014/main" id="{B96C67A1-C28F-3D18-39A8-02E5608BE231}"/>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8" name="Freeform 163">
                    <a:extLst>
                      <a:ext uri="{FF2B5EF4-FFF2-40B4-BE49-F238E27FC236}">
                        <a16:creationId xmlns:a16="http://schemas.microsoft.com/office/drawing/2014/main" id="{57786466-5584-82CE-1D4A-B091E7A6E01E}"/>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9" name="Freeform 164">
                    <a:extLst>
                      <a:ext uri="{FF2B5EF4-FFF2-40B4-BE49-F238E27FC236}">
                        <a16:creationId xmlns:a16="http://schemas.microsoft.com/office/drawing/2014/main" id="{5D85E2B6-2ABB-1FE7-316E-18CE7F03453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0" name="Freeform 165">
                    <a:extLst>
                      <a:ext uri="{FF2B5EF4-FFF2-40B4-BE49-F238E27FC236}">
                        <a16:creationId xmlns:a16="http://schemas.microsoft.com/office/drawing/2014/main" id="{1D492DA3-5C0F-01A9-DDDB-4D08C73020C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1" name="Freeform 166">
                    <a:extLst>
                      <a:ext uri="{FF2B5EF4-FFF2-40B4-BE49-F238E27FC236}">
                        <a16:creationId xmlns:a16="http://schemas.microsoft.com/office/drawing/2014/main" id="{46FEB88A-78F1-A80C-0696-7D0A202FC76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59" name="WordArt 167">
              <a:extLst>
                <a:ext uri="{FF2B5EF4-FFF2-40B4-BE49-F238E27FC236}">
                  <a16:creationId xmlns:a16="http://schemas.microsoft.com/office/drawing/2014/main" id="{76DD55C0-FCFC-7D17-6781-C8A8930DDDCF}"/>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grpSp>
        <p:nvGrpSpPr>
          <p:cNvPr id="21606" name="Group 199">
            <a:extLst>
              <a:ext uri="{FF2B5EF4-FFF2-40B4-BE49-F238E27FC236}">
                <a16:creationId xmlns:a16="http://schemas.microsoft.com/office/drawing/2014/main" id="{D28881FE-4EE9-F730-33E6-3D242B62C198}"/>
              </a:ext>
            </a:extLst>
          </p:cNvPr>
          <p:cNvGrpSpPr>
            <a:grpSpLocks/>
          </p:cNvGrpSpPr>
          <p:nvPr/>
        </p:nvGrpSpPr>
        <p:grpSpPr bwMode="auto">
          <a:xfrm>
            <a:off x="3591141" y="3035502"/>
            <a:ext cx="406400" cy="339725"/>
            <a:chOff x="144" y="3264"/>
            <a:chExt cx="288" cy="240"/>
          </a:xfrm>
        </p:grpSpPr>
        <p:sp>
          <p:nvSpPr>
            <p:cNvPr id="21607" name="Rectangle 200">
              <a:extLst>
                <a:ext uri="{FF2B5EF4-FFF2-40B4-BE49-F238E27FC236}">
                  <a16:creationId xmlns:a16="http://schemas.microsoft.com/office/drawing/2014/main" id="{DC44C780-AB79-644F-B334-1FAE737E442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608" name="Rectangle 201">
              <a:extLst>
                <a:ext uri="{FF2B5EF4-FFF2-40B4-BE49-F238E27FC236}">
                  <a16:creationId xmlns:a16="http://schemas.microsoft.com/office/drawing/2014/main" id="{EE3A946D-7579-21AD-50B5-B36E26D3E6B4}"/>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sp>
        <p:nvSpPr>
          <p:cNvPr id="21868" name="Oval 51">
            <a:extLst>
              <a:ext uri="{FF2B5EF4-FFF2-40B4-BE49-F238E27FC236}">
                <a16:creationId xmlns:a16="http://schemas.microsoft.com/office/drawing/2014/main" id="{D82483F4-E4A6-720E-4DEA-40AE4183B17E}"/>
              </a:ext>
            </a:extLst>
          </p:cNvPr>
          <p:cNvSpPr>
            <a:spLocks noChangeArrowheads="1"/>
          </p:cNvSpPr>
          <p:nvPr/>
        </p:nvSpPr>
        <p:spPr bwMode="auto">
          <a:xfrm flipH="1">
            <a:off x="3641819" y="263727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D</a:t>
            </a:r>
          </a:p>
        </p:txBody>
      </p:sp>
    </p:spTree>
    <p:extLst>
      <p:ext uri="{BB962C8B-B14F-4D97-AF65-F5344CB8AC3E}">
        <p14:creationId xmlns:p14="http://schemas.microsoft.com/office/powerpoint/2010/main" val="119814605"/>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9" name="Rectangle 162">
            <a:extLst>
              <a:ext uri="{FF2B5EF4-FFF2-40B4-BE49-F238E27FC236}">
                <a16:creationId xmlns:a16="http://schemas.microsoft.com/office/drawing/2014/main" id="{8584387D-BCD0-10AC-7D8D-EC2987806EDE}"/>
              </a:ext>
            </a:extLst>
          </p:cNvPr>
          <p:cNvSpPr>
            <a:spLocks noGrp="1" noChangeArrowheads="1"/>
          </p:cNvSpPr>
          <p:nvPr>
            <p:ph type="title"/>
          </p:nvPr>
        </p:nvSpPr>
        <p:spPr/>
        <p:txBody>
          <a:bodyPr/>
          <a:lstStyle/>
          <a:p>
            <a:pPr eaLnBrk="1" hangingPunct="1"/>
            <a:r>
              <a:rPr lang="it-IT" altLang="it-IT" sz="4000" dirty="0" err="1"/>
              <a:t>ospf’s</a:t>
            </a:r>
            <a:r>
              <a:rPr lang="it-IT" altLang="it-IT" sz="4000" dirty="0"/>
              <a:t> </a:t>
            </a:r>
            <a:r>
              <a:rPr lang="it-IT" altLang="it-IT" sz="4000" dirty="0" err="1"/>
              <a:t>view</a:t>
            </a:r>
            <a:r>
              <a:rPr lang="it-IT" altLang="it-IT" sz="4000" dirty="0"/>
              <a:t> of the network</a:t>
            </a:r>
          </a:p>
        </p:txBody>
      </p:sp>
      <p:sp>
        <p:nvSpPr>
          <p:cNvPr id="2" name="Rectangle 4">
            <a:extLst>
              <a:ext uri="{FF2B5EF4-FFF2-40B4-BE49-F238E27FC236}">
                <a16:creationId xmlns:a16="http://schemas.microsoft.com/office/drawing/2014/main" id="{6CE004DA-5A77-5B87-6A43-BCDFAA7F1A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A2AFE0F-CDE3-53AA-46B9-074CE3A31213}"/>
              </a:ext>
            </a:extLst>
          </p:cNvPr>
          <p:cNvSpPr>
            <a:spLocks noGrp="1" noChangeArrowheads="1"/>
          </p:cNvSpPr>
          <p:nvPr>
            <p:ph type="ftr" sz="quarter" idx="11"/>
          </p:nvPr>
        </p:nvSpPr>
        <p:spPr>
          <a:ln/>
        </p:spPr>
        <p:txBody>
          <a:bodyPr/>
          <a:lstStyle/>
          <a:p>
            <a:r>
              <a:rPr lang="it-IT" altLang="en-IT"/>
              <a:t>kathara – [ labs: ospf_frr ]</a:t>
            </a:r>
          </a:p>
        </p:txBody>
      </p:sp>
      <p:grpSp>
        <p:nvGrpSpPr>
          <p:cNvPr id="21508" name="Group 2">
            <a:extLst>
              <a:ext uri="{FF2B5EF4-FFF2-40B4-BE49-F238E27FC236}">
                <a16:creationId xmlns:a16="http://schemas.microsoft.com/office/drawing/2014/main" id="{2DA97725-4953-C550-1AE7-B08BFB277F90}"/>
              </a:ext>
            </a:extLst>
          </p:cNvPr>
          <p:cNvGrpSpPr>
            <a:grpSpLocks/>
          </p:cNvGrpSpPr>
          <p:nvPr/>
        </p:nvGrpSpPr>
        <p:grpSpPr bwMode="auto">
          <a:xfrm>
            <a:off x="2184722" y="1013216"/>
            <a:ext cx="7655970" cy="3628007"/>
            <a:chOff x="-177" y="1030"/>
            <a:chExt cx="5760" cy="2840"/>
          </a:xfrm>
        </p:grpSpPr>
        <p:grpSp>
          <p:nvGrpSpPr>
            <p:cNvPr id="21537" name="Group 3">
              <a:extLst>
                <a:ext uri="{FF2B5EF4-FFF2-40B4-BE49-F238E27FC236}">
                  <a16:creationId xmlns:a16="http://schemas.microsoft.com/office/drawing/2014/main" id="{E2681DC0-9B50-77BB-239C-DF7BA73E9B3B}"/>
                </a:ext>
              </a:extLst>
            </p:cNvPr>
            <p:cNvGrpSpPr>
              <a:grpSpLocks/>
            </p:cNvGrpSpPr>
            <p:nvPr/>
          </p:nvGrpSpPr>
          <p:grpSpPr bwMode="auto">
            <a:xfrm>
              <a:off x="-177" y="1221"/>
              <a:ext cx="5760" cy="2649"/>
              <a:chOff x="-177" y="1221"/>
              <a:chExt cx="5760" cy="2649"/>
            </a:xfrm>
          </p:grpSpPr>
          <p:sp>
            <p:nvSpPr>
              <p:cNvPr id="21539" name="Oval 4">
                <a:extLst>
                  <a:ext uri="{FF2B5EF4-FFF2-40B4-BE49-F238E27FC236}">
                    <a16:creationId xmlns:a16="http://schemas.microsoft.com/office/drawing/2014/main" id="{B69635C6-E67E-A5FF-F83A-EDD0A07E21AD}"/>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0" name="Oval 5">
                <a:extLst>
                  <a:ext uri="{FF2B5EF4-FFF2-40B4-BE49-F238E27FC236}">
                    <a16:creationId xmlns:a16="http://schemas.microsoft.com/office/drawing/2014/main" id="{CD6F14E2-E370-605B-5409-012738BB8ECB}"/>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1" name="Oval 6">
                <a:extLst>
                  <a:ext uri="{FF2B5EF4-FFF2-40B4-BE49-F238E27FC236}">
                    <a16:creationId xmlns:a16="http://schemas.microsoft.com/office/drawing/2014/main" id="{B0991C3C-4720-AA4F-C655-54ADA1D57C12}"/>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2" name="Oval 7">
                <a:extLst>
                  <a:ext uri="{FF2B5EF4-FFF2-40B4-BE49-F238E27FC236}">
                    <a16:creationId xmlns:a16="http://schemas.microsoft.com/office/drawing/2014/main" id="{45C8B705-A185-D395-872F-2FEC97CFF287}"/>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3" name="Oval 8">
                <a:extLst>
                  <a:ext uri="{FF2B5EF4-FFF2-40B4-BE49-F238E27FC236}">
                    <a16:creationId xmlns:a16="http://schemas.microsoft.com/office/drawing/2014/main" id="{F725B197-4602-ACB5-B8B8-56129D2CDD21}"/>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4" name="Oval 9">
                <a:extLst>
                  <a:ext uri="{FF2B5EF4-FFF2-40B4-BE49-F238E27FC236}">
                    <a16:creationId xmlns:a16="http://schemas.microsoft.com/office/drawing/2014/main" id="{ACBEF2A0-3712-BAD5-FD1A-C29D5EC8AB13}"/>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5" name="Oval 10">
                <a:extLst>
                  <a:ext uri="{FF2B5EF4-FFF2-40B4-BE49-F238E27FC236}">
                    <a16:creationId xmlns:a16="http://schemas.microsoft.com/office/drawing/2014/main" id="{E674A691-74D1-1DC0-A014-ADBC3155DCA2}"/>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6" name="Oval 11">
                <a:extLst>
                  <a:ext uri="{FF2B5EF4-FFF2-40B4-BE49-F238E27FC236}">
                    <a16:creationId xmlns:a16="http://schemas.microsoft.com/office/drawing/2014/main" id="{B83FF4C2-6943-FEFF-00E0-6E588EDA7C0A}"/>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7" name="Oval 12">
                <a:extLst>
                  <a:ext uri="{FF2B5EF4-FFF2-40B4-BE49-F238E27FC236}">
                    <a16:creationId xmlns:a16="http://schemas.microsoft.com/office/drawing/2014/main" id="{EF32C6C9-82D0-B1E8-DA27-1F3B19138F71}"/>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dirty="0">
                  <a:latin typeface="Arial" panose="020B0604020202020204" pitchFamily="34" charset="0"/>
                </a:endParaRPr>
              </a:p>
            </p:txBody>
          </p:sp>
        </p:grpSp>
        <p:sp>
          <p:nvSpPr>
            <p:cNvPr id="21538" name="Oval 13">
              <a:extLst>
                <a:ext uri="{FF2B5EF4-FFF2-40B4-BE49-F238E27FC236}">
                  <a16:creationId xmlns:a16="http://schemas.microsoft.com/office/drawing/2014/main" id="{6EC22C66-8731-D095-AF4D-2BED9A96CFED}"/>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grpSp>
        <p:nvGrpSpPr>
          <p:cNvPr id="4" name="Group 3">
            <a:extLst>
              <a:ext uri="{FF2B5EF4-FFF2-40B4-BE49-F238E27FC236}">
                <a16:creationId xmlns:a16="http://schemas.microsoft.com/office/drawing/2014/main" id="{2D42DAB1-303A-3E40-3524-C11468DCB958}"/>
              </a:ext>
            </a:extLst>
          </p:cNvPr>
          <p:cNvGrpSpPr/>
          <p:nvPr/>
        </p:nvGrpSpPr>
        <p:grpSpPr>
          <a:xfrm>
            <a:off x="2780918" y="4408603"/>
            <a:ext cx="6802068" cy="2334786"/>
            <a:chOff x="4778215" y="2378844"/>
            <a:chExt cx="6802068" cy="1961626"/>
          </a:xfrm>
        </p:grpSpPr>
        <p:sp>
          <p:nvSpPr>
            <p:cNvPr id="5" name="Rectangle 4">
              <a:extLst>
                <a:ext uri="{FF2B5EF4-FFF2-40B4-BE49-F238E27FC236}">
                  <a16:creationId xmlns:a16="http://schemas.microsoft.com/office/drawing/2014/main" id="{70361730-5F00-C0BB-08BD-044CC667EEAE}"/>
                </a:ext>
              </a:extLst>
            </p:cNvPr>
            <p:cNvSpPr/>
            <p:nvPr/>
          </p:nvSpPr>
          <p:spPr>
            <a:xfrm>
              <a:off x="4778215" y="2632077"/>
              <a:ext cx="6802068" cy="1708393"/>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en-US" altLang="it-IT" sz="1400" dirty="0">
                  <a:solidFill>
                    <a:schemeClr val="bg1"/>
                  </a:solidFill>
                  <a:latin typeface="Lucida Console" panose="020B0609040504020204" pitchFamily="49" charset="0"/>
                </a:rPr>
                <a:t> Link State ID: 10.0.3.2 </a:t>
              </a:r>
            </a:p>
            <a:p>
              <a:pPr eaLnBrk="1" hangingPunct="1"/>
              <a:r>
                <a:rPr lang="en-US" altLang="it-IT" sz="1400" dirty="0">
                  <a:solidFill>
                    <a:schemeClr val="bg1"/>
                  </a:solidFill>
                  <a:latin typeface="Lucida Console" panose="020B0609040504020204" pitchFamily="49" charset="0"/>
                </a:rPr>
                <a:t>   Number of Links: 2</a:t>
              </a:r>
            </a:p>
            <a:p>
              <a:pPr eaLnBrk="1" hangingPunct="1"/>
              <a:r>
                <a:rPr lang="en-US" altLang="it-IT" sz="1400" dirty="0">
                  <a:solidFill>
                    <a:schemeClr val="bg1"/>
                  </a:solidFill>
                  <a:latin typeface="Lucida Console" panose="020B0609040504020204" pitchFamily="49" charset="0"/>
                </a:rPr>
                <a:t>    Link connected to: a Transit Network</a:t>
              </a:r>
            </a:p>
            <a:p>
              <a:pPr eaLnBrk="1" hangingPunct="1"/>
              <a:r>
                <a:rPr lang="en-US" altLang="it-IT" sz="1400" dirty="0">
                  <a:solidFill>
                    <a:schemeClr val="bg1"/>
                  </a:solidFill>
                  <a:latin typeface="Lucida Console" panose="020B0609040504020204" pitchFamily="49" charset="0"/>
                </a:rPr>
                <a:t>     (Link ID) Designated Router address: 10.0.2.1</a:t>
              </a:r>
            </a:p>
            <a:p>
              <a:pPr eaLnBrk="1" hangingPunct="1"/>
              <a:r>
                <a:rPr lang="en-US" altLang="it-IT" sz="1400" dirty="0">
                  <a:solidFill>
                    <a:schemeClr val="bg1"/>
                  </a:solidFill>
                  <a:latin typeface="Lucida Console" panose="020B0609040504020204" pitchFamily="49" charset="0"/>
                </a:rPr>
                <a:t>     (Link Data) Router Interface address: 10.0.2.1</a:t>
              </a:r>
            </a:p>
            <a:p>
              <a:pPr eaLnBrk="1" hangingPunct="1"/>
              <a:r>
                <a:rPr lang="en-US" altLang="it-IT" sz="1400" dirty="0">
                  <a:solidFill>
                    <a:schemeClr val="bg1"/>
                  </a:solidFill>
                  <a:latin typeface="Lucida Console" panose="020B0609040504020204" pitchFamily="49" charset="0"/>
                </a:rPr>
                <a:t>    Link connected to: a Transit Network</a:t>
              </a:r>
            </a:p>
            <a:p>
              <a:pPr eaLnBrk="1" hangingPunct="1"/>
              <a:r>
                <a:rPr lang="en-US" altLang="it-IT" sz="1400" dirty="0">
                  <a:solidFill>
                    <a:schemeClr val="bg1"/>
                  </a:solidFill>
                  <a:latin typeface="Lucida Console" panose="020B0609040504020204" pitchFamily="49" charset="0"/>
                </a:rPr>
                <a:t>     (Link ID) Designated Router address: 10.0.3.2</a:t>
              </a:r>
            </a:p>
            <a:p>
              <a:pPr eaLnBrk="1" hangingPunct="1"/>
              <a:r>
                <a:rPr lang="en-US" altLang="it-IT" sz="1400" dirty="0">
                  <a:solidFill>
                    <a:schemeClr val="bg1"/>
                  </a:solidFill>
                  <a:latin typeface="Lucida Console" panose="020B0609040504020204" pitchFamily="49" charset="0"/>
                </a:rPr>
                <a:t>     (Link Data) Router Interface address: 10.0.3.2 </a:t>
              </a:r>
              <a:endParaRPr lang="it-IT" altLang="it-IT" sz="1400" dirty="0">
                <a:solidFill>
                  <a:schemeClr val="bg1"/>
                </a:solidFill>
                <a:latin typeface="Lucida Console" panose="020B0609040504020204" pitchFamily="49" charset="0"/>
              </a:endParaRPr>
            </a:p>
          </p:txBody>
        </p:sp>
        <p:sp>
          <p:nvSpPr>
            <p:cNvPr id="6" name="Rectangle 5">
              <a:extLst>
                <a:ext uri="{FF2B5EF4-FFF2-40B4-BE49-F238E27FC236}">
                  <a16:creationId xmlns:a16="http://schemas.microsoft.com/office/drawing/2014/main" id="{E8931EE6-7A3E-795A-0473-EC7653C2A51A}"/>
                </a:ext>
              </a:extLst>
            </p:cNvPr>
            <p:cNvSpPr/>
            <p:nvPr/>
          </p:nvSpPr>
          <p:spPr>
            <a:xfrm>
              <a:off x="4778215" y="2378844"/>
              <a:ext cx="6802064"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7" name="Group 6">
              <a:extLst>
                <a:ext uri="{FF2B5EF4-FFF2-40B4-BE49-F238E27FC236}">
                  <a16:creationId xmlns:a16="http://schemas.microsoft.com/office/drawing/2014/main" id="{2CE8E8BB-74C2-AC0C-E3A5-C38E3B3F0654}"/>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E844A620-6750-B0F9-F8AC-10A7C8E1AC64}"/>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B770B94-AC31-A4C4-6A0F-3E88FAEF025C}"/>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E583634-35BC-41C5-2601-F81456C681CE}"/>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 name="Group 22">
            <a:extLst>
              <a:ext uri="{FF2B5EF4-FFF2-40B4-BE49-F238E27FC236}">
                <a16:creationId xmlns:a16="http://schemas.microsoft.com/office/drawing/2014/main" id="{C2608583-12AC-E963-6C53-601A92694D6E}"/>
              </a:ext>
            </a:extLst>
          </p:cNvPr>
          <p:cNvGrpSpPr>
            <a:grpSpLocks noChangeAspect="1"/>
          </p:cNvGrpSpPr>
          <p:nvPr/>
        </p:nvGrpSpPr>
        <p:grpSpPr bwMode="auto">
          <a:xfrm>
            <a:off x="5453228" y="2573027"/>
            <a:ext cx="723900" cy="460375"/>
            <a:chOff x="3312" y="2160"/>
            <a:chExt cx="960" cy="528"/>
          </a:xfrm>
        </p:grpSpPr>
        <p:grpSp>
          <p:nvGrpSpPr>
            <p:cNvPr id="12" name="Group 23">
              <a:extLst>
                <a:ext uri="{FF2B5EF4-FFF2-40B4-BE49-F238E27FC236}">
                  <a16:creationId xmlns:a16="http://schemas.microsoft.com/office/drawing/2014/main" id="{05DE7858-3636-F599-D79A-DE08964C598A}"/>
                </a:ext>
              </a:extLst>
            </p:cNvPr>
            <p:cNvGrpSpPr>
              <a:grpSpLocks noChangeAspect="1"/>
            </p:cNvGrpSpPr>
            <p:nvPr/>
          </p:nvGrpSpPr>
          <p:grpSpPr bwMode="auto">
            <a:xfrm>
              <a:off x="3312" y="2160"/>
              <a:ext cx="960" cy="528"/>
              <a:chOff x="3312" y="2160"/>
              <a:chExt cx="960" cy="528"/>
            </a:xfrm>
          </p:grpSpPr>
          <p:sp>
            <p:nvSpPr>
              <p:cNvPr id="14" name="AutoShape 24">
                <a:extLst>
                  <a:ext uri="{FF2B5EF4-FFF2-40B4-BE49-F238E27FC236}">
                    <a16:creationId xmlns:a16="http://schemas.microsoft.com/office/drawing/2014/main" id="{D82093E1-53BC-B07A-7C9A-18F8419FEF16}"/>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5" name="Group 25">
                <a:extLst>
                  <a:ext uri="{FF2B5EF4-FFF2-40B4-BE49-F238E27FC236}">
                    <a16:creationId xmlns:a16="http://schemas.microsoft.com/office/drawing/2014/main" id="{C4A8BA6A-BE62-18B2-5E0E-66517D17B67C}"/>
                  </a:ext>
                </a:extLst>
              </p:cNvPr>
              <p:cNvGrpSpPr>
                <a:grpSpLocks noChangeAspect="1"/>
              </p:cNvGrpSpPr>
              <p:nvPr/>
            </p:nvGrpSpPr>
            <p:grpSpPr bwMode="auto">
              <a:xfrm>
                <a:off x="3488" y="2193"/>
                <a:ext cx="599" cy="207"/>
                <a:chOff x="422" y="1632"/>
                <a:chExt cx="829" cy="298"/>
              </a:xfrm>
            </p:grpSpPr>
            <p:grpSp>
              <p:nvGrpSpPr>
                <p:cNvPr id="16" name="Group 26">
                  <a:extLst>
                    <a:ext uri="{FF2B5EF4-FFF2-40B4-BE49-F238E27FC236}">
                      <a16:creationId xmlns:a16="http://schemas.microsoft.com/office/drawing/2014/main" id="{631C4994-E14D-4C79-8905-6CDE1C06FFC4}"/>
                    </a:ext>
                  </a:extLst>
                </p:cNvPr>
                <p:cNvGrpSpPr>
                  <a:grpSpLocks noChangeAspect="1"/>
                </p:cNvGrpSpPr>
                <p:nvPr/>
              </p:nvGrpSpPr>
              <p:grpSpPr bwMode="auto">
                <a:xfrm>
                  <a:off x="422" y="1632"/>
                  <a:ext cx="822" cy="291"/>
                  <a:chOff x="422" y="1632"/>
                  <a:chExt cx="822" cy="291"/>
                </a:xfrm>
              </p:grpSpPr>
              <p:sp>
                <p:nvSpPr>
                  <p:cNvPr id="26" name="Freeform 27">
                    <a:extLst>
                      <a:ext uri="{FF2B5EF4-FFF2-40B4-BE49-F238E27FC236}">
                        <a16:creationId xmlns:a16="http://schemas.microsoft.com/office/drawing/2014/main" id="{B72CA0C7-3842-31B5-A5C3-2BD2DA66DDC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7" name="Freeform 28">
                    <a:extLst>
                      <a:ext uri="{FF2B5EF4-FFF2-40B4-BE49-F238E27FC236}">
                        <a16:creationId xmlns:a16="http://schemas.microsoft.com/office/drawing/2014/main" id="{2B385304-C216-72D0-27B5-82255325C57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8" name="Freeform 29">
                    <a:extLst>
                      <a:ext uri="{FF2B5EF4-FFF2-40B4-BE49-F238E27FC236}">
                        <a16:creationId xmlns:a16="http://schemas.microsoft.com/office/drawing/2014/main" id="{644859A5-014B-D062-F976-1D4659876FD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9" name="Freeform 30">
                    <a:extLst>
                      <a:ext uri="{FF2B5EF4-FFF2-40B4-BE49-F238E27FC236}">
                        <a16:creationId xmlns:a16="http://schemas.microsoft.com/office/drawing/2014/main" id="{30955297-9293-2496-5A1D-665E5962C48D}"/>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0" name="Freeform 31">
                    <a:extLst>
                      <a:ext uri="{FF2B5EF4-FFF2-40B4-BE49-F238E27FC236}">
                        <a16:creationId xmlns:a16="http://schemas.microsoft.com/office/drawing/2014/main" id="{CA45FD37-0134-8E11-D421-53E513B279D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1" name="Freeform 32">
                    <a:extLst>
                      <a:ext uri="{FF2B5EF4-FFF2-40B4-BE49-F238E27FC236}">
                        <a16:creationId xmlns:a16="http://schemas.microsoft.com/office/drawing/2014/main" id="{96F44D29-574C-E754-9DF9-656151B4AB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2" name="Freeform 33">
                    <a:extLst>
                      <a:ext uri="{FF2B5EF4-FFF2-40B4-BE49-F238E27FC236}">
                        <a16:creationId xmlns:a16="http://schemas.microsoft.com/office/drawing/2014/main" id="{1CE6700E-019B-D981-7832-BFB43488209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3" name="Freeform 34">
                    <a:extLst>
                      <a:ext uri="{FF2B5EF4-FFF2-40B4-BE49-F238E27FC236}">
                        <a16:creationId xmlns:a16="http://schemas.microsoft.com/office/drawing/2014/main" id="{2A010FA6-E3B8-72CD-DB39-B8DCD4A2472E}"/>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7" name="Group 35">
                  <a:extLst>
                    <a:ext uri="{FF2B5EF4-FFF2-40B4-BE49-F238E27FC236}">
                      <a16:creationId xmlns:a16="http://schemas.microsoft.com/office/drawing/2014/main" id="{275FBB97-7A1A-0ED0-0AEC-8E293B7B264E}"/>
                    </a:ext>
                  </a:extLst>
                </p:cNvPr>
                <p:cNvGrpSpPr>
                  <a:grpSpLocks noChangeAspect="1"/>
                </p:cNvGrpSpPr>
                <p:nvPr/>
              </p:nvGrpSpPr>
              <p:grpSpPr bwMode="auto">
                <a:xfrm>
                  <a:off x="429" y="1639"/>
                  <a:ext cx="822" cy="291"/>
                  <a:chOff x="429" y="1639"/>
                  <a:chExt cx="822" cy="291"/>
                </a:xfrm>
              </p:grpSpPr>
              <p:sp>
                <p:nvSpPr>
                  <p:cNvPr id="18" name="Freeform 36">
                    <a:extLst>
                      <a:ext uri="{FF2B5EF4-FFF2-40B4-BE49-F238E27FC236}">
                        <a16:creationId xmlns:a16="http://schemas.microsoft.com/office/drawing/2014/main" id="{3603BB32-D199-8485-5124-0522CD0D41D4}"/>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9" name="Freeform 37">
                    <a:extLst>
                      <a:ext uri="{FF2B5EF4-FFF2-40B4-BE49-F238E27FC236}">
                        <a16:creationId xmlns:a16="http://schemas.microsoft.com/office/drawing/2014/main" id="{47991BBD-795C-D6D0-A854-E1975B40A32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0" name="Freeform 38">
                    <a:extLst>
                      <a:ext uri="{FF2B5EF4-FFF2-40B4-BE49-F238E27FC236}">
                        <a16:creationId xmlns:a16="http://schemas.microsoft.com/office/drawing/2014/main" id="{89E1D22B-D401-46CD-FF9C-292A2C62868B}"/>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 name="Freeform 39">
                    <a:extLst>
                      <a:ext uri="{FF2B5EF4-FFF2-40B4-BE49-F238E27FC236}">
                        <a16:creationId xmlns:a16="http://schemas.microsoft.com/office/drawing/2014/main" id="{405C4355-58D5-C734-5656-7772ED4B01E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2" name="Freeform 40">
                    <a:extLst>
                      <a:ext uri="{FF2B5EF4-FFF2-40B4-BE49-F238E27FC236}">
                        <a16:creationId xmlns:a16="http://schemas.microsoft.com/office/drawing/2014/main" id="{72D24D7D-B1EF-253C-DFF4-46915408526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3" name="Freeform 41">
                    <a:extLst>
                      <a:ext uri="{FF2B5EF4-FFF2-40B4-BE49-F238E27FC236}">
                        <a16:creationId xmlns:a16="http://schemas.microsoft.com/office/drawing/2014/main" id="{80844405-3E35-52AD-E5A3-D076DBFB8DF8}"/>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4" name="Freeform 42">
                    <a:extLst>
                      <a:ext uri="{FF2B5EF4-FFF2-40B4-BE49-F238E27FC236}">
                        <a16:creationId xmlns:a16="http://schemas.microsoft.com/office/drawing/2014/main" id="{3D918802-43DC-25A5-ED8A-6BB9A8FDB86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5" name="Freeform 43">
                    <a:extLst>
                      <a:ext uri="{FF2B5EF4-FFF2-40B4-BE49-F238E27FC236}">
                        <a16:creationId xmlns:a16="http://schemas.microsoft.com/office/drawing/2014/main" id="{D2E67DEB-3A2A-F775-921A-839237AB803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3" name="WordArt 44">
              <a:extLst>
                <a:ext uri="{FF2B5EF4-FFF2-40B4-BE49-F238E27FC236}">
                  <a16:creationId xmlns:a16="http://schemas.microsoft.com/office/drawing/2014/main" id="{C52D2E08-E948-AC09-3DAC-C2B50C04E99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34" name="AutoShape 54">
            <a:extLst>
              <a:ext uri="{FF2B5EF4-FFF2-40B4-BE49-F238E27FC236}">
                <a16:creationId xmlns:a16="http://schemas.microsoft.com/office/drawing/2014/main" id="{AB0AF694-8067-C502-B6AB-55D6D79D8F99}"/>
              </a:ext>
            </a:extLst>
          </p:cNvPr>
          <p:cNvSpPr>
            <a:spLocks noChangeArrowheads="1"/>
          </p:cNvSpPr>
          <p:nvPr/>
        </p:nvSpPr>
        <p:spPr bwMode="auto">
          <a:xfrm>
            <a:off x="1843302" y="2058827"/>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dirty="0">
                <a:solidFill>
                  <a:schemeClr val="bg1"/>
                </a:solidFill>
              </a:rPr>
              <a:t>0.0.0.0</a:t>
            </a:r>
          </a:p>
        </p:txBody>
      </p:sp>
      <p:sp>
        <p:nvSpPr>
          <p:cNvPr id="21580" name="AutoShape 182">
            <a:extLst>
              <a:ext uri="{FF2B5EF4-FFF2-40B4-BE49-F238E27FC236}">
                <a16:creationId xmlns:a16="http://schemas.microsoft.com/office/drawing/2014/main" id="{AAF8263B-B0B3-A65D-3DCA-6F87857E6027}"/>
              </a:ext>
            </a:extLst>
          </p:cNvPr>
          <p:cNvSpPr>
            <a:spLocks noChangeArrowheads="1"/>
          </p:cNvSpPr>
          <p:nvPr/>
        </p:nvSpPr>
        <p:spPr bwMode="auto">
          <a:xfrm>
            <a:off x="3267393"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10.0.3.1</a:t>
            </a:r>
          </a:p>
        </p:txBody>
      </p:sp>
      <p:sp>
        <p:nvSpPr>
          <p:cNvPr id="21581" name="AutoShape 183">
            <a:extLst>
              <a:ext uri="{FF2B5EF4-FFF2-40B4-BE49-F238E27FC236}">
                <a16:creationId xmlns:a16="http://schemas.microsoft.com/office/drawing/2014/main" id="{AEBCF5DC-DF62-D732-6A91-8D5C0F660489}"/>
              </a:ext>
            </a:extLst>
          </p:cNvPr>
          <p:cNvSpPr>
            <a:spLocks noChangeArrowheads="1"/>
          </p:cNvSpPr>
          <p:nvPr/>
        </p:nvSpPr>
        <p:spPr bwMode="auto">
          <a:xfrm>
            <a:off x="2932228" y="3929171"/>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10.0.3.2</a:t>
            </a:r>
          </a:p>
        </p:txBody>
      </p:sp>
      <p:sp>
        <p:nvSpPr>
          <p:cNvPr id="21582" name="AutoShape 185">
            <a:extLst>
              <a:ext uri="{FF2B5EF4-FFF2-40B4-BE49-F238E27FC236}">
                <a16:creationId xmlns:a16="http://schemas.microsoft.com/office/drawing/2014/main" id="{1DBEC42A-CBD1-19B7-F25C-8A892BC0FD97}"/>
              </a:ext>
            </a:extLst>
          </p:cNvPr>
          <p:cNvSpPr>
            <a:spLocks noChangeArrowheads="1"/>
          </p:cNvSpPr>
          <p:nvPr/>
        </p:nvSpPr>
        <p:spPr bwMode="auto">
          <a:xfrm>
            <a:off x="7809504" y="4021967"/>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dirty="0">
                <a:latin typeface="Courier New" panose="02070309020205020404" pitchFamily="49" charset="0"/>
              </a:rPr>
              <a:t>10.0.2.2</a:t>
            </a:r>
          </a:p>
        </p:txBody>
      </p:sp>
      <p:sp>
        <p:nvSpPr>
          <p:cNvPr id="21583" name="AutoShape 186">
            <a:extLst>
              <a:ext uri="{FF2B5EF4-FFF2-40B4-BE49-F238E27FC236}">
                <a16:creationId xmlns:a16="http://schemas.microsoft.com/office/drawing/2014/main" id="{90B64B42-6EB8-61B4-CE07-5514EEE6C7B2}"/>
              </a:ext>
            </a:extLst>
          </p:cNvPr>
          <p:cNvSpPr>
            <a:spLocks noChangeArrowheads="1"/>
          </p:cNvSpPr>
          <p:nvPr/>
        </p:nvSpPr>
        <p:spPr bwMode="auto">
          <a:xfrm>
            <a:off x="7621147"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10.0.1.1</a:t>
            </a:r>
          </a:p>
        </p:txBody>
      </p:sp>
      <p:sp>
        <p:nvSpPr>
          <p:cNvPr id="21584" name="AutoShape 214">
            <a:extLst>
              <a:ext uri="{FF2B5EF4-FFF2-40B4-BE49-F238E27FC236}">
                <a16:creationId xmlns:a16="http://schemas.microsoft.com/office/drawing/2014/main" id="{8A261A5F-7264-3AC9-C64E-CFA81FE95B65}"/>
              </a:ext>
            </a:extLst>
          </p:cNvPr>
          <p:cNvSpPr>
            <a:spLocks noChangeArrowheads="1"/>
          </p:cNvSpPr>
          <p:nvPr/>
        </p:nvSpPr>
        <p:spPr bwMode="auto">
          <a:xfrm>
            <a:off x="6244202" y="2468145"/>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10.0.2.3</a:t>
            </a:r>
          </a:p>
        </p:txBody>
      </p:sp>
      <p:sp>
        <p:nvSpPr>
          <p:cNvPr id="21827" name="AutoShape 298">
            <a:extLst>
              <a:ext uri="{FF2B5EF4-FFF2-40B4-BE49-F238E27FC236}">
                <a16:creationId xmlns:a16="http://schemas.microsoft.com/office/drawing/2014/main" id="{06B3DCAD-6000-B97B-E025-9E874C4ECA57}"/>
              </a:ext>
            </a:extLst>
          </p:cNvPr>
          <p:cNvSpPr>
            <a:spLocks noChangeArrowheads="1"/>
          </p:cNvSpPr>
          <p:nvPr/>
        </p:nvSpPr>
        <p:spPr bwMode="auto">
          <a:xfrm>
            <a:off x="9744874" y="4408603"/>
            <a:ext cx="2344737" cy="1696196"/>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IT" dirty="0">
                <a:latin typeface="Tahoma" panose="020B0604030504040204" pitchFamily="34" charset="0"/>
              </a:rPr>
              <a:t>note: the output of </a:t>
            </a:r>
            <a:r>
              <a:rPr lang="it-IT" altLang="en-IT" b="1" dirty="0">
                <a:latin typeface="Courier New" panose="02070309020205020404" pitchFamily="49" charset="0"/>
              </a:rPr>
              <a:t>show </a:t>
            </a:r>
            <a:r>
              <a:rPr lang="it-IT" altLang="en-IT" b="1" dirty="0" err="1">
                <a:latin typeface="Courier New" panose="02070309020205020404" pitchFamily="49" charset="0"/>
              </a:rPr>
              <a:t>ip</a:t>
            </a:r>
            <a:r>
              <a:rPr lang="it-IT" altLang="en-IT" b="1" dirty="0">
                <a:latin typeface="Courier New" panose="02070309020205020404" pitchFamily="49" charset="0"/>
              </a:rPr>
              <a:t> </a:t>
            </a:r>
            <a:r>
              <a:rPr lang="it-IT" altLang="en-IT" b="1" dirty="0" err="1">
                <a:latin typeface="Courier New" panose="02070309020205020404" pitchFamily="49" charset="0"/>
              </a:rPr>
              <a:t>ospf</a:t>
            </a:r>
            <a:r>
              <a:rPr lang="it-IT" altLang="en-IT" b="1" dirty="0">
                <a:latin typeface="Courier New" panose="02070309020205020404" pitchFamily="49" charset="0"/>
              </a:rPr>
              <a:t> database router</a:t>
            </a:r>
            <a:r>
              <a:rPr lang="it-IT" altLang="en-IT" dirty="0">
                <a:latin typeface="Tahoma" panose="020B0604030504040204" pitchFamily="34" charset="0"/>
              </a:rPr>
              <a:t> </a:t>
            </a:r>
            <a:r>
              <a:rPr lang="it-IT" altLang="en-IT" dirty="0" err="1">
                <a:latin typeface="Tahoma" panose="020B0604030504040204" pitchFamily="34" charset="0"/>
              </a:rPr>
              <a:t>has</a:t>
            </a:r>
            <a:r>
              <a:rPr lang="it-IT" altLang="en-IT" dirty="0">
                <a:latin typeface="Tahoma" panose="020B0604030504040204" pitchFamily="34" charset="0"/>
              </a:rPr>
              <a:t> </a:t>
            </a:r>
            <a:r>
              <a:rPr lang="it-IT" altLang="en-IT" dirty="0" err="1">
                <a:latin typeface="Tahoma" panose="020B0604030504040204" pitchFamily="34" charset="0"/>
              </a:rPr>
              <a:t>been</a:t>
            </a:r>
            <a:r>
              <a:rPr lang="it-IT" altLang="en-IT" dirty="0">
                <a:latin typeface="Tahoma" panose="020B0604030504040204" pitchFamily="34" charset="0"/>
              </a:rPr>
              <a:t> </a:t>
            </a:r>
            <a:r>
              <a:rPr lang="it-IT" altLang="en-IT" dirty="0" err="1">
                <a:latin typeface="Tahoma" panose="020B0604030504040204" pitchFamily="34" charset="0"/>
              </a:rPr>
              <a:t>summarized</a:t>
            </a:r>
            <a:r>
              <a:rPr lang="it-IT" altLang="en-IT" sz="2000" dirty="0">
                <a:latin typeface="Tahoma" panose="020B0604030504040204" pitchFamily="34" charset="0"/>
              </a:rPr>
              <a:t> </a:t>
            </a:r>
          </a:p>
        </p:txBody>
      </p:sp>
      <p:sp>
        <p:nvSpPr>
          <p:cNvPr id="21589" name="Line 201">
            <a:extLst>
              <a:ext uri="{FF2B5EF4-FFF2-40B4-BE49-F238E27FC236}">
                <a16:creationId xmlns:a16="http://schemas.microsoft.com/office/drawing/2014/main" id="{72B10056-8AFD-7A9A-262C-FB1C9781379F}"/>
              </a:ext>
            </a:extLst>
          </p:cNvPr>
          <p:cNvSpPr>
            <a:spLocks noChangeShapeType="1"/>
          </p:cNvSpPr>
          <p:nvPr/>
        </p:nvSpPr>
        <p:spPr bwMode="auto">
          <a:xfrm flipH="1">
            <a:off x="8216844" y="1765331"/>
            <a:ext cx="3175" cy="11430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588" name="Line 197">
            <a:extLst>
              <a:ext uri="{FF2B5EF4-FFF2-40B4-BE49-F238E27FC236}">
                <a16:creationId xmlns:a16="http://schemas.microsoft.com/office/drawing/2014/main" id="{449D53C1-F8EF-C52B-A39F-B223655F8E72}"/>
              </a:ext>
            </a:extLst>
          </p:cNvPr>
          <p:cNvSpPr>
            <a:spLocks noChangeShapeType="1"/>
          </p:cNvSpPr>
          <p:nvPr/>
        </p:nvSpPr>
        <p:spPr bwMode="auto">
          <a:xfrm>
            <a:off x="6009838" y="1872275"/>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8" name="Group 93">
            <a:extLst>
              <a:ext uri="{FF2B5EF4-FFF2-40B4-BE49-F238E27FC236}">
                <a16:creationId xmlns:a16="http://schemas.microsoft.com/office/drawing/2014/main" id="{418C1B97-D8F4-D705-C260-5C64127E9C88}"/>
              </a:ext>
            </a:extLst>
          </p:cNvPr>
          <p:cNvGrpSpPr>
            <a:grpSpLocks noChangeAspect="1"/>
          </p:cNvGrpSpPr>
          <p:nvPr/>
        </p:nvGrpSpPr>
        <p:grpSpPr bwMode="auto">
          <a:xfrm>
            <a:off x="7779897" y="1642040"/>
            <a:ext cx="723900" cy="460375"/>
            <a:chOff x="3312" y="2160"/>
            <a:chExt cx="960" cy="528"/>
          </a:xfrm>
        </p:grpSpPr>
        <p:grpSp>
          <p:nvGrpSpPr>
            <p:cNvPr id="59" name="Group 94">
              <a:extLst>
                <a:ext uri="{FF2B5EF4-FFF2-40B4-BE49-F238E27FC236}">
                  <a16:creationId xmlns:a16="http://schemas.microsoft.com/office/drawing/2014/main" id="{773BB94F-2D19-0B3D-B264-4DE8BB6AA61C}"/>
                </a:ext>
              </a:extLst>
            </p:cNvPr>
            <p:cNvGrpSpPr>
              <a:grpSpLocks noChangeAspect="1"/>
            </p:cNvGrpSpPr>
            <p:nvPr/>
          </p:nvGrpSpPr>
          <p:grpSpPr bwMode="auto">
            <a:xfrm>
              <a:off x="3312" y="2160"/>
              <a:ext cx="960" cy="528"/>
              <a:chOff x="3312" y="2160"/>
              <a:chExt cx="960" cy="528"/>
            </a:xfrm>
          </p:grpSpPr>
          <p:sp>
            <p:nvSpPr>
              <p:cNvPr id="61" name="AutoShape 95">
                <a:extLst>
                  <a:ext uri="{FF2B5EF4-FFF2-40B4-BE49-F238E27FC236}">
                    <a16:creationId xmlns:a16="http://schemas.microsoft.com/office/drawing/2014/main" id="{BF7FCB6B-9D8E-D555-9EC8-1BF8A8AB0B3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2" name="Group 96">
                <a:extLst>
                  <a:ext uri="{FF2B5EF4-FFF2-40B4-BE49-F238E27FC236}">
                    <a16:creationId xmlns:a16="http://schemas.microsoft.com/office/drawing/2014/main" id="{8B791A72-F763-FF26-E734-F9F0707F14FA}"/>
                  </a:ext>
                </a:extLst>
              </p:cNvPr>
              <p:cNvGrpSpPr>
                <a:grpSpLocks noChangeAspect="1"/>
              </p:cNvGrpSpPr>
              <p:nvPr/>
            </p:nvGrpSpPr>
            <p:grpSpPr bwMode="auto">
              <a:xfrm>
                <a:off x="3488" y="2193"/>
                <a:ext cx="599" cy="207"/>
                <a:chOff x="422" y="1632"/>
                <a:chExt cx="829" cy="298"/>
              </a:xfrm>
            </p:grpSpPr>
            <p:grpSp>
              <p:nvGrpSpPr>
                <p:cNvPr id="63" name="Group 97">
                  <a:extLst>
                    <a:ext uri="{FF2B5EF4-FFF2-40B4-BE49-F238E27FC236}">
                      <a16:creationId xmlns:a16="http://schemas.microsoft.com/office/drawing/2014/main" id="{B6288C28-7F15-3D8C-936C-BFD3F0022838}"/>
                    </a:ext>
                  </a:extLst>
                </p:cNvPr>
                <p:cNvGrpSpPr>
                  <a:grpSpLocks noChangeAspect="1"/>
                </p:cNvGrpSpPr>
                <p:nvPr/>
              </p:nvGrpSpPr>
              <p:grpSpPr bwMode="auto">
                <a:xfrm>
                  <a:off x="422" y="1632"/>
                  <a:ext cx="822" cy="291"/>
                  <a:chOff x="422" y="1632"/>
                  <a:chExt cx="822" cy="291"/>
                </a:xfrm>
              </p:grpSpPr>
              <p:sp>
                <p:nvSpPr>
                  <p:cNvPr id="21515" name="Freeform 98">
                    <a:extLst>
                      <a:ext uri="{FF2B5EF4-FFF2-40B4-BE49-F238E27FC236}">
                        <a16:creationId xmlns:a16="http://schemas.microsoft.com/office/drawing/2014/main" id="{37D07775-7ED6-2004-885C-68F583E5EB6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6" name="Freeform 99">
                    <a:extLst>
                      <a:ext uri="{FF2B5EF4-FFF2-40B4-BE49-F238E27FC236}">
                        <a16:creationId xmlns:a16="http://schemas.microsoft.com/office/drawing/2014/main" id="{2E0C03AE-6095-6348-C337-0B867ECCD8F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7" name="Freeform 100">
                    <a:extLst>
                      <a:ext uri="{FF2B5EF4-FFF2-40B4-BE49-F238E27FC236}">
                        <a16:creationId xmlns:a16="http://schemas.microsoft.com/office/drawing/2014/main" id="{6E9CC569-39AD-3E69-C74D-05A952DBCE9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8" name="Freeform 101">
                    <a:extLst>
                      <a:ext uri="{FF2B5EF4-FFF2-40B4-BE49-F238E27FC236}">
                        <a16:creationId xmlns:a16="http://schemas.microsoft.com/office/drawing/2014/main" id="{EA24AFB0-C412-7E33-8487-62E6D51C91A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9" name="Freeform 102">
                    <a:extLst>
                      <a:ext uri="{FF2B5EF4-FFF2-40B4-BE49-F238E27FC236}">
                        <a16:creationId xmlns:a16="http://schemas.microsoft.com/office/drawing/2014/main" id="{C184E451-A74A-D09E-7A07-7737C251948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0" name="Freeform 103">
                    <a:extLst>
                      <a:ext uri="{FF2B5EF4-FFF2-40B4-BE49-F238E27FC236}">
                        <a16:creationId xmlns:a16="http://schemas.microsoft.com/office/drawing/2014/main" id="{6B5618F2-175F-7C92-CA74-E7BF17B2C04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1" name="Freeform 104">
                    <a:extLst>
                      <a:ext uri="{FF2B5EF4-FFF2-40B4-BE49-F238E27FC236}">
                        <a16:creationId xmlns:a16="http://schemas.microsoft.com/office/drawing/2014/main" id="{FA90C331-835F-AFAB-EF04-09ACB29330D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2" name="Freeform 105">
                    <a:extLst>
                      <a:ext uri="{FF2B5EF4-FFF2-40B4-BE49-F238E27FC236}">
                        <a16:creationId xmlns:a16="http://schemas.microsoft.com/office/drawing/2014/main" id="{273104CB-BE03-B839-DBFE-64EC0172095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04" name="Group 106">
                  <a:extLst>
                    <a:ext uri="{FF2B5EF4-FFF2-40B4-BE49-F238E27FC236}">
                      <a16:creationId xmlns:a16="http://schemas.microsoft.com/office/drawing/2014/main" id="{810CC237-2CCA-EF5E-26D8-930609FA46B0}"/>
                    </a:ext>
                  </a:extLst>
                </p:cNvPr>
                <p:cNvGrpSpPr>
                  <a:grpSpLocks noChangeAspect="1"/>
                </p:cNvGrpSpPr>
                <p:nvPr/>
              </p:nvGrpSpPr>
              <p:grpSpPr bwMode="auto">
                <a:xfrm>
                  <a:off x="429" y="1639"/>
                  <a:ext cx="822" cy="291"/>
                  <a:chOff x="429" y="1639"/>
                  <a:chExt cx="822" cy="291"/>
                </a:xfrm>
              </p:grpSpPr>
              <p:sp>
                <p:nvSpPr>
                  <p:cNvPr id="21505" name="Freeform 107">
                    <a:extLst>
                      <a:ext uri="{FF2B5EF4-FFF2-40B4-BE49-F238E27FC236}">
                        <a16:creationId xmlns:a16="http://schemas.microsoft.com/office/drawing/2014/main" id="{0BB9777F-E3DB-3CA0-F9EB-9DE751211E2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6" name="Freeform 108">
                    <a:extLst>
                      <a:ext uri="{FF2B5EF4-FFF2-40B4-BE49-F238E27FC236}">
                        <a16:creationId xmlns:a16="http://schemas.microsoft.com/office/drawing/2014/main" id="{5C3DC2A5-96BA-0DB1-9349-E91C5F06EC1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7" name="Freeform 109">
                    <a:extLst>
                      <a:ext uri="{FF2B5EF4-FFF2-40B4-BE49-F238E27FC236}">
                        <a16:creationId xmlns:a16="http://schemas.microsoft.com/office/drawing/2014/main" id="{798A53BD-E197-4DA8-4F9D-4ABF50A3F36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0" name="Freeform 110">
                    <a:extLst>
                      <a:ext uri="{FF2B5EF4-FFF2-40B4-BE49-F238E27FC236}">
                        <a16:creationId xmlns:a16="http://schemas.microsoft.com/office/drawing/2014/main" id="{A47C46BB-DDBE-A3FF-7A9C-00038106449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1" name="Freeform 111">
                    <a:extLst>
                      <a:ext uri="{FF2B5EF4-FFF2-40B4-BE49-F238E27FC236}">
                        <a16:creationId xmlns:a16="http://schemas.microsoft.com/office/drawing/2014/main" id="{D7B73FD7-F0ED-BAF3-97A0-3A681B1CC88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2" name="Freeform 112">
                    <a:extLst>
                      <a:ext uri="{FF2B5EF4-FFF2-40B4-BE49-F238E27FC236}">
                        <a16:creationId xmlns:a16="http://schemas.microsoft.com/office/drawing/2014/main" id="{3183CA20-7AAE-251D-E72C-F581278880C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3" name="Freeform 113">
                    <a:extLst>
                      <a:ext uri="{FF2B5EF4-FFF2-40B4-BE49-F238E27FC236}">
                        <a16:creationId xmlns:a16="http://schemas.microsoft.com/office/drawing/2014/main" id="{DAD73475-3982-9DB2-45FA-E323CD278A3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4" name="Freeform 114">
                    <a:extLst>
                      <a:ext uri="{FF2B5EF4-FFF2-40B4-BE49-F238E27FC236}">
                        <a16:creationId xmlns:a16="http://schemas.microsoft.com/office/drawing/2014/main" id="{ABF7D543-8176-62CC-BC18-7D36427B740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 name="WordArt 115">
              <a:extLst>
                <a:ext uri="{FF2B5EF4-FFF2-40B4-BE49-F238E27FC236}">
                  <a16:creationId xmlns:a16="http://schemas.microsoft.com/office/drawing/2014/main" id="{DD9E5CCF-F95B-E060-47A2-93478C90550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21590" name="Group 198">
            <a:extLst>
              <a:ext uri="{FF2B5EF4-FFF2-40B4-BE49-F238E27FC236}">
                <a16:creationId xmlns:a16="http://schemas.microsoft.com/office/drawing/2014/main" id="{FD4942BF-5831-3E83-8593-914545B5295D}"/>
              </a:ext>
            </a:extLst>
          </p:cNvPr>
          <p:cNvGrpSpPr>
            <a:grpSpLocks/>
          </p:cNvGrpSpPr>
          <p:nvPr/>
        </p:nvGrpSpPr>
        <p:grpSpPr bwMode="auto">
          <a:xfrm>
            <a:off x="7320136" y="1721123"/>
            <a:ext cx="406400" cy="339725"/>
            <a:chOff x="144" y="3264"/>
            <a:chExt cx="288" cy="240"/>
          </a:xfrm>
        </p:grpSpPr>
        <p:sp>
          <p:nvSpPr>
            <p:cNvPr id="21591" name="Rectangle 199">
              <a:extLst>
                <a:ext uri="{FF2B5EF4-FFF2-40B4-BE49-F238E27FC236}">
                  <a16:creationId xmlns:a16="http://schemas.microsoft.com/office/drawing/2014/main" id="{05840C22-F64F-C1D3-1F36-C620AAD95668}"/>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2" name="Rectangle 200">
              <a:extLst>
                <a:ext uri="{FF2B5EF4-FFF2-40B4-BE49-F238E27FC236}">
                  <a16:creationId xmlns:a16="http://schemas.microsoft.com/office/drawing/2014/main" id="{0C5E50D8-DB18-3D75-D7CA-57A6E81BAFFA}"/>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grpSp>
        <p:nvGrpSpPr>
          <p:cNvPr id="21593" name="Group 202">
            <a:extLst>
              <a:ext uri="{FF2B5EF4-FFF2-40B4-BE49-F238E27FC236}">
                <a16:creationId xmlns:a16="http://schemas.microsoft.com/office/drawing/2014/main" id="{6DB0A1A6-0EF9-7A7A-6AC1-65FC526E0CA3}"/>
              </a:ext>
            </a:extLst>
          </p:cNvPr>
          <p:cNvGrpSpPr>
            <a:grpSpLocks/>
          </p:cNvGrpSpPr>
          <p:nvPr/>
        </p:nvGrpSpPr>
        <p:grpSpPr bwMode="auto">
          <a:xfrm>
            <a:off x="8020633" y="2153171"/>
            <a:ext cx="406400" cy="339725"/>
            <a:chOff x="144" y="3264"/>
            <a:chExt cx="288" cy="240"/>
          </a:xfrm>
        </p:grpSpPr>
        <p:sp>
          <p:nvSpPr>
            <p:cNvPr id="21594" name="Rectangle 203">
              <a:extLst>
                <a:ext uri="{FF2B5EF4-FFF2-40B4-BE49-F238E27FC236}">
                  <a16:creationId xmlns:a16="http://schemas.microsoft.com/office/drawing/2014/main" id="{5F7E31A3-B8DD-5DF3-0CDE-CA25345D3D3C}"/>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595" name="Rectangle 204">
              <a:extLst>
                <a:ext uri="{FF2B5EF4-FFF2-40B4-BE49-F238E27FC236}">
                  <a16:creationId xmlns:a16="http://schemas.microsoft.com/office/drawing/2014/main" id="{65F3C63F-4823-9B29-9D24-7DB400FE4E26}"/>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1</a:t>
              </a:r>
            </a:p>
          </p:txBody>
        </p:sp>
      </p:grpSp>
      <p:sp>
        <p:nvSpPr>
          <p:cNvPr id="21585" name="Line 195">
            <a:extLst>
              <a:ext uri="{FF2B5EF4-FFF2-40B4-BE49-F238E27FC236}">
                <a16:creationId xmlns:a16="http://schemas.microsoft.com/office/drawing/2014/main" id="{4449EBA2-8782-2520-EC40-6696A37567B2}"/>
              </a:ext>
            </a:extLst>
          </p:cNvPr>
          <p:cNvSpPr>
            <a:spLocks noChangeShapeType="1"/>
          </p:cNvSpPr>
          <p:nvPr/>
        </p:nvSpPr>
        <p:spPr bwMode="auto">
          <a:xfrm flipH="1">
            <a:off x="8210913" y="2734459"/>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2" name="Line 196">
            <a:extLst>
              <a:ext uri="{FF2B5EF4-FFF2-40B4-BE49-F238E27FC236}">
                <a16:creationId xmlns:a16="http://schemas.microsoft.com/office/drawing/2014/main" id="{8092240D-2054-67E8-81AD-129EEEB07CB2}"/>
              </a:ext>
            </a:extLst>
          </p:cNvPr>
          <p:cNvSpPr>
            <a:spLocks noChangeShapeType="1"/>
          </p:cNvSpPr>
          <p:nvPr/>
        </p:nvSpPr>
        <p:spPr bwMode="auto">
          <a:xfrm>
            <a:off x="5854061" y="3740691"/>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869" name="Oval 52">
            <a:extLst>
              <a:ext uri="{FF2B5EF4-FFF2-40B4-BE49-F238E27FC236}">
                <a16:creationId xmlns:a16="http://schemas.microsoft.com/office/drawing/2014/main" id="{73544B8B-DAD4-372F-26F7-2EC5B2E58FC1}"/>
              </a:ext>
            </a:extLst>
          </p:cNvPr>
          <p:cNvSpPr>
            <a:spLocks noChangeArrowheads="1"/>
          </p:cNvSpPr>
          <p:nvPr/>
        </p:nvSpPr>
        <p:spPr bwMode="auto">
          <a:xfrm flipH="1">
            <a:off x="8063269" y="262900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B</a:t>
            </a:r>
          </a:p>
        </p:txBody>
      </p:sp>
      <p:grpSp>
        <p:nvGrpSpPr>
          <p:cNvPr id="21523" name="Group 122">
            <a:extLst>
              <a:ext uri="{FF2B5EF4-FFF2-40B4-BE49-F238E27FC236}">
                <a16:creationId xmlns:a16="http://schemas.microsoft.com/office/drawing/2014/main" id="{8C636A99-E792-051D-4CC7-0AF4C69A759D}"/>
              </a:ext>
            </a:extLst>
          </p:cNvPr>
          <p:cNvGrpSpPr>
            <a:grpSpLocks noChangeAspect="1"/>
          </p:cNvGrpSpPr>
          <p:nvPr/>
        </p:nvGrpSpPr>
        <p:grpSpPr bwMode="auto">
          <a:xfrm>
            <a:off x="7968254" y="3531430"/>
            <a:ext cx="723900" cy="460375"/>
            <a:chOff x="3312" y="2160"/>
            <a:chExt cx="960" cy="528"/>
          </a:xfrm>
        </p:grpSpPr>
        <p:grpSp>
          <p:nvGrpSpPr>
            <p:cNvPr id="21524" name="Group 123">
              <a:extLst>
                <a:ext uri="{FF2B5EF4-FFF2-40B4-BE49-F238E27FC236}">
                  <a16:creationId xmlns:a16="http://schemas.microsoft.com/office/drawing/2014/main" id="{6B2A8C9A-1810-3936-4A72-CC7C1AD43C13}"/>
                </a:ext>
              </a:extLst>
            </p:cNvPr>
            <p:cNvGrpSpPr>
              <a:grpSpLocks noChangeAspect="1"/>
            </p:cNvGrpSpPr>
            <p:nvPr/>
          </p:nvGrpSpPr>
          <p:grpSpPr bwMode="auto">
            <a:xfrm>
              <a:off x="3312" y="2160"/>
              <a:ext cx="960" cy="528"/>
              <a:chOff x="3312" y="2160"/>
              <a:chExt cx="960" cy="528"/>
            </a:xfrm>
          </p:grpSpPr>
          <p:sp>
            <p:nvSpPr>
              <p:cNvPr id="21526" name="AutoShape 124">
                <a:extLst>
                  <a:ext uri="{FF2B5EF4-FFF2-40B4-BE49-F238E27FC236}">
                    <a16:creationId xmlns:a16="http://schemas.microsoft.com/office/drawing/2014/main" id="{485FEFB7-4F10-7F12-D27E-E08FEF3E737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27" name="Group 125">
                <a:extLst>
                  <a:ext uri="{FF2B5EF4-FFF2-40B4-BE49-F238E27FC236}">
                    <a16:creationId xmlns:a16="http://schemas.microsoft.com/office/drawing/2014/main" id="{BADADAA0-AF61-58FC-0E21-7ACDE28310D3}"/>
                  </a:ext>
                </a:extLst>
              </p:cNvPr>
              <p:cNvGrpSpPr>
                <a:grpSpLocks noChangeAspect="1"/>
              </p:cNvGrpSpPr>
              <p:nvPr/>
            </p:nvGrpSpPr>
            <p:grpSpPr bwMode="auto">
              <a:xfrm>
                <a:off x="3488" y="2193"/>
                <a:ext cx="599" cy="207"/>
                <a:chOff x="422" y="1632"/>
                <a:chExt cx="829" cy="298"/>
              </a:xfrm>
            </p:grpSpPr>
            <p:grpSp>
              <p:nvGrpSpPr>
                <p:cNvPr id="21528" name="Group 126">
                  <a:extLst>
                    <a:ext uri="{FF2B5EF4-FFF2-40B4-BE49-F238E27FC236}">
                      <a16:creationId xmlns:a16="http://schemas.microsoft.com/office/drawing/2014/main" id="{0086B9F0-CA06-8816-E8F2-F95291859CBC}"/>
                    </a:ext>
                  </a:extLst>
                </p:cNvPr>
                <p:cNvGrpSpPr>
                  <a:grpSpLocks noChangeAspect="1"/>
                </p:cNvGrpSpPr>
                <p:nvPr/>
              </p:nvGrpSpPr>
              <p:grpSpPr bwMode="auto">
                <a:xfrm>
                  <a:off x="422" y="1632"/>
                  <a:ext cx="822" cy="291"/>
                  <a:chOff x="422" y="1632"/>
                  <a:chExt cx="822" cy="291"/>
                </a:xfrm>
              </p:grpSpPr>
              <p:sp>
                <p:nvSpPr>
                  <p:cNvPr id="21549" name="Freeform 127">
                    <a:extLst>
                      <a:ext uri="{FF2B5EF4-FFF2-40B4-BE49-F238E27FC236}">
                        <a16:creationId xmlns:a16="http://schemas.microsoft.com/office/drawing/2014/main" id="{6521B9FF-899C-8769-E22C-BEA45397B1D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0" name="Freeform 128">
                    <a:extLst>
                      <a:ext uri="{FF2B5EF4-FFF2-40B4-BE49-F238E27FC236}">
                        <a16:creationId xmlns:a16="http://schemas.microsoft.com/office/drawing/2014/main" id="{498179DD-C74C-4C22-4377-D8410F7C05A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1" name="Freeform 129">
                    <a:extLst>
                      <a:ext uri="{FF2B5EF4-FFF2-40B4-BE49-F238E27FC236}">
                        <a16:creationId xmlns:a16="http://schemas.microsoft.com/office/drawing/2014/main" id="{B3BC125B-F789-6C8B-0D07-F3B2CA79E0F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2" name="Freeform 130">
                    <a:extLst>
                      <a:ext uri="{FF2B5EF4-FFF2-40B4-BE49-F238E27FC236}">
                        <a16:creationId xmlns:a16="http://schemas.microsoft.com/office/drawing/2014/main" id="{4AF925B7-84CA-9B17-BF3C-CECB5E74AE2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3" name="Freeform 131">
                    <a:extLst>
                      <a:ext uri="{FF2B5EF4-FFF2-40B4-BE49-F238E27FC236}">
                        <a16:creationId xmlns:a16="http://schemas.microsoft.com/office/drawing/2014/main" id="{B5CEF5C4-F4A2-2E38-B684-0B930256678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4" name="Freeform 132">
                    <a:extLst>
                      <a:ext uri="{FF2B5EF4-FFF2-40B4-BE49-F238E27FC236}">
                        <a16:creationId xmlns:a16="http://schemas.microsoft.com/office/drawing/2014/main" id="{EC9DD298-3ABA-DFCA-5F8A-02BCFFD48FB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5" name="Freeform 133">
                    <a:extLst>
                      <a:ext uri="{FF2B5EF4-FFF2-40B4-BE49-F238E27FC236}">
                        <a16:creationId xmlns:a16="http://schemas.microsoft.com/office/drawing/2014/main" id="{CE8BAA5D-E48C-F02D-17EB-723E70C0DE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6" name="Freeform 134">
                    <a:extLst>
                      <a:ext uri="{FF2B5EF4-FFF2-40B4-BE49-F238E27FC236}">
                        <a16:creationId xmlns:a16="http://schemas.microsoft.com/office/drawing/2014/main" id="{CFFE74F0-C6EC-DF34-0629-304012756C2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29" name="Group 135">
                  <a:extLst>
                    <a:ext uri="{FF2B5EF4-FFF2-40B4-BE49-F238E27FC236}">
                      <a16:creationId xmlns:a16="http://schemas.microsoft.com/office/drawing/2014/main" id="{57E28F75-7D1B-2B71-94B0-180C572B24C8}"/>
                    </a:ext>
                  </a:extLst>
                </p:cNvPr>
                <p:cNvGrpSpPr>
                  <a:grpSpLocks noChangeAspect="1"/>
                </p:cNvGrpSpPr>
                <p:nvPr/>
              </p:nvGrpSpPr>
              <p:grpSpPr bwMode="auto">
                <a:xfrm>
                  <a:off x="429" y="1639"/>
                  <a:ext cx="822" cy="291"/>
                  <a:chOff x="429" y="1639"/>
                  <a:chExt cx="822" cy="291"/>
                </a:xfrm>
              </p:grpSpPr>
              <p:sp>
                <p:nvSpPr>
                  <p:cNvPr id="21530" name="Freeform 136">
                    <a:extLst>
                      <a:ext uri="{FF2B5EF4-FFF2-40B4-BE49-F238E27FC236}">
                        <a16:creationId xmlns:a16="http://schemas.microsoft.com/office/drawing/2014/main" id="{CA7B053B-50DE-5A57-4E1C-6249BA1316E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1" name="Freeform 137">
                    <a:extLst>
                      <a:ext uri="{FF2B5EF4-FFF2-40B4-BE49-F238E27FC236}">
                        <a16:creationId xmlns:a16="http://schemas.microsoft.com/office/drawing/2014/main" id="{9CE7DBCA-0A4F-AB3F-53E9-CC831C02272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2" name="Freeform 138">
                    <a:extLst>
                      <a:ext uri="{FF2B5EF4-FFF2-40B4-BE49-F238E27FC236}">
                        <a16:creationId xmlns:a16="http://schemas.microsoft.com/office/drawing/2014/main" id="{77DA2937-3DC6-B2AB-062A-61183C0FDA5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3" name="Freeform 139">
                    <a:extLst>
                      <a:ext uri="{FF2B5EF4-FFF2-40B4-BE49-F238E27FC236}">
                        <a16:creationId xmlns:a16="http://schemas.microsoft.com/office/drawing/2014/main" id="{71799DF2-77A1-BBAB-6218-F43FBB08CAB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4" name="Freeform 140">
                    <a:extLst>
                      <a:ext uri="{FF2B5EF4-FFF2-40B4-BE49-F238E27FC236}">
                        <a16:creationId xmlns:a16="http://schemas.microsoft.com/office/drawing/2014/main" id="{267A88ED-03FD-4C0F-33EE-099D205168E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5" name="Freeform 141">
                    <a:extLst>
                      <a:ext uri="{FF2B5EF4-FFF2-40B4-BE49-F238E27FC236}">
                        <a16:creationId xmlns:a16="http://schemas.microsoft.com/office/drawing/2014/main" id="{0664CE1E-0004-20FE-0649-9CA58659392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6" name="Freeform 142">
                    <a:extLst>
                      <a:ext uri="{FF2B5EF4-FFF2-40B4-BE49-F238E27FC236}">
                        <a16:creationId xmlns:a16="http://schemas.microsoft.com/office/drawing/2014/main" id="{F56B102D-508A-B70F-7E3A-330CEC806E4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48" name="Freeform 143">
                    <a:extLst>
                      <a:ext uri="{FF2B5EF4-FFF2-40B4-BE49-F238E27FC236}">
                        <a16:creationId xmlns:a16="http://schemas.microsoft.com/office/drawing/2014/main" id="{57CA6746-97D8-C254-2DB2-99643D44639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25" name="WordArt 144">
              <a:extLst>
                <a:ext uri="{FF2B5EF4-FFF2-40B4-BE49-F238E27FC236}">
                  <a16:creationId xmlns:a16="http://schemas.microsoft.com/office/drawing/2014/main" id="{2EE5B74D-0221-342D-C512-737EA1F8274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grpSp>
        <p:nvGrpSpPr>
          <p:cNvPr id="21586" name="Group 69">
            <a:extLst>
              <a:ext uri="{FF2B5EF4-FFF2-40B4-BE49-F238E27FC236}">
                <a16:creationId xmlns:a16="http://schemas.microsoft.com/office/drawing/2014/main" id="{80D8309C-8E9C-A6AB-2AF1-ADF5045BACA9}"/>
              </a:ext>
            </a:extLst>
          </p:cNvPr>
          <p:cNvGrpSpPr>
            <a:grpSpLocks/>
          </p:cNvGrpSpPr>
          <p:nvPr/>
        </p:nvGrpSpPr>
        <p:grpSpPr bwMode="auto">
          <a:xfrm>
            <a:off x="8011945" y="3118209"/>
            <a:ext cx="406400" cy="339725"/>
            <a:chOff x="144" y="3264"/>
            <a:chExt cx="288" cy="240"/>
          </a:xfrm>
        </p:grpSpPr>
        <p:sp>
          <p:nvSpPr>
            <p:cNvPr id="21587" name="Rectangle 70">
              <a:extLst>
                <a:ext uri="{FF2B5EF4-FFF2-40B4-BE49-F238E27FC236}">
                  <a16:creationId xmlns:a16="http://schemas.microsoft.com/office/drawing/2014/main" id="{E3F70A63-A08C-E7B0-67CC-2E19C3B092E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6" name="Rectangle 71">
              <a:extLst>
                <a:ext uri="{FF2B5EF4-FFF2-40B4-BE49-F238E27FC236}">
                  <a16:creationId xmlns:a16="http://schemas.microsoft.com/office/drawing/2014/main" id="{B1BEBED3-E199-3B15-134F-AA837DCEF14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21597" name="Group 66">
            <a:extLst>
              <a:ext uri="{FF2B5EF4-FFF2-40B4-BE49-F238E27FC236}">
                <a16:creationId xmlns:a16="http://schemas.microsoft.com/office/drawing/2014/main" id="{FC75C2EC-8F4F-434F-44A7-5013FB6A6100}"/>
              </a:ext>
            </a:extLst>
          </p:cNvPr>
          <p:cNvGrpSpPr>
            <a:grpSpLocks/>
          </p:cNvGrpSpPr>
          <p:nvPr/>
        </p:nvGrpSpPr>
        <p:grpSpPr bwMode="auto">
          <a:xfrm>
            <a:off x="7472755" y="3586104"/>
            <a:ext cx="406400" cy="339725"/>
            <a:chOff x="144" y="3264"/>
            <a:chExt cx="288" cy="240"/>
          </a:xfrm>
        </p:grpSpPr>
        <p:sp>
          <p:nvSpPr>
            <p:cNvPr id="21598" name="Rectangle 67">
              <a:extLst>
                <a:ext uri="{FF2B5EF4-FFF2-40B4-BE49-F238E27FC236}">
                  <a16:creationId xmlns:a16="http://schemas.microsoft.com/office/drawing/2014/main" id="{B8296CD7-3D41-8457-4B5D-42FDD0A0C95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21599" name="Rectangle 68">
              <a:extLst>
                <a:ext uri="{FF2B5EF4-FFF2-40B4-BE49-F238E27FC236}">
                  <a16:creationId xmlns:a16="http://schemas.microsoft.com/office/drawing/2014/main" id="{7FF59BF8-F584-D35C-81E6-6ED974075383}"/>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pic>
        <p:nvPicPr>
          <p:cNvPr id="21600" name="Picture 224" descr="MC900434713[1]">
            <a:extLst>
              <a:ext uri="{FF2B5EF4-FFF2-40B4-BE49-F238E27FC236}">
                <a16:creationId xmlns:a16="http://schemas.microsoft.com/office/drawing/2014/main" id="{397505CB-821C-D7DB-2E2D-7E1A55CD49B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75831" y="2858801"/>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26" name="Line 201">
            <a:extLst>
              <a:ext uri="{FF2B5EF4-FFF2-40B4-BE49-F238E27FC236}">
                <a16:creationId xmlns:a16="http://schemas.microsoft.com/office/drawing/2014/main" id="{E5607226-DF31-C7B9-991C-22535CAD12ED}"/>
              </a:ext>
            </a:extLst>
          </p:cNvPr>
          <p:cNvSpPr>
            <a:spLocks noChangeShapeType="1"/>
          </p:cNvSpPr>
          <p:nvPr/>
        </p:nvSpPr>
        <p:spPr bwMode="auto">
          <a:xfrm flipH="1">
            <a:off x="5864070" y="1791006"/>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27" name="Line 201">
            <a:extLst>
              <a:ext uri="{FF2B5EF4-FFF2-40B4-BE49-F238E27FC236}">
                <a16:creationId xmlns:a16="http://schemas.microsoft.com/office/drawing/2014/main" id="{10E85AED-63EF-9FD6-4D1A-7AF0B7C1C291}"/>
              </a:ext>
            </a:extLst>
          </p:cNvPr>
          <p:cNvSpPr>
            <a:spLocks noChangeShapeType="1"/>
          </p:cNvSpPr>
          <p:nvPr/>
        </p:nvSpPr>
        <p:spPr bwMode="auto">
          <a:xfrm flipH="1">
            <a:off x="5864070" y="3099721"/>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620" name="Group 198">
            <a:extLst>
              <a:ext uri="{FF2B5EF4-FFF2-40B4-BE49-F238E27FC236}">
                <a16:creationId xmlns:a16="http://schemas.microsoft.com/office/drawing/2014/main" id="{5D74B959-BD8E-E9ED-E49D-528CE445E6DB}"/>
              </a:ext>
            </a:extLst>
          </p:cNvPr>
          <p:cNvGrpSpPr>
            <a:grpSpLocks/>
          </p:cNvGrpSpPr>
          <p:nvPr/>
        </p:nvGrpSpPr>
        <p:grpSpPr bwMode="auto">
          <a:xfrm>
            <a:off x="5612671" y="2237532"/>
            <a:ext cx="406400" cy="339725"/>
            <a:chOff x="144" y="3264"/>
            <a:chExt cx="288" cy="240"/>
          </a:xfrm>
        </p:grpSpPr>
        <p:sp>
          <p:nvSpPr>
            <p:cNvPr id="21621" name="Rectangle 199">
              <a:extLst>
                <a:ext uri="{FF2B5EF4-FFF2-40B4-BE49-F238E27FC236}">
                  <a16:creationId xmlns:a16="http://schemas.microsoft.com/office/drawing/2014/main" id="{CE4145F1-13DD-68C2-93B4-7D58E05CD52E}"/>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21622" name="Rectangle 200">
              <a:extLst>
                <a:ext uri="{FF2B5EF4-FFF2-40B4-BE49-F238E27FC236}">
                  <a16:creationId xmlns:a16="http://schemas.microsoft.com/office/drawing/2014/main" id="{8E551EAF-0003-48F8-A5DC-342E99F4EF6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grpSp>
        <p:nvGrpSpPr>
          <p:cNvPr id="21623" name="Group 201">
            <a:extLst>
              <a:ext uri="{FF2B5EF4-FFF2-40B4-BE49-F238E27FC236}">
                <a16:creationId xmlns:a16="http://schemas.microsoft.com/office/drawing/2014/main" id="{2FD1615A-3789-DC13-162F-BE54477A54EC}"/>
              </a:ext>
            </a:extLst>
          </p:cNvPr>
          <p:cNvGrpSpPr>
            <a:grpSpLocks/>
          </p:cNvGrpSpPr>
          <p:nvPr/>
        </p:nvGrpSpPr>
        <p:grpSpPr bwMode="auto">
          <a:xfrm>
            <a:off x="5642941" y="3013257"/>
            <a:ext cx="406400" cy="339725"/>
            <a:chOff x="144" y="3264"/>
            <a:chExt cx="288" cy="240"/>
          </a:xfrm>
        </p:grpSpPr>
        <p:sp>
          <p:nvSpPr>
            <p:cNvPr id="21625" name="Rectangle 203">
              <a:extLst>
                <a:ext uri="{FF2B5EF4-FFF2-40B4-BE49-F238E27FC236}">
                  <a16:creationId xmlns:a16="http://schemas.microsoft.com/office/drawing/2014/main" id="{7DBB3768-4D51-450F-7B02-49E7EBB7318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sp>
          <p:nvSpPr>
            <p:cNvPr id="21624" name="Rectangle 202">
              <a:extLst>
                <a:ext uri="{FF2B5EF4-FFF2-40B4-BE49-F238E27FC236}">
                  <a16:creationId xmlns:a16="http://schemas.microsoft.com/office/drawing/2014/main" id="{EE1BEA27-82B8-01C1-1DCF-85C287C490DA}"/>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grpSp>
      <p:sp>
        <p:nvSpPr>
          <p:cNvPr id="21618" name="Line 197">
            <a:extLst>
              <a:ext uri="{FF2B5EF4-FFF2-40B4-BE49-F238E27FC236}">
                <a16:creationId xmlns:a16="http://schemas.microsoft.com/office/drawing/2014/main" id="{E7AA2CA8-0A2C-17A6-6D0E-881780AA9938}"/>
              </a:ext>
            </a:extLst>
          </p:cNvPr>
          <p:cNvSpPr>
            <a:spLocks noChangeShapeType="1"/>
          </p:cNvSpPr>
          <p:nvPr/>
        </p:nvSpPr>
        <p:spPr bwMode="auto">
          <a:xfrm>
            <a:off x="3765047" y="1886242"/>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1" name="Oval 57">
            <a:extLst>
              <a:ext uri="{FF2B5EF4-FFF2-40B4-BE49-F238E27FC236}">
                <a16:creationId xmlns:a16="http://schemas.microsoft.com/office/drawing/2014/main" id="{CE8B9B63-2323-A33C-9694-30482B8E75D5}"/>
              </a:ext>
            </a:extLst>
          </p:cNvPr>
          <p:cNvSpPr>
            <a:spLocks noChangeArrowheads="1"/>
          </p:cNvSpPr>
          <p:nvPr/>
        </p:nvSpPr>
        <p:spPr bwMode="auto">
          <a:xfrm flipH="1">
            <a:off x="5707907" y="171297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A</a:t>
            </a:r>
          </a:p>
        </p:txBody>
      </p:sp>
      <p:sp>
        <p:nvSpPr>
          <p:cNvPr id="21619" name="Line 201">
            <a:extLst>
              <a:ext uri="{FF2B5EF4-FFF2-40B4-BE49-F238E27FC236}">
                <a16:creationId xmlns:a16="http://schemas.microsoft.com/office/drawing/2014/main" id="{90B1BA70-6BCA-0E1F-441A-33026978051D}"/>
              </a:ext>
            </a:extLst>
          </p:cNvPr>
          <p:cNvSpPr>
            <a:spLocks noChangeShapeType="1"/>
          </p:cNvSpPr>
          <p:nvPr/>
        </p:nvSpPr>
        <p:spPr bwMode="auto">
          <a:xfrm flipH="1">
            <a:off x="3809007" y="1862278"/>
            <a:ext cx="0" cy="91577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35" name="Group 58">
            <a:extLst>
              <a:ext uri="{FF2B5EF4-FFF2-40B4-BE49-F238E27FC236}">
                <a16:creationId xmlns:a16="http://schemas.microsoft.com/office/drawing/2014/main" id="{E59B77AC-6891-3FC2-54D5-5DC0F4CA30D2}"/>
              </a:ext>
            </a:extLst>
          </p:cNvPr>
          <p:cNvGrpSpPr>
            <a:grpSpLocks noChangeAspect="1"/>
          </p:cNvGrpSpPr>
          <p:nvPr/>
        </p:nvGrpSpPr>
        <p:grpSpPr bwMode="auto">
          <a:xfrm>
            <a:off x="3418205" y="1642040"/>
            <a:ext cx="723900" cy="460375"/>
            <a:chOff x="3312" y="2160"/>
            <a:chExt cx="960" cy="528"/>
          </a:xfrm>
        </p:grpSpPr>
        <p:grpSp>
          <p:nvGrpSpPr>
            <p:cNvPr id="36" name="Group 59">
              <a:extLst>
                <a:ext uri="{FF2B5EF4-FFF2-40B4-BE49-F238E27FC236}">
                  <a16:creationId xmlns:a16="http://schemas.microsoft.com/office/drawing/2014/main" id="{358B3B2D-E8BA-1E94-14AE-B007D2DA2B53}"/>
                </a:ext>
              </a:extLst>
            </p:cNvPr>
            <p:cNvGrpSpPr>
              <a:grpSpLocks noChangeAspect="1"/>
            </p:cNvGrpSpPr>
            <p:nvPr/>
          </p:nvGrpSpPr>
          <p:grpSpPr bwMode="auto">
            <a:xfrm>
              <a:off x="3312" y="2160"/>
              <a:ext cx="960" cy="528"/>
              <a:chOff x="3312" y="2160"/>
              <a:chExt cx="960" cy="528"/>
            </a:xfrm>
          </p:grpSpPr>
          <p:sp>
            <p:nvSpPr>
              <p:cNvPr id="38" name="AutoShape 60">
                <a:extLst>
                  <a:ext uri="{FF2B5EF4-FFF2-40B4-BE49-F238E27FC236}">
                    <a16:creationId xmlns:a16="http://schemas.microsoft.com/office/drawing/2014/main" id="{B5BD0E12-FF8A-1D07-7047-4D285097916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39" name="Group 61">
                <a:extLst>
                  <a:ext uri="{FF2B5EF4-FFF2-40B4-BE49-F238E27FC236}">
                    <a16:creationId xmlns:a16="http://schemas.microsoft.com/office/drawing/2014/main" id="{3D58A98C-FB1A-914C-C89D-1AB4E97A30CE}"/>
                  </a:ext>
                </a:extLst>
              </p:cNvPr>
              <p:cNvGrpSpPr>
                <a:grpSpLocks noChangeAspect="1"/>
              </p:cNvGrpSpPr>
              <p:nvPr/>
            </p:nvGrpSpPr>
            <p:grpSpPr bwMode="auto">
              <a:xfrm>
                <a:off x="3488" y="2193"/>
                <a:ext cx="599" cy="207"/>
                <a:chOff x="422" y="1632"/>
                <a:chExt cx="829" cy="298"/>
              </a:xfrm>
            </p:grpSpPr>
            <p:grpSp>
              <p:nvGrpSpPr>
                <p:cNvPr id="40" name="Group 62">
                  <a:extLst>
                    <a:ext uri="{FF2B5EF4-FFF2-40B4-BE49-F238E27FC236}">
                      <a16:creationId xmlns:a16="http://schemas.microsoft.com/office/drawing/2014/main" id="{1B435C44-4945-1186-C685-2EBEA0450C98}"/>
                    </a:ext>
                  </a:extLst>
                </p:cNvPr>
                <p:cNvGrpSpPr>
                  <a:grpSpLocks noChangeAspect="1"/>
                </p:cNvGrpSpPr>
                <p:nvPr/>
              </p:nvGrpSpPr>
              <p:grpSpPr bwMode="auto">
                <a:xfrm>
                  <a:off x="422" y="1632"/>
                  <a:ext cx="822" cy="291"/>
                  <a:chOff x="422" y="1632"/>
                  <a:chExt cx="822" cy="291"/>
                </a:xfrm>
              </p:grpSpPr>
              <p:sp>
                <p:nvSpPr>
                  <p:cNvPr id="50" name="Freeform 63">
                    <a:extLst>
                      <a:ext uri="{FF2B5EF4-FFF2-40B4-BE49-F238E27FC236}">
                        <a16:creationId xmlns:a16="http://schemas.microsoft.com/office/drawing/2014/main" id="{B7109261-9C9F-F1C8-BEE5-9E18EAD52D1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1" name="Freeform 64">
                    <a:extLst>
                      <a:ext uri="{FF2B5EF4-FFF2-40B4-BE49-F238E27FC236}">
                        <a16:creationId xmlns:a16="http://schemas.microsoft.com/office/drawing/2014/main" id="{DF07984C-6065-BDC5-F697-56DB089B466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2" name="Freeform 65">
                    <a:extLst>
                      <a:ext uri="{FF2B5EF4-FFF2-40B4-BE49-F238E27FC236}">
                        <a16:creationId xmlns:a16="http://schemas.microsoft.com/office/drawing/2014/main" id="{759D1AB2-789C-7CE3-27B1-6AE8B2C1739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3" name="Freeform 66">
                    <a:extLst>
                      <a:ext uri="{FF2B5EF4-FFF2-40B4-BE49-F238E27FC236}">
                        <a16:creationId xmlns:a16="http://schemas.microsoft.com/office/drawing/2014/main" id="{400C610D-46FF-23B9-0C27-5EBCB41DF37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4" name="Freeform 67">
                    <a:extLst>
                      <a:ext uri="{FF2B5EF4-FFF2-40B4-BE49-F238E27FC236}">
                        <a16:creationId xmlns:a16="http://schemas.microsoft.com/office/drawing/2014/main" id="{B16A48EC-EF7F-4BE0-F6E4-ECCA66E9CD7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5" name="Freeform 68">
                    <a:extLst>
                      <a:ext uri="{FF2B5EF4-FFF2-40B4-BE49-F238E27FC236}">
                        <a16:creationId xmlns:a16="http://schemas.microsoft.com/office/drawing/2014/main" id="{19F1100D-8148-89E6-52E6-125C40AD333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6" name="Freeform 69">
                    <a:extLst>
                      <a:ext uri="{FF2B5EF4-FFF2-40B4-BE49-F238E27FC236}">
                        <a16:creationId xmlns:a16="http://schemas.microsoft.com/office/drawing/2014/main" id="{3CFC53CC-782F-BEF7-6986-BA080261A08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 name="Freeform 70">
                    <a:extLst>
                      <a:ext uri="{FF2B5EF4-FFF2-40B4-BE49-F238E27FC236}">
                        <a16:creationId xmlns:a16="http://schemas.microsoft.com/office/drawing/2014/main" id="{05BCE7A7-0FFB-785E-9573-AF9EADE0A54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41" name="Group 71">
                  <a:extLst>
                    <a:ext uri="{FF2B5EF4-FFF2-40B4-BE49-F238E27FC236}">
                      <a16:creationId xmlns:a16="http://schemas.microsoft.com/office/drawing/2014/main" id="{EDC4A3D8-0EA2-297F-3400-A35F16D6A136}"/>
                    </a:ext>
                  </a:extLst>
                </p:cNvPr>
                <p:cNvGrpSpPr>
                  <a:grpSpLocks noChangeAspect="1"/>
                </p:cNvGrpSpPr>
                <p:nvPr/>
              </p:nvGrpSpPr>
              <p:grpSpPr bwMode="auto">
                <a:xfrm>
                  <a:off x="429" y="1639"/>
                  <a:ext cx="822" cy="291"/>
                  <a:chOff x="429" y="1639"/>
                  <a:chExt cx="822" cy="291"/>
                </a:xfrm>
              </p:grpSpPr>
              <p:sp>
                <p:nvSpPr>
                  <p:cNvPr id="42" name="Freeform 72">
                    <a:extLst>
                      <a:ext uri="{FF2B5EF4-FFF2-40B4-BE49-F238E27FC236}">
                        <a16:creationId xmlns:a16="http://schemas.microsoft.com/office/drawing/2014/main" id="{DFD37556-E148-827E-C941-733AECD2C1B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3" name="Freeform 73">
                    <a:extLst>
                      <a:ext uri="{FF2B5EF4-FFF2-40B4-BE49-F238E27FC236}">
                        <a16:creationId xmlns:a16="http://schemas.microsoft.com/office/drawing/2014/main" id="{7182A070-25A5-C387-18BE-F3B70348A3C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4" name="Freeform 74">
                    <a:extLst>
                      <a:ext uri="{FF2B5EF4-FFF2-40B4-BE49-F238E27FC236}">
                        <a16:creationId xmlns:a16="http://schemas.microsoft.com/office/drawing/2014/main" id="{F19F85A6-9AB0-A771-E0ED-A13F02E7C2F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5" name="Freeform 75">
                    <a:extLst>
                      <a:ext uri="{FF2B5EF4-FFF2-40B4-BE49-F238E27FC236}">
                        <a16:creationId xmlns:a16="http://schemas.microsoft.com/office/drawing/2014/main" id="{6DE448EC-8F63-1CF6-EEB6-91D37D3E513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6" name="Freeform 76">
                    <a:extLst>
                      <a:ext uri="{FF2B5EF4-FFF2-40B4-BE49-F238E27FC236}">
                        <a16:creationId xmlns:a16="http://schemas.microsoft.com/office/drawing/2014/main" id="{F70C254F-7D19-3124-4192-6B7E5196087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7" name="Freeform 77">
                    <a:extLst>
                      <a:ext uri="{FF2B5EF4-FFF2-40B4-BE49-F238E27FC236}">
                        <a16:creationId xmlns:a16="http://schemas.microsoft.com/office/drawing/2014/main" id="{95125788-59B8-5A47-66D5-979B1828E46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8" name="Freeform 78">
                    <a:extLst>
                      <a:ext uri="{FF2B5EF4-FFF2-40B4-BE49-F238E27FC236}">
                        <a16:creationId xmlns:a16="http://schemas.microsoft.com/office/drawing/2014/main" id="{7207942D-6365-5FED-025B-19F2C0F69E8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9" name="Freeform 79">
                    <a:extLst>
                      <a:ext uri="{FF2B5EF4-FFF2-40B4-BE49-F238E27FC236}">
                        <a16:creationId xmlns:a16="http://schemas.microsoft.com/office/drawing/2014/main" id="{90F873C8-E584-E0CD-3C49-5BA0FDDD050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37" name="WordArt 80">
              <a:extLst>
                <a:ext uri="{FF2B5EF4-FFF2-40B4-BE49-F238E27FC236}">
                  <a16:creationId xmlns:a16="http://schemas.microsoft.com/office/drawing/2014/main" id="{E214CEBC-AD80-D590-DDEA-5C0A99499D7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grpSp>
        <p:nvGrpSpPr>
          <p:cNvPr id="21628" name="Group 39">
            <a:extLst>
              <a:ext uri="{FF2B5EF4-FFF2-40B4-BE49-F238E27FC236}">
                <a16:creationId xmlns:a16="http://schemas.microsoft.com/office/drawing/2014/main" id="{A5F79A14-0939-6793-CFAD-84C8143A27BF}"/>
              </a:ext>
            </a:extLst>
          </p:cNvPr>
          <p:cNvGrpSpPr>
            <a:grpSpLocks/>
          </p:cNvGrpSpPr>
          <p:nvPr/>
        </p:nvGrpSpPr>
        <p:grpSpPr bwMode="auto">
          <a:xfrm>
            <a:off x="4211805" y="1722306"/>
            <a:ext cx="406400" cy="339725"/>
            <a:chOff x="144" y="3264"/>
            <a:chExt cx="288" cy="240"/>
          </a:xfrm>
        </p:grpSpPr>
        <p:sp>
          <p:nvSpPr>
            <p:cNvPr id="21629" name="Rectangle 40">
              <a:extLst>
                <a:ext uri="{FF2B5EF4-FFF2-40B4-BE49-F238E27FC236}">
                  <a16:creationId xmlns:a16="http://schemas.microsoft.com/office/drawing/2014/main" id="{0B194F1B-5378-E594-118E-61D268787D8D}"/>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630" name="Rectangle 41">
              <a:extLst>
                <a:ext uri="{FF2B5EF4-FFF2-40B4-BE49-F238E27FC236}">
                  <a16:creationId xmlns:a16="http://schemas.microsoft.com/office/drawing/2014/main" id="{446BDC6A-9308-064D-870D-4CBADFC3E6FF}"/>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21631" name="Group 207">
            <a:extLst>
              <a:ext uri="{FF2B5EF4-FFF2-40B4-BE49-F238E27FC236}">
                <a16:creationId xmlns:a16="http://schemas.microsoft.com/office/drawing/2014/main" id="{59F8BCD5-B3A8-0320-667F-214EC0D97FEC}"/>
              </a:ext>
            </a:extLst>
          </p:cNvPr>
          <p:cNvGrpSpPr>
            <a:grpSpLocks/>
          </p:cNvGrpSpPr>
          <p:nvPr/>
        </p:nvGrpSpPr>
        <p:grpSpPr bwMode="auto">
          <a:xfrm>
            <a:off x="3581462" y="2100458"/>
            <a:ext cx="406400" cy="339725"/>
            <a:chOff x="144" y="3264"/>
            <a:chExt cx="288" cy="240"/>
          </a:xfrm>
        </p:grpSpPr>
        <p:sp>
          <p:nvSpPr>
            <p:cNvPr id="21824" name="Rectangle 208">
              <a:extLst>
                <a:ext uri="{FF2B5EF4-FFF2-40B4-BE49-F238E27FC236}">
                  <a16:creationId xmlns:a16="http://schemas.microsoft.com/office/drawing/2014/main" id="{5BC1E6F7-39F9-C3B6-0838-E2BC9AD9EF47}"/>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841" name="Rectangle 209">
              <a:extLst>
                <a:ext uri="{FF2B5EF4-FFF2-40B4-BE49-F238E27FC236}">
                  <a16:creationId xmlns:a16="http://schemas.microsoft.com/office/drawing/2014/main" id="{A91C4CCC-7607-861B-9E9F-D80258F93AB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pic>
        <p:nvPicPr>
          <p:cNvPr id="21613" name="Picture 224" descr="MC900434713[1]">
            <a:extLst>
              <a:ext uri="{FF2B5EF4-FFF2-40B4-BE49-F238E27FC236}">
                <a16:creationId xmlns:a16="http://schemas.microsoft.com/office/drawing/2014/main" id="{775783CB-2DC1-FEE4-86B7-B010BDB46AA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82028" y="1362922"/>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15" name="Line 196">
            <a:extLst>
              <a:ext uri="{FF2B5EF4-FFF2-40B4-BE49-F238E27FC236}">
                <a16:creationId xmlns:a16="http://schemas.microsoft.com/office/drawing/2014/main" id="{682B85EE-A528-D462-8884-3CCF376E470B}"/>
              </a:ext>
            </a:extLst>
          </p:cNvPr>
          <p:cNvSpPr>
            <a:spLocks noChangeShapeType="1"/>
          </p:cNvSpPr>
          <p:nvPr/>
        </p:nvSpPr>
        <p:spPr bwMode="auto">
          <a:xfrm>
            <a:off x="4126966" y="3739217"/>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609" name="Group 202">
            <a:extLst>
              <a:ext uri="{FF2B5EF4-FFF2-40B4-BE49-F238E27FC236}">
                <a16:creationId xmlns:a16="http://schemas.microsoft.com/office/drawing/2014/main" id="{E3906D18-2F50-5A05-3E34-03B92F29A8B0}"/>
              </a:ext>
            </a:extLst>
          </p:cNvPr>
          <p:cNvGrpSpPr>
            <a:grpSpLocks/>
          </p:cNvGrpSpPr>
          <p:nvPr/>
        </p:nvGrpSpPr>
        <p:grpSpPr bwMode="auto">
          <a:xfrm>
            <a:off x="4195187" y="3505261"/>
            <a:ext cx="406400" cy="339725"/>
            <a:chOff x="144" y="3264"/>
            <a:chExt cx="288" cy="240"/>
          </a:xfrm>
        </p:grpSpPr>
        <p:sp>
          <p:nvSpPr>
            <p:cNvPr id="21610" name="Rectangle 203">
              <a:extLst>
                <a:ext uri="{FF2B5EF4-FFF2-40B4-BE49-F238E27FC236}">
                  <a16:creationId xmlns:a16="http://schemas.microsoft.com/office/drawing/2014/main" id="{49460E3C-CF58-5E02-34F5-FAA0A913B91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614" name="Rectangle 204">
              <a:extLst>
                <a:ext uri="{FF2B5EF4-FFF2-40B4-BE49-F238E27FC236}">
                  <a16:creationId xmlns:a16="http://schemas.microsoft.com/office/drawing/2014/main" id="{05CC1E41-560C-D21E-5835-FD37624149D5}"/>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21870" name="Oval 53">
            <a:extLst>
              <a:ext uri="{FF2B5EF4-FFF2-40B4-BE49-F238E27FC236}">
                <a16:creationId xmlns:a16="http://schemas.microsoft.com/office/drawing/2014/main" id="{7005A62F-AD5D-EE8B-2A0A-5C87440AF9E4}"/>
              </a:ext>
            </a:extLst>
          </p:cNvPr>
          <p:cNvSpPr>
            <a:spLocks noChangeArrowheads="1"/>
          </p:cNvSpPr>
          <p:nvPr/>
        </p:nvSpPr>
        <p:spPr bwMode="auto">
          <a:xfrm flipH="1">
            <a:off x="5707907" y="3567987"/>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C</a:t>
            </a:r>
          </a:p>
        </p:txBody>
      </p:sp>
      <p:sp>
        <p:nvSpPr>
          <p:cNvPr id="21616" name="Line 195">
            <a:extLst>
              <a:ext uri="{FF2B5EF4-FFF2-40B4-BE49-F238E27FC236}">
                <a16:creationId xmlns:a16="http://schemas.microsoft.com/office/drawing/2014/main" id="{47E82F42-329D-01ED-9E9E-FE42EE8CF482}"/>
              </a:ext>
            </a:extLst>
          </p:cNvPr>
          <p:cNvSpPr>
            <a:spLocks noChangeShapeType="1"/>
          </p:cNvSpPr>
          <p:nvPr/>
        </p:nvSpPr>
        <p:spPr bwMode="auto">
          <a:xfrm flipH="1">
            <a:off x="3799797" y="2733180"/>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825" name="Group 288">
            <a:extLst>
              <a:ext uri="{FF2B5EF4-FFF2-40B4-BE49-F238E27FC236}">
                <a16:creationId xmlns:a16="http://schemas.microsoft.com/office/drawing/2014/main" id="{1885F794-704B-ADA9-3C00-445B18093E05}"/>
              </a:ext>
            </a:extLst>
          </p:cNvPr>
          <p:cNvGrpSpPr>
            <a:grpSpLocks/>
          </p:cNvGrpSpPr>
          <p:nvPr/>
        </p:nvGrpSpPr>
        <p:grpSpPr bwMode="auto">
          <a:xfrm>
            <a:off x="3421567" y="3411043"/>
            <a:ext cx="765991" cy="537685"/>
            <a:chOff x="195" y="394"/>
            <a:chExt cx="570" cy="360"/>
          </a:xfrm>
        </p:grpSpPr>
        <p:sp>
          <p:nvSpPr>
            <p:cNvPr id="21826" name="Arc 289">
              <a:extLst>
                <a:ext uri="{FF2B5EF4-FFF2-40B4-BE49-F238E27FC236}">
                  <a16:creationId xmlns:a16="http://schemas.microsoft.com/office/drawing/2014/main" id="{180C36B6-903A-296E-2A19-87D0DD45D459}"/>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8" name="Arc 290">
              <a:extLst>
                <a:ext uri="{FF2B5EF4-FFF2-40B4-BE49-F238E27FC236}">
                  <a16:creationId xmlns:a16="http://schemas.microsoft.com/office/drawing/2014/main" id="{B52DA408-221A-AB90-7217-ECCB437A4088}"/>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9" name="Line 291">
              <a:extLst>
                <a:ext uri="{FF2B5EF4-FFF2-40B4-BE49-F238E27FC236}">
                  <a16:creationId xmlns:a16="http://schemas.microsoft.com/office/drawing/2014/main" id="{605EFE9E-33EC-6CC5-A90C-7213B1EF9389}"/>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40" name="Line 292">
              <a:extLst>
                <a:ext uri="{FF2B5EF4-FFF2-40B4-BE49-F238E27FC236}">
                  <a16:creationId xmlns:a16="http://schemas.microsoft.com/office/drawing/2014/main" id="{78BBE94D-6ACD-E60C-80AF-45E9F3A954BB}"/>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21557" name="Group 145">
            <a:extLst>
              <a:ext uri="{FF2B5EF4-FFF2-40B4-BE49-F238E27FC236}">
                <a16:creationId xmlns:a16="http://schemas.microsoft.com/office/drawing/2014/main" id="{BF919D3C-20E0-6995-049F-1A90879A55E7}"/>
              </a:ext>
            </a:extLst>
          </p:cNvPr>
          <p:cNvGrpSpPr>
            <a:grpSpLocks noChangeAspect="1"/>
          </p:cNvGrpSpPr>
          <p:nvPr/>
        </p:nvGrpSpPr>
        <p:grpSpPr bwMode="auto">
          <a:xfrm>
            <a:off x="3427884" y="3438634"/>
            <a:ext cx="723900" cy="460375"/>
            <a:chOff x="3312" y="2160"/>
            <a:chExt cx="960" cy="528"/>
          </a:xfrm>
        </p:grpSpPr>
        <p:grpSp>
          <p:nvGrpSpPr>
            <p:cNvPr id="21558" name="Group 146">
              <a:extLst>
                <a:ext uri="{FF2B5EF4-FFF2-40B4-BE49-F238E27FC236}">
                  <a16:creationId xmlns:a16="http://schemas.microsoft.com/office/drawing/2014/main" id="{C9CE70C1-F449-AE93-732C-5E6C179E02BB}"/>
                </a:ext>
              </a:extLst>
            </p:cNvPr>
            <p:cNvGrpSpPr>
              <a:grpSpLocks noChangeAspect="1"/>
            </p:cNvGrpSpPr>
            <p:nvPr/>
          </p:nvGrpSpPr>
          <p:grpSpPr bwMode="auto">
            <a:xfrm>
              <a:off x="3312" y="2160"/>
              <a:ext cx="960" cy="528"/>
              <a:chOff x="3312" y="2160"/>
              <a:chExt cx="960" cy="528"/>
            </a:xfrm>
          </p:grpSpPr>
          <p:sp>
            <p:nvSpPr>
              <p:cNvPr id="21560" name="AutoShape 147">
                <a:extLst>
                  <a:ext uri="{FF2B5EF4-FFF2-40B4-BE49-F238E27FC236}">
                    <a16:creationId xmlns:a16="http://schemas.microsoft.com/office/drawing/2014/main" id="{BBD55983-EA7E-7368-0DAF-64BB8810A75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61" name="Group 148">
                <a:extLst>
                  <a:ext uri="{FF2B5EF4-FFF2-40B4-BE49-F238E27FC236}">
                    <a16:creationId xmlns:a16="http://schemas.microsoft.com/office/drawing/2014/main" id="{C3039768-403B-52CD-6F45-2125E7C73EA0}"/>
                  </a:ext>
                </a:extLst>
              </p:cNvPr>
              <p:cNvGrpSpPr>
                <a:grpSpLocks noChangeAspect="1"/>
              </p:cNvGrpSpPr>
              <p:nvPr/>
            </p:nvGrpSpPr>
            <p:grpSpPr bwMode="auto">
              <a:xfrm>
                <a:off x="3488" y="2193"/>
                <a:ext cx="599" cy="207"/>
                <a:chOff x="422" y="1632"/>
                <a:chExt cx="829" cy="298"/>
              </a:xfrm>
            </p:grpSpPr>
            <p:grpSp>
              <p:nvGrpSpPr>
                <p:cNvPr id="21562" name="Group 149">
                  <a:extLst>
                    <a:ext uri="{FF2B5EF4-FFF2-40B4-BE49-F238E27FC236}">
                      <a16:creationId xmlns:a16="http://schemas.microsoft.com/office/drawing/2014/main" id="{E886641B-0F23-6D2E-2093-6D498208F740}"/>
                    </a:ext>
                  </a:extLst>
                </p:cNvPr>
                <p:cNvGrpSpPr>
                  <a:grpSpLocks noChangeAspect="1"/>
                </p:cNvGrpSpPr>
                <p:nvPr/>
              </p:nvGrpSpPr>
              <p:grpSpPr bwMode="auto">
                <a:xfrm>
                  <a:off x="422" y="1632"/>
                  <a:ext cx="822" cy="291"/>
                  <a:chOff x="422" y="1632"/>
                  <a:chExt cx="822" cy="291"/>
                </a:xfrm>
              </p:grpSpPr>
              <p:sp>
                <p:nvSpPr>
                  <p:cNvPr id="21572" name="Freeform 150">
                    <a:extLst>
                      <a:ext uri="{FF2B5EF4-FFF2-40B4-BE49-F238E27FC236}">
                        <a16:creationId xmlns:a16="http://schemas.microsoft.com/office/drawing/2014/main" id="{0AB50D13-FC19-907E-059E-A9AF76781C3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3" name="Freeform 151">
                    <a:extLst>
                      <a:ext uri="{FF2B5EF4-FFF2-40B4-BE49-F238E27FC236}">
                        <a16:creationId xmlns:a16="http://schemas.microsoft.com/office/drawing/2014/main" id="{8BBE3B2D-C7C6-96B1-A23E-0E6257BBE8F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4" name="Freeform 152">
                    <a:extLst>
                      <a:ext uri="{FF2B5EF4-FFF2-40B4-BE49-F238E27FC236}">
                        <a16:creationId xmlns:a16="http://schemas.microsoft.com/office/drawing/2014/main" id="{CD1A2776-2147-7B15-D135-616342C7A9CF}"/>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5" name="Freeform 153">
                    <a:extLst>
                      <a:ext uri="{FF2B5EF4-FFF2-40B4-BE49-F238E27FC236}">
                        <a16:creationId xmlns:a16="http://schemas.microsoft.com/office/drawing/2014/main" id="{7291508E-A91D-C72F-42B3-A6A6B653F06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6" name="Freeform 154">
                    <a:extLst>
                      <a:ext uri="{FF2B5EF4-FFF2-40B4-BE49-F238E27FC236}">
                        <a16:creationId xmlns:a16="http://schemas.microsoft.com/office/drawing/2014/main" id="{D545102C-A991-708F-C3B6-FDF24F887C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7" name="Freeform 155">
                    <a:extLst>
                      <a:ext uri="{FF2B5EF4-FFF2-40B4-BE49-F238E27FC236}">
                        <a16:creationId xmlns:a16="http://schemas.microsoft.com/office/drawing/2014/main" id="{A8A0332E-9857-0F7E-7C73-8F7561E0A76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8" name="Freeform 156">
                    <a:extLst>
                      <a:ext uri="{FF2B5EF4-FFF2-40B4-BE49-F238E27FC236}">
                        <a16:creationId xmlns:a16="http://schemas.microsoft.com/office/drawing/2014/main" id="{E29F5E5B-A6B7-40AB-AAE2-FDE57C7119D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9" name="Freeform 157">
                    <a:extLst>
                      <a:ext uri="{FF2B5EF4-FFF2-40B4-BE49-F238E27FC236}">
                        <a16:creationId xmlns:a16="http://schemas.microsoft.com/office/drawing/2014/main" id="{7F143E06-8770-68E2-C462-5E4FABF03F8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63" name="Group 158">
                  <a:extLst>
                    <a:ext uri="{FF2B5EF4-FFF2-40B4-BE49-F238E27FC236}">
                      <a16:creationId xmlns:a16="http://schemas.microsoft.com/office/drawing/2014/main" id="{EE15192C-52AC-F658-7322-8BA6CA520B5C}"/>
                    </a:ext>
                  </a:extLst>
                </p:cNvPr>
                <p:cNvGrpSpPr>
                  <a:grpSpLocks noChangeAspect="1"/>
                </p:cNvGrpSpPr>
                <p:nvPr/>
              </p:nvGrpSpPr>
              <p:grpSpPr bwMode="auto">
                <a:xfrm>
                  <a:off x="429" y="1639"/>
                  <a:ext cx="822" cy="291"/>
                  <a:chOff x="429" y="1639"/>
                  <a:chExt cx="822" cy="291"/>
                </a:xfrm>
              </p:grpSpPr>
              <p:sp>
                <p:nvSpPr>
                  <p:cNvPr id="21564" name="Freeform 159">
                    <a:extLst>
                      <a:ext uri="{FF2B5EF4-FFF2-40B4-BE49-F238E27FC236}">
                        <a16:creationId xmlns:a16="http://schemas.microsoft.com/office/drawing/2014/main" id="{583941F9-7A99-49A8-3C83-BB40C94CB2BB}"/>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5" name="Freeform 160">
                    <a:extLst>
                      <a:ext uri="{FF2B5EF4-FFF2-40B4-BE49-F238E27FC236}">
                        <a16:creationId xmlns:a16="http://schemas.microsoft.com/office/drawing/2014/main" id="{AD496653-94F8-3D91-C9F0-EFAB0FB8A37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6" name="Freeform 161">
                    <a:extLst>
                      <a:ext uri="{FF2B5EF4-FFF2-40B4-BE49-F238E27FC236}">
                        <a16:creationId xmlns:a16="http://schemas.microsoft.com/office/drawing/2014/main" id="{ADCFC04F-5A3A-844B-160D-D18AB530B11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7" name="Freeform 162">
                    <a:extLst>
                      <a:ext uri="{FF2B5EF4-FFF2-40B4-BE49-F238E27FC236}">
                        <a16:creationId xmlns:a16="http://schemas.microsoft.com/office/drawing/2014/main" id="{B96C67A1-C28F-3D18-39A8-02E5608BE231}"/>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8" name="Freeform 163">
                    <a:extLst>
                      <a:ext uri="{FF2B5EF4-FFF2-40B4-BE49-F238E27FC236}">
                        <a16:creationId xmlns:a16="http://schemas.microsoft.com/office/drawing/2014/main" id="{57786466-5584-82CE-1D4A-B091E7A6E01E}"/>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9" name="Freeform 164">
                    <a:extLst>
                      <a:ext uri="{FF2B5EF4-FFF2-40B4-BE49-F238E27FC236}">
                        <a16:creationId xmlns:a16="http://schemas.microsoft.com/office/drawing/2014/main" id="{5D85E2B6-2ABB-1FE7-316E-18CE7F03453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0" name="Freeform 165">
                    <a:extLst>
                      <a:ext uri="{FF2B5EF4-FFF2-40B4-BE49-F238E27FC236}">
                        <a16:creationId xmlns:a16="http://schemas.microsoft.com/office/drawing/2014/main" id="{1D492DA3-5C0F-01A9-DDDB-4D08C73020C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1" name="Freeform 166">
                    <a:extLst>
                      <a:ext uri="{FF2B5EF4-FFF2-40B4-BE49-F238E27FC236}">
                        <a16:creationId xmlns:a16="http://schemas.microsoft.com/office/drawing/2014/main" id="{46FEB88A-78F1-A80C-0696-7D0A202FC76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59" name="WordArt 167">
              <a:extLst>
                <a:ext uri="{FF2B5EF4-FFF2-40B4-BE49-F238E27FC236}">
                  <a16:creationId xmlns:a16="http://schemas.microsoft.com/office/drawing/2014/main" id="{76DD55C0-FCFC-7D17-6781-C8A8930DDDCF}"/>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grpSp>
        <p:nvGrpSpPr>
          <p:cNvPr id="21606" name="Group 199">
            <a:extLst>
              <a:ext uri="{FF2B5EF4-FFF2-40B4-BE49-F238E27FC236}">
                <a16:creationId xmlns:a16="http://schemas.microsoft.com/office/drawing/2014/main" id="{D28881FE-4EE9-F730-33E6-3D242B62C198}"/>
              </a:ext>
            </a:extLst>
          </p:cNvPr>
          <p:cNvGrpSpPr>
            <a:grpSpLocks/>
          </p:cNvGrpSpPr>
          <p:nvPr/>
        </p:nvGrpSpPr>
        <p:grpSpPr bwMode="auto">
          <a:xfrm>
            <a:off x="3591141" y="3035502"/>
            <a:ext cx="406400" cy="339725"/>
            <a:chOff x="144" y="3264"/>
            <a:chExt cx="288" cy="240"/>
          </a:xfrm>
        </p:grpSpPr>
        <p:sp>
          <p:nvSpPr>
            <p:cNvPr id="21607" name="Rectangle 200">
              <a:extLst>
                <a:ext uri="{FF2B5EF4-FFF2-40B4-BE49-F238E27FC236}">
                  <a16:creationId xmlns:a16="http://schemas.microsoft.com/office/drawing/2014/main" id="{DC44C780-AB79-644F-B334-1FAE737E442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608" name="Rectangle 201">
              <a:extLst>
                <a:ext uri="{FF2B5EF4-FFF2-40B4-BE49-F238E27FC236}">
                  <a16:creationId xmlns:a16="http://schemas.microsoft.com/office/drawing/2014/main" id="{EE3A946D-7579-21AD-50B5-B36E26D3E6B4}"/>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sp>
        <p:nvSpPr>
          <p:cNvPr id="21868" name="Oval 51">
            <a:extLst>
              <a:ext uri="{FF2B5EF4-FFF2-40B4-BE49-F238E27FC236}">
                <a16:creationId xmlns:a16="http://schemas.microsoft.com/office/drawing/2014/main" id="{D82483F4-E4A6-720E-4DEA-40AE4183B17E}"/>
              </a:ext>
            </a:extLst>
          </p:cNvPr>
          <p:cNvSpPr>
            <a:spLocks noChangeArrowheads="1"/>
          </p:cNvSpPr>
          <p:nvPr/>
        </p:nvSpPr>
        <p:spPr bwMode="auto">
          <a:xfrm flipH="1">
            <a:off x="3641819" y="263727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D</a:t>
            </a:r>
          </a:p>
        </p:txBody>
      </p:sp>
      <p:pic>
        <p:nvPicPr>
          <p:cNvPr id="21601" name="Picture 45" descr="MC900434713[1]">
            <a:extLst>
              <a:ext uri="{FF2B5EF4-FFF2-40B4-BE49-F238E27FC236}">
                <a16:creationId xmlns:a16="http://schemas.microsoft.com/office/drawing/2014/main" id="{144676CA-BFA2-7F9C-A472-D3A2AB3435A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11169" y="2731099"/>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02" name="Picture 45" descr="MC900434713[1]">
            <a:extLst>
              <a:ext uri="{FF2B5EF4-FFF2-40B4-BE49-F238E27FC236}">
                <a16:creationId xmlns:a16="http://schemas.microsoft.com/office/drawing/2014/main" id="{D608AE80-E4AB-4CF7-689E-BE839F48117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08501" y="3174647"/>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259352537"/>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9" name="Rectangle 162">
            <a:extLst>
              <a:ext uri="{FF2B5EF4-FFF2-40B4-BE49-F238E27FC236}">
                <a16:creationId xmlns:a16="http://schemas.microsoft.com/office/drawing/2014/main" id="{8584387D-BCD0-10AC-7D8D-EC2987806EDE}"/>
              </a:ext>
            </a:extLst>
          </p:cNvPr>
          <p:cNvSpPr>
            <a:spLocks noGrp="1" noChangeArrowheads="1"/>
          </p:cNvSpPr>
          <p:nvPr>
            <p:ph type="title"/>
          </p:nvPr>
        </p:nvSpPr>
        <p:spPr/>
        <p:txBody>
          <a:bodyPr/>
          <a:lstStyle/>
          <a:p>
            <a:pPr eaLnBrk="1" hangingPunct="1"/>
            <a:r>
              <a:rPr lang="it-IT" altLang="it-IT" sz="4000" dirty="0" err="1"/>
              <a:t>ospf’s</a:t>
            </a:r>
            <a:r>
              <a:rPr lang="it-IT" altLang="it-IT" sz="4000" dirty="0"/>
              <a:t> </a:t>
            </a:r>
            <a:r>
              <a:rPr lang="it-IT" altLang="it-IT" sz="4000" dirty="0" err="1"/>
              <a:t>view</a:t>
            </a:r>
            <a:r>
              <a:rPr lang="it-IT" altLang="it-IT" sz="4000" dirty="0"/>
              <a:t> of the network</a:t>
            </a:r>
          </a:p>
        </p:txBody>
      </p:sp>
      <p:sp>
        <p:nvSpPr>
          <p:cNvPr id="2" name="Rectangle 4">
            <a:extLst>
              <a:ext uri="{FF2B5EF4-FFF2-40B4-BE49-F238E27FC236}">
                <a16:creationId xmlns:a16="http://schemas.microsoft.com/office/drawing/2014/main" id="{6CE004DA-5A77-5B87-6A43-BCDFAA7F1A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A2AFE0F-CDE3-53AA-46B9-074CE3A31213}"/>
              </a:ext>
            </a:extLst>
          </p:cNvPr>
          <p:cNvSpPr>
            <a:spLocks noGrp="1" noChangeArrowheads="1"/>
          </p:cNvSpPr>
          <p:nvPr>
            <p:ph type="ftr" sz="quarter" idx="11"/>
          </p:nvPr>
        </p:nvSpPr>
        <p:spPr>
          <a:ln/>
        </p:spPr>
        <p:txBody>
          <a:bodyPr/>
          <a:lstStyle/>
          <a:p>
            <a:r>
              <a:rPr lang="it-IT" altLang="en-IT"/>
              <a:t>kathara – [ labs: ospf_frr ]</a:t>
            </a:r>
          </a:p>
        </p:txBody>
      </p:sp>
      <p:grpSp>
        <p:nvGrpSpPr>
          <p:cNvPr id="21508" name="Group 2">
            <a:extLst>
              <a:ext uri="{FF2B5EF4-FFF2-40B4-BE49-F238E27FC236}">
                <a16:creationId xmlns:a16="http://schemas.microsoft.com/office/drawing/2014/main" id="{2DA97725-4953-C550-1AE7-B08BFB277F90}"/>
              </a:ext>
            </a:extLst>
          </p:cNvPr>
          <p:cNvGrpSpPr>
            <a:grpSpLocks/>
          </p:cNvGrpSpPr>
          <p:nvPr/>
        </p:nvGrpSpPr>
        <p:grpSpPr bwMode="auto">
          <a:xfrm>
            <a:off x="2184722" y="1013216"/>
            <a:ext cx="7655970" cy="3628007"/>
            <a:chOff x="-177" y="1030"/>
            <a:chExt cx="5760" cy="2840"/>
          </a:xfrm>
        </p:grpSpPr>
        <p:grpSp>
          <p:nvGrpSpPr>
            <p:cNvPr id="21537" name="Group 3">
              <a:extLst>
                <a:ext uri="{FF2B5EF4-FFF2-40B4-BE49-F238E27FC236}">
                  <a16:creationId xmlns:a16="http://schemas.microsoft.com/office/drawing/2014/main" id="{E2681DC0-9B50-77BB-239C-DF7BA73E9B3B}"/>
                </a:ext>
              </a:extLst>
            </p:cNvPr>
            <p:cNvGrpSpPr>
              <a:grpSpLocks/>
            </p:cNvGrpSpPr>
            <p:nvPr/>
          </p:nvGrpSpPr>
          <p:grpSpPr bwMode="auto">
            <a:xfrm>
              <a:off x="-177" y="1221"/>
              <a:ext cx="5760" cy="2649"/>
              <a:chOff x="-177" y="1221"/>
              <a:chExt cx="5760" cy="2649"/>
            </a:xfrm>
          </p:grpSpPr>
          <p:sp>
            <p:nvSpPr>
              <p:cNvPr id="21539" name="Oval 4">
                <a:extLst>
                  <a:ext uri="{FF2B5EF4-FFF2-40B4-BE49-F238E27FC236}">
                    <a16:creationId xmlns:a16="http://schemas.microsoft.com/office/drawing/2014/main" id="{B69635C6-E67E-A5FF-F83A-EDD0A07E21AD}"/>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0" name="Oval 5">
                <a:extLst>
                  <a:ext uri="{FF2B5EF4-FFF2-40B4-BE49-F238E27FC236}">
                    <a16:creationId xmlns:a16="http://schemas.microsoft.com/office/drawing/2014/main" id="{CD6F14E2-E370-605B-5409-012738BB8ECB}"/>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1" name="Oval 6">
                <a:extLst>
                  <a:ext uri="{FF2B5EF4-FFF2-40B4-BE49-F238E27FC236}">
                    <a16:creationId xmlns:a16="http://schemas.microsoft.com/office/drawing/2014/main" id="{B0991C3C-4720-AA4F-C655-54ADA1D57C12}"/>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2" name="Oval 7">
                <a:extLst>
                  <a:ext uri="{FF2B5EF4-FFF2-40B4-BE49-F238E27FC236}">
                    <a16:creationId xmlns:a16="http://schemas.microsoft.com/office/drawing/2014/main" id="{45C8B705-A185-D395-872F-2FEC97CFF287}"/>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3" name="Oval 8">
                <a:extLst>
                  <a:ext uri="{FF2B5EF4-FFF2-40B4-BE49-F238E27FC236}">
                    <a16:creationId xmlns:a16="http://schemas.microsoft.com/office/drawing/2014/main" id="{F725B197-4602-ACB5-B8B8-56129D2CDD21}"/>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4" name="Oval 9">
                <a:extLst>
                  <a:ext uri="{FF2B5EF4-FFF2-40B4-BE49-F238E27FC236}">
                    <a16:creationId xmlns:a16="http://schemas.microsoft.com/office/drawing/2014/main" id="{ACBEF2A0-3712-BAD5-FD1A-C29D5EC8AB13}"/>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5" name="Oval 10">
                <a:extLst>
                  <a:ext uri="{FF2B5EF4-FFF2-40B4-BE49-F238E27FC236}">
                    <a16:creationId xmlns:a16="http://schemas.microsoft.com/office/drawing/2014/main" id="{E674A691-74D1-1DC0-A014-ADBC3155DCA2}"/>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6" name="Oval 11">
                <a:extLst>
                  <a:ext uri="{FF2B5EF4-FFF2-40B4-BE49-F238E27FC236}">
                    <a16:creationId xmlns:a16="http://schemas.microsoft.com/office/drawing/2014/main" id="{B83FF4C2-6943-FEFF-00E0-6E588EDA7C0A}"/>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7" name="Oval 12">
                <a:extLst>
                  <a:ext uri="{FF2B5EF4-FFF2-40B4-BE49-F238E27FC236}">
                    <a16:creationId xmlns:a16="http://schemas.microsoft.com/office/drawing/2014/main" id="{EF32C6C9-82D0-B1E8-DA27-1F3B19138F71}"/>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dirty="0">
                  <a:latin typeface="Arial" panose="020B0604020202020204" pitchFamily="34" charset="0"/>
                </a:endParaRPr>
              </a:p>
            </p:txBody>
          </p:sp>
        </p:grpSp>
        <p:sp>
          <p:nvSpPr>
            <p:cNvPr id="21538" name="Oval 13">
              <a:extLst>
                <a:ext uri="{FF2B5EF4-FFF2-40B4-BE49-F238E27FC236}">
                  <a16:creationId xmlns:a16="http://schemas.microsoft.com/office/drawing/2014/main" id="{6EC22C66-8731-D095-AF4D-2BED9A96CFED}"/>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grpSp>
        <p:nvGrpSpPr>
          <p:cNvPr id="4" name="Group 3">
            <a:extLst>
              <a:ext uri="{FF2B5EF4-FFF2-40B4-BE49-F238E27FC236}">
                <a16:creationId xmlns:a16="http://schemas.microsoft.com/office/drawing/2014/main" id="{2D42DAB1-303A-3E40-3524-C11468DCB958}"/>
              </a:ext>
            </a:extLst>
          </p:cNvPr>
          <p:cNvGrpSpPr/>
          <p:nvPr/>
        </p:nvGrpSpPr>
        <p:grpSpPr>
          <a:xfrm>
            <a:off x="2780918" y="4408603"/>
            <a:ext cx="6802068" cy="2334786"/>
            <a:chOff x="4778215" y="2378844"/>
            <a:chExt cx="6802068" cy="1961626"/>
          </a:xfrm>
        </p:grpSpPr>
        <p:sp>
          <p:nvSpPr>
            <p:cNvPr id="5" name="Rectangle 4">
              <a:extLst>
                <a:ext uri="{FF2B5EF4-FFF2-40B4-BE49-F238E27FC236}">
                  <a16:creationId xmlns:a16="http://schemas.microsoft.com/office/drawing/2014/main" id="{70361730-5F00-C0BB-08BD-044CC667EEAE}"/>
                </a:ext>
              </a:extLst>
            </p:cNvPr>
            <p:cNvSpPr/>
            <p:nvPr/>
          </p:nvSpPr>
          <p:spPr>
            <a:xfrm>
              <a:off x="4778215" y="2632077"/>
              <a:ext cx="6802068" cy="1708393"/>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en-US" altLang="it-IT" sz="1400" dirty="0">
                  <a:solidFill>
                    <a:schemeClr val="bg1"/>
                  </a:solidFill>
                  <a:latin typeface="Lucida Console" panose="020B0609040504020204" pitchFamily="49" charset="0"/>
                </a:rPr>
                <a:t>bb0# show </a:t>
              </a:r>
              <a:r>
                <a:rPr lang="en-US" altLang="it-IT" sz="1400" dirty="0" err="1">
                  <a:solidFill>
                    <a:schemeClr val="bg1"/>
                  </a:solidFill>
                  <a:latin typeface="Lucida Console" panose="020B0609040504020204" pitchFamily="49" charset="0"/>
                </a:rPr>
                <a:t>ip</a:t>
              </a:r>
              <a:r>
                <a:rPr lang="en-US" altLang="it-IT" sz="1400" dirty="0">
                  <a:solidFill>
                    <a:schemeClr val="bg1"/>
                  </a:solidFill>
                  <a:latin typeface="Lucida Console" panose="020B0609040504020204" pitchFamily="49" charset="0"/>
                </a:rPr>
                <a:t> </a:t>
              </a:r>
              <a:r>
                <a:rPr lang="en-US" altLang="it-IT" sz="1400" dirty="0" err="1">
                  <a:solidFill>
                    <a:schemeClr val="bg1"/>
                  </a:solidFill>
                  <a:latin typeface="Lucida Console" panose="020B0609040504020204" pitchFamily="49" charset="0"/>
                </a:rPr>
                <a:t>ospf</a:t>
              </a:r>
              <a:r>
                <a:rPr lang="en-US" altLang="it-IT" sz="1400" dirty="0">
                  <a:solidFill>
                    <a:schemeClr val="bg1"/>
                  </a:solidFill>
                  <a:latin typeface="Lucida Console" panose="020B0609040504020204" pitchFamily="49" charset="0"/>
                </a:rPr>
                <a:t> database network </a:t>
              </a:r>
              <a:endParaRPr lang="it-IT" altLang="it-IT" sz="1400" dirty="0">
                <a:solidFill>
                  <a:schemeClr val="bg1"/>
                </a:solidFill>
                <a:latin typeface="Lucida Console" panose="020B0609040504020204" pitchFamily="49" charset="0"/>
              </a:endParaRPr>
            </a:p>
          </p:txBody>
        </p:sp>
        <p:sp>
          <p:nvSpPr>
            <p:cNvPr id="6" name="Rectangle 5">
              <a:extLst>
                <a:ext uri="{FF2B5EF4-FFF2-40B4-BE49-F238E27FC236}">
                  <a16:creationId xmlns:a16="http://schemas.microsoft.com/office/drawing/2014/main" id="{E8931EE6-7A3E-795A-0473-EC7653C2A51A}"/>
                </a:ext>
              </a:extLst>
            </p:cNvPr>
            <p:cNvSpPr/>
            <p:nvPr/>
          </p:nvSpPr>
          <p:spPr>
            <a:xfrm>
              <a:off x="4778215" y="2378844"/>
              <a:ext cx="6802064"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7" name="Group 6">
              <a:extLst>
                <a:ext uri="{FF2B5EF4-FFF2-40B4-BE49-F238E27FC236}">
                  <a16:creationId xmlns:a16="http://schemas.microsoft.com/office/drawing/2014/main" id="{2CE8E8BB-74C2-AC0C-E3A5-C38E3B3F0654}"/>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E844A620-6750-B0F9-F8AC-10A7C8E1AC64}"/>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B770B94-AC31-A4C4-6A0F-3E88FAEF025C}"/>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E583634-35BC-41C5-2601-F81456C681CE}"/>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 name="Group 22">
            <a:extLst>
              <a:ext uri="{FF2B5EF4-FFF2-40B4-BE49-F238E27FC236}">
                <a16:creationId xmlns:a16="http://schemas.microsoft.com/office/drawing/2014/main" id="{C2608583-12AC-E963-6C53-601A92694D6E}"/>
              </a:ext>
            </a:extLst>
          </p:cNvPr>
          <p:cNvGrpSpPr>
            <a:grpSpLocks noChangeAspect="1"/>
          </p:cNvGrpSpPr>
          <p:nvPr/>
        </p:nvGrpSpPr>
        <p:grpSpPr bwMode="auto">
          <a:xfrm>
            <a:off x="5453228" y="2573027"/>
            <a:ext cx="723900" cy="460375"/>
            <a:chOff x="3312" y="2160"/>
            <a:chExt cx="960" cy="528"/>
          </a:xfrm>
        </p:grpSpPr>
        <p:grpSp>
          <p:nvGrpSpPr>
            <p:cNvPr id="12" name="Group 23">
              <a:extLst>
                <a:ext uri="{FF2B5EF4-FFF2-40B4-BE49-F238E27FC236}">
                  <a16:creationId xmlns:a16="http://schemas.microsoft.com/office/drawing/2014/main" id="{05DE7858-3636-F599-D79A-DE08964C598A}"/>
                </a:ext>
              </a:extLst>
            </p:cNvPr>
            <p:cNvGrpSpPr>
              <a:grpSpLocks noChangeAspect="1"/>
            </p:cNvGrpSpPr>
            <p:nvPr/>
          </p:nvGrpSpPr>
          <p:grpSpPr bwMode="auto">
            <a:xfrm>
              <a:off x="3312" y="2160"/>
              <a:ext cx="960" cy="528"/>
              <a:chOff x="3312" y="2160"/>
              <a:chExt cx="960" cy="528"/>
            </a:xfrm>
          </p:grpSpPr>
          <p:sp>
            <p:nvSpPr>
              <p:cNvPr id="14" name="AutoShape 24">
                <a:extLst>
                  <a:ext uri="{FF2B5EF4-FFF2-40B4-BE49-F238E27FC236}">
                    <a16:creationId xmlns:a16="http://schemas.microsoft.com/office/drawing/2014/main" id="{D82093E1-53BC-B07A-7C9A-18F8419FEF16}"/>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5" name="Group 25">
                <a:extLst>
                  <a:ext uri="{FF2B5EF4-FFF2-40B4-BE49-F238E27FC236}">
                    <a16:creationId xmlns:a16="http://schemas.microsoft.com/office/drawing/2014/main" id="{C4A8BA6A-BE62-18B2-5E0E-66517D17B67C}"/>
                  </a:ext>
                </a:extLst>
              </p:cNvPr>
              <p:cNvGrpSpPr>
                <a:grpSpLocks noChangeAspect="1"/>
              </p:cNvGrpSpPr>
              <p:nvPr/>
            </p:nvGrpSpPr>
            <p:grpSpPr bwMode="auto">
              <a:xfrm>
                <a:off x="3488" y="2193"/>
                <a:ext cx="599" cy="207"/>
                <a:chOff x="422" y="1632"/>
                <a:chExt cx="829" cy="298"/>
              </a:xfrm>
            </p:grpSpPr>
            <p:grpSp>
              <p:nvGrpSpPr>
                <p:cNvPr id="16" name="Group 26">
                  <a:extLst>
                    <a:ext uri="{FF2B5EF4-FFF2-40B4-BE49-F238E27FC236}">
                      <a16:creationId xmlns:a16="http://schemas.microsoft.com/office/drawing/2014/main" id="{631C4994-E14D-4C79-8905-6CDE1C06FFC4}"/>
                    </a:ext>
                  </a:extLst>
                </p:cNvPr>
                <p:cNvGrpSpPr>
                  <a:grpSpLocks noChangeAspect="1"/>
                </p:cNvGrpSpPr>
                <p:nvPr/>
              </p:nvGrpSpPr>
              <p:grpSpPr bwMode="auto">
                <a:xfrm>
                  <a:off x="422" y="1632"/>
                  <a:ext cx="822" cy="291"/>
                  <a:chOff x="422" y="1632"/>
                  <a:chExt cx="822" cy="291"/>
                </a:xfrm>
              </p:grpSpPr>
              <p:sp>
                <p:nvSpPr>
                  <p:cNvPr id="26" name="Freeform 27">
                    <a:extLst>
                      <a:ext uri="{FF2B5EF4-FFF2-40B4-BE49-F238E27FC236}">
                        <a16:creationId xmlns:a16="http://schemas.microsoft.com/office/drawing/2014/main" id="{B72CA0C7-3842-31B5-A5C3-2BD2DA66DDC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7" name="Freeform 28">
                    <a:extLst>
                      <a:ext uri="{FF2B5EF4-FFF2-40B4-BE49-F238E27FC236}">
                        <a16:creationId xmlns:a16="http://schemas.microsoft.com/office/drawing/2014/main" id="{2B385304-C216-72D0-27B5-82255325C57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8" name="Freeform 29">
                    <a:extLst>
                      <a:ext uri="{FF2B5EF4-FFF2-40B4-BE49-F238E27FC236}">
                        <a16:creationId xmlns:a16="http://schemas.microsoft.com/office/drawing/2014/main" id="{644859A5-014B-D062-F976-1D4659876FD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9" name="Freeform 30">
                    <a:extLst>
                      <a:ext uri="{FF2B5EF4-FFF2-40B4-BE49-F238E27FC236}">
                        <a16:creationId xmlns:a16="http://schemas.microsoft.com/office/drawing/2014/main" id="{30955297-9293-2496-5A1D-665E5962C48D}"/>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0" name="Freeform 31">
                    <a:extLst>
                      <a:ext uri="{FF2B5EF4-FFF2-40B4-BE49-F238E27FC236}">
                        <a16:creationId xmlns:a16="http://schemas.microsoft.com/office/drawing/2014/main" id="{CA45FD37-0134-8E11-D421-53E513B279D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1" name="Freeform 32">
                    <a:extLst>
                      <a:ext uri="{FF2B5EF4-FFF2-40B4-BE49-F238E27FC236}">
                        <a16:creationId xmlns:a16="http://schemas.microsoft.com/office/drawing/2014/main" id="{96F44D29-574C-E754-9DF9-656151B4AB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2" name="Freeform 33">
                    <a:extLst>
                      <a:ext uri="{FF2B5EF4-FFF2-40B4-BE49-F238E27FC236}">
                        <a16:creationId xmlns:a16="http://schemas.microsoft.com/office/drawing/2014/main" id="{1CE6700E-019B-D981-7832-BFB43488209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3" name="Freeform 34">
                    <a:extLst>
                      <a:ext uri="{FF2B5EF4-FFF2-40B4-BE49-F238E27FC236}">
                        <a16:creationId xmlns:a16="http://schemas.microsoft.com/office/drawing/2014/main" id="{2A010FA6-E3B8-72CD-DB39-B8DCD4A2472E}"/>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7" name="Group 35">
                  <a:extLst>
                    <a:ext uri="{FF2B5EF4-FFF2-40B4-BE49-F238E27FC236}">
                      <a16:creationId xmlns:a16="http://schemas.microsoft.com/office/drawing/2014/main" id="{275FBB97-7A1A-0ED0-0AEC-8E293B7B264E}"/>
                    </a:ext>
                  </a:extLst>
                </p:cNvPr>
                <p:cNvGrpSpPr>
                  <a:grpSpLocks noChangeAspect="1"/>
                </p:cNvGrpSpPr>
                <p:nvPr/>
              </p:nvGrpSpPr>
              <p:grpSpPr bwMode="auto">
                <a:xfrm>
                  <a:off x="429" y="1639"/>
                  <a:ext cx="822" cy="291"/>
                  <a:chOff x="429" y="1639"/>
                  <a:chExt cx="822" cy="291"/>
                </a:xfrm>
              </p:grpSpPr>
              <p:sp>
                <p:nvSpPr>
                  <p:cNvPr id="18" name="Freeform 36">
                    <a:extLst>
                      <a:ext uri="{FF2B5EF4-FFF2-40B4-BE49-F238E27FC236}">
                        <a16:creationId xmlns:a16="http://schemas.microsoft.com/office/drawing/2014/main" id="{3603BB32-D199-8485-5124-0522CD0D41D4}"/>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9" name="Freeform 37">
                    <a:extLst>
                      <a:ext uri="{FF2B5EF4-FFF2-40B4-BE49-F238E27FC236}">
                        <a16:creationId xmlns:a16="http://schemas.microsoft.com/office/drawing/2014/main" id="{47991BBD-795C-D6D0-A854-E1975B40A32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0" name="Freeform 38">
                    <a:extLst>
                      <a:ext uri="{FF2B5EF4-FFF2-40B4-BE49-F238E27FC236}">
                        <a16:creationId xmlns:a16="http://schemas.microsoft.com/office/drawing/2014/main" id="{89E1D22B-D401-46CD-FF9C-292A2C62868B}"/>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 name="Freeform 39">
                    <a:extLst>
                      <a:ext uri="{FF2B5EF4-FFF2-40B4-BE49-F238E27FC236}">
                        <a16:creationId xmlns:a16="http://schemas.microsoft.com/office/drawing/2014/main" id="{405C4355-58D5-C734-5656-7772ED4B01E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2" name="Freeform 40">
                    <a:extLst>
                      <a:ext uri="{FF2B5EF4-FFF2-40B4-BE49-F238E27FC236}">
                        <a16:creationId xmlns:a16="http://schemas.microsoft.com/office/drawing/2014/main" id="{72D24D7D-B1EF-253C-DFF4-46915408526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3" name="Freeform 41">
                    <a:extLst>
                      <a:ext uri="{FF2B5EF4-FFF2-40B4-BE49-F238E27FC236}">
                        <a16:creationId xmlns:a16="http://schemas.microsoft.com/office/drawing/2014/main" id="{80844405-3E35-52AD-E5A3-D076DBFB8DF8}"/>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4" name="Freeform 42">
                    <a:extLst>
                      <a:ext uri="{FF2B5EF4-FFF2-40B4-BE49-F238E27FC236}">
                        <a16:creationId xmlns:a16="http://schemas.microsoft.com/office/drawing/2014/main" id="{3D918802-43DC-25A5-ED8A-6BB9A8FDB86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5" name="Freeform 43">
                    <a:extLst>
                      <a:ext uri="{FF2B5EF4-FFF2-40B4-BE49-F238E27FC236}">
                        <a16:creationId xmlns:a16="http://schemas.microsoft.com/office/drawing/2014/main" id="{D2E67DEB-3A2A-F775-921A-839237AB803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3" name="WordArt 44">
              <a:extLst>
                <a:ext uri="{FF2B5EF4-FFF2-40B4-BE49-F238E27FC236}">
                  <a16:creationId xmlns:a16="http://schemas.microsoft.com/office/drawing/2014/main" id="{C52D2E08-E948-AC09-3DAC-C2B50C04E99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34" name="AutoShape 54">
            <a:extLst>
              <a:ext uri="{FF2B5EF4-FFF2-40B4-BE49-F238E27FC236}">
                <a16:creationId xmlns:a16="http://schemas.microsoft.com/office/drawing/2014/main" id="{AB0AF694-8067-C502-B6AB-55D6D79D8F99}"/>
              </a:ext>
            </a:extLst>
          </p:cNvPr>
          <p:cNvSpPr>
            <a:spLocks noChangeArrowheads="1"/>
          </p:cNvSpPr>
          <p:nvPr/>
        </p:nvSpPr>
        <p:spPr bwMode="auto">
          <a:xfrm>
            <a:off x="1843302" y="2058827"/>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dirty="0">
                <a:solidFill>
                  <a:schemeClr val="bg1"/>
                </a:solidFill>
              </a:rPr>
              <a:t>0.0.0.0</a:t>
            </a:r>
          </a:p>
        </p:txBody>
      </p:sp>
      <p:sp>
        <p:nvSpPr>
          <p:cNvPr id="21580" name="AutoShape 182">
            <a:extLst>
              <a:ext uri="{FF2B5EF4-FFF2-40B4-BE49-F238E27FC236}">
                <a16:creationId xmlns:a16="http://schemas.microsoft.com/office/drawing/2014/main" id="{AAF8263B-B0B3-A65D-3DCA-6F87857E6027}"/>
              </a:ext>
            </a:extLst>
          </p:cNvPr>
          <p:cNvSpPr>
            <a:spLocks noChangeArrowheads="1"/>
          </p:cNvSpPr>
          <p:nvPr/>
        </p:nvSpPr>
        <p:spPr bwMode="auto">
          <a:xfrm>
            <a:off x="3267393"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10.0.3.1</a:t>
            </a:r>
          </a:p>
        </p:txBody>
      </p:sp>
      <p:sp>
        <p:nvSpPr>
          <p:cNvPr id="21581" name="AutoShape 183">
            <a:extLst>
              <a:ext uri="{FF2B5EF4-FFF2-40B4-BE49-F238E27FC236}">
                <a16:creationId xmlns:a16="http://schemas.microsoft.com/office/drawing/2014/main" id="{AEBCF5DC-DF62-D732-6A91-8D5C0F660489}"/>
              </a:ext>
            </a:extLst>
          </p:cNvPr>
          <p:cNvSpPr>
            <a:spLocks noChangeArrowheads="1"/>
          </p:cNvSpPr>
          <p:nvPr/>
        </p:nvSpPr>
        <p:spPr bwMode="auto">
          <a:xfrm>
            <a:off x="2932228" y="3929171"/>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10.0.3.2</a:t>
            </a:r>
          </a:p>
        </p:txBody>
      </p:sp>
      <p:sp>
        <p:nvSpPr>
          <p:cNvPr id="21582" name="AutoShape 185">
            <a:extLst>
              <a:ext uri="{FF2B5EF4-FFF2-40B4-BE49-F238E27FC236}">
                <a16:creationId xmlns:a16="http://schemas.microsoft.com/office/drawing/2014/main" id="{1DBEC42A-CBD1-19B7-F25C-8A892BC0FD97}"/>
              </a:ext>
            </a:extLst>
          </p:cNvPr>
          <p:cNvSpPr>
            <a:spLocks noChangeArrowheads="1"/>
          </p:cNvSpPr>
          <p:nvPr/>
        </p:nvSpPr>
        <p:spPr bwMode="auto">
          <a:xfrm>
            <a:off x="7809504" y="4021967"/>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dirty="0">
                <a:latin typeface="Courier New" panose="02070309020205020404" pitchFamily="49" charset="0"/>
              </a:rPr>
              <a:t>10.0.2.2</a:t>
            </a:r>
          </a:p>
        </p:txBody>
      </p:sp>
      <p:sp>
        <p:nvSpPr>
          <p:cNvPr id="21583" name="AutoShape 186">
            <a:extLst>
              <a:ext uri="{FF2B5EF4-FFF2-40B4-BE49-F238E27FC236}">
                <a16:creationId xmlns:a16="http://schemas.microsoft.com/office/drawing/2014/main" id="{90B64B42-6EB8-61B4-CE07-5514EEE6C7B2}"/>
              </a:ext>
            </a:extLst>
          </p:cNvPr>
          <p:cNvSpPr>
            <a:spLocks noChangeArrowheads="1"/>
          </p:cNvSpPr>
          <p:nvPr/>
        </p:nvSpPr>
        <p:spPr bwMode="auto">
          <a:xfrm>
            <a:off x="7621147"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10.0.1.1</a:t>
            </a:r>
          </a:p>
        </p:txBody>
      </p:sp>
      <p:sp>
        <p:nvSpPr>
          <p:cNvPr id="21584" name="AutoShape 214">
            <a:extLst>
              <a:ext uri="{FF2B5EF4-FFF2-40B4-BE49-F238E27FC236}">
                <a16:creationId xmlns:a16="http://schemas.microsoft.com/office/drawing/2014/main" id="{8A261A5F-7264-3AC9-C64E-CFA81FE95B65}"/>
              </a:ext>
            </a:extLst>
          </p:cNvPr>
          <p:cNvSpPr>
            <a:spLocks noChangeArrowheads="1"/>
          </p:cNvSpPr>
          <p:nvPr/>
        </p:nvSpPr>
        <p:spPr bwMode="auto">
          <a:xfrm>
            <a:off x="6244202" y="2468145"/>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10.0.2.3</a:t>
            </a:r>
          </a:p>
        </p:txBody>
      </p:sp>
      <p:sp>
        <p:nvSpPr>
          <p:cNvPr id="21827" name="AutoShape 298">
            <a:extLst>
              <a:ext uri="{FF2B5EF4-FFF2-40B4-BE49-F238E27FC236}">
                <a16:creationId xmlns:a16="http://schemas.microsoft.com/office/drawing/2014/main" id="{06B3DCAD-6000-B97B-E025-9E874C4ECA57}"/>
              </a:ext>
            </a:extLst>
          </p:cNvPr>
          <p:cNvSpPr>
            <a:spLocks noChangeArrowheads="1"/>
          </p:cNvSpPr>
          <p:nvPr/>
        </p:nvSpPr>
        <p:spPr bwMode="auto">
          <a:xfrm>
            <a:off x="9744874" y="4408603"/>
            <a:ext cx="2344737" cy="1696196"/>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IT" dirty="0">
                <a:latin typeface="Tahoma" panose="020B0604030504040204" pitchFamily="34" charset="0"/>
              </a:rPr>
              <a:t>note: the output of </a:t>
            </a:r>
            <a:r>
              <a:rPr lang="it-IT" altLang="en-IT" b="1" dirty="0">
                <a:latin typeface="Courier New" panose="02070309020205020404" pitchFamily="49" charset="0"/>
              </a:rPr>
              <a:t>show </a:t>
            </a:r>
            <a:r>
              <a:rPr lang="it-IT" altLang="en-IT" b="1" dirty="0" err="1">
                <a:latin typeface="Courier New" panose="02070309020205020404" pitchFamily="49" charset="0"/>
              </a:rPr>
              <a:t>ip</a:t>
            </a:r>
            <a:r>
              <a:rPr lang="it-IT" altLang="en-IT" b="1" dirty="0">
                <a:latin typeface="Courier New" panose="02070309020205020404" pitchFamily="49" charset="0"/>
              </a:rPr>
              <a:t> </a:t>
            </a:r>
            <a:r>
              <a:rPr lang="it-IT" altLang="en-IT" b="1" dirty="0" err="1">
                <a:latin typeface="Courier New" panose="02070309020205020404" pitchFamily="49" charset="0"/>
              </a:rPr>
              <a:t>ospf</a:t>
            </a:r>
            <a:r>
              <a:rPr lang="it-IT" altLang="en-IT" b="1" dirty="0">
                <a:latin typeface="Courier New" panose="02070309020205020404" pitchFamily="49" charset="0"/>
              </a:rPr>
              <a:t> database network</a:t>
            </a:r>
            <a:r>
              <a:rPr lang="it-IT" altLang="en-IT" dirty="0">
                <a:latin typeface="Tahoma" panose="020B0604030504040204" pitchFamily="34" charset="0"/>
              </a:rPr>
              <a:t> </a:t>
            </a:r>
            <a:r>
              <a:rPr lang="it-IT" altLang="en-IT" dirty="0" err="1">
                <a:latin typeface="Tahoma" panose="020B0604030504040204" pitchFamily="34" charset="0"/>
              </a:rPr>
              <a:t>has</a:t>
            </a:r>
            <a:r>
              <a:rPr lang="it-IT" altLang="en-IT" dirty="0">
                <a:latin typeface="Tahoma" panose="020B0604030504040204" pitchFamily="34" charset="0"/>
              </a:rPr>
              <a:t> </a:t>
            </a:r>
            <a:r>
              <a:rPr lang="it-IT" altLang="en-IT" dirty="0" err="1">
                <a:latin typeface="Tahoma" panose="020B0604030504040204" pitchFamily="34" charset="0"/>
              </a:rPr>
              <a:t>been</a:t>
            </a:r>
            <a:r>
              <a:rPr lang="it-IT" altLang="en-IT" dirty="0">
                <a:latin typeface="Tahoma" panose="020B0604030504040204" pitchFamily="34" charset="0"/>
              </a:rPr>
              <a:t> </a:t>
            </a:r>
            <a:r>
              <a:rPr lang="it-IT" altLang="en-IT" dirty="0" err="1">
                <a:latin typeface="Tahoma" panose="020B0604030504040204" pitchFamily="34" charset="0"/>
              </a:rPr>
              <a:t>summarized</a:t>
            </a:r>
            <a:r>
              <a:rPr lang="it-IT" altLang="en-IT" sz="2000" dirty="0">
                <a:latin typeface="Tahoma" panose="020B0604030504040204" pitchFamily="34" charset="0"/>
              </a:rPr>
              <a:t> </a:t>
            </a:r>
          </a:p>
        </p:txBody>
      </p:sp>
      <p:sp>
        <p:nvSpPr>
          <p:cNvPr id="21589" name="Line 201">
            <a:extLst>
              <a:ext uri="{FF2B5EF4-FFF2-40B4-BE49-F238E27FC236}">
                <a16:creationId xmlns:a16="http://schemas.microsoft.com/office/drawing/2014/main" id="{72B10056-8AFD-7A9A-262C-FB1C9781379F}"/>
              </a:ext>
            </a:extLst>
          </p:cNvPr>
          <p:cNvSpPr>
            <a:spLocks noChangeShapeType="1"/>
          </p:cNvSpPr>
          <p:nvPr/>
        </p:nvSpPr>
        <p:spPr bwMode="auto">
          <a:xfrm flipH="1">
            <a:off x="8216844" y="1765331"/>
            <a:ext cx="3175" cy="11430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588" name="Line 197">
            <a:extLst>
              <a:ext uri="{FF2B5EF4-FFF2-40B4-BE49-F238E27FC236}">
                <a16:creationId xmlns:a16="http://schemas.microsoft.com/office/drawing/2014/main" id="{449D53C1-F8EF-C52B-A39F-B223655F8E72}"/>
              </a:ext>
            </a:extLst>
          </p:cNvPr>
          <p:cNvSpPr>
            <a:spLocks noChangeShapeType="1"/>
          </p:cNvSpPr>
          <p:nvPr/>
        </p:nvSpPr>
        <p:spPr bwMode="auto">
          <a:xfrm>
            <a:off x="6009838" y="1872275"/>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8" name="Group 93">
            <a:extLst>
              <a:ext uri="{FF2B5EF4-FFF2-40B4-BE49-F238E27FC236}">
                <a16:creationId xmlns:a16="http://schemas.microsoft.com/office/drawing/2014/main" id="{418C1B97-D8F4-D705-C260-5C64127E9C88}"/>
              </a:ext>
            </a:extLst>
          </p:cNvPr>
          <p:cNvGrpSpPr>
            <a:grpSpLocks noChangeAspect="1"/>
          </p:cNvGrpSpPr>
          <p:nvPr/>
        </p:nvGrpSpPr>
        <p:grpSpPr bwMode="auto">
          <a:xfrm>
            <a:off x="7779897" y="1642040"/>
            <a:ext cx="723900" cy="460375"/>
            <a:chOff x="3312" y="2160"/>
            <a:chExt cx="960" cy="528"/>
          </a:xfrm>
        </p:grpSpPr>
        <p:grpSp>
          <p:nvGrpSpPr>
            <p:cNvPr id="59" name="Group 94">
              <a:extLst>
                <a:ext uri="{FF2B5EF4-FFF2-40B4-BE49-F238E27FC236}">
                  <a16:creationId xmlns:a16="http://schemas.microsoft.com/office/drawing/2014/main" id="{773BB94F-2D19-0B3D-B264-4DE8BB6AA61C}"/>
                </a:ext>
              </a:extLst>
            </p:cNvPr>
            <p:cNvGrpSpPr>
              <a:grpSpLocks noChangeAspect="1"/>
            </p:cNvGrpSpPr>
            <p:nvPr/>
          </p:nvGrpSpPr>
          <p:grpSpPr bwMode="auto">
            <a:xfrm>
              <a:off x="3312" y="2160"/>
              <a:ext cx="960" cy="528"/>
              <a:chOff x="3312" y="2160"/>
              <a:chExt cx="960" cy="528"/>
            </a:xfrm>
          </p:grpSpPr>
          <p:sp>
            <p:nvSpPr>
              <p:cNvPr id="61" name="AutoShape 95">
                <a:extLst>
                  <a:ext uri="{FF2B5EF4-FFF2-40B4-BE49-F238E27FC236}">
                    <a16:creationId xmlns:a16="http://schemas.microsoft.com/office/drawing/2014/main" id="{BF7FCB6B-9D8E-D555-9EC8-1BF8A8AB0B3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2" name="Group 96">
                <a:extLst>
                  <a:ext uri="{FF2B5EF4-FFF2-40B4-BE49-F238E27FC236}">
                    <a16:creationId xmlns:a16="http://schemas.microsoft.com/office/drawing/2014/main" id="{8B791A72-F763-FF26-E734-F9F0707F14FA}"/>
                  </a:ext>
                </a:extLst>
              </p:cNvPr>
              <p:cNvGrpSpPr>
                <a:grpSpLocks noChangeAspect="1"/>
              </p:cNvGrpSpPr>
              <p:nvPr/>
            </p:nvGrpSpPr>
            <p:grpSpPr bwMode="auto">
              <a:xfrm>
                <a:off x="3488" y="2193"/>
                <a:ext cx="599" cy="207"/>
                <a:chOff x="422" y="1632"/>
                <a:chExt cx="829" cy="298"/>
              </a:xfrm>
            </p:grpSpPr>
            <p:grpSp>
              <p:nvGrpSpPr>
                <p:cNvPr id="63" name="Group 97">
                  <a:extLst>
                    <a:ext uri="{FF2B5EF4-FFF2-40B4-BE49-F238E27FC236}">
                      <a16:creationId xmlns:a16="http://schemas.microsoft.com/office/drawing/2014/main" id="{B6288C28-7F15-3D8C-936C-BFD3F0022838}"/>
                    </a:ext>
                  </a:extLst>
                </p:cNvPr>
                <p:cNvGrpSpPr>
                  <a:grpSpLocks noChangeAspect="1"/>
                </p:cNvGrpSpPr>
                <p:nvPr/>
              </p:nvGrpSpPr>
              <p:grpSpPr bwMode="auto">
                <a:xfrm>
                  <a:off x="422" y="1632"/>
                  <a:ext cx="822" cy="291"/>
                  <a:chOff x="422" y="1632"/>
                  <a:chExt cx="822" cy="291"/>
                </a:xfrm>
              </p:grpSpPr>
              <p:sp>
                <p:nvSpPr>
                  <p:cNvPr id="21515" name="Freeform 98">
                    <a:extLst>
                      <a:ext uri="{FF2B5EF4-FFF2-40B4-BE49-F238E27FC236}">
                        <a16:creationId xmlns:a16="http://schemas.microsoft.com/office/drawing/2014/main" id="{37D07775-7ED6-2004-885C-68F583E5EB6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6" name="Freeform 99">
                    <a:extLst>
                      <a:ext uri="{FF2B5EF4-FFF2-40B4-BE49-F238E27FC236}">
                        <a16:creationId xmlns:a16="http://schemas.microsoft.com/office/drawing/2014/main" id="{2E0C03AE-6095-6348-C337-0B867ECCD8F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7" name="Freeform 100">
                    <a:extLst>
                      <a:ext uri="{FF2B5EF4-FFF2-40B4-BE49-F238E27FC236}">
                        <a16:creationId xmlns:a16="http://schemas.microsoft.com/office/drawing/2014/main" id="{6E9CC569-39AD-3E69-C74D-05A952DBCE9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8" name="Freeform 101">
                    <a:extLst>
                      <a:ext uri="{FF2B5EF4-FFF2-40B4-BE49-F238E27FC236}">
                        <a16:creationId xmlns:a16="http://schemas.microsoft.com/office/drawing/2014/main" id="{EA24AFB0-C412-7E33-8487-62E6D51C91A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9" name="Freeform 102">
                    <a:extLst>
                      <a:ext uri="{FF2B5EF4-FFF2-40B4-BE49-F238E27FC236}">
                        <a16:creationId xmlns:a16="http://schemas.microsoft.com/office/drawing/2014/main" id="{C184E451-A74A-D09E-7A07-7737C251948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0" name="Freeform 103">
                    <a:extLst>
                      <a:ext uri="{FF2B5EF4-FFF2-40B4-BE49-F238E27FC236}">
                        <a16:creationId xmlns:a16="http://schemas.microsoft.com/office/drawing/2014/main" id="{6B5618F2-175F-7C92-CA74-E7BF17B2C04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1" name="Freeform 104">
                    <a:extLst>
                      <a:ext uri="{FF2B5EF4-FFF2-40B4-BE49-F238E27FC236}">
                        <a16:creationId xmlns:a16="http://schemas.microsoft.com/office/drawing/2014/main" id="{FA90C331-835F-AFAB-EF04-09ACB29330D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2" name="Freeform 105">
                    <a:extLst>
                      <a:ext uri="{FF2B5EF4-FFF2-40B4-BE49-F238E27FC236}">
                        <a16:creationId xmlns:a16="http://schemas.microsoft.com/office/drawing/2014/main" id="{273104CB-BE03-B839-DBFE-64EC0172095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04" name="Group 106">
                  <a:extLst>
                    <a:ext uri="{FF2B5EF4-FFF2-40B4-BE49-F238E27FC236}">
                      <a16:creationId xmlns:a16="http://schemas.microsoft.com/office/drawing/2014/main" id="{810CC237-2CCA-EF5E-26D8-930609FA46B0}"/>
                    </a:ext>
                  </a:extLst>
                </p:cNvPr>
                <p:cNvGrpSpPr>
                  <a:grpSpLocks noChangeAspect="1"/>
                </p:cNvGrpSpPr>
                <p:nvPr/>
              </p:nvGrpSpPr>
              <p:grpSpPr bwMode="auto">
                <a:xfrm>
                  <a:off x="429" y="1639"/>
                  <a:ext cx="822" cy="291"/>
                  <a:chOff x="429" y="1639"/>
                  <a:chExt cx="822" cy="291"/>
                </a:xfrm>
              </p:grpSpPr>
              <p:sp>
                <p:nvSpPr>
                  <p:cNvPr id="21505" name="Freeform 107">
                    <a:extLst>
                      <a:ext uri="{FF2B5EF4-FFF2-40B4-BE49-F238E27FC236}">
                        <a16:creationId xmlns:a16="http://schemas.microsoft.com/office/drawing/2014/main" id="{0BB9777F-E3DB-3CA0-F9EB-9DE751211E2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6" name="Freeform 108">
                    <a:extLst>
                      <a:ext uri="{FF2B5EF4-FFF2-40B4-BE49-F238E27FC236}">
                        <a16:creationId xmlns:a16="http://schemas.microsoft.com/office/drawing/2014/main" id="{5C3DC2A5-96BA-0DB1-9349-E91C5F06EC1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7" name="Freeform 109">
                    <a:extLst>
                      <a:ext uri="{FF2B5EF4-FFF2-40B4-BE49-F238E27FC236}">
                        <a16:creationId xmlns:a16="http://schemas.microsoft.com/office/drawing/2014/main" id="{798A53BD-E197-4DA8-4F9D-4ABF50A3F36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0" name="Freeform 110">
                    <a:extLst>
                      <a:ext uri="{FF2B5EF4-FFF2-40B4-BE49-F238E27FC236}">
                        <a16:creationId xmlns:a16="http://schemas.microsoft.com/office/drawing/2014/main" id="{A47C46BB-DDBE-A3FF-7A9C-00038106449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1" name="Freeform 111">
                    <a:extLst>
                      <a:ext uri="{FF2B5EF4-FFF2-40B4-BE49-F238E27FC236}">
                        <a16:creationId xmlns:a16="http://schemas.microsoft.com/office/drawing/2014/main" id="{D7B73FD7-F0ED-BAF3-97A0-3A681B1CC88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2" name="Freeform 112">
                    <a:extLst>
                      <a:ext uri="{FF2B5EF4-FFF2-40B4-BE49-F238E27FC236}">
                        <a16:creationId xmlns:a16="http://schemas.microsoft.com/office/drawing/2014/main" id="{3183CA20-7AAE-251D-E72C-F581278880C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3" name="Freeform 113">
                    <a:extLst>
                      <a:ext uri="{FF2B5EF4-FFF2-40B4-BE49-F238E27FC236}">
                        <a16:creationId xmlns:a16="http://schemas.microsoft.com/office/drawing/2014/main" id="{DAD73475-3982-9DB2-45FA-E323CD278A3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4" name="Freeform 114">
                    <a:extLst>
                      <a:ext uri="{FF2B5EF4-FFF2-40B4-BE49-F238E27FC236}">
                        <a16:creationId xmlns:a16="http://schemas.microsoft.com/office/drawing/2014/main" id="{ABF7D543-8176-62CC-BC18-7D36427B740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 name="WordArt 115">
              <a:extLst>
                <a:ext uri="{FF2B5EF4-FFF2-40B4-BE49-F238E27FC236}">
                  <a16:creationId xmlns:a16="http://schemas.microsoft.com/office/drawing/2014/main" id="{DD9E5CCF-F95B-E060-47A2-93478C90550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21590" name="Group 198">
            <a:extLst>
              <a:ext uri="{FF2B5EF4-FFF2-40B4-BE49-F238E27FC236}">
                <a16:creationId xmlns:a16="http://schemas.microsoft.com/office/drawing/2014/main" id="{FD4942BF-5831-3E83-8593-914545B5295D}"/>
              </a:ext>
            </a:extLst>
          </p:cNvPr>
          <p:cNvGrpSpPr>
            <a:grpSpLocks/>
          </p:cNvGrpSpPr>
          <p:nvPr/>
        </p:nvGrpSpPr>
        <p:grpSpPr bwMode="auto">
          <a:xfrm>
            <a:off x="7320136" y="1721123"/>
            <a:ext cx="406400" cy="339725"/>
            <a:chOff x="144" y="3264"/>
            <a:chExt cx="288" cy="240"/>
          </a:xfrm>
        </p:grpSpPr>
        <p:sp>
          <p:nvSpPr>
            <p:cNvPr id="21591" name="Rectangle 199">
              <a:extLst>
                <a:ext uri="{FF2B5EF4-FFF2-40B4-BE49-F238E27FC236}">
                  <a16:creationId xmlns:a16="http://schemas.microsoft.com/office/drawing/2014/main" id="{05840C22-F64F-C1D3-1F36-C620AAD95668}"/>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2" name="Rectangle 200">
              <a:extLst>
                <a:ext uri="{FF2B5EF4-FFF2-40B4-BE49-F238E27FC236}">
                  <a16:creationId xmlns:a16="http://schemas.microsoft.com/office/drawing/2014/main" id="{0C5E50D8-DB18-3D75-D7CA-57A6E81BAFFA}"/>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grpSp>
        <p:nvGrpSpPr>
          <p:cNvPr id="21593" name="Group 202">
            <a:extLst>
              <a:ext uri="{FF2B5EF4-FFF2-40B4-BE49-F238E27FC236}">
                <a16:creationId xmlns:a16="http://schemas.microsoft.com/office/drawing/2014/main" id="{6DB0A1A6-0EF9-7A7A-6AC1-65FC526E0CA3}"/>
              </a:ext>
            </a:extLst>
          </p:cNvPr>
          <p:cNvGrpSpPr>
            <a:grpSpLocks/>
          </p:cNvGrpSpPr>
          <p:nvPr/>
        </p:nvGrpSpPr>
        <p:grpSpPr bwMode="auto">
          <a:xfrm>
            <a:off x="8020633" y="2153171"/>
            <a:ext cx="406400" cy="339725"/>
            <a:chOff x="144" y="3264"/>
            <a:chExt cx="288" cy="240"/>
          </a:xfrm>
        </p:grpSpPr>
        <p:sp>
          <p:nvSpPr>
            <p:cNvPr id="21594" name="Rectangle 203">
              <a:extLst>
                <a:ext uri="{FF2B5EF4-FFF2-40B4-BE49-F238E27FC236}">
                  <a16:creationId xmlns:a16="http://schemas.microsoft.com/office/drawing/2014/main" id="{5F7E31A3-B8DD-5DF3-0CDE-CA25345D3D3C}"/>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595" name="Rectangle 204">
              <a:extLst>
                <a:ext uri="{FF2B5EF4-FFF2-40B4-BE49-F238E27FC236}">
                  <a16:creationId xmlns:a16="http://schemas.microsoft.com/office/drawing/2014/main" id="{65F3C63F-4823-9B29-9D24-7DB400FE4E26}"/>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1</a:t>
              </a:r>
            </a:p>
          </p:txBody>
        </p:sp>
      </p:grpSp>
      <p:sp>
        <p:nvSpPr>
          <p:cNvPr id="21585" name="Line 195">
            <a:extLst>
              <a:ext uri="{FF2B5EF4-FFF2-40B4-BE49-F238E27FC236}">
                <a16:creationId xmlns:a16="http://schemas.microsoft.com/office/drawing/2014/main" id="{4449EBA2-8782-2520-EC40-6696A37567B2}"/>
              </a:ext>
            </a:extLst>
          </p:cNvPr>
          <p:cNvSpPr>
            <a:spLocks noChangeShapeType="1"/>
          </p:cNvSpPr>
          <p:nvPr/>
        </p:nvSpPr>
        <p:spPr bwMode="auto">
          <a:xfrm flipH="1">
            <a:off x="8210913" y="2734459"/>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2" name="Line 196">
            <a:extLst>
              <a:ext uri="{FF2B5EF4-FFF2-40B4-BE49-F238E27FC236}">
                <a16:creationId xmlns:a16="http://schemas.microsoft.com/office/drawing/2014/main" id="{8092240D-2054-67E8-81AD-129EEEB07CB2}"/>
              </a:ext>
            </a:extLst>
          </p:cNvPr>
          <p:cNvSpPr>
            <a:spLocks noChangeShapeType="1"/>
          </p:cNvSpPr>
          <p:nvPr/>
        </p:nvSpPr>
        <p:spPr bwMode="auto">
          <a:xfrm>
            <a:off x="5854061" y="3740691"/>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869" name="Oval 52">
            <a:extLst>
              <a:ext uri="{FF2B5EF4-FFF2-40B4-BE49-F238E27FC236}">
                <a16:creationId xmlns:a16="http://schemas.microsoft.com/office/drawing/2014/main" id="{73544B8B-DAD4-372F-26F7-2EC5B2E58FC1}"/>
              </a:ext>
            </a:extLst>
          </p:cNvPr>
          <p:cNvSpPr>
            <a:spLocks noChangeArrowheads="1"/>
          </p:cNvSpPr>
          <p:nvPr/>
        </p:nvSpPr>
        <p:spPr bwMode="auto">
          <a:xfrm flipH="1">
            <a:off x="8063269" y="262900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B</a:t>
            </a:r>
          </a:p>
        </p:txBody>
      </p:sp>
      <p:grpSp>
        <p:nvGrpSpPr>
          <p:cNvPr id="21523" name="Group 122">
            <a:extLst>
              <a:ext uri="{FF2B5EF4-FFF2-40B4-BE49-F238E27FC236}">
                <a16:creationId xmlns:a16="http://schemas.microsoft.com/office/drawing/2014/main" id="{8C636A99-E792-051D-4CC7-0AF4C69A759D}"/>
              </a:ext>
            </a:extLst>
          </p:cNvPr>
          <p:cNvGrpSpPr>
            <a:grpSpLocks noChangeAspect="1"/>
          </p:cNvGrpSpPr>
          <p:nvPr/>
        </p:nvGrpSpPr>
        <p:grpSpPr bwMode="auto">
          <a:xfrm>
            <a:off x="7968254" y="3531430"/>
            <a:ext cx="723900" cy="460375"/>
            <a:chOff x="3312" y="2160"/>
            <a:chExt cx="960" cy="528"/>
          </a:xfrm>
        </p:grpSpPr>
        <p:grpSp>
          <p:nvGrpSpPr>
            <p:cNvPr id="21524" name="Group 123">
              <a:extLst>
                <a:ext uri="{FF2B5EF4-FFF2-40B4-BE49-F238E27FC236}">
                  <a16:creationId xmlns:a16="http://schemas.microsoft.com/office/drawing/2014/main" id="{6B2A8C9A-1810-3936-4A72-CC7C1AD43C13}"/>
                </a:ext>
              </a:extLst>
            </p:cNvPr>
            <p:cNvGrpSpPr>
              <a:grpSpLocks noChangeAspect="1"/>
            </p:cNvGrpSpPr>
            <p:nvPr/>
          </p:nvGrpSpPr>
          <p:grpSpPr bwMode="auto">
            <a:xfrm>
              <a:off x="3312" y="2160"/>
              <a:ext cx="960" cy="528"/>
              <a:chOff x="3312" y="2160"/>
              <a:chExt cx="960" cy="528"/>
            </a:xfrm>
          </p:grpSpPr>
          <p:sp>
            <p:nvSpPr>
              <p:cNvPr id="21526" name="AutoShape 124">
                <a:extLst>
                  <a:ext uri="{FF2B5EF4-FFF2-40B4-BE49-F238E27FC236}">
                    <a16:creationId xmlns:a16="http://schemas.microsoft.com/office/drawing/2014/main" id="{485FEFB7-4F10-7F12-D27E-E08FEF3E737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27" name="Group 125">
                <a:extLst>
                  <a:ext uri="{FF2B5EF4-FFF2-40B4-BE49-F238E27FC236}">
                    <a16:creationId xmlns:a16="http://schemas.microsoft.com/office/drawing/2014/main" id="{BADADAA0-AF61-58FC-0E21-7ACDE28310D3}"/>
                  </a:ext>
                </a:extLst>
              </p:cNvPr>
              <p:cNvGrpSpPr>
                <a:grpSpLocks noChangeAspect="1"/>
              </p:cNvGrpSpPr>
              <p:nvPr/>
            </p:nvGrpSpPr>
            <p:grpSpPr bwMode="auto">
              <a:xfrm>
                <a:off x="3488" y="2193"/>
                <a:ext cx="599" cy="207"/>
                <a:chOff x="422" y="1632"/>
                <a:chExt cx="829" cy="298"/>
              </a:xfrm>
            </p:grpSpPr>
            <p:grpSp>
              <p:nvGrpSpPr>
                <p:cNvPr id="21528" name="Group 126">
                  <a:extLst>
                    <a:ext uri="{FF2B5EF4-FFF2-40B4-BE49-F238E27FC236}">
                      <a16:creationId xmlns:a16="http://schemas.microsoft.com/office/drawing/2014/main" id="{0086B9F0-CA06-8816-E8F2-F95291859CBC}"/>
                    </a:ext>
                  </a:extLst>
                </p:cNvPr>
                <p:cNvGrpSpPr>
                  <a:grpSpLocks noChangeAspect="1"/>
                </p:cNvGrpSpPr>
                <p:nvPr/>
              </p:nvGrpSpPr>
              <p:grpSpPr bwMode="auto">
                <a:xfrm>
                  <a:off x="422" y="1632"/>
                  <a:ext cx="822" cy="291"/>
                  <a:chOff x="422" y="1632"/>
                  <a:chExt cx="822" cy="291"/>
                </a:xfrm>
              </p:grpSpPr>
              <p:sp>
                <p:nvSpPr>
                  <p:cNvPr id="21549" name="Freeform 127">
                    <a:extLst>
                      <a:ext uri="{FF2B5EF4-FFF2-40B4-BE49-F238E27FC236}">
                        <a16:creationId xmlns:a16="http://schemas.microsoft.com/office/drawing/2014/main" id="{6521B9FF-899C-8769-E22C-BEA45397B1D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0" name="Freeform 128">
                    <a:extLst>
                      <a:ext uri="{FF2B5EF4-FFF2-40B4-BE49-F238E27FC236}">
                        <a16:creationId xmlns:a16="http://schemas.microsoft.com/office/drawing/2014/main" id="{498179DD-C74C-4C22-4377-D8410F7C05A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1" name="Freeform 129">
                    <a:extLst>
                      <a:ext uri="{FF2B5EF4-FFF2-40B4-BE49-F238E27FC236}">
                        <a16:creationId xmlns:a16="http://schemas.microsoft.com/office/drawing/2014/main" id="{B3BC125B-F789-6C8B-0D07-F3B2CA79E0F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2" name="Freeform 130">
                    <a:extLst>
                      <a:ext uri="{FF2B5EF4-FFF2-40B4-BE49-F238E27FC236}">
                        <a16:creationId xmlns:a16="http://schemas.microsoft.com/office/drawing/2014/main" id="{4AF925B7-84CA-9B17-BF3C-CECB5E74AE2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3" name="Freeform 131">
                    <a:extLst>
                      <a:ext uri="{FF2B5EF4-FFF2-40B4-BE49-F238E27FC236}">
                        <a16:creationId xmlns:a16="http://schemas.microsoft.com/office/drawing/2014/main" id="{B5CEF5C4-F4A2-2E38-B684-0B930256678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4" name="Freeform 132">
                    <a:extLst>
                      <a:ext uri="{FF2B5EF4-FFF2-40B4-BE49-F238E27FC236}">
                        <a16:creationId xmlns:a16="http://schemas.microsoft.com/office/drawing/2014/main" id="{EC9DD298-3ABA-DFCA-5F8A-02BCFFD48FB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5" name="Freeform 133">
                    <a:extLst>
                      <a:ext uri="{FF2B5EF4-FFF2-40B4-BE49-F238E27FC236}">
                        <a16:creationId xmlns:a16="http://schemas.microsoft.com/office/drawing/2014/main" id="{CE8BAA5D-E48C-F02D-17EB-723E70C0DE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6" name="Freeform 134">
                    <a:extLst>
                      <a:ext uri="{FF2B5EF4-FFF2-40B4-BE49-F238E27FC236}">
                        <a16:creationId xmlns:a16="http://schemas.microsoft.com/office/drawing/2014/main" id="{CFFE74F0-C6EC-DF34-0629-304012756C2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29" name="Group 135">
                  <a:extLst>
                    <a:ext uri="{FF2B5EF4-FFF2-40B4-BE49-F238E27FC236}">
                      <a16:creationId xmlns:a16="http://schemas.microsoft.com/office/drawing/2014/main" id="{57E28F75-7D1B-2B71-94B0-180C572B24C8}"/>
                    </a:ext>
                  </a:extLst>
                </p:cNvPr>
                <p:cNvGrpSpPr>
                  <a:grpSpLocks noChangeAspect="1"/>
                </p:cNvGrpSpPr>
                <p:nvPr/>
              </p:nvGrpSpPr>
              <p:grpSpPr bwMode="auto">
                <a:xfrm>
                  <a:off x="429" y="1639"/>
                  <a:ext cx="822" cy="291"/>
                  <a:chOff x="429" y="1639"/>
                  <a:chExt cx="822" cy="291"/>
                </a:xfrm>
              </p:grpSpPr>
              <p:sp>
                <p:nvSpPr>
                  <p:cNvPr id="21530" name="Freeform 136">
                    <a:extLst>
                      <a:ext uri="{FF2B5EF4-FFF2-40B4-BE49-F238E27FC236}">
                        <a16:creationId xmlns:a16="http://schemas.microsoft.com/office/drawing/2014/main" id="{CA7B053B-50DE-5A57-4E1C-6249BA1316E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1" name="Freeform 137">
                    <a:extLst>
                      <a:ext uri="{FF2B5EF4-FFF2-40B4-BE49-F238E27FC236}">
                        <a16:creationId xmlns:a16="http://schemas.microsoft.com/office/drawing/2014/main" id="{9CE7DBCA-0A4F-AB3F-53E9-CC831C02272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2" name="Freeform 138">
                    <a:extLst>
                      <a:ext uri="{FF2B5EF4-FFF2-40B4-BE49-F238E27FC236}">
                        <a16:creationId xmlns:a16="http://schemas.microsoft.com/office/drawing/2014/main" id="{77DA2937-3DC6-B2AB-062A-61183C0FDA5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3" name="Freeform 139">
                    <a:extLst>
                      <a:ext uri="{FF2B5EF4-FFF2-40B4-BE49-F238E27FC236}">
                        <a16:creationId xmlns:a16="http://schemas.microsoft.com/office/drawing/2014/main" id="{71799DF2-77A1-BBAB-6218-F43FBB08CAB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4" name="Freeform 140">
                    <a:extLst>
                      <a:ext uri="{FF2B5EF4-FFF2-40B4-BE49-F238E27FC236}">
                        <a16:creationId xmlns:a16="http://schemas.microsoft.com/office/drawing/2014/main" id="{267A88ED-03FD-4C0F-33EE-099D205168E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5" name="Freeform 141">
                    <a:extLst>
                      <a:ext uri="{FF2B5EF4-FFF2-40B4-BE49-F238E27FC236}">
                        <a16:creationId xmlns:a16="http://schemas.microsoft.com/office/drawing/2014/main" id="{0664CE1E-0004-20FE-0649-9CA58659392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6" name="Freeform 142">
                    <a:extLst>
                      <a:ext uri="{FF2B5EF4-FFF2-40B4-BE49-F238E27FC236}">
                        <a16:creationId xmlns:a16="http://schemas.microsoft.com/office/drawing/2014/main" id="{F56B102D-508A-B70F-7E3A-330CEC806E4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48" name="Freeform 143">
                    <a:extLst>
                      <a:ext uri="{FF2B5EF4-FFF2-40B4-BE49-F238E27FC236}">
                        <a16:creationId xmlns:a16="http://schemas.microsoft.com/office/drawing/2014/main" id="{57CA6746-97D8-C254-2DB2-99643D44639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25" name="WordArt 144">
              <a:extLst>
                <a:ext uri="{FF2B5EF4-FFF2-40B4-BE49-F238E27FC236}">
                  <a16:creationId xmlns:a16="http://schemas.microsoft.com/office/drawing/2014/main" id="{2EE5B74D-0221-342D-C512-737EA1F8274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grpSp>
        <p:nvGrpSpPr>
          <p:cNvPr id="21586" name="Group 69">
            <a:extLst>
              <a:ext uri="{FF2B5EF4-FFF2-40B4-BE49-F238E27FC236}">
                <a16:creationId xmlns:a16="http://schemas.microsoft.com/office/drawing/2014/main" id="{80D8309C-8E9C-A6AB-2AF1-ADF5045BACA9}"/>
              </a:ext>
            </a:extLst>
          </p:cNvPr>
          <p:cNvGrpSpPr>
            <a:grpSpLocks/>
          </p:cNvGrpSpPr>
          <p:nvPr/>
        </p:nvGrpSpPr>
        <p:grpSpPr bwMode="auto">
          <a:xfrm>
            <a:off x="8011945" y="3118209"/>
            <a:ext cx="406400" cy="339725"/>
            <a:chOff x="144" y="3264"/>
            <a:chExt cx="288" cy="240"/>
          </a:xfrm>
        </p:grpSpPr>
        <p:sp>
          <p:nvSpPr>
            <p:cNvPr id="21587" name="Rectangle 70">
              <a:extLst>
                <a:ext uri="{FF2B5EF4-FFF2-40B4-BE49-F238E27FC236}">
                  <a16:creationId xmlns:a16="http://schemas.microsoft.com/office/drawing/2014/main" id="{E3F70A63-A08C-E7B0-67CC-2E19C3B092E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6" name="Rectangle 71">
              <a:extLst>
                <a:ext uri="{FF2B5EF4-FFF2-40B4-BE49-F238E27FC236}">
                  <a16:creationId xmlns:a16="http://schemas.microsoft.com/office/drawing/2014/main" id="{B1BEBED3-E199-3B15-134F-AA837DCEF14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21597" name="Group 66">
            <a:extLst>
              <a:ext uri="{FF2B5EF4-FFF2-40B4-BE49-F238E27FC236}">
                <a16:creationId xmlns:a16="http://schemas.microsoft.com/office/drawing/2014/main" id="{FC75C2EC-8F4F-434F-44A7-5013FB6A6100}"/>
              </a:ext>
            </a:extLst>
          </p:cNvPr>
          <p:cNvGrpSpPr>
            <a:grpSpLocks/>
          </p:cNvGrpSpPr>
          <p:nvPr/>
        </p:nvGrpSpPr>
        <p:grpSpPr bwMode="auto">
          <a:xfrm>
            <a:off x="7472755" y="3586104"/>
            <a:ext cx="406400" cy="339725"/>
            <a:chOff x="144" y="3264"/>
            <a:chExt cx="288" cy="240"/>
          </a:xfrm>
        </p:grpSpPr>
        <p:sp>
          <p:nvSpPr>
            <p:cNvPr id="21598" name="Rectangle 67">
              <a:extLst>
                <a:ext uri="{FF2B5EF4-FFF2-40B4-BE49-F238E27FC236}">
                  <a16:creationId xmlns:a16="http://schemas.microsoft.com/office/drawing/2014/main" id="{B8296CD7-3D41-8457-4B5D-42FDD0A0C95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21599" name="Rectangle 68">
              <a:extLst>
                <a:ext uri="{FF2B5EF4-FFF2-40B4-BE49-F238E27FC236}">
                  <a16:creationId xmlns:a16="http://schemas.microsoft.com/office/drawing/2014/main" id="{7FF59BF8-F584-D35C-81E6-6ED974075383}"/>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pic>
        <p:nvPicPr>
          <p:cNvPr id="21600" name="Picture 224" descr="MC900434713[1]">
            <a:extLst>
              <a:ext uri="{FF2B5EF4-FFF2-40B4-BE49-F238E27FC236}">
                <a16:creationId xmlns:a16="http://schemas.microsoft.com/office/drawing/2014/main" id="{397505CB-821C-D7DB-2E2D-7E1A55CD49B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75831" y="2858801"/>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26" name="Line 201">
            <a:extLst>
              <a:ext uri="{FF2B5EF4-FFF2-40B4-BE49-F238E27FC236}">
                <a16:creationId xmlns:a16="http://schemas.microsoft.com/office/drawing/2014/main" id="{E5607226-DF31-C7B9-991C-22535CAD12ED}"/>
              </a:ext>
            </a:extLst>
          </p:cNvPr>
          <p:cNvSpPr>
            <a:spLocks noChangeShapeType="1"/>
          </p:cNvSpPr>
          <p:nvPr/>
        </p:nvSpPr>
        <p:spPr bwMode="auto">
          <a:xfrm flipH="1">
            <a:off x="5864070" y="1791006"/>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27" name="Line 201">
            <a:extLst>
              <a:ext uri="{FF2B5EF4-FFF2-40B4-BE49-F238E27FC236}">
                <a16:creationId xmlns:a16="http://schemas.microsoft.com/office/drawing/2014/main" id="{10E85AED-63EF-9FD6-4D1A-7AF0B7C1C291}"/>
              </a:ext>
            </a:extLst>
          </p:cNvPr>
          <p:cNvSpPr>
            <a:spLocks noChangeShapeType="1"/>
          </p:cNvSpPr>
          <p:nvPr/>
        </p:nvSpPr>
        <p:spPr bwMode="auto">
          <a:xfrm flipH="1">
            <a:off x="5864070" y="3099721"/>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620" name="Group 198">
            <a:extLst>
              <a:ext uri="{FF2B5EF4-FFF2-40B4-BE49-F238E27FC236}">
                <a16:creationId xmlns:a16="http://schemas.microsoft.com/office/drawing/2014/main" id="{5D74B959-BD8E-E9ED-E49D-528CE445E6DB}"/>
              </a:ext>
            </a:extLst>
          </p:cNvPr>
          <p:cNvGrpSpPr>
            <a:grpSpLocks/>
          </p:cNvGrpSpPr>
          <p:nvPr/>
        </p:nvGrpSpPr>
        <p:grpSpPr bwMode="auto">
          <a:xfrm>
            <a:off x="5612671" y="2237532"/>
            <a:ext cx="406400" cy="339725"/>
            <a:chOff x="144" y="3264"/>
            <a:chExt cx="288" cy="240"/>
          </a:xfrm>
        </p:grpSpPr>
        <p:sp>
          <p:nvSpPr>
            <p:cNvPr id="21621" name="Rectangle 199">
              <a:extLst>
                <a:ext uri="{FF2B5EF4-FFF2-40B4-BE49-F238E27FC236}">
                  <a16:creationId xmlns:a16="http://schemas.microsoft.com/office/drawing/2014/main" id="{CE4145F1-13DD-68C2-93B4-7D58E05CD52E}"/>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21622" name="Rectangle 200">
              <a:extLst>
                <a:ext uri="{FF2B5EF4-FFF2-40B4-BE49-F238E27FC236}">
                  <a16:creationId xmlns:a16="http://schemas.microsoft.com/office/drawing/2014/main" id="{8E551EAF-0003-48F8-A5DC-342E99F4EF6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grpSp>
        <p:nvGrpSpPr>
          <p:cNvPr id="21623" name="Group 201">
            <a:extLst>
              <a:ext uri="{FF2B5EF4-FFF2-40B4-BE49-F238E27FC236}">
                <a16:creationId xmlns:a16="http://schemas.microsoft.com/office/drawing/2014/main" id="{2FD1615A-3789-DC13-162F-BE54477A54EC}"/>
              </a:ext>
            </a:extLst>
          </p:cNvPr>
          <p:cNvGrpSpPr>
            <a:grpSpLocks/>
          </p:cNvGrpSpPr>
          <p:nvPr/>
        </p:nvGrpSpPr>
        <p:grpSpPr bwMode="auto">
          <a:xfrm>
            <a:off x="5642941" y="3013257"/>
            <a:ext cx="406400" cy="339725"/>
            <a:chOff x="144" y="3264"/>
            <a:chExt cx="288" cy="240"/>
          </a:xfrm>
        </p:grpSpPr>
        <p:sp>
          <p:nvSpPr>
            <p:cNvPr id="21625" name="Rectangle 203">
              <a:extLst>
                <a:ext uri="{FF2B5EF4-FFF2-40B4-BE49-F238E27FC236}">
                  <a16:creationId xmlns:a16="http://schemas.microsoft.com/office/drawing/2014/main" id="{7DBB3768-4D51-450F-7B02-49E7EBB7318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sp>
          <p:nvSpPr>
            <p:cNvPr id="21624" name="Rectangle 202">
              <a:extLst>
                <a:ext uri="{FF2B5EF4-FFF2-40B4-BE49-F238E27FC236}">
                  <a16:creationId xmlns:a16="http://schemas.microsoft.com/office/drawing/2014/main" id="{EE1BEA27-82B8-01C1-1DCF-85C287C490DA}"/>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grpSp>
      <p:sp>
        <p:nvSpPr>
          <p:cNvPr id="21618" name="Line 197">
            <a:extLst>
              <a:ext uri="{FF2B5EF4-FFF2-40B4-BE49-F238E27FC236}">
                <a16:creationId xmlns:a16="http://schemas.microsoft.com/office/drawing/2014/main" id="{E7AA2CA8-0A2C-17A6-6D0E-881780AA9938}"/>
              </a:ext>
            </a:extLst>
          </p:cNvPr>
          <p:cNvSpPr>
            <a:spLocks noChangeShapeType="1"/>
          </p:cNvSpPr>
          <p:nvPr/>
        </p:nvSpPr>
        <p:spPr bwMode="auto">
          <a:xfrm>
            <a:off x="3765047" y="1886242"/>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1" name="Oval 57">
            <a:extLst>
              <a:ext uri="{FF2B5EF4-FFF2-40B4-BE49-F238E27FC236}">
                <a16:creationId xmlns:a16="http://schemas.microsoft.com/office/drawing/2014/main" id="{CE8B9B63-2323-A33C-9694-30482B8E75D5}"/>
              </a:ext>
            </a:extLst>
          </p:cNvPr>
          <p:cNvSpPr>
            <a:spLocks noChangeArrowheads="1"/>
          </p:cNvSpPr>
          <p:nvPr/>
        </p:nvSpPr>
        <p:spPr bwMode="auto">
          <a:xfrm flipH="1">
            <a:off x="5707907" y="171297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A</a:t>
            </a:r>
          </a:p>
        </p:txBody>
      </p:sp>
      <p:sp>
        <p:nvSpPr>
          <p:cNvPr id="21619" name="Line 201">
            <a:extLst>
              <a:ext uri="{FF2B5EF4-FFF2-40B4-BE49-F238E27FC236}">
                <a16:creationId xmlns:a16="http://schemas.microsoft.com/office/drawing/2014/main" id="{90B1BA70-6BCA-0E1F-441A-33026978051D}"/>
              </a:ext>
            </a:extLst>
          </p:cNvPr>
          <p:cNvSpPr>
            <a:spLocks noChangeShapeType="1"/>
          </p:cNvSpPr>
          <p:nvPr/>
        </p:nvSpPr>
        <p:spPr bwMode="auto">
          <a:xfrm flipH="1">
            <a:off x="3809007" y="1862278"/>
            <a:ext cx="0" cy="91577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35" name="Group 58">
            <a:extLst>
              <a:ext uri="{FF2B5EF4-FFF2-40B4-BE49-F238E27FC236}">
                <a16:creationId xmlns:a16="http://schemas.microsoft.com/office/drawing/2014/main" id="{E59B77AC-6891-3FC2-54D5-5DC0F4CA30D2}"/>
              </a:ext>
            </a:extLst>
          </p:cNvPr>
          <p:cNvGrpSpPr>
            <a:grpSpLocks noChangeAspect="1"/>
          </p:cNvGrpSpPr>
          <p:nvPr/>
        </p:nvGrpSpPr>
        <p:grpSpPr bwMode="auto">
          <a:xfrm>
            <a:off x="3418205" y="1642040"/>
            <a:ext cx="723900" cy="460375"/>
            <a:chOff x="3312" y="2160"/>
            <a:chExt cx="960" cy="528"/>
          </a:xfrm>
        </p:grpSpPr>
        <p:grpSp>
          <p:nvGrpSpPr>
            <p:cNvPr id="36" name="Group 59">
              <a:extLst>
                <a:ext uri="{FF2B5EF4-FFF2-40B4-BE49-F238E27FC236}">
                  <a16:creationId xmlns:a16="http://schemas.microsoft.com/office/drawing/2014/main" id="{358B3B2D-E8BA-1E94-14AE-B007D2DA2B53}"/>
                </a:ext>
              </a:extLst>
            </p:cNvPr>
            <p:cNvGrpSpPr>
              <a:grpSpLocks noChangeAspect="1"/>
            </p:cNvGrpSpPr>
            <p:nvPr/>
          </p:nvGrpSpPr>
          <p:grpSpPr bwMode="auto">
            <a:xfrm>
              <a:off x="3312" y="2160"/>
              <a:ext cx="960" cy="528"/>
              <a:chOff x="3312" y="2160"/>
              <a:chExt cx="960" cy="528"/>
            </a:xfrm>
          </p:grpSpPr>
          <p:sp>
            <p:nvSpPr>
              <p:cNvPr id="38" name="AutoShape 60">
                <a:extLst>
                  <a:ext uri="{FF2B5EF4-FFF2-40B4-BE49-F238E27FC236}">
                    <a16:creationId xmlns:a16="http://schemas.microsoft.com/office/drawing/2014/main" id="{B5BD0E12-FF8A-1D07-7047-4D285097916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39" name="Group 61">
                <a:extLst>
                  <a:ext uri="{FF2B5EF4-FFF2-40B4-BE49-F238E27FC236}">
                    <a16:creationId xmlns:a16="http://schemas.microsoft.com/office/drawing/2014/main" id="{3D58A98C-FB1A-914C-C89D-1AB4E97A30CE}"/>
                  </a:ext>
                </a:extLst>
              </p:cNvPr>
              <p:cNvGrpSpPr>
                <a:grpSpLocks noChangeAspect="1"/>
              </p:cNvGrpSpPr>
              <p:nvPr/>
            </p:nvGrpSpPr>
            <p:grpSpPr bwMode="auto">
              <a:xfrm>
                <a:off x="3488" y="2193"/>
                <a:ext cx="599" cy="207"/>
                <a:chOff x="422" y="1632"/>
                <a:chExt cx="829" cy="298"/>
              </a:xfrm>
            </p:grpSpPr>
            <p:grpSp>
              <p:nvGrpSpPr>
                <p:cNvPr id="40" name="Group 62">
                  <a:extLst>
                    <a:ext uri="{FF2B5EF4-FFF2-40B4-BE49-F238E27FC236}">
                      <a16:creationId xmlns:a16="http://schemas.microsoft.com/office/drawing/2014/main" id="{1B435C44-4945-1186-C685-2EBEA0450C98}"/>
                    </a:ext>
                  </a:extLst>
                </p:cNvPr>
                <p:cNvGrpSpPr>
                  <a:grpSpLocks noChangeAspect="1"/>
                </p:cNvGrpSpPr>
                <p:nvPr/>
              </p:nvGrpSpPr>
              <p:grpSpPr bwMode="auto">
                <a:xfrm>
                  <a:off x="422" y="1632"/>
                  <a:ext cx="822" cy="291"/>
                  <a:chOff x="422" y="1632"/>
                  <a:chExt cx="822" cy="291"/>
                </a:xfrm>
              </p:grpSpPr>
              <p:sp>
                <p:nvSpPr>
                  <p:cNvPr id="50" name="Freeform 63">
                    <a:extLst>
                      <a:ext uri="{FF2B5EF4-FFF2-40B4-BE49-F238E27FC236}">
                        <a16:creationId xmlns:a16="http://schemas.microsoft.com/office/drawing/2014/main" id="{B7109261-9C9F-F1C8-BEE5-9E18EAD52D1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1" name="Freeform 64">
                    <a:extLst>
                      <a:ext uri="{FF2B5EF4-FFF2-40B4-BE49-F238E27FC236}">
                        <a16:creationId xmlns:a16="http://schemas.microsoft.com/office/drawing/2014/main" id="{DF07984C-6065-BDC5-F697-56DB089B466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2" name="Freeform 65">
                    <a:extLst>
                      <a:ext uri="{FF2B5EF4-FFF2-40B4-BE49-F238E27FC236}">
                        <a16:creationId xmlns:a16="http://schemas.microsoft.com/office/drawing/2014/main" id="{759D1AB2-789C-7CE3-27B1-6AE8B2C1739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3" name="Freeform 66">
                    <a:extLst>
                      <a:ext uri="{FF2B5EF4-FFF2-40B4-BE49-F238E27FC236}">
                        <a16:creationId xmlns:a16="http://schemas.microsoft.com/office/drawing/2014/main" id="{400C610D-46FF-23B9-0C27-5EBCB41DF37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4" name="Freeform 67">
                    <a:extLst>
                      <a:ext uri="{FF2B5EF4-FFF2-40B4-BE49-F238E27FC236}">
                        <a16:creationId xmlns:a16="http://schemas.microsoft.com/office/drawing/2014/main" id="{B16A48EC-EF7F-4BE0-F6E4-ECCA66E9CD7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5" name="Freeform 68">
                    <a:extLst>
                      <a:ext uri="{FF2B5EF4-FFF2-40B4-BE49-F238E27FC236}">
                        <a16:creationId xmlns:a16="http://schemas.microsoft.com/office/drawing/2014/main" id="{19F1100D-8148-89E6-52E6-125C40AD333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6" name="Freeform 69">
                    <a:extLst>
                      <a:ext uri="{FF2B5EF4-FFF2-40B4-BE49-F238E27FC236}">
                        <a16:creationId xmlns:a16="http://schemas.microsoft.com/office/drawing/2014/main" id="{3CFC53CC-782F-BEF7-6986-BA080261A08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 name="Freeform 70">
                    <a:extLst>
                      <a:ext uri="{FF2B5EF4-FFF2-40B4-BE49-F238E27FC236}">
                        <a16:creationId xmlns:a16="http://schemas.microsoft.com/office/drawing/2014/main" id="{05BCE7A7-0FFB-785E-9573-AF9EADE0A54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41" name="Group 71">
                  <a:extLst>
                    <a:ext uri="{FF2B5EF4-FFF2-40B4-BE49-F238E27FC236}">
                      <a16:creationId xmlns:a16="http://schemas.microsoft.com/office/drawing/2014/main" id="{EDC4A3D8-0EA2-297F-3400-A35F16D6A136}"/>
                    </a:ext>
                  </a:extLst>
                </p:cNvPr>
                <p:cNvGrpSpPr>
                  <a:grpSpLocks noChangeAspect="1"/>
                </p:cNvGrpSpPr>
                <p:nvPr/>
              </p:nvGrpSpPr>
              <p:grpSpPr bwMode="auto">
                <a:xfrm>
                  <a:off x="429" y="1639"/>
                  <a:ext cx="822" cy="291"/>
                  <a:chOff x="429" y="1639"/>
                  <a:chExt cx="822" cy="291"/>
                </a:xfrm>
              </p:grpSpPr>
              <p:sp>
                <p:nvSpPr>
                  <p:cNvPr id="42" name="Freeform 72">
                    <a:extLst>
                      <a:ext uri="{FF2B5EF4-FFF2-40B4-BE49-F238E27FC236}">
                        <a16:creationId xmlns:a16="http://schemas.microsoft.com/office/drawing/2014/main" id="{DFD37556-E148-827E-C941-733AECD2C1B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3" name="Freeform 73">
                    <a:extLst>
                      <a:ext uri="{FF2B5EF4-FFF2-40B4-BE49-F238E27FC236}">
                        <a16:creationId xmlns:a16="http://schemas.microsoft.com/office/drawing/2014/main" id="{7182A070-25A5-C387-18BE-F3B70348A3C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4" name="Freeform 74">
                    <a:extLst>
                      <a:ext uri="{FF2B5EF4-FFF2-40B4-BE49-F238E27FC236}">
                        <a16:creationId xmlns:a16="http://schemas.microsoft.com/office/drawing/2014/main" id="{F19F85A6-9AB0-A771-E0ED-A13F02E7C2F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5" name="Freeform 75">
                    <a:extLst>
                      <a:ext uri="{FF2B5EF4-FFF2-40B4-BE49-F238E27FC236}">
                        <a16:creationId xmlns:a16="http://schemas.microsoft.com/office/drawing/2014/main" id="{6DE448EC-8F63-1CF6-EEB6-91D37D3E513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6" name="Freeform 76">
                    <a:extLst>
                      <a:ext uri="{FF2B5EF4-FFF2-40B4-BE49-F238E27FC236}">
                        <a16:creationId xmlns:a16="http://schemas.microsoft.com/office/drawing/2014/main" id="{F70C254F-7D19-3124-4192-6B7E5196087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7" name="Freeform 77">
                    <a:extLst>
                      <a:ext uri="{FF2B5EF4-FFF2-40B4-BE49-F238E27FC236}">
                        <a16:creationId xmlns:a16="http://schemas.microsoft.com/office/drawing/2014/main" id="{95125788-59B8-5A47-66D5-979B1828E46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8" name="Freeform 78">
                    <a:extLst>
                      <a:ext uri="{FF2B5EF4-FFF2-40B4-BE49-F238E27FC236}">
                        <a16:creationId xmlns:a16="http://schemas.microsoft.com/office/drawing/2014/main" id="{7207942D-6365-5FED-025B-19F2C0F69E8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9" name="Freeform 79">
                    <a:extLst>
                      <a:ext uri="{FF2B5EF4-FFF2-40B4-BE49-F238E27FC236}">
                        <a16:creationId xmlns:a16="http://schemas.microsoft.com/office/drawing/2014/main" id="{90F873C8-E584-E0CD-3C49-5BA0FDDD050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37" name="WordArt 80">
              <a:extLst>
                <a:ext uri="{FF2B5EF4-FFF2-40B4-BE49-F238E27FC236}">
                  <a16:creationId xmlns:a16="http://schemas.microsoft.com/office/drawing/2014/main" id="{E214CEBC-AD80-D590-DDEA-5C0A99499D7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grpSp>
        <p:nvGrpSpPr>
          <p:cNvPr id="21628" name="Group 39">
            <a:extLst>
              <a:ext uri="{FF2B5EF4-FFF2-40B4-BE49-F238E27FC236}">
                <a16:creationId xmlns:a16="http://schemas.microsoft.com/office/drawing/2014/main" id="{A5F79A14-0939-6793-CFAD-84C8143A27BF}"/>
              </a:ext>
            </a:extLst>
          </p:cNvPr>
          <p:cNvGrpSpPr>
            <a:grpSpLocks/>
          </p:cNvGrpSpPr>
          <p:nvPr/>
        </p:nvGrpSpPr>
        <p:grpSpPr bwMode="auto">
          <a:xfrm>
            <a:off x="4211805" y="1722306"/>
            <a:ext cx="406400" cy="339725"/>
            <a:chOff x="144" y="3264"/>
            <a:chExt cx="288" cy="240"/>
          </a:xfrm>
        </p:grpSpPr>
        <p:sp>
          <p:nvSpPr>
            <p:cNvPr id="21629" name="Rectangle 40">
              <a:extLst>
                <a:ext uri="{FF2B5EF4-FFF2-40B4-BE49-F238E27FC236}">
                  <a16:creationId xmlns:a16="http://schemas.microsoft.com/office/drawing/2014/main" id="{0B194F1B-5378-E594-118E-61D268787D8D}"/>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630" name="Rectangle 41">
              <a:extLst>
                <a:ext uri="{FF2B5EF4-FFF2-40B4-BE49-F238E27FC236}">
                  <a16:creationId xmlns:a16="http://schemas.microsoft.com/office/drawing/2014/main" id="{446BDC6A-9308-064D-870D-4CBADFC3E6FF}"/>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21631" name="Group 207">
            <a:extLst>
              <a:ext uri="{FF2B5EF4-FFF2-40B4-BE49-F238E27FC236}">
                <a16:creationId xmlns:a16="http://schemas.microsoft.com/office/drawing/2014/main" id="{59F8BCD5-B3A8-0320-667F-214EC0D97FEC}"/>
              </a:ext>
            </a:extLst>
          </p:cNvPr>
          <p:cNvGrpSpPr>
            <a:grpSpLocks/>
          </p:cNvGrpSpPr>
          <p:nvPr/>
        </p:nvGrpSpPr>
        <p:grpSpPr bwMode="auto">
          <a:xfrm>
            <a:off x="3581462" y="2100458"/>
            <a:ext cx="406400" cy="339725"/>
            <a:chOff x="144" y="3264"/>
            <a:chExt cx="288" cy="240"/>
          </a:xfrm>
        </p:grpSpPr>
        <p:sp>
          <p:nvSpPr>
            <p:cNvPr id="21824" name="Rectangle 208">
              <a:extLst>
                <a:ext uri="{FF2B5EF4-FFF2-40B4-BE49-F238E27FC236}">
                  <a16:creationId xmlns:a16="http://schemas.microsoft.com/office/drawing/2014/main" id="{5BC1E6F7-39F9-C3B6-0838-E2BC9AD9EF47}"/>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841" name="Rectangle 209">
              <a:extLst>
                <a:ext uri="{FF2B5EF4-FFF2-40B4-BE49-F238E27FC236}">
                  <a16:creationId xmlns:a16="http://schemas.microsoft.com/office/drawing/2014/main" id="{A91C4CCC-7607-861B-9E9F-D80258F93AB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pic>
        <p:nvPicPr>
          <p:cNvPr id="21613" name="Picture 224" descr="MC900434713[1]">
            <a:extLst>
              <a:ext uri="{FF2B5EF4-FFF2-40B4-BE49-F238E27FC236}">
                <a16:creationId xmlns:a16="http://schemas.microsoft.com/office/drawing/2014/main" id="{775783CB-2DC1-FEE4-86B7-B010BDB46AA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82028" y="1362922"/>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15" name="Line 196">
            <a:extLst>
              <a:ext uri="{FF2B5EF4-FFF2-40B4-BE49-F238E27FC236}">
                <a16:creationId xmlns:a16="http://schemas.microsoft.com/office/drawing/2014/main" id="{682B85EE-A528-D462-8884-3CCF376E470B}"/>
              </a:ext>
            </a:extLst>
          </p:cNvPr>
          <p:cNvSpPr>
            <a:spLocks noChangeShapeType="1"/>
          </p:cNvSpPr>
          <p:nvPr/>
        </p:nvSpPr>
        <p:spPr bwMode="auto">
          <a:xfrm>
            <a:off x="4126966" y="3739217"/>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609" name="Group 202">
            <a:extLst>
              <a:ext uri="{FF2B5EF4-FFF2-40B4-BE49-F238E27FC236}">
                <a16:creationId xmlns:a16="http://schemas.microsoft.com/office/drawing/2014/main" id="{E3906D18-2F50-5A05-3E34-03B92F29A8B0}"/>
              </a:ext>
            </a:extLst>
          </p:cNvPr>
          <p:cNvGrpSpPr>
            <a:grpSpLocks/>
          </p:cNvGrpSpPr>
          <p:nvPr/>
        </p:nvGrpSpPr>
        <p:grpSpPr bwMode="auto">
          <a:xfrm>
            <a:off x="4195187" y="3505261"/>
            <a:ext cx="406400" cy="339725"/>
            <a:chOff x="144" y="3264"/>
            <a:chExt cx="288" cy="240"/>
          </a:xfrm>
        </p:grpSpPr>
        <p:sp>
          <p:nvSpPr>
            <p:cNvPr id="21610" name="Rectangle 203">
              <a:extLst>
                <a:ext uri="{FF2B5EF4-FFF2-40B4-BE49-F238E27FC236}">
                  <a16:creationId xmlns:a16="http://schemas.microsoft.com/office/drawing/2014/main" id="{49460E3C-CF58-5E02-34F5-FAA0A913B91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614" name="Rectangle 204">
              <a:extLst>
                <a:ext uri="{FF2B5EF4-FFF2-40B4-BE49-F238E27FC236}">
                  <a16:creationId xmlns:a16="http://schemas.microsoft.com/office/drawing/2014/main" id="{05CC1E41-560C-D21E-5835-FD37624149D5}"/>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21870" name="Oval 53">
            <a:extLst>
              <a:ext uri="{FF2B5EF4-FFF2-40B4-BE49-F238E27FC236}">
                <a16:creationId xmlns:a16="http://schemas.microsoft.com/office/drawing/2014/main" id="{7005A62F-AD5D-EE8B-2A0A-5C87440AF9E4}"/>
              </a:ext>
            </a:extLst>
          </p:cNvPr>
          <p:cNvSpPr>
            <a:spLocks noChangeArrowheads="1"/>
          </p:cNvSpPr>
          <p:nvPr/>
        </p:nvSpPr>
        <p:spPr bwMode="auto">
          <a:xfrm flipH="1">
            <a:off x="5707907" y="3567987"/>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C</a:t>
            </a:r>
          </a:p>
        </p:txBody>
      </p:sp>
      <p:sp>
        <p:nvSpPr>
          <p:cNvPr id="21616" name="Line 195">
            <a:extLst>
              <a:ext uri="{FF2B5EF4-FFF2-40B4-BE49-F238E27FC236}">
                <a16:creationId xmlns:a16="http://schemas.microsoft.com/office/drawing/2014/main" id="{47E82F42-329D-01ED-9E9E-FE42EE8CF482}"/>
              </a:ext>
            </a:extLst>
          </p:cNvPr>
          <p:cNvSpPr>
            <a:spLocks noChangeShapeType="1"/>
          </p:cNvSpPr>
          <p:nvPr/>
        </p:nvSpPr>
        <p:spPr bwMode="auto">
          <a:xfrm flipH="1">
            <a:off x="3799797" y="2733180"/>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825" name="Group 288">
            <a:extLst>
              <a:ext uri="{FF2B5EF4-FFF2-40B4-BE49-F238E27FC236}">
                <a16:creationId xmlns:a16="http://schemas.microsoft.com/office/drawing/2014/main" id="{1885F794-704B-ADA9-3C00-445B18093E05}"/>
              </a:ext>
            </a:extLst>
          </p:cNvPr>
          <p:cNvGrpSpPr>
            <a:grpSpLocks/>
          </p:cNvGrpSpPr>
          <p:nvPr/>
        </p:nvGrpSpPr>
        <p:grpSpPr bwMode="auto">
          <a:xfrm>
            <a:off x="3421567" y="3411043"/>
            <a:ext cx="765991" cy="537685"/>
            <a:chOff x="195" y="394"/>
            <a:chExt cx="570" cy="360"/>
          </a:xfrm>
        </p:grpSpPr>
        <p:sp>
          <p:nvSpPr>
            <p:cNvPr id="21826" name="Arc 289">
              <a:extLst>
                <a:ext uri="{FF2B5EF4-FFF2-40B4-BE49-F238E27FC236}">
                  <a16:creationId xmlns:a16="http://schemas.microsoft.com/office/drawing/2014/main" id="{180C36B6-903A-296E-2A19-87D0DD45D459}"/>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8" name="Arc 290">
              <a:extLst>
                <a:ext uri="{FF2B5EF4-FFF2-40B4-BE49-F238E27FC236}">
                  <a16:creationId xmlns:a16="http://schemas.microsoft.com/office/drawing/2014/main" id="{B52DA408-221A-AB90-7217-ECCB437A4088}"/>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9" name="Line 291">
              <a:extLst>
                <a:ext uri="{FF2B5EF4-FFF2-40B4-BE49-F238E27FC236}">
                  <a16:creationId xmlns:a16="http://schemas.microsoft.com/office/drawing/2014/main" id="{605EFE9E-33EC-6CC5-A90C-7213B1EF9389}"/>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40" name="Line 292">
              <a:extLst>
                <a:ext uri="{FF2B5EF4-FFF2-40B4-BE49-F238E27FC236}">
                  <a16:creationId xmlns:a16="http://schemas.microsoft.com/office/drawing/2014/main" id="{78BBE94D-6ACD-E60C-80AF-45E9F3A954BB}"/>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21557" name="Group 145">
            <a:extLst>
              <a:ext uri="{FF2B5EF4-FFF2-40B4-BE49-F238E27FC236}">
                <a16:creationId xmlns:a16="http://schemas.microsoft.com/office/drawing/2014/main" id="{BF919D3C-20E0-6995-049F-1A90879A55E7}"/>
              </a:ext>
            </a:extLst>
          </p:cNvPr>
          <p:cNvGrpSpPr>
            <a:grpSpLocks noChangeAspect="1"/>
          </p:cNvGrpSpPr>
          <p:nvPr/>
        </p:nvGrpSpPr>
        <p:grpSpPr bwMode="auto">
          <a:xfrm>
            <a:off x="3427884" y="3438634"/>
            <a:ext cx="723900" cy="460375"/>
            <a:chOff x="3312" y="2160"/>
            <a:chExt cx="960" cy="528"/>
          </a:xfrm>
        </p:grpSpPr>
        <p:grpSp>
          <p:nvGrpSpPr>
            <p:cNvPr id="21558" name="Group 146">
              <a:extLst>
                <a:ext uri="{FF2B5EF4-FFF2-40B4-BE49-F238E27FC236}">
                  <a16:creationId xmlns:a16="http://schemas.microsoft.com/office/drawing/2014/main" id="{C9CE70C1-F449-AE93-732C-5E6C179E02BB}"/>
                </a:ext>
              </a:extLst>
            </p:cNvPr>
            <p:cNvGrpSpPr>
              <a:grpSpLocks noChangeAspect="1"/>
            </p:cNvGrpSpPr>
            <p:nvPr/>
          </p:nvGrpSpPr>
          <p:grpSpPr bwMode="auto">
            <a:xfrm>
              <a:off x="3312" y="2160"/>
              <a:ext cx="960" cy="528"/>
              <a:chOff x="3312" y="2160"/>
              <a:chExt cx="960" cy="528"/>
            </a:xfrm>
          </p:grpSpPr>
          <p:sp>
            <p:nvSpPr>
              <p:cNvPr id="21560" name="AutoShape 147">
                <a:extLst>
                  <a:ext uri="{FF2B5EF4-FFF2-40B4-BE49-F238E27FC236}">
                    <a16:creationId xmlns:a16="http://schemas.microsoft.com/office/drawing/2014/main" id="{BBD55983-EA7E-7368-0DAF-64BB8810A75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61" name="Group 148">
                <a:extLst>
                  <a:ext uri="{FF2B5EF4-FFF2-40B4-BE49-F238E27FC236}">
                    <a16:creationId xmlns:a16="http://schemas.microsoft.com/office/drawing/2014/main" id="{C3039768-403B-52CD-6F45-2125E7C73EA0}"/>
                  </a:ext>
                </a:extLst>
              </p:cNvPr>
              <p:cNvGrpSpPr>
                <a:grpSpLocks noChangeAspect="1"/>
              </p:cNvGrpSpPr>
              <p:nvPr/>
            </p:nvGrpSpPr>
            <p:grpSpPr bwMode="auto">
              <a:xfrm>
                <a:off x="3488" y="2193"/>
                <a:ext cx="599" cy="207"/>
                <a:chOff x="422" y="1632"/>
                <a:chExt cx="829" cy="298"/>
              </a:xfrm>
            </p:grpSpPr>
            <p:grpSp>
              <p:nvGrpSpPr>
                <p:cNvPr id="21562" name="Group 149">
                  <a:extLst>
                    <a:ext uri="{FF2B5EF4-FFF2-40B4-BE49-F238E27FC236}">
                      <a16:creationId xmlns:a16="http://schemas.microsoft.com/office/drawing/2014/main" id="{E886641B-0F23-6D2E-2093-6D498208F740}"/>
                    </a:ext>
                  </a:extLst>
                </p:cNvPr>
                <p:cNvGrpSpPr>
                  <a:grpSpLocks noChangeAspect="1"/>
                </p:cNvGrpSpPr>
                <p:nvPr/>
              </p:nvGrpSpPr>
              <p:grpSpPr bwMode="auto">
                <a:xfrm>
                  <a:off x="422" y="1632"/>
                  <a:ext cx="822" cy="291"/>
                  <a:chOff x="422" y="1632"/>
                  <a:chExt cx="822" cy="291"/>
                </a:xfrm>
              </p:grpSpPr>
              <p:sp>
                <p:nvSpPr>
                  <p:cNvPr id="21572" name="Freeform 150">
                    <a:extLst>
                      <a:ext uri="{FF2B5EF4-FFF2-40B4-BE49-F238E27FC236}">
                        <a16:creationId xmlns:a16="http://schemas.microsoft.com/office/drawing/2014/main" id="{0AB50D13-FC19-907E-059E-A9AF76781C3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3" name="Freeform 151">
                    <a:extLst>
                      <a:ext uri="{FF2B5EF4-FFF2-40B4-BE49-F238E27FC236}">
                        <a16:creationId xmlns:a16="http://schemas.microsoft.com/office/drawing/2014/main" id="{8BBE3B2D-C7C6-96B1-A23E-0E6257BBE8F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4" name="Freeform 152">
                    <a:extLst>
                      <a:ext uri="{FF2B5EF4-FFF2-40B4-BE49-F238E27FC236}">
                        <a16:creationId xmlns:a16="http://schemas.microsoft.com/office/drawing/2014/main" id="{CD1A2776-2147-7B15-D135-616342C7A9CF}"/>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5" name="Freeform 153">
                    <a:extLst>
                      <a:ext uri="{FF2B5EF4-FFF2-40B4-BE49-F238E27FC236}">
                        <a16:creationId xmlns:a16="http://schemas.microsoft.com/office/drawing/2014/main" id="{7291508E-A91D-C72F-42B3-A6A6B653F06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6" name="Freeform 154">
                    <a:extLst>
                      <a:ext uri="{FF2B5EF4-FFF2-40B4-BE49-F238E27FC236}">
                        <a16:creationId xmlns:a16="http://schemas.microsoft.com/office/drawing/2014/main" id="{D545102C-A991-708F-C3B6-FDF24F887C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7" name="Freeform 155">
                    <a:extLst>
                      <a:ext uri="{FF2B5EF4-FFF2-40B4-BE49-F238E27FC236}">
                        <a16:creationId xmlns:a16="http://schemas.microsoft.com/office/drawing/2014/main" id="{A8A0332E-9857-0F7E-7C73-8F7561E0A76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8" name="Freeform 156">
                    <a:extLst>
                      <a:ext uri="{FF2B5EF4-FFF2-40B4-BE49-F238E27FC236}">
                        <a16:creationId xmlns:a16="http://schemas.microsoft.com/office/drawing/2014/main" id="{E29F5E5B-A6B7-40AB-AAE2-FDE57C7119D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9" name="Freeform 157">
                    <a:extLst>
                      <a:ext uri="{FF2B5EF4-FFF2-40B4-BE49-F238E27FC236}">
                        <a16:creationId xmlns:a16="http://schemas.microsoft.com/office/drawing/2014/main" id="{7F143E06-8770-68E2-C462-5E4FABF03F8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63" name="Group 158">
                  <a:extLst>
                    <a:ext uri="{FF2B5EF4-FFF2-40B4-BE49-F238E27FC236}">
                      <a16:creationId xmlns:a16="http://schemas.microsoft.com/office/drawing/2014/main" id="{EE15192C-52AC-F658-7322-8BA6CA520B5C}"/>
                    </a:ext>
                  </a:extLst>
                </p:cNvPr>
                <p:cNvGrpSpPr>
                  <a:grpSpLocks noChangeAspect="1"/>
                </p:cNvGrpSpPr>
                <p:nvPr/>
              </p:nvGrpSpPr>
              <p:grpSpPr bwMode="auto">
                <a:xfrm>
                  <a:off x="429" y="1639"/>
                  <a:ext cx="822" cy="291"/>
                  <a:chOff x="429" y="1639"/>
                  <a:chExt cx="822" cy="291"/>
                </a:xfrm>
              </p:grpSpPr>
              <p:sp>
                <p:nvSpPr>
                  <p:cNvPr id="21564" name="Freeform 159">
                    <a:extLst>
                      <a:ext uri="{FF2B5EF4-FFF2-40B4-BE49-F238E27FC236}">
                        <a16:creationId xmlns:a16="http://schemas.microsoft.com/office/drawing/2014/main" id="{583941F9-7A99-49A8-3C83-BB40C94CB2BB}"/>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5" name="Freeform 160">
                    <a:extLst>
                      <a:ext uri="{FF2B5EF4-FFF2-40B4-BE49-F238E27FC236}">
                        <a16:creationId xmlns:a16="http://schemas.microsoft.com/office/drawing/2014/main" id="{AD496653-94F8-3D91-C9F0-EFAB0FB8A37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6" name="Freeform 161">
                    <a:extLst>
                      <a:ext uri="{FF2B5EF4-FFF2-40B4-BE49-F238E27FC236}">
                        <a16:creationId xmlns:a16="http://schemas.microsoft.com/office/drawing/2014/main" id="{ADCFC04F-5A3A-844B-160D-D18AB530B11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7" name="Freeform 162">
                    <a:extLst>
                      <a:ext uri="{FF2B5EF4-FFF2-40B4-BE49-F238E27FC236}">
                        <a16:creationId xmlns:a16="http://schemas.microsoft.com/office/drawing/2014/main" id="{B96C67A1-C28F-3D18-39A8-02E5608BE231}"/>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8" name="Freeform 163">
                    <a:extLst>
                      <a:ext uri="{FF2B5EF4-FFF2-40B4-BE49-F238E27FC236}">
                        <a16:creationId xmlns:a16="http://schemas.microsoft.com/office/drawing/2014/main" id="{57786466-5584-82CE-1D4A-B091E7A6E01E}"/>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9" name="Freeform 164">
                    <a:extLst>
                      <a:ext uri="{FF2B5EF4-FFF2-40B4-BE49-F238E27FC236}">
                        <a16:creationId xmlns:a16="http://schemas.microsoft.com/office/drawing/2014/main" id="{5D85E2B6-2ABB-1FE7-316E-18CE7F03453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0" name="Freeform 165">
                    <a:extLst>
                      <a:ext uri="{FF2B5EF4-FFF2-40B4-BE49-F238E27FC236}">
                        <a16:creationId xmlns:a16="http://schemas.microsoft.com/office/drawing/2014/main" id="{1D492DA3-5C0F-01A9-DDDB-4D08C73020C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1" name="Freeform 166">
                    <a:extLst>
                      <a:ext uri="{FF2B5EF4-FFF2-40B4-BE49-F238E27FC236}">
                        <a16:creationId xmlns:a16="http://schemas.microsoft.com/office/drawing/2014/main" id="{46FEB88A-78F1-A80C-0696-7D0A202FC76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59" name="WordArt 167">
              <a:extLst>
                <a:ext uri="{FF2B5EF4-FFF2-40B4-BE49-F238E27FC236}">
                  <a16:creationId xmlns:a16="http://schemas.microsoft.com/office/drawing/2014/main" id="{76DD55C0-FCFC-7D17-6781-C8A8930DDDCF}"/>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grpSp>
        <p:nvGrpSpPr>
          <p:cNvPr id="21606" name="Group 199">
            <a:extLst>
              <a:ext uri="{FF2B5EF4-FFF2-40B4-BE49-F238E27FC236}">
                <a16:creationId xmlns:a16="http://schemas.microsoft.com/office/drawing/2014/main" id="{D28881FE-4EE9-F730-33E6-3D242B62C198}"/>
              </a:ext>
            </a:extLst>
          </p:cNvPr>
          <p:cNvGrpSpPr>
            <a:grpSpLocks/>
          </p:cNvGrpSpPr>
          <p:nvPr/>
        </p:nvGrpSpPr>
        <p:grpSpPr bwMode="auto">
          <a:xfrm>
            <a:off x="3591141" y="3035502"/>
            <a:ext cx="406400" cy="339725"/>
            <a:chOff x="144" y="3264"/>
            <a:chExt cx="288" cy="240"/>
          </a:xfrm>
        </p:grpSpPr>
        <p:sp>
          <p:nvSpPr>
            <p:cNvPr id="21607" name="Rectangle 200">
              <a:extLst>
                <a:ext uri="{FF2B5EF4-FFF2-40B4-BE49-F238E27FC236}">
                  <a16:creationId xmlns:a16="http://schemas.microsoft.com/office/drawing/2014/main" id="{DC44C780-AB79-644F-B334-1FAE737E442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608" name="Rectangle 201">
              <a:extLst>
                <a:ext uri="{FF2B5EF4-FFF2-40B4-BE49-F238E27FC236}">
                  <a16:creationId xmlns:a16="http://schemas.microsoft.com/office/drawing/2014/main" id="{EE3A946D-7579-21AD-50B5-B36E26D3E6B4}"/>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sp>
        <p:nvSpPr>
          <p:cNvPr id="21868" name="Oval 51">
            <a:extLst>
              <a:ext uri="{FF2B5EF4-FFF2-40B4-BE49-F238E27FC236}">
                <a16:creationId xmlns:a16="http://schemas.microsoft.com/office/drawing/2014/main" id="{D82483F4-E4A6-720E-4DEA-40AE4183B17E}"/>
              </a:ext>
            </a:extLst>
          </p:cNvPr>
          <p:cNvSpPr>
            <a:spLocks noChangeArrowheads="1"/>
          </p:cNvSpPr>
          <p:nvPr/>
        </p:nvSpPr>
        <p:spPr bwMode="auto">
          <a:xfrm flipH="1">
            <a:off x="3641819" y="263727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D</a:t>
            </a:r>
          </a:p>
        </p:txBody>
      </p:sp>
      <p:pic>
        <p:nvPicPr>
          <p:cNvPr id="21601" name="Picture 45" descr="MC900434713[1]">
            <a:extLst>
              <a:ext uri="{FF2B5EF4-FFF2-40B4-BE49-F238E27FC236}">
                <a16:creationId xmlns:a16="http://schemas.microsoft.com/office/drawing/2014/main" id="{144676CA-BFA2-7F9C-A472-D3A2AB3435A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11169" y="2731099"/>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02" name="Picture 45" descr="MC900434713[1]">
            <a:extLst>
              <a:ext uri="{FF2B5EF4-FFF2-40B4-BE49-F238E27FC236}">
                <a16:creationId xmlns:a16="http://schemas.microsoft.com/office/drawing/2014/main" id="{D608AE80-E4AB-4CF7-689E-BE839F48117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08501" y="3174647"/>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131052373"/>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9" name="Rectangle 162">
            <a:extLst>
              <a:ext uri="{FF2B5EF4-FFF2-40B4-BE49-F238E27FC236}">
                <a16:creationId xmlns:a16="http://schemas.microsoft.com/office/drawing/2014/main" id="{8584387D-BCD0-10AC-7D8D-EC2987806EDE}"/>
              </a:ext>
            </a:extLst>
          </p:cNvPr>
          <p:cNvSpPr>
            <a:spLocks noGrp="1" noChangeArrowheads="1"/>
          </p:cNvSpPr>
          <p:nvPr>
            <p:ph type="title"/>
          </p:nvPr>
        </p:nvSpPr>
        <p:spPr/>
        <p:txBody>
          <a:bodyPr/>
          <a:lstStyle/>
          <a:p>
            <a:pPr eaLnBrk="1" hangingPunct="1"/>
            <a:r>
              <a:rPr lang="it-IT" altLang="it-IT" sz="4000" dirty="0" err="1"/>
              <a:t>ospf’s</a:t>
            </a:r>
            <a:r>
              <a:rPr lang="it-IT" altLang="it-IT" sz="4000" dirty="0"/>
              <a:t> </a:t>
            </a:r>
            <a:r>
              <a:rPr lang="it-IT" altLang="it-IT" sz="4000" dirty="0" err="1"/>
              <a:t>view</a:t>
            </a:r>
            <a:r>
              <a:rPr lang="it-IT" altLang="it-IT" sz="4000" dirty="0"/>
              <a:t> of the network</a:t>
            </a:r>
          </a:p>
        </p:txBody>
      </p:sp>
      <p:sp>
        <p:nvSpPr>
          <p:cNvPr id="2" name="Rectangle 4">
            <a:extLst>
              <a:ext uri="{FF2B5EF4-FFF2-40B4-BE49-F238E27FC236}">
                <a16:creationId xmlns:a16="http://schemas.microsoft.com/office/drawing/2014/main" id="{6CE004DA-5A77-5B87-6A43-BCDFAA7F1A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A2AFE0F-CDE3-53AA-46B9-074CE3A31213}"/>
              </a:ext>
            </a:extLst>
          </p:cNvPr>
          <p:cNvSpPr>
            <a:spLocks noGrp="1" noChangeArrowheads="1"/>
          </p:cNvSpPr>
          <p:nvPr>
            <p:ph type="ftr" sz="quarter" idx="11"/>
          </p:nvPr>
        </p:nvSpPr>
        <p:spPr>
          <a:ln/>
        </p:spPr>
        <p:txBody>
          <a:bodyPr/>
          <a:lstStyle/>
          <a:p>
            <a:r>
              <a:rPr lang="it-IT" altLang="en-IT"/>
              <a:t>kathara – [ labs: ospf_frr ]</a:t>
            </a:r>
          </a:p>
        </p:txBody>
      </p:sp>
      <p:grpSp>
        <p:nvGrpSpPr>
          <p:cNvPr id="21508" name="Group 2">
            <a:extLst>
              <a:ext uri="{FF2B5EF4-FFF2-40B4-BE49-F238E27FC236}">
                <a16:creationId xmlns:a16="http://schemas.microsoft.com/office/drawing/2014/main" id="{2DA97725-4953-C550-1AE7-B08BFB277F90}"/>
              </a:ext>
            </a:extLst>
          </p:cNvPr>
          <p:cNvGrpSpPr>
            <a:grpSpLocks/>
          </p:cNvGrpSpPr>
          <p:nvPr/>
        </p:nvGrpSpPr>
        <p:grpSpPr bwMode="auto">
          <a:xfrm>
            <a:off x="2184722" y="1013216"/>
            <a:ext cx="7655970" cy="3628007"/>
            <a:chOff x="-177" y="1030"/>
            <a:chExt cx="5760" cy="2840"/>
          </a:xfrm>
        </p:grpSpPr>
        <p:grpSp>
          <p:nvGrpSpPr>
            <p:cNvPr id="21537" name="Group 3">
              <a:extLst>
                <a:ext uri="{FF2B5EF4-FFF2-40B4-BE49-F238E27FC236}">
                  <a16:creationId xmlns:a16="http://schemas.microsoft.com/office/drawing/2014/main" id="{E2681DC0-9B50-77BB-239C-DF7BA73E9B3B}"/>
                </a:ext>
              </a:extLst>
            </p:cNvPr>
            <p:cNvGrpSpPr>
              <a:grpSpLocks/>
            </p:cNvGrpSpPr>
            <p:nvPr/>
          </p:nvGrpSpPr>
          <p:grpSpPr bwMode="auto">
            <a:xfrm>
              <a:off x="-177" y="1221"/>
              <a:ext cx="5760" cy="2649"/>
              <a:chOff x="-177" y="1221"/>
              <a:chExt cx="5760" cy="2649"/>
            </a:xfrm>
          </p:grpSpPr>
          <p:sp>
            <p:nvSpPr>
              <p:cNvPr id="21539" name="Oval 4">
                <a:extLst>
                  <a:ext uri="{FF2B5EF4-FFF2-40B4-BE49-F238E27FC236}">
                    <a16:creationId xmlns:a16="http://schemas.microsoft.com/office/drawing/2014/main" id="{B69635C6-E67E-A5FF-F83A-EDD0A07E21AD}"/>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0" name="Oval 5">
                <a:extLst>
                  <a:ext uri="{FF2B5EF4-FFF2-40B4-BE49-F238E27FC236}">
                    <a16:creationId xmlns:a16="http://schemas.microsoft.com/office/drawing/2014/main" id="{CD6F14E2-E370-605B-5409-012738BB8ECB}"/>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1" name="Oval 6">
                <a:extLst>
                  <a:ext uri="{FF2B5EF4-FFF2-40B4-BE49-F238E27FC236}">
                    <a16:creationId xmlns:a16="http://schemas.microsoft.com/office/drawing/2014/main" id="{B0991C3C-4720-AA4F-C655-54ADA1D57C12}"/>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2" name="Oval 7">
                <a:extLst>
                  <a:ext uri="{FF2B5EF4-FFF2-40B4-BE49-F238E27FC236}">
                    <a16:creationId xmlns:a16="http://schemas.microsoft.com/office/drawing/2014/main" id="{45C8B705-A185-D395-872F-2FEC97CFF287}"/>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3" name="Oval 8">
                <a:extLst>
                  <a:ext uri="{FF2B5EF4-FFF2-40B4-BE49-F238E27FC236}">
                    <a16:creationId xmlns:a16="http://schemas.microsoft.com/office/drawing/2014/main" id="{F725B197-4602-ACB5-B8B8-56129D2CDD21}"/>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4" name="Oval 9">
                <a:extLst>
                  <a:ext uri="{FF2B5EF4-FFF2-40B4-BE49-F238E27FC236}">
                    <a16:creationId xmlns:a16="http://schemas.microsoft.com/office/drawing/2014/main" id="{ACBEF2A0-3712-BAD5-FD1A-C29D5EC8AB13}"/>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5" name="Oval 10">
                <a:extLst>
                  <a:ext uri="{FF2B5EF4-FFF2-40B4-BE49-F238E27FC236}">
                    <a16:creationId xmlns:a16="http://schemas.microsoft.com/office/drawing/2014/main" id="{E674A691-74D1-1DC0-A014-ADBC3155DCA2}"/>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6" name="Oval 11">
                <a:extLst>
                  <a:ext uri="{FF2B5EF4-FFF2-40B4-BE49-F238E27FC236}">
                    <a16:creationId xmlns:a16="http://schemas.microsoft.com/office/drawing/2014/main" id="{B83FF4C2-6943-FEFF-00E0-6E588EDA7C0A}"/>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7" name="Oval 12">
                <a:extLst>
                  <a:ext uri="{FF2B5EF4-FFF2-40B4-BE49-F238E27FC236}">
                    <a16:creationId xmlns:a16="http://schemas.microsoft.com/office/drawing/2014/main" id="{EF32C6C9-82D0-B1E8-DA27-1F3B19138F71}"/>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dirty="0">
                  <a:latin typeface="Arial" panose="020B0604020202020204" pitchFamily="34" charset="0"/>
                </a:endParaRPr>
              </a:p>
            </p:txBody>
          </p:sp>
        </p:grpSp>
        <p:sp>
          <p:nvSpPr>
            <p:cNvPr id="21538" name="Oval 13">
              <a:extLst>
                <a:ext uri="{FF2B5EF4-FFF2-40B4-BE49-F238E27FC236}">
                  <a16:creationId xmlns:a16="http://schemas.microsoft.com/office/drawing/2014/main" id="{6EC22C66-8731-D095-AF4D-2BED9A96CFED}"/>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grpSp>
        <p:nvGrpSpPr>
          <p:cNvPr id="4" name="Group 3">
            <a:extLst>
              <a:ext uri="{FF2B5EF4-FFF2-40B4-BE49-F238E27FC236}">
                <a16:creationId xmlns:a16="http://schemas.microsoft.com/office/drawing/2014/main" id="{2D42DAB1-303A-3E40-3524-C11468DCB958}"/>
              </a:ext>
            </a:extLst>
          </p:cNvPr>
          <p:cNvGrpSpPr/>
          <p:nvPr/>
        </p:nvGrpSpPr>
        <p:grpSpPr>
          <a:xfrm>
            <a:off x="2780918" y="4408603"/>
            <a:ext cx="6802068" cy="2334786"/>
            <a:chOff x="4778215" y="2378844"/>
            <a:chExt cx="6802068" cy="1961626"/>
          </a:xfrm>
        </p:grpSpPr>
        <p:sp>
          <p:nvSpPr>
            <p:cNvPr id="5" name="Rectangle 4">
              <a:extLst>
                <a:ext uri="{FF2B5EF4-FFF2-40B4-BE49-F238E27FC236}">
                  <a16:creationId xmlns:a16="http://schemas.microsoft.com/office/drawing/2014/main" id="{70361730-5F00-C0BB-08BD-044CC667EEAE}"/>
                </a:ext>
              </a:extLst>
            </p:cNvPr>
            <p:cNvSpPr/>
            <p:nvPr/>
          </p:nvSpPr>
          <p:spPr>
            <a:xfrm>
              <a:off x="4778215" y="2632077"/>
              <a:ext cx="6802068" cy="1708393"/>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en-US" altLang="it-IT" sz="1400" dirty="0">
                  <a:solidFill>
                    <a:schemeClr val="bg1"/>
                  </a:solidFill>
                  <a:latin typeface="Lucida Console" panose="020B0609040504020204" pitchFamily="49" charset="0"/>
                </a:rPr>
                <a:t> Link State ID: 10.0.0.1 (address of Designated Router)</a:t>
              </a:r>
            </a:p>
            <a:p>
              <a:pPr eaLnBrk="1" hangingPunct="1"/>
              <a:r>
                <a:rPr lang="en-US" altLang="it-IT" sz="1400" dirty="0">
                  <a:solidFill>
                    <a:schemeClr val="bg1"/>
                  </a:solidFill>
                  <a:latin typeface="Lucida Console" panose="020B0609040504020204" pitchFamily="49" charset="0"/>
                </a:rPr>
                <a:t>  Advertising Router: 10.0.3.1</a:t>
              </a:r>
            </a:p>
            <a:p>
              <a:pPr eaLnBrk="1" hangingPunct="1"/>
              <a:r>
                <a:rPr lang="en-US" altLang="it-IT" sz="1400" dirty="0">
                  <a:solidFill>
                    <a:schemeClr val="bg1"/>
                  </a:solidFill>
                  <a:latin typeface="Lucida Console" panose="020B0609040504020204" pitchFamily="49" charset="0"/>
                </a:rPr>
                <a:t>  Network Mask: /24</a:t>
              </a:r>
            </a:p>
            <a:p>
              <a:pPr eaLnBrk="1" hangingPunct="1"/>
              <a:r>
                <a:rPr lang="en-US" altLang="it-IT" sz="1400" dirty="0">
                  <a:solidFill>
                    <a:schemeClr val="bg1"/>
                  </a:solidFill>
                  <a:latin typeface="Lucida Console" panose="020B0609040504020204" pitchFamily="49" charset="0"/>
                </a:rPr>
                <a:t>        Attached Router: 10.0.3.1</a:t>
              </a:r>
            </a:p>
            <a:p>
              <a:pPr eaLnBrk="1" hangingPunct="1"/>
              <a:r>
                <a:rPr lang="en-US" altLang="it-IT" sz="1400" dirty="0">
                  <a:solidFill>
                    <a:schemeClr val="bg1"/>
                  </a:solidFill>
                  <a:latin typeface="Lucida Console" panose="020B0609040504020204" pitchFamily="49" charset="0"/>
                </a:rPr>
                <a:t>        Attached Router: 10.0.1.1</a:t>
              </a:r>
            </a:p>
            <a:p>
              <a:pPr eaLnBrk="1" hangingPunct="1"/>
              <a:r>
                <a:rPr lang="en-US" altLang="it-IT" sz="1400" dirty="0">
                  <a:solidFill>
                    <a:schemeClr val="bg1"/>
                  </a:solidFill>
                  <a:latin typeface="Lucida Console" panose="020B0609040504020204" pitchFamily="49" charset="0"/>
                </a:rPr>
                <a:t>        Attached Router: 10.0.2.3 </a:t>
              </a:r>
              <a:endParaRPr lang="it-IT" altLang="it-IT" sz="1400" dirty="0">
                <a:solidFill>
                  <a:schemeClr val="bg1"/>
                </a:solidFill>
                <a:latin typeface="Lucida Console" panose="020B0609040504020204" pitchFamily="49" charset="0"/>
              </a:endParaRPr>
            </a:p>
          </p:txBody>
        </p:sp>
        <p:sp>
          <p:nvSpPr>
            <p:cNvPr id="6" name="Rectangle 5">
              <a:extLst>
                <a:ext uri="{FF2B5EF4-FFF2-40B4-BE49-F238E27FC236}">
                  <a16:creationId xmlns:a16="http://schemas.microsoft.com/office/drawing/2014/main" id="{E8931EE6-7A3E-795A-0473-EC7653C2A51A}"/>
                </a:ext>
              </a:extLst>
            </p:cNvPr>
            <p:cNvSpPr/>
            <p:nvPr/>
          </p:nvSpPr>
          <p:spPr>
            <a:xfrm>
              <a:off x="4778215" y="2378844"/>
              <a:ext cx="6802064"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7" name="Group 6">
              <a:extLst>
                <a:ext uri="{FF2B5EF4-FFF2-40B4-BE49-F238E27FC236}">
                  <a16:creationId xmlns:a16="http://schemas.microsoft.com/office/drawing/2014/main" id="{2CE8E8BB-74C2-AC0C-E3A5-C38E3B3F0654}"/>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E844A620-6750-B0F9-F8AC-10A7C8E1AC64}"/>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B770B94-AC31-A4C4-6A0F-3E88FAEF025C}"/>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E583634-35BC-41C5-2601-F81456C681CE}"/>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 name="Group 22">
            <a:extLst>
              <a:ext uri="{FF2B5EF4-FFF2-40B4-BE49-F238E27FC236}">
                <a16:creationId xmlns:a16="http://schemas.microsoft.com/office/drawing/2014/main" id="{C2608583-12AC-E963-6C53-601A92694D6E}"/>
              </a:ext>
            </a:extLst>
          </p:cNvPr>
          <p:cNvGrpSpPr>
            <a:grpSpLocks noChangeAspect="1"/>
          </p:cNvGrpSpPr>
          <p:nvPr/>
        </p:nvGrpSpPr>
        <p:grpSpPr bwMode="auto">
          <a:xfrm>
            <a:off x="5453228" y="2573027"/>
            <a:ext cx="723900" cy="460375"/>
            <a:chOff x="3312" y="2160"/>
            <a:chExt cx="960" cy="528"/>
          </a:xfrm>
        </p:grpSpPr>
        <p:grpSp>
          <p:nvGrpSpPr>
            <p:cNvPr id="12" name="Group 23">
              <a:extLst>
                <a:ext uri="{FF2B5EF4-FFF2-40B4-BE49-F238E27FC236}">
                  <a16:creationId xmlns:a16="http://schemas.microsoft.com/office/drawing/2014/main" id="{05DE7858-3636-F599-D79A-DE08964C598A}"/>
                </a:ext>
              </a:extLst>
            </p:cNvPr>
            <p:cNvGrpSpPr>
              <a:grpSpLocks noChangeAspect="1"/>
            </p:cNvGrpSpPr>
            <p:nvPr/>
          </p:nvGrpSpPr>
          <p:grpSpPr bwMode="auto">
            <a:xfrm>
              <a:off x="3312" y="2160"/>
              <a:ext cx="960" cy="528"/>
              <a:chOff x="3312" y="2160"/>
              <a:chExt cx="960" cy="528"/>
            </a:xfrm>
          </p:grpSpPr>
          <p:sp>
            <p:nvSpPr>
              <p:cNvPr id="14" name="AutoShape 24">
                <a:extLst>
                  <a:ext uri="{FF2B5EF4-FFF2-40B4-BE49-F238E27FC236}">
                    <a16:creationId xmlns:a16="http://schemas.microsoft.com/office/drawing/2014/main" id="{D82093E1-53BC-B07A-7C9A-18F8419FEF16}"/>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5" name="Group 25">
                <a:extLst>
                  <a:ext uri="{FF2B5EF4-FFF2-40B4-BE49-F238E27FC236}">
                    <a16:creationId xmlns:a16="http://schemas.microsoft.com/office/drawing/2014/main" id="{C4A8BA6A-BE62-18B2-5E0E-66517D17B67C}"/>
                  </a:ext>
                </a:extLst>
              </p:cNvPr>
              <p:cNvGrpSpPr>
                <a:grpSpLocks noChangeAspect="1"/>
              </p:cNvGrpSpPr>
              <p:nvPr/>
            </p:nvGrpSpPr>
            <p:grpSpPr bwMode="auto">
              <a:xfrm>
                <a:off x="3488" y="2193"/>
                <a:ext cx="599" cy="207"/>
                <a:chOff x="422" y="1632"/>
                <a:chExt cx="829" cy="298"/>
              </a:xfrm>
            </p:grpSpPr>
            <p:grpSp>
              <p:nvGrpSpPr>
                <p:cNvPr id="16" name="Group 26">
                  <a:extLst>
                    <a:ext uri="{FF2B5EF4-FFF2-40B4-BE49-F238E27FC236}">
                      <a16:creationId xmlns:a16="http://schemas.microsoft.com/office/drawing/2014/main" id="{631C4994-E14D-4C79-8905-6CDE1C06FFC4}"/>
                    </a:ext>
                  </a:extLst>
                </p:cNvPr>
                <p:cNvGrpSpPr>
                  <a:grpSpLocks noChangeAspect="1"/>
                </p:cNvGrpSpPr>
                <p:nvPr/>
              </p:nvGrpSpPr>
              <p:grpSpPr bwMode="auto">
                <a:xfrm>
                  <a:off x="422" y="1632"/>
                  <a:ext cx="822" cy="291"/>
                  <a:chOff x="422" y="1632"/>
                  <a:chExt cx="822" cy="291"/>
                </a:xfrm>
              </p:grpSpPr>
              <p:sp>
                <p:nvSpPr>
                  <p:cNvPr id="26" name="Freeform 27">
                    <a:extLst>
                      <a:ext uri="{FF2B5EF4-FFF2-40B4-BE49-F238E27FC236}">
                        <a16:creationId xmlns:a16="http://schemas.microsoft.com/office/drawing/2014/main" id="{B72CA0C7-3842-31B5-A5C3-2BD2DA66DDC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7" name="Freeform 28">
                    <a:extLst>
                      <a:ext uri="{FF2B5EF4-FFF2-40B4-BE49-F238E27FC236}">
                        <a16:creationId xmlns:a16="http://schemas.microsoft.com/office/drawing/2014/main" id="{2B385304-C216-72D0-27B5-82255325C57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8" name="Freeform 29">
                    <a:extLst>
                      <a:ext uri="{FF2B5EF4-FFF2-40B4-BE49-F238E27FC236}">
                        <a16:creationId xmlns:a16="http://schemas.microsoft.com/office/drawing/2014/main" id="{644859A5-014B-D062-F976-1D4659876FD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9" name="Freeform 30">
                    <a:extLst>
                      <a:ext uri="{FF2B5EF4-FFF2-40B4-BE49-F238E27FC236}">
                        <a16:creationId xmlns:a16="http://schemas.microsoft.com/office/drawing/2014/main" id="{30955297-9293-2496-5A1D-665E5962C48D}"/>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0" name="Freeform 31">
                    <a:extLst>
                      <a:ext uri="{FF2B5EF4-FFF2-40B4-BE49-F238E27FC236}">
                        <a16:creationId xmlns:a16="http://schemas.microsoft.com/office/drawing/2014/main" id="{CA45FD37-0134-8E11-D421-53E513B279D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1" name="Freeform 32">
                    <a:extLst>
                      <a:ext uri="{FF2B5EF4-FFF2-40B4-BE49-F238E27FC236}">
                        <a16:creationId xmlns:a16="http://schemas.microsoft.com/office/drawing/2014/main" id="{96F44D29-574C-E754-9DF9-656151B4AB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2" name="Freeform 33">
                    <a:extLst>
                      <a:ext uri="{FF2B5EF4-FFF2-40B4-BE49-F238E27FC236}">
                        <a16:creationId xmlns:a16="http://schemas.microsoft.com/office/drawing/2014/main" id="{1CE6700E-019B-D981-7832-BFB43488209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3" name="Freeform 34">
                    <a:extLst>
                      <a:ext uri="{FF2B5EF4-FFF2-40B4-BE49-F238E27FC236}">
                        <a16:creationId xmlns:a16="http://schemas.microsoft.com/office/drawing/2014/main" id="{2A010FA6-E3B8-72CD-DB39-B8DCD4A2472E}"/>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7" name="Group 35">
                  <a:extLst>
                    <a:ext uri="{FF2B5EF4-FFF2-40B4-BE49-F238E27FC236}">
                      <a16:creationId xmlns:a16="http://schemas.microsoft.com/office/drawing/2014/main" id="{275FBB97-7A1A-0ED0-0AEC-8E293B7B264E}"/>
                    </a:ext>
                  </a:extLst>
                </p:cNvPr>
                <p:cNvGrpSpPr>
                  <a:grpSpLocks noChangeAspect="1"/>
                </p:cNvGrpSpPr>
                <p:nvPr/>
              </p:nvGrpSpPr>
              <p:grpSpPr bwMode="auto">
                <a:xfrm>
                  <a:off x="429" y="1639"/>
                  <a:ext cx="822" cy="291"/>
                  <a:chOff x="429" y="1639"/>
                  <a:chExt cx="822" cy="291"/>
                </a:xfrm>
              </p:grpSpPr>
              <p:sp>
                <p:nvSpPr>
                  <p:cNvPr id="18" name="Freeform 36">
                    <a:extLst>
                      <a:ext uri="{FF2B5EF4-FFF2-40B4-BE49-F238E27FC236}">
                        <a16:creationId xmlns:a16="http://schemas.microsoft.com/office/drawing/2014/main" id="{3603BB32-D199-8485-5124-0522CD0D41D4}"/>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9" name="Freeform 37">
                    <a:extLst>
                      <a:ext uri="{FF2B5EF4-FFF2-40B4-BE49-F238E27FC236}">
                        <a16:creationId xmlns:a16="http://schemas.microsoft.com/office/drawing/2014/main" id="{47991BBD-795C-D6D0-A854-E1975B40A32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0" name="Freeform 38">
                    <a:extLst>
                      <a:ext uri="{FF2B5EF4-FFF2-40B4-BE49-F238E27FC236}">
                        <a16:creationId xmlns:a16="http://schemas.microsoft.com/office/drawing/2014/main" id="{89E1D22B-D401-46CD-FF9C-292A2C62868B}"/>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 name="Freeform 39">
                    <a:extLst>
                      <a:ext uri="{FF2B5EF4-FFF2-40B4-BE49-F238E27FC236}">
                        <a16:creationId xmlns:a16="http://schemas.microsoft.com/office/drawing/2014/main" id="{405C4355-58D5-C734-5656-7772ED4B01E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2" name="Freeform 40">
                    <a:extLst>
                      <a:ext uri="{FF2B5EF4-FFF2-40B4-BE49-F238E27FC236}">
                        <a16:creationId xmlns:a16="http://schemas.microsoft.com/office/drawing/2014/main" id="{72D24D7D-B1EF-253C-DFF4-46915408526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3" name="Freeform 41">
                    <a:extLst>
                      <a:ext uri="{FF2B5EF4-FFF2-40B4-BE49-F238E27FC236}">
                        <a16:creationId xmlns:a16="http://schemas.microsoft.com/office/drawing/2014/main" id="{80844405-3E35-52AD-E5A3-D076DBFB8DF8}"/>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4" name="Freeform 42">
                    <a:extLst>
                      <a:ext uri="{FF2B5EF4-FFF2-40B4-BE49-F238E27FC236}">
                        <a16:creationId xmlns:a16="http://schemas.microsoft.com/office/drawing/2014/main" id="{3D918802-43DC-25A5-ED8A-6BB9A8FDB86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5" name="Freeform 43">
                    <a:extLst>
                      <a:ext uri="{FF2B5EF4-FFF2-40B4-BE49-F238E27FC236}">
                        <a16:creationId xmlns:a16="http://schemas.microsoft.com/office/drawing/2014/main" id="{D2E67DEB-3A2A-F775-921A-839237AB803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3" name="WordArt 44">
              <a:extLst>
                <a:ext uri="{FF2B5EF4-FFF2-40B4-BE49-F238E27FC236}">
                  <a16:creationId xmlns:a16="http://schemas.microsoft.com/office/drawing/2014/main" id="{C52D2E08-E948-AC09-3DAC-C2B50C04E99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34" name="AutoShape 54">
            <a:extLst>
              <a:ext uri="{FF2B5EF4-FFF2-40B4-BE49-F238E27FC236}">
                <a16:creationId xmlns:a16="http://schemas.microsoft.com/office/drawing/2014/main" id="{AB0AF694-8067-C502-B6AB-55D6D79D8F99}"/>
              </a:ext>
            </a:extLst>
          </p:cNvPr>
          <p:cNvSpPr>
            <a:spLocks noChangeArrowheads="1"/>
          </p:cNvSpPr>
          <p:nvPr/>
        </p:nvSpPr>
        <p:spPr bwMode="auto">
          <a:xfrm>
            <a:off x="1843302" y="2058827"/>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dirty="0">
                <a:solidFill>
                  <a:schemeClr val="bg1"/>
                </a:solidFill>
              </a:rPr>
              <a:t>0.0.0.0</a:t>
            </a:r>
          </a:p>
        </p:txBody>
      </p:sp>
      <p:sp>
        <p:nvSpPr>
          <p:cNvPr id="21580" name="AutoShape 182">
            <a:extLst>
              <a:ext uri="{FF2B5EF4-FFF2-40B4-BE49-F238E27FC236}">
                <a16:creationId xmlns:a16="http://schemas.microsoft.com/office/drawing/2014/main" id="{AAF8263B-B0B3-A65D-3DCA-6F87857E6027}"/>
              </a:ext>
            </a:extLst>
          </p:cNvPr>
          <p:cNvSpPr>
            <a:spLocks noChangeArrowheads="1"/>
          </p:cNvSpPr>
          <p:nvPr/>
        </p:nvSpPr>
        <p:spPr bwMode="auto">
          <a:xfrm>
            <a:off x="3267393"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10.0.3.1</a:t>
            </a:r>
          </a:p>
        </p:txBody>
      </p:sp>
      <p:sp>
        <p:nvSpPr>
          <p:cNvPr id="21581" name="AutoShape 183">
            <a:extLst>
              <a:ext uri="{FF2B5EF4-FFF2-40B4-BE49-F238E27FC236}">
                <a16:creationId xmlns:a16="http://schemas.microsoft.com/office/drawing/2014/main" id="{AEBCF5DC-DF62-D732-6A91-8D5C0F660489}"/>
              </a:ext>
            </a:extLst>
          </p:cNvPr>
          <p:cNvSpPr>
            <a:spLocks noChangeArrowheads="1"/>
          </p:cNvSpPr>
          <p:nvPr/>
        </p:nvSpPr>
        <p:spPr bwMode="auto">
          <a:xfrm>
            <a:off x="2932228" y="3929171"/>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10.0.3.2</a:t>
            </a:r>
          </a:p>
        </p:txBody>
      </p:sp>
      <p:sp>
        <p:nvSpPr>
          <p:cNvPr id="21582" name="AutoShape 185">
            <a:extLst>
              <a:ext uri="{FF2B5EF4-FFF2-40B4-BE49-F238E27FC236}">
                <a16:creationId xmlns:a16="http://schemas.microsoft.com/office/drawing/2014/main" id="{1DBEC42A-CBD1-19B7-F25C-8A892BC0FD97}"/>
              </a:ext>
            </a:extLst>
          </p:cNvPr>
          <p:cNvSpPr>
            <a:spLocks noChangeArrowheads="1"/>
          </p:cNvSpPr>
          <p:nvPr/>
        </p:nvSpPr>
        <p:spPr bwMode="auto">
          <a:xfrm>
            <a:off x="7809504" y="4021967"/>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dirty="0">
                <a:latin typeface="Courier New" panose="02070309020205020404" pitchFamily="49" charset="0"/>
              </a:rPr>
              <a:t>10.0.2.2</a:t>
            </a:r>
          </a:p>
        </p:txBody>
      </p:sp>
      <p:sp>
        <p:nvSpPr>
          <p:cNvPr id="21583" name="AutoShape 186">
            <a:extLst>
              <a:ext uri="{FF2B5EF4-FFF2-40B4-BE49-F238E27FC236}">
                <a16:creationId xmlns:a16="http://schemas.microsoft.com/office/drawing/2014/main" id="{90B64B42-6EB8-61B4-CE07-5514EEE6C7B2}"/>
              </a:ext>
            </a:extLst>
          </p:cNvPr>
          <p:cNvSpPr>
            <a:spLocks noChangeArrowheads="1"/>
          </p:cNvSpPr>
          <p:nvPr/>
        </p:nvSpPr>
        <p:spPr bwMode="auto">
          <a:xfrm>
            <a:off x="7621147"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10.0.1.1</a:t>
            </a:r>
          </a:p>
        </p:txBody>
      </p:sp>
      <p:sp>
        <p:nvSpPr>
          <p:cNvPr id="21584" name="AutoShape 214">
            <a:extLst>
              <a:ext uri="{FF2B5EF4-FFF2-40B4-BE49-F238E27FC236}">
                <a16:creationId xmlns:a16="http://schemas.microsoft.com/office/drawing/2014/main" id="{8A261A5F-7264-3AC9-C64E-CFA81FE95B65}"/>
              </a:ext>
            </a:extLst>
          </p:cNvPr>
          <p:cNvSpPr>
            <a:spLocks noChangeArrowheads="1"/>
          </p:cNvSpPr>
          <p:nvPr/>
        </p:nvSpPr>
        <p:spPr bwMode="auto">
          <a:xfrm>
            <a:off x="6244202" y="2468145"/>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10.0.2.3</a:t>
            </a:r>
          </a:p>
        </p:txBody>
      </p:sp>
      <p:sp>
        <p:nvSpPr>
          <p:cNvPr id="21827" name="AutoShape 298">
            <a:extLst>
              <a:ext uri="{FF2B5EF4-FFF2-40B4-BE49-F238E27FC236}">
                <a16:creationId xmlns:a16="http://schemas.microsoft.com/office/drawing/2014/main" id="{06B3DCAD-6000-B97B-E025-9E874C4ECA57}"/>
              </a:ext>
            </a:extLst>
          </p:cNvPr>
          <p:cNvSpPr>
            <a:spLocks noChangeArrowheads="1"/>
          </p:cNvSpPr>
          <p:nvPr/>
        </p:nvSpPr>
        <p:spPr bwMode="auto">
          <a:xfrm>
            <a:off x="9744874" y="4408603"/>
            <a:ext cx="2344737" cy="1696196"/>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IT" dirty="0">
                <a:latin typeface="Tahoma" panose="020B0604030504040204" pitchFamily="34" charset="0"/>
              </a:rPr>
              <a:t>note: the output of </a:t>
            </a:r>
            <a:r>
              <a:rPr lang="it-IT" altLang="en-IT" b="1" dirty="0">
                <a:latin typeface="Courier New" panose="02070309020205020404" pitchFamily="49" charset="0"/>
              </a:rPr>
              <a:t>show </a:t>
            </a:r>
            <a:r>
              <a:rPr lang="it-IT" altLang="en-IT" b="1" dirty="0" err="1">
                <a:latin typeface="Courier New" panose="02070309020205020404" pitchFamily="49" charset="0"/>
              </a:rPr>
              <a:t>ip</a:t>
            </a:r>
            <a:r>
              <a:rPr lang="it-IT" altLang="en-IT" b="1" dirty="0">
                <a:latin typeface="Courier New" panose="02070309020205020404" pitchFamily="49" charset="0"/>
              </a:rPr>
              <a:t> </a:t>
            </a:r>
            <a:r>
              <a:rPr lang="it-IT" altLang="en-IT" b="1" dirty="0" err="1">
                <a:latin typeface="Courier New" panose="02070309020205020404" pitchFamily="49" charset="0"/>
              </a:rPr>
              <a:t>ospf</a:t>
            </a:r>
            <a:r>
              <a:rPr lang="it-IT" altLang="en-IT" b="1" dirty="0">
                <a:latin typeface="Courier New" panose="02070309020205020404" pitchFamily="49" charset="0"/>
              </a:rPr>
              <a:t> database network</a:t>
            </a:r>
            <a:r>
              <a:rPr lang="it-IT" altLang="en-IT" dirty="0">
                <a:latin typeface="Tahoma" panose="020B0604030504040204" pitchFamily="34" charset="0"/>
              </a:rPr>
              <a:t> </a:t>
            </a:r>
            <a:r>
              <a:rPr lang="it-IT" altLang="en-IT" dirty="0" err="1">
                <a:latin typeface="Tahoma" panose="020B0604030504040204" pitchFamily="34" charset="0"/>
              </a:rPr>
              <a:t>has</a:t>
            </a:r>
            <a:r>
              <a:rPr lang="it-IT" altLang="en-IT" dirty="0">
                <a:latin typeface="Tahoma" panose="020B0604030504040204" pitchFamily="34" charset="0"/>
              </a:rPr>
              <a:t> </a:t>
            </a:r>
            <a:r>
              <a:rPr lang="it-IT" altLang="en-IT" dirty="0" err="1">
                <a:latin typeface="Tahoma" panose="020B0604030504040204" pitchFamily="34" charset="0"/>
              </a:rPr>
              <a:t>been</a:t>
            </a:r>
            <a:r>
              <a:rPr lang="it-IT" altLang="en-IT" dirty="0">
                <a:latin typeface="Tahoma" panose="020B0604030504040204" pitchFamily="34" charset="0"/>
              </a:rPr>
              <a:t> </a:t>
            </a:r>
            <a:r>
              <a:rPr lang="it-IT" altLang="en-IT" dirty="0" err="1">
                <a:latin typeface="Tahoma" panose="020B0604030504040204" pitchFamily="34" charset="0"/>
              </a:rPr>
              <a:t>summarized</a:t>
            </a:r>
            <a:r>
              <a:rPr lang="it-IT" altLang="en-IT" sz="2000" dirty="0">
                <a:latin typeface="Tahoma" panose="020B0604030504040204" pitchFamily="34" charset="0"/>
              </a:rPr>
              <a:t> </a:t>
            </a:r>
          </a:p>
        </p:txBody>
      </p:sp>
      <p:sp>
        <p:nvSpPr>
          <p:cNvPr id="21589" name="Line 201">
            <a:extLst>
              <a:ext uri="{FF2B5EF4-FFF2-40B4-BE49-F238E27FC236}">
                <a16:creationId xmlns:a16="http://schemas.microsoft.com/office/drawing/2014/main" id="{72B10056-8AFD-7A9A-262C-FB1C9781379F}"/>
              </a:ext>
            </a:extLst>
          </p:cNvPr>
          <p:cNvSpPr>
            <a:spLocks noChangeShapeType="1"/>
          </p:cNvSpPr>
          <p:nvPr/>
        </p:nvSpPr>
        <p:spPr bwMode="auto">
          <a:xfrm flipH="1">
            <a:off x="8216844" y="1765331"/>
            <a:ext cx="3175" cy="11430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588" name="Line 197">
            <a:extLst>
              <a:ext uri="{FF2B5EF4-FFF2-40B4-BE49-F238E27FC236}">
                <a16:creationId xmlns:a16="http://schemas.microsoft.com/office/drawing/2014/main" id="{449D53C1-F8EF-C52B-A39F-B223655F8E72}"/>
              </a:ext>
            </a:extLst>
          </p:cNvPr>
          <p:cNvSpPr>
            <a:spLocks noChangeShapeType="1"/>
          </p:cNvSpPr>
          <p:nvPr/>
        </p:nvSpPr>
        <p:spPr bwMode="auto">
          <a:xfrm>
            <a:off x="6009838" y="1872275"/>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8" name="Group 93">
            <a:extLst>
              <a:ext uri="{FF2B5EF4-FFF2-40B4-BE49-F238E27FC236}">
                <a16:creationId xmlns:a16="http://schemas.microsoft.com/office/drawing/2014/main" id="{418C1B97-D8F4-D705-C260-5C64127E9C88}"/>
              </a:ext>
            </a:extLst>
          </p:cNvPr>
          <p:cNvGrpSpPr>
            <a:grpSpLocks noChangeAspect="1"/>
          </p:cNvGrpSpPr>
          <p:nvPr/>
        </p:nvGrpSpPr>
        <p:grpSpPr bwMode="auto">
          <a:xfrm>
            <a:off x="7779897" y="1642040"/>
            <a:ext cx="723900" cy="460375"/>
            <a:chOff x="3312" y="2160"/>
            <a:chExt cx="960" cy="528"/>
          </a:xfrm>
        </p:grpSpPr>
        <p:grpSp>
          <p:nvGrpSpPr>
            <p:cNvPr id="59" name="Group 94">
              <a:extLst>
                <a:ext uri="{FF2B5EF4-FFF2-40B4-BE49-F238E27FC236}">
                  <a16:creationId xmlns:a16="http://schemas.microsoft.com/office/drawing/2014/main" id="{773BB94F-2D19-0B3D-B264-4DE8BB6AA61C}"/>
                </a:ext>
              </a:extLst>
            </p:cNvPr>
            <p:cNvGrpSpPr>
              <a:grpSpLocks noChangeAspect="1"/>
            </p:cNvGrpSpPr>
            <p:nvPr/>
          </p:nvGrpSpPr>
          <p:grpSpPr bwMode="auto">
            <a:xfrm>
              <a:off x="3312" y="2160"/>
              <a:ext cx="960" cy="528"/>
              <a:chOff x="3312" y="2160"/>
              <a:chExt cx="960" cy="528"/>
            </a:xfrm>
          </p:grpSpPr>
          <p:sp>
            <p:nvSpPr>
              <p:cNvPr id="61" name="AutoShape 95">
                <a:extLst>
                  <a:ext uri="{FF2B5EF4-FFF2-40B4-BE49-F238E27FC236}">
                    <a16:creationId xmlns:a16="http://schemas.microsoft.com/office/drawing/2014/main" id="{BF7FCB6B-9D8E-D555-9EC8-1BF8A8AB0B3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2" name="Group 96">
                <a:extLst>
                  <a:ext uri="{FF2B5EF4-FFF2-40B4-BE49-F238E27FC236}">
                    <a16:creationId xmlns:a16="http://schemas.microsoft.com/office/drawing/2014/main" id="{8B791A72-F763-FF26-E734-F9F0707F14FA}"/>
                  </a:ext>
                </a:extLst>
              </p:cNvPr>
              <p:cNvGrpSpPr>
                <a:grpSpLocks noChangeAspect="1"/>
              </p:cNvGrpSpPr>
              <p:nvPr/>
            </p:nvGrpSpPr>
            <p:grpSpPr bwMode="auto">
              <a:xfrm>
                <a:off x="3488" y="2193"/>
                <a:ext cx="599" cy="207"/>
                <a:chOff x="422" y="1632"/>
                <a:chExt cx="829" cy="298"/>
              </a:xfrm>
            </p:grpSpPr>
            <p:grpSp>
              <p:nvGrpSpPr>
                <p:cNvPr id="63" name="Group 97">
                  <a:extLst>
                    <a:ext uri="{FF2B5EF4-FFF2-40B4-BE49-F238E27FC236}">
                      <a16:creationId xmlns:a16="http://schemas.microsoft.com/office/drawing/2014/main" id="{B6288C28-7F15-3D8C-936C-BFD3F0022838}"/>
                    </a:ext>
                  </a:extLst>
                </p:cNvPr>
                <p:cNvGrpSpPr>
                  <a:grpSpLocks noChangeAspect="1"/>
                </p:cNvGrpSpPr>
                <p:nvPr/>
              </p:nvGrpSpPr>
              <p:grpSpPr bwMode="auto">
                <a:xfrm>
                  <a:off x="422" y="1632"/>
                  <a:ext cx="822" cy="291"/>
                  <a:chOff x="422" y="1632"/>
                  <a:chExt cx="822" cy="291"/>
                </a:xfrm>
              </p:grpSpPr>
              <p:sp>
                <p:nvSpPr>
                  <p:cNvPr id="21515" name="Freeform 98">
                    <a:extLst>
                      <a:ext uri="{FF2B5EF4-FFF2-40B4-BE49-F238E27FC236}">
                        <a16:creationId xmlns:a16="http://schemas.microsoft.com/office/drawing/2014/main" id="{37D07775-7ED6-2004-885C-68F583E5EB6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6" name="Freeform 99">
                    <a:extLst>
                      <a:ext uri="{FF2B5EF4-FFF2-40B4-BE49-F238E27FC236}">
                        <a16:creationId xmlns:a16="http://schemas.microsoft.com/office/drawing/2014/main" id="{2E0C03AE-6095-6348-C337-0B867ECCD8F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7" name="Freeform 100">
                    <a:extLst>
                      <a:ext uri="{FF2B5EF4-FFF2-40B4-BE49-F238E27FC236}">
                        <a16:creationId xmlns:a16="http://schemas.microsoft.com/office/drawing/2014/main" id="{6E9CC569-39AD-3E69-C74D-05A952DBCE9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8" name="Freeform 101">
                    <a:extLst>
                      <a:ext uri="{FF2B5EF4-FFF2-40B4-BE49-F238E27FC236}">
                        <a16:creationId xmlns:a16="http://schemas.microsoft.com/office/drawing/2014/main" id="{EA24AFB0-C412-7E33-8487-62E6D51C91A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9" name="Freeform 102">
                    <a:extLst>
                      <a:ext uri="{FF2B5EF4-FFF2-40B4-BE49-F238E27FC236}">
                        <a16:creationId xmlns:a16="http://schemas.microsoft.com/office/drawing/2014/main" id="{C184E451-A74A-D09E-7A07-7737C251948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0" name="Freeform 103">
                    <a:extLst>
                      <a:ext uri="{FF2B5EF4-FFF2-40B4-BE49-F238E27FC236}">
                        <a16:creationId xmlns:a16="http://schemas.microsoft.com/office/drawing/2014/main" id="{6B5618F2-175F-7C92-CA74-E7BF17B2C04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1" name="Freeform 104">
                    <a:extLst>
                      <a:ext uri="{FF2B5EF4-FFF2-40B4-BE49-F238E27FC236}">
                        <a16:creationId xmlns:a16="http://schemas.microsoft.com/office/drawing/2014/main" id="{FA90C331-835F-AFAB-EF04-09ACB29330D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2" name="Freeform 105">
                    <a:extLst>
                      <a:ext uri="{FF2B5EF4-FFF2-40B4-BE49-F238E27FC236}">
                        <a16:creationId xmlns:a16="http://schemas.microsoft.com/office/drawing/2014/main" id="{273104CB-BE03-B839-DBFE-64EC0172095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04" name="Group 106">
                  <a:extLst>
                    <a:ext uri="{FF2B5EF4-FFF2-40B4-BE49-F238E27FC236}">
                      <a16:creationId xmlns:a16="http://schemas.microsoft.com/office/drawing/2014/main" id="{810CC237-2CCA-EF5E-26D8-930609FA46B0}"/>
                    </a:ext>
                  </a:extLst>
                </p:cNvPr>
                <p:cNvGrpSpPr>
                  <a:grpSpLocks noChangeAspect="1"/>
                </p:cNvGrpSpPr>
                <p:nvPr/>
              </p:nvGrpSpPr>
              <p:grpSpPr bwMode="auto">
                <a:xfrm>
                  <a:off x="429" y="1639"/>
                  <a:ext cx="822" cy="291"/>
                  <a:chOff x="429" y="1639"/>
                  <a:chExt cx="822" cy="291"/>
                </a:xfrm>
              </p:grpSpPr>
              <p:sp>
                <p:nvSpPr>
                  <p:cNvPr id="21505" name="Freeform 107">
                    <a:extLst>
                      <a:ext uri="{FF2B5EF4-FFF2-40B4-BE49-F238E27FC236}">
                        <a16:creationId xmlns:a16="http://schemas.microsoft.com/office/drawing/2014/main" id="{0BB9777F-E3DB-3CA0-F9EB-9DE751211E2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6" name="Freeform 108">
                    <a:extLst>
                      <a:ext uri="{FF2B5EF4-FFF2-40B4-BE49-F238E27FC236}">
                        <a16:creationId xmlns:a16="http://schemas.microsoft.com/office/drawing/2014/main" id="{5C3DC2A5-96BA-0DB1-9349-E91C5F06EC1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7" name="Freeform 109">
                    <a:extLst>
                      <a:ext uri="{FF2B5EF4-FFF2-40B4-BE49-F238E27FC236}">
                        <a16:creationId xmlns:a16="http://schemas.microsoft.com/office/drawing/2014/main" id="{798A53BD-E197-4DA8-4F9D-4ABF50A3F36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0" name="Freeform 110">
                    <a:extLst>
                      <a:ext uri="{FF2B5EF4-FFF2-40B4-BE49-F238E27FC236}">
                        <a16:creationId xmlns:a16="http://schemas.microsoft.com/office/drawing/2014/main" id="{A47C46BB-DDBE-A3FF-7A9C-00038106449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1" name="Freeform 111">
                    <a:extLst>
                      <a:ext uri="{FF2B5EF4-FFF2-40B4-BE49-F238E27FC236}">
                        <a16:creationId xmlns:a16="http://schemas.microsoft.com/office/drawing/2014/main" id="{D7B73FD7-F0ED-BAF3-97A0-3A681B1CC88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2" name="Freeform 112">
                    <a:extLst>
                      <a:ext uri="{FF2B5EF4-FFF2-40B4-BE49-F238E27FC236}">
                        <a16:creationId xmlns:a16="http://schemas.microsoft.com/office/drawing/2014/main" id="{3183CA20-7AAE-251D-E72C-F581278880C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3" name="Freeform 113">
                    <a:extLst>
                      <a:ext uri="{FF2B5EF4-FFF2-40B4-BE49-F238E27FC236}">
                        <a16:creationId xmlns:a16="http://schemas.microsoft.com/office/drawing/2014/main" id="{DAD73475-3982-9DB2-45FA-E323CD278A3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4" name="Freeform 114">
                    <a:extLst>
                      <a:ext uri="{FF2B5EF4-FFF2-40B4-BE49-F238E27FC236}">
                        <a16:creationId xmlns:a16="http://schemas.microsoft.com/office/drawing/2014/main" id="{ABF7D543-8176-62CC-BC18-7D36427B740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 name="WordArt 115">
              <a:extLst>
                <a:ext uri="{FF2B5EF4-FFF2-40B4-BE49-F238E27FC236}">
                  <a16:creationId xmlns:a16="http://schemas.microsoft.com/office/drawing/2014/main" id="{DD9E5CCF-F95B-E060-47A2-93478C90550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21590" name="Group 198">
            <a:extLst>
              <a:ext uri="{FF2B5EF4-FFF2-40B4-BE49-F238E27FC236}">
                <a16:creationId xmlns:a16="http://schemas.microsoft.com/office/drawing/2014/main" id="{FD4942BF-5831-3E83-8593-914545B5295D}"/>
              </a:ext>
            </a:extLst>
          </p:cNvPr>
          <p:cNvGrpSpPr>
            <a:grpSpLocks/>
          </p:cNvGrpSpPr>
          <p:nvPr/>
        </p:nvGrpSpPr>
        <p:grpSpPr bwMode="auto">
          <a:xfrm>
            <a:off x="7320136" y="1721123"/>
            <a:ext cx="406400" cy="339725"/>
            <a:chOff x="144" y="3264"/>
            <a:chExt cx="288" cy="240"/>
          </a:xfrm>
        </p:grpSpPr>
        <p:sp>
          <p:nvSpPr>
            <p:cNvPr id="21591" name="Rectangle 199">
              <a:extLst>
                <a:ext uri="{FF2B5EF4-FFF2-40B4-BE49-F238E27FC236}">
                  <a16:creationId xmlns:a16="http://schemas.microsoft.com/office/drawing/2014/main" id="{05840C22-F64F-C1D3-1F36-C620AAD95668}"/>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2" name="Rectangle 200">
              <a:extLst>
                <a:ext uri="{FF2B5EF4-FFF2-40B4-BE49-F238E27FC236}">
                  <a16:creationId xmlns:a16="http://schemas.microsoft.com/office/drawing/2014/main" id="{0C5E50D8-DB18-3D75-D7CA-57A6E81BAFFA}"/>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sp>
        <p:nvSpPr>
          <p:cNvPr id="21585" name="Line 195">
            <a:extLst>
              <a:ext uri="{FF2B5EF4-FFF2-40B4-BE49-F238E27FC236}">
                <a16:creationId xmlns:a16="http://schemas.microsoft.com/office/drawing/2014/main" id="{4449EBA2-8782-2520-EC40-6696A37567B2}"/>
              </a:ext>
            </a:extLst>
          </p:cNvPr>
          <p:cNvSpPr>
            <a:spLocks noChangeShapeType="1"/>
          </p:cNvSpPr>
          <p:nvPr/>
        </p:nvSpPr>
        <p:spPr bwMode="auto">
          <a:xfrm flipH="1">
            <a:off x="8210913" y="2734459"/>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2" name="Line 196">
            <a:extLst>
              <a:ext uri="{FF2B5EF4-FFF2-40B4-BE49-F238E27FC236}">
                <a16:creationId xmlns:a16="http://schemas.microsoft.com/office/drawing/2014/main" id="{8092240D-2054-67E8-81AD-129EEEB07CB2}"/>
              </a:ext>
            </a:extLst>
          </p:cNvPr>
          <p:cNvSpPr>
            <a:spLocks noChangeShapeType="1"/>
          </p:cNvSpPr>
          <p:nvPr/>
        </p:nvSpPr>
        <p:spPr bwMode="auto">
          <a:xfrm>
            <a:off x="5854061" y="3740691"/>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869" name="Oval 52">
            <a:extLst>
              <a:ext uri="{FF2B5EF4-FFF2-40B4-BE49-F238E27FC236}">
                <a16:creationId xmlns:a16="http://schemas.microsoft.com/office/drawing/2014/main" id="{73544B8B-DAD4-372F-26F7-2EC5B2E58FC1}"/>
              </a:ext>
            </a:extLst>
          </p:cNvPr>
          <p:cNvSpPr>
            <a:spLocks noChangeArrowheads="1"/>
          </p:cNvSpPr>
          <p:nvPr/>
        </p:nvSpPr>
        <p:spPr bwMode="auto">
          <a:xfrm flipH="1">
            <a:off x="8063269" y="262900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B</a:t>
            </a:r>
          </a:p>
        </p:txBody>
      </p:sp>
      <p:grpSp>
        <p:nvGrpSpPr>
          <p:cNvPr id="21523" name="Group 122">
            <a:extLst>
              <a:ext uri="{FF2B5EF4-FFF2-40B4-BE49-F238E27FC236}">
                <a16:creationId xmlns:a16="http://schemas.microsoft.com/office/drawing/2014/main" id="{8C636A99-E792-051D-4CC7-0AF4C69A759D}"/>
              </a:ext>
            </a:extLst>
          </p:cNvPr>
          <p:cNvGrpSpPr>
            <a:grpSpLocks noChangeAspect="1"/>
          </p:cNvGrpSpPr>
          <p:nvPr/>
        </p:nvGrpSpPr>
        <p:grpSpPr bwMode="auto">
          <a:xfrm>
            <a:off x="7968254" y="3531430"/>
            <a:ext cx="723900" cy="460375"/>
            <a:chOff x="3312" y="2160"/>
            <a:chExt cx="960" cy="528"/>
          </a:xfrm>
        </p:grpSpPr>
        <p:grpSp>
          <p:nvGrpSpPr>
            <p:cNvPr id="21524" name="Group 123">
              <a:extLst>
                <a:ext uri="{FF2B5EF4-FFF2-40B4-BE49-F238E27FC236}">
                  <a16:creationId xmlns:a16="http://schemas.microsoft.com/office/drawing/2014/main" id="{6B2A8C9A-1810-3936-4A72-CC7C1AD43C13}"/>
                </a:ext>
              </a:extLst>
            </p:cNvPr>
            <p:cNvGrpSpPr>
              <a:grpSpLocks noChangeAspect="1"/>
            </p:cNvGrpSpPr>
            <p:nvPr/>
          </p:nvGrpSpPr>
          <p:grpSpPr bwMode="auto">
            <a:xfrm>
              <a:off x="3312" y="2160"/>
              <a:ext cx="960" cy="528"/>
              <a:chOff x="3312" y="2160"/>
              <a:chExt cx="960" cy="528"/>
            </a:xfrm>
          </p:grpSpPr>
          <p:sp>
            <p:nvSpPr>
              <p:cNvPr id="21526" name="AutoShape 124">
                <a:extLst>
                  <a:ext uri="{FF2B5EF4-FFF2-40B4-BE49-F238E27FC236}">
                    <a16:creationId xmlns:a16="http://schemas.microsoft.com/office/drawing/2014/main" id="{485FEFB7-4F10-7F12-D27E-E08FEF3E737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27" name="Group 125">
                <a:extLst>
                  <a:ext uri="{FF2B5EF4-FFF2-40B4-BE49-F238E27FC236}">
                    <a16:creationId xmlns:a16="http://schemas.microsoft.com/office/drawing/2014/main" id="{BADADAA0-AF61-58FC-0E21-7ACDE28310D3}"/>
                  </a:ext>
                </a:extLst>
              </p:cNvPr>
              <p:cNvGrpSpPr>
                <a:grpSpLocks noChangeAspect="1"/>
              </p:cNvGrpSpPr>
              <p:nvPr/>
            </p:nvGrpSpPr>
            <p:grpSpPr bwMode="auto">
              <a:xfrm>
                <a:off x="3488" y="2193"/>
                <a:ext cx="599" cy="207"/>
                <a:chOff x="422" y="1632"/>
                <a:chExt cx="829" cy="298"/>
              </a:xfrm>
            </p:grpSpPr>
            <p:grpSp>
              <p:nvGrpSpPr>
                <p:cNvPr id="21528" name="Group 126">
                  <a:extLst>
                    <a:ext uri="{FF2B5EF4-FFF2-40B4-BE49-F238E27FC236}">
                      <a16:creationId xmlns:a16="http://schemas.microsoft.com/office/drawing/2014/main" id="{0086B9F0-CA06-8816-E8F2-F95291859CBC}"/>
                    </a:ext>
                  </a:extLst>
                </p:cNvPr>
                <p:cNvGrpSpPr>
                  <a:grpSpLocks noChangeAspect="1"/>
                </p:cNvGrpSpPr>
                <p:nvPr/>
              </p:nvGrpSpPr>
              <p:grpSpPr bwMode="auto">
                <a:xfrm>
                  <a:off x="422" y="1632"/>
                  <a:ext cx="822" cy="291"/>
                  <a:chOff x="422" y="1632"/>
                  <a:chExt cx="822" cy="291"/>
                </a:xfrm>
              </p:grpSpPr>
              <p:sp>
                <p:nvSpPr>
                  <p:cNvPr id="21549" name="Freeform 127">
                    <a:extLst>
                      <a:ext uri="{FF2B5EF4-FFF2-40B4-BE49-F238E27FC236}">
                        <a16:creationId xmlns:a16="http://schemas.microsoft.com/office/drawing/2014/main" id="{6521B9FF-899C-8769-E22C-BEA45397B1D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0" name="Freeform 128">
                    <a:extLst>
                      <a:ext uri="{FF2B5EF4-FFF2-40B4-BE49-F238E27FC236}">
                        <a16:creationId xmlns:a16="http://schemas.microsoft.com/office/drawing/2014/main" id="{498179DD-C74C-4C22-4377-D8410F7C05A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1" name="Freeform 129">
                    <a:extLst>
                      <a:ext uri="{FF2B5EF4-FFF2-40B4-BE49-F238E27FC236}">
                        <a16:creationId xmlns:a16="http://schemas.microsoft.com/office/drawing/2014/main" id="{B3BC125B-F789-6C8B-0D07-F3B2CA79E0F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2" name="Freeform 130">
                    <a:extLst>
                      <a:ext uri="{FF2B5EF4-FFF2-40B4-BE49-F238E27FC236}">
                        <a16:creationId xmlns:a16="http://schemas.microsoft.com/office/drawing/2014/main" id="{4AF925B7-84CA-9B17-BF3C-CECB5E74AE2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3" name="Freeform 131">
                    <a:extLst>
                      <a:ext uri="{FF2B5EF4-FFF2-40B4-BE49-F238E27FC236}">
                        <a16:creationId xmlns:a16="http://schemas.microsoft.com/office/drawing/2014/main" id="{B5CEF5C4-F4A2-2E38-B684-0B930256678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4" name="Freeform 132">
                    <a:extLst>
                      <a:ext uri="{FF2B5EF4-FFF2-40B4-BE49-F238E27FC236}">
                        <a16:creationId xmlns:a16="http://schemas.microsoft.com/office/drawing/2014/main" id="{EC9DD298-3ABA-DFCA-5F8A-02BCFFD48FB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5" name="Freeform 133">
                    <a:extLst>
                      <a:ext uri="{FF2B5EF4-FFF2-40B4-BE49-F238E27FC236}">
                        <a16:creationId xmlns:a16="http://schemas.microsoft.com/office/drawing/2014/main" id="{CE8BAA5D-E48C-F02D-17EB-723E70C0DE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6" name="Freeform 134">
                    <a:extLst>
                      <a:ext uri="{FF2B5EF4-FFF2-40B4-BE49-F238E27FC236}">
                        <a16:creationId xmlns:a16="http://schemas.microsoft.com/office/drawing/2014/main" id="{CFFE74F0-C6EC-DF34-0629-304012756C2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29" name="Group 135">
                  <a:extLst>
                    <a:ext uri="{FF2B5EF4-FFF2-40B4-BE49-F238E27FC236}">
                      <a16:creationId xmlns:a16="http://schemas.microsoft.com/office/drawing/2014/main" id="{57E28F75-7D1B-2B71-94B0-180C572B24C8}"/>
                    </a:ext>
                  </a:extLst>
                </p:cNvPr>
                <p:cNvGrpSpPr>
                  <a:grpSpLocks noChangeAspect="1"/>
                </p:cNvGrpSpPr>
                <p:nvPr/>
              </p:nvGrpSpPr>
              <p:grpSpPr bwMode="auto">
                <a:xfrm>
                  <a:off x="429" y="1639"/>
                  <a:ext cx="822" cy="291"/>
                  <a:chOff x="429" y="1639"/>
                  <a:chExt cx="822" cy="291"/>
                </a:xfrm>
              </p:grpSpPr>
              <p:sp>
                <p:nvSpPr>
                  <p:cNvPr id="21530" name="Freeform 136">
                    <a:extLst>
                      <a:ext uri="{FF2B5EF4-FFF2-40B4-BE49-F238E27FC236}">
                        <a16:creationId xmlns:a16="http://schemas.microsoft.com/office/drawing/2014/main" id="{CA7B053B-50DE-5A57-4E1C-6249BA1316E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1" name="Freeform 137">
                    <a:extLst>
                      <a:ext uri="{FF2B5EF4-FFF2-40B4-BE49-F238E27FC236}">
                        <a16:creationId xmlns:a16="http://schemas.microsoft.com/office/drawing/2014/main" id="{9CE7DBCA-0A4F-AB3F-53E9-CC831C02272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2" name="Freeform 138">
                    <a:extLst>
                      <a:ext uri="{FF2B5EF4-FFF2-40B4-BE49-F238E27FC236}">
                        <a16:creationId xmlns:a16="http://schemas.microsoft.com/office/drawing/2014/main" id="{77DA2937-3DC6-B2AB-062A-61183C0FDA5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3" name="Freeform 139">
                    <a:extLst>
                      <a:ext uri="{FF2B5EF4-FFF2-40B4-BE49-F238E27FC236}">
                        <a16:creationId xmlns:a16="http://schemas.microsoft.com/office/drawing/2014/main" id="{71799DF2-77A1-BBAB-6218-F43FBB08CAB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4" name="Freeform 140">
                    <a:extLst>
                      <a:ext uri="{FF2B5EF4-FFF2-40B4-BE49-F238E27FC236}">
                        <a16:creationId xmlns:a16="http://schemas.microsoft.com/office/drawing/2014/main" id="{267A88ED-03FD-4C0F-33EE-099D205168E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5" name="Freeform 141">
                    <a:extLst>
                      <a:ext uri="{FF2B5EF4-FFF2-40B4-BE49-F238E27FC236}">
                        <a16:creationId xmlns:a16="http://schemas.microsoft.com/office/drawing/2014/main" id="{0664CE1E-0004-20FE-0649-9CA58659392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6" name="Freeform 142">
                    <a:extLst>
                      <a:ext uri="{FF2B5EF4-FFF2-40B4-BE49-F238E27FC236}">
                        <a16:creationId xmlns:a16="http://schemas.microsoft.com/office/drawing/2014/main" id="{F56B102D-508A-B70F-7E3A-330CEC806E4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48" name="Freeform 143">
                    <a:extLst>
                      <a:ext uri="{FF2B5EF4-FFF2-40B4-BE49-F238E27FC236}">
                        <a16:creationId xmlns:a16="http://schemas.microsoft.com/office/drawing/2014/main" id="{57CA6746-97D8-C254-2DB2-99643D44639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25" name="WordArt 144">
              <a:extLst>
                <a:ext uri="{FF2B5EF4-FFF2-40B4-BE49-F238E27FC236}">
                  <a16:creationId xmlns:a16="http://schemas.microsoft.com/office/drawing/2014/main" id="{2EE5B74D-0221-342D-C512-737EA1F8274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grpSp>
        <p:nvGrpSpPr>
          <p:cNvPr id="21586" name="Group 69">
            <a:extLst>
              <a:ext uri="{FF2B5EF4-FFF2-40B4-BE49-F238E27FC236}">
                <a16:creationId xmlns:a16="http://schemas.microsoft.com/office/drawing/2014/main" id="{80D8309C-8E9C-A6AB-2AF1-ADF5045BACA9}"/>
              </a:ext>
            </a:extLst>
          </p:cNvPr>
          <p:cNvGrpSpPr>
            <a:grpSpLocks/>
          </p:cNvGrpSpPr>
          <p:nvPr/>
        </p:nvGrpSpPr>
        <p:grpSpPr bwMode="auto">
          <a:xfrm>
            <a:off x="8011945" y="3118209"/>
            <a:ext cx="406400" cy="339725"/>
            <a:chOff x="144" y="3264"/>
            <a:chExt cx="288" cy="240"/>
          </a:xfrm>
        </p:grpSpPr>
        <p:sp>
          <p:nvSpPr>
            <p:cNvPr id="21587" name="Rectangle 70">
              <a:extLst>
                <a:ext uri="{FF2B5EF4-FFF2-40B4-BE49-F238E27FC236}">
                  <a16:creationId xmlns:a16="http://schemas.microsoft.com/office/drawing/2014/main" id="{E3F70A63-A08C-E7B0-67CC-2E19C3B092E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6" name="Rectangle 71">
              <a:extLst>
                <a:ext uri="{FF2B5EF4-FFF2-40B4-BE49-F238E27FC236}">
                  <a16:creationId xmlns:a16="http://schemas.microsoft.com/office/drawing/2014/main" id="{B1BEBED3-E199-3B15-134F-AA837DCEF14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21597" name="Group 66">
            <a:extLst>
              <a:ext uri="{FF2B5EF4-FFF2-40B4-BE49-F238E27FC236}">
                <a16:creationId xmlns:a16="http://schemas.microsoft.com/office/drawing/2014/main" id="{FC75C2EC-8F4F-434F-44A7-5013FB6A6100}"/>
              </a:ext>
            </a:extLst>
          </p:cNvPr>
          <p:cNvGrpSpPr>
            <a:grpSpLocks/>
          </p:cNvGrpSpPr>
          <p:nvPr/>
        </p:nvGrpSpPr>
        <p:grpSpPr bwMode="auto">
          <a:xfrm>
            <a:off x="7472755" y="3586104"/>
            <a:ext cx="406400" cy="339725"/>
            <a:chOff x="144" y="3264"/>
            <a:chExt cx="288" cy="240"/>
          </a:xfrm>
        </p:grpSpPr>
        <p:sp>
          <p:nvSpPr>
            <p:cNvPr id="21598" name="Rectangle 67">
              <a:extLst>
                <a:ext uri="{FF2B5EF4-FFF2-40B4-BE49-F238E27FC236}">
                  <a16:creationId xmlns:a16="http://schemas.microsoft.com/office/drawing/2014/main" id="{B8296CD7-3D41-8457-4B5D-42FDD0A0C95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21599" name="Rectangle 68">
              <a:extLst>
                <a:ext uri="{FF2B5EF4-FFF2-40B4-BE49-F238E27FC236}">
                  <a16:creationId xmlns:a16="http://schemas.microsoft.com/office/drawing/2014/main" id="{7FF59BF8-F584-D35C-81E6-6ED974075383}"/>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pic>
        <p:nvPicPr>
          <p:cNvPr id="21600" name="Picture 224" descr="MC900434713[1]">
            <a:extLst>
              <a:ext uri="{FF2B5EF4-FFF2-40B4-BE49-F238E27FC236}">
                <a16:creationId xmlns:a16="http://schemas.microsoft.com/office/drawing/2014/main" id="{397505CB-821C-D7DB-2E2D-7E1A55CD49B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75831" y="2858801"/>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26" name="Line 201">
            <a:extLst>
              <a:ext uri="{FF2B5EF4-FFF2-40B4-BE49-F238E27FC236}">
                <a16:creationId xmlns:a16="http://schemas.microsoft.com/office/drawing/2014/main" id="{E5607226-DF31-C7B9-991C-22535CAD12ED}"/>
              </a:ext>
            </a:extLst>
          </p:cNvPr>
          <p:cNvSpPr>
            <a:spLocks noChangeShapeType="1"/>
          </p:cNvSpPr>
          <p:nvPr/>
        </p:nvSpPr>
        <p:spPr bwMode="auto">
          <a:xfrm flipH="1">
            <a:off x="5864070" y="1791006"/>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27" name="Line 201">
            <a:extLst>
              <a:ext uri="{FF2B5EF4-FFF2-40B4-BE49-F238E27FC236}">
                <a16:creationId xmlns:a16="http://schemas.microsoft.com/office/drawing/2014/main" id="{10E85AED-63EF-9FD6-4D1A-7AF0B7C1C291}"/>
              </a:ext>
            </a:extLst>
          </p:cNvPr>
          <p:cNvSpPr>
            <a:spLocks noChangeShapeType="1"/>
          </p:cNvSpPr>
          <p:nvPr/>
        </p:nvSpPr>
        <p:spPr bwMode="auto">
          <a:xfrm flipH="1">
            <a:off x="5864070" y="3099721"/>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8" name="Line 197">
            <a:extLst>
              <a:ext uri="{FF2B5EF4-FFF2-40B4-BE49-F238E27FC236}">
                <a16:creationId xmlns:a16="http://schemas.microsoft.com/office/drawing/2014/main" id="{E7AA2CA8-0A2C-17A6-6D0E-881780AA9938}"/>
              </a:ext>
            </a:extLst>
          </p:cNvPr>
          <p:cNvSpPr>
            <a:spLocks noChangeShapeType="1"/>
          </p:cNvSpPr>
          <p:nvPr/>
        </p:nvSpPr>
        <p:spPr bwMode="auto">
          <a:xfrm>
            <a:off x="3765047" y="1886242"/>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9" name="Line 201">
            <a:extLst>
              <a:ext uri="{FF2B5EF4-FFF2-40B4-BE49-F238E27FC236}">
                <a16:creationId xmlns:a16="http://schemas.microsoft.com/office/drawing/2014/main" id="{90B1BA70-6BCA-0E1F-441A-33026978051D}"/>
              </a:ext>
            </a:extLst>
          </p:cNvPr>
          <p:cNvSpPr>
            <a:spLocks noChangeShapeType="1"/>
          </p:cNvSpPr>
          <p:nvPr/>
        </p:nvSpPr>
        <p:spPr bwMode="auto">
          <a:xfrm flipH="1">
            <a:off x="3809007" y="1862278"/>
            <a:ext cx="0" cy="91577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35" name="Group 58">
            <a:extLst>
              <a:ext uri="{FF2B5EF4-FFF2-40B4-BE49-F238E27FC236}">
                <a16:creationId xmlns:a16="http://schemas.microsoft.com/office/drawing/2014/main" id="{E59B77AC-6891-3FC2-54D5-5DC0F4CA30D2}"/>
              </a:ext>
            </a:extLst>
          </p:cNvPr>
          <p:cNvGrpSpPr>
            <a:grpSpLocks noChangeAspect="1"/>
          </p:cNvGrpSpPr>
          <p:nvPr/>
        </p:nvGrpSpPr>
        <p:grpSpPr bwMode="auto">
          <a:xfrm>
            <a:off x="3418205" y="1642040"/>
            <a:ext cx="723900" cy="460375"/>
            <a:chOff x="3312" y="2160"/>
            <a:chExt cx="960" cy="528"/>
          </a:xfrm>
        </p:grpSpPr>
        <p:grpSp>
          <p:nvGrpSpPr>
            <p:cNvPr id="36" name="Group 59">
              <a:extLst>
                <a:ext uri="{FF2B5EF4-FFF2-40B4-BE49-F238E27FC236}">
                  <a16:creationId xmlns:a16="http://schemas.microsoft.com/office/drawing/2014/main" id="{358B3B2D-E8BA-1E94-14AE-B007D2DA2B53}"/>
                </a:ext>
              </a:extLst>
            </p:cNvPr>
            <p:cNvGrpSpPr>
              <a:grpSpLocks noChangeAspect="1"/>
            </p:cNvGrpSpPr>
            <p:nvPr/>
          </p:nvGrpSpPr>
          <p:grpSpPr bwMode="auto">
            <a:xfrm>
              <a:off x="3312" y="2160"/>
              <a:ext cx="960" cy="528"/>
              <a:chOff x="3312" y="2160"/>
              <a:chExt cx="960" cy="528"/>
            </a:xfrm>
          </p:grpSpPr>
          <p:sp>
            <p:nvSpPr>
              <p:cNvPr id="38" name="AutoShape 60">
                <a:extLst>
                  <a:ext uri="{FF2B5EF4-FFF2-40B4-BE49-F238E27FC236}">
                    <a16:creationId xmlns:a16="http://schemas.microsoft.com/office/drawing/2014/main" id="{B5BD0E12-FF8A-1D07-7047-4D285097916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39" name="Group 61">
                <a:extLst>
                  <a:ext uri="{FF2B5EF4-FFF2-40B4-BE49-F238E27FC236}">
                    <a16:creationId xmlns:a16="http://schemas.microsoft.com/office/drawing/2014/main" id="{3D58A98C-FB1A-914C-C89D-1AB4E97A30CE}"/>
                  </a:ext>
                </a:extLst>
              </p:cNvPr>
              <p:cNvGrpSpPr>
                <a:grpSpLocks noChangeAspect="1"/>
              </p:cNvGrpSpPr>
              <p:nvPr/>
            </p:nvGrpSpPr>
            <p:grpSpPr bwMode="auto">
              <a:xfrm>
                <a:off x="3488" y="2193"/>
                <a:ext cx="599" cy="207"/>
                <a:chOff x="422" y="1632"/>
                <a:chExt cx="829" cy="298"/>
              </a:xfrm>
            </p:grpSpPr>
            <p:grpSp>
              <p:nvGrpSpPr>
                <p:cNvPr id="40" name="Group 62">
                  <a:extLst>
                    <a:ext uri="{FF2B5EF4-FFF2-40B4-BE49-F238E27FC236}">
                      <a16:creationId xmlns:a16="http://schemas.microsoft.com/office/drawing/2014/main" id="{1B435C44-4945-1186-C685-2EBEA0450C98}"/>
                    </a:ext>
                  </a:extLst>
                </p:cNvPr>
                <p:cNvGrpSpPr>
                  <a:grpSpLocks noChangeAspect="1"/>
                </p:cNvGrpSpPr>
                <p:nvPr/>
              </p:nvGrpSpPr>
              <p:grpSpPr bwMode="auto">
                <a:xfrm>
                  <a:off x="422" y="1632"/>
                  <a:ext cx="822" cy="291"/>
                  <a:chOff x="422" y="1632"/>
                  <a:chExt cx="822" cy="291"/>
                </a:xfrm>
              </p:grpSpPr>
              <p:sp>
                <p:nvSpPr>
                  <p:cNvPr id="50" name="Freeform 63">
                    <a:extLst>
                      <a:ext uri="{FF2B5EF4-FFF2-40B4-BE49-F238E27FC236}">
                        <a16:creationId xmlns:a16="http://schemas.microsoft.com/office/drawing/2014/main" id="{B7109261-9C9F-F1C8-BEE5-9E18EAD52D1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1" name="Freeform 64">
                    <a:extLst>
                      <a:ext uri="{FF2B5EF4-FFF2-40B4-BE49-F238E27FC236}">
                        <a16:creationId xmlns:a16="http://schemas.microsoft.com/office/drawing/2014/main" id="{DF07984C-6065-BDC5-F697-56DB089B466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2" name="Freeform 65">
                    <a:extLst>
                      <a:ext uri="{FF2B5EF4-FFF2-40B4-BE49-F238E27FC236}">
                        <a16:creationId xmlns:a16="http://schemas.microsoft.com/office/drawing/2014/main" id="{759D1AB2-789C-7CE3-27B1-6AE8B2C1739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3" name="Freeform 66">
                    <a:extLst>
                      <a:ext uri="{FF2B5EF4-FFF2-40B4-BE49-F238E27FC236}">
                        <a16:creationId xmlns:a16="http://schemas.microsoft.com/office/drawing/2014/main" id="{400C610D-46FF-23B9-0C27-5EBCB41DF37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4" name="Freeform 67">
                    <a:extLst>
                      <a:ext uri="{FF2B5EF4-FFF2-40B4-BE49-F238E27FC236}">
                        <a16:creationId xmlns:a16="http://schemas.microsoft.com/office/drawing/2014/main" id="{B16A48EC-EF7F-4BE0-F6E4-ECCA66E9CD7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5" name="Freeform 68">
                    <a:extLst>
                      <a:ext uri="{FF2B5EF4-FFF2-40B4-BE49-F238E27FC236}">
                        <a16:creationId xmlns:a16="http://schemas.microsoft.com/office/drawing/2014/main" id="{19F1100D-8148-89E6-52E6-125C40AD333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6" name="Freeform 69">
                    <a:extLst>
                      <a:ext uri="{FF2B5EF4-FFF2-40B4-BE49-F238E27FC236}">
                        <a16:creationId xmlns:a16="http://schemas.microsoft.com/office/drawing/2014/main" id="{3CFC53CC-782F-BEF7-6986-BA080261A08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 name="Freeform 70">
                    <a:extLst>
                      <a:ext uri="{FF2B5EF4-FFF2-40B4-BE49-F238E27FC236}">
                        <a16:creationId xmlns:a16="http://schemas.microsoft.com/office/drawing/2014/main" id="{05BCE7A7-0FFB-785E-9573-AF9EADE0A54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41" name="Group 71">
                  <a:extLst>
                    <a:ext uri="{FF2B5EF4-FFF2-40B4-BE49-F238E27FC236}">
                      <a16:creationId xmlns:a16="http://schemas.microsoft.com/office/drawing/2014/main" id="{EDC4A3D8-0EA2-297F-3400-A35F16D6A136}"/>
                    </a:ext>
                  </a:extLst>
                </p:cNvPr>
                <p:cNvGrpSpPr>
                  <a:grpSpLocks noChangeAspect="1"/>
                </p:cNvGrpSpPr>
                <p:nvPr/>
              </p:nvGrpSpPr>
              <p:grpSpPr bwMode="auto">
                <a:xfrm>
                  <a:off x="429" y="1639"/>
                  <a:ext cx="822" cy="291"/>
                  <a:chOff x="429" y="1639"/>
                  <a:chExt cx="822" cy="291"/>
                </a:xfrm>
              </p:grpSpPr>
              <p:sp>
                <p:nvSpPr>
                  <p:cNvPr id="42" name="Freeform 72">
                    <a:extLst>
                      <a:ext uri="{FF2B5EF4-FFF2-40B4-BE49-F238E27FC236}">
                        <a16:creationId xmlns:a16="http://schemas.microsoft.com/office/drawing/2014/main" id="{DFD37556-E148-827E-C941-733AECD2C1B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3" name="Freeform 73">
                    <a:extLst>
                      <a:ext uri="{FF2B5EF4-FFF2-40B4-BE49-F238E27FC236}">
                        <a16:creationId xmlns:a16="http://schemas.microsoft.com/office/drawing/2014/main" id="{7182A070-25A5-C387-18BE-F3B70348A3C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4" name="Freeform 74">
                    <a:extLst>
                      <a:ext uri="{FF2B5EF4-FFF2-40B4-BE49-F238E27FC236}">
                        <a16:creationId xmlns:a16="http://schemas.microsoft.com/office/drawing/2014/main" id="{F19F85A6-9AB0-A771-E0ED-A13F02E7C2F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5" name="Freeform 75">
                    <a:extLst>
                      <a:ext uri="{FF2B5EF4-FFF2-40B4-BE49-F238E27FC236}">
                        <a16:creationId xmlns:a16="http://schemas.microsoft.com/office/drawing/2014/main" id="{6DE448EC-8F63-1CF6-EEB6-91D37D3E513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6" name="Freeform 76">
                    <a:extLst>
                      <a:ext uri="{FF2B5EF4-FFF2-40B4-BE49-F238E27FC236}">
                        <a16:creationId xmlns:a16="http://schemas.microsoft.com/office/drawing/2014/main" id="{F70C254F-7D19-3124-4192-6B7E5196087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7" name="Freeform 77">
                    <a:extLst>
                      <a:ext uri="{FF2B5EF4-FFF2-40B4-BE49-F238E27FC236}">
                        <a16:creationId xmlns:a16="http://schemas.microsoft.com/office/drawing/2014/main" id="{95125788-59B8-5A47-66D5-979B1828E46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8" name="Freeform 78">
                    <a:extLst>
                      <a:ext uri="{FF2B5EF4-FFF2-40B4-BE49-F238E27FC236}">
                        <a16:creationId xmlns:a16="http://schemas.microsoft.com/office/drawing/2014/main" id="{7207942D-6365-5FED-025B-19F2C0F69E8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9" name="Freeform 79">
                    <a:extLst>
                      <a:ext uri="{FF2B5EF4-FFF2-40B4-BE49-F238E27FC236}">
                        <a16:creationId xmlns:a16="http://schemas.microsoft.com/office/drawing/2014/main" id="{90F873C8-E584-E0CD-3C49-5BA0FDDD050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37" name="WordArt 80">
              <a:extLst>
                <a:ext uri="{FF2B5EF4-FFF2-40B4-BE49-F238E27FC236}">
                  <a16:creationId xmlns:a16="http://schemas.microsoft.com/office/drawing/2014/main" id="{E214CEBC-AD80-D590-DDEA-5C0A99499D7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grpSp>
        <p:nvGrpSpPr>
          <p:cNvPr id="21628" name="Group 39">
            <a:extLst>
              <a:ext uri="{FF2B5EF4-FFF2-40B4-BE49-F238E27FC236}">
                <a16:creationId xmlns:a16="http://schemas.microsoft.com/office/drawing/2014/main" id="{A5F79A14-0939-6793-CFAD-84C8143A27BF}"/>
              </a:ext>
            </a:extLst>
          </p:cNvPr>
          <p:cNvGrpSpPr>
            <a:grpSpLocks/>
          </p:cNvGrpSpPr>
          <p:nvPr/>
        </p:nvGrpSpPr>
        <p:grpSpPr bwMode="auto">
          <a:xfrm>
            <a:off x="4211805" y="1722306"/>
            <a:ext cx="406400" cy="339725"/>
            <a:chOff x="144" y="3264"/>
            <a:chExt cx="288" cy="240"/>
          </a:xfrm>
        </p:grpSpPr>
        <p:sp>
          <p:nvSpPr>
            <p:cNvPr id="21629" name="Rectangle 40">
              <a:extLst>
                <a:ext uri="{FF2B5EF4-FFF2-40B4-BE49-F238E27FC236}">
                  <a16:creationId xmlns:a16="http://schemas.microsoft.com/office/drawing/2014/main" id="{0B194F1B-5378-E594-118E-61D268787D8D}"/>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630" name="Rectangle 41">
              <a:extLst>
                <a:ext uri="{FF2B5EF4-FFF2-40B4-BE49-F238E27FC236}">
                  <a16:creationId xmlns:a16="http://schemas.microsoft.com/office/drawing/2014/main" id="{446BDC6A-9308-064D-870D-4CBADFC3E6FF}"/>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pic>
        <p:nvPicPr>
          <p:cNvPr id="21613" name="Picture 224" descr="MC900434713[1]">
            <a:extLst>
              <a:ext uri="{FF2B5EF4-FFF2-40B4-BE49-F238E27FC236}">
                <a16:creationId xmlns:a16="http://schemas.microsoft.com/office/drawing/2014/main" id="{775783CB-2DC1-FEE4-86B7-B010BDB46AA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82028" y="1362922"/>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15" name="Line 196">
            <a:extLst>
              <a:ext uri="{FF2B5EF4-FFF2-40B4-BE49-F238E27FC236}">
                <a16:creationId xmlns:a16="http://schemas.microsoft.com/office/drawing/2014/main" id="{682B85EE-A528-D462-8884-3CCF376E470B}"/>
              </a:ext>
            </a:extLst>
          </p:cNvPr>
          <p:cNvSpPr>
            <a:spLocks noChangeShapeType="1"/>
          </p:cNvSpPr>
          <p:nvPr/>
        </p:nvSpPr>
        <p:spPr bwMode="auto">
          <a:xfrm>
            <a:off x="4126966" y="3739217"/>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609" name="Group 202">
            <a:extLst>
              <a:ext uri="{FF2B5EF4-FFF2-40B4-BE49-F238E27FC236}">
                <a16:creationId xmlns:a16="http://schemas.microsoft.com/office/drawing/2014/main" id="{E3906D18-2F50-5A05-3E34-03B92F29A8B0}"/>
              </a:ext>
            </a:extLst>
          </p:cNvPr>
          <p:cNvGrpSpPr>
            <a:grpSpLocks/>
          </p:cNvGrpSpPr>
          <p:nvPr/>
        </p:nvGrpSpPr>
        <p:grpSpPr bwMode="auto">
          <a:xfrm>
            <a:off x="4195187" y="3505261"/>
            <a:ext cx="406400" cy="339725"/>
            <a:chOff x="144" y="3264"/>
            <a:chExt cx="288" cy="240"/>
          </a:xfrm>
        </p:grpSpPr>
        <p:sp>
          <p:nvSpPr>
            <p:cNvPr id="21610" name="Rectangle 203">
              <a:extLst>
                <a:ext uri="{FF2B5EF4-FFF2-40B4-BE49-F238E27FC236}">
                  <a16:creationId xmlns:a16="http://schemas.microsoft.com/office/drawing/2014/main" id="{49460E3C-CF58-5E02-34F5-FAA0A913B91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614" name="Rectangle 204">
              <a:extLst>
                <a:ext uri="{FF2B5EF4-FFF2-40B4-BE49-F238E27FC236}">
                  <a16:creationId xmlns:a16="http://schemas.microsoft.com/office/drawing/2014/main" id="{05CC1E41-560C-D21E-5835-FD37624149D5}"/>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21870" name="Oval 53">
            <a:extLst>
              <a:ext uri="{FF2B5EF4-FFF2-40B4-BE49-F238E27FC236}">
                <a16:creationId xmlns:a16="http://schemas.microsoft.com/office/drawing/2014/main" id="{7005A62F-AD5D-EE8B-2A0A-5C87440AF9E4}"/>
              </a:ext>
            </a:extLst>
          </p:cNvPr>
          <p:cNvSpPr>
            <a:spLocks noChangeArrowheads="1"/>
          </p:cNvSpPr>
          <p:nvPr/>
        </p:nvSpPr>
        <p:spPr bwMode="auto">
          <a:xfrm flipH="1">
            <a:off x="5707907" y="3567987"/>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C</a:t>
            </a:r>
          </a:p>
        </p:txBody>
      </p:sp>
      <p:sp>
        <p:nvSpPr>
          <p:cNvPr id="21616" name="Line 195">
            <a:extLst>
              <a:ext uri="{FF2B5EF4-FFF2-40B4-BE49-F238E27FC236}">
                <a16:creationId xmlns:a16="http://schemas.microsoft.com/office/drawing/2014/main" id="{47E82F42-329D-01ED-9E9E-FE42EE8CF482}"/>
              </a:ext>
            </a:extLst>
          </p:cNvPr>
          <p:cNvSpPr>
            <a:spLocks noChangeShapeType="1"/>
          </p:cNvSpPr>
          <p:nvPr/>
        </p:nvSpPr>
        <p:spPr bwMode="auto">
          <a:xfrm flipH="1">
            <a:off x="3799797" y="2733180"/>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825" name="Group 288">
            <a:extLst>
              <a:ext uri="{FF2B5EF4-FFF2-40B4-BE49-F238E27FC236}">
                <a16:creationId xmlns:a16="http://schemas.microsoft.com/office/drawing/2014/main" id="{1885F794-704B-ADA9-3C00-445B18093E05}"/>
              </a:ext>
            </a:extLst>
          </p:cNvPr>
          <p:cNvGrpSpPr>
            <a:grpSpLocks/>
          </p:cNvGrpSpPr>
          <p:nvPr/>
        </p:nvGrpSpPr>
        <p:grpSpPr bwMode="auto">
          <a:xfrm>
            <a:off x="3393493" y="1599519"/>
            <a:ext cx="765991" cy="537685"/>
            <a:chOff x="195" y="394"/>
            <a:chExt cx="570" cy="360"/>
          </a:xfrm>
        </p:grpSpPr>
        <p:sp>
          <p:nvSpPr>
            <p:cNvPr id="21826" name="Arc 289">
              <a:extLst>
                <a:ext uri="{FF2B5EF4-FFF2-40B4-BE49-F238E27FC236}">
                  <a16:creationId xmlns:a16="http://schemas.microsoft.com/office/drawing/2014/main" id="{180C36B6-903A-296E-2A19-87D0DD45D459}"/>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8" name="Arc 290">
              <a:extLst>
                <a:ext uri="{FF2B5EF4-FFF2-40B4-BE49-F238E27FC236}">
                  <a16:creationId xmlns:a16="http://schemas.microsoft.com/office/drawing/2014/main" id="{B52DA408-221A-AB90-7217-ECCB437A4088}"/>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9" name="Line 291">
              <a:extLst>
                <a:ext uri="{FF2B5EF4-FFF2-40B4-BE49-F238E27FC236}">
                  <a16:creationId xmlns:a16="http://schemas.microsoft.com/office/drawing/2014/main" id="{605EFE9E-33EC-6CC5-A90C-7213B1EF9389}"/>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40" name="Line 292">
              <a:extLst>
                <a:ext uri="{FF2B5EF4-FFF2-40B4-BE49-F238E27FC236}">
                  <a16:creationId xmlns:a16="http://schemas.microsoft.com/office/drawing/2014/main" id="{78BBE94D-6ACD-E60C-80AF-45E9F3A954BB}"/>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21557" name="Group 145">
            <a:extLst>
              <a:ext uri="{FF2B5EF4-FFF2-40B4-BE49-F238E27FC236}">
                <a16:creationId xmlns:a16="http://schemas.microsoft.com/office/drawing/2014/main" id="{BF919D3C-20E0-6995-049F-1A90879A55E7}"/>
              </a:ext>
            </a:extLst>
          </p:cNvPr>
          <p:cNvGrpSpPr>
            <a:grpSpLocks noChangeAspect="1"/>
          </p:cNvGrpSpPr>
          <p:nvPr/>
        </p:nvGrpSpPr>
        <p:grpSpPr bwMode="auto">
          <a:xfrm>
            <a:off x="3427884" y="3438634"/>
            <a:ext cx="723900" cy="460375"/>
            <a:chOff x="3312" y="2160"/>
            <a:chExt cx="960" cy="528"/>
          </a:xfrm>
        </p:grpSpPr>
        <p:grpSp>
          <p:nvGrpSpPr>
            <p:cNvPr id="21558" name="Group 146">
              <a:extLst>
                <a:ext uri="{FF2B5EF4-FFF2-40B4-BE49-F238E27FC236}">
                  <a16:creationId xmlns:a16="http://schemas.microsoft.com/office/drawing/2014/main" id="{C9CE70C1-F449-AE93-732C-5E6C179E02BB}"/>
                </a:ext>
              </a:extLst>
            </p:cNvPr>
            <p:cNvGrpSpPr>
              <a:grpSpLocks noChangeAspect="1"/>
            </p:cNvGrpSpPr>
            <p:nvPr/>
          </p:nvGrpSpPr>
          <p:grpSpPr bwMode="auto">
            <a:xfrm>
              <a:off x="3312" y="2160"/>
              <a:ext cx="960" cy="528"/>
              <a:chOff x="3312" y="2160"/>
              <a:chExt cx="960" cy="528"/>
            </a:xfrm>
          </p:grpSpPr>
          <p:sp>
            <p:nvSpPr>
              <p:cNvPr id="21560" name="AutoShape 147">
                <a:extLst>
                  <a:ext uri="{FF2B5EF4-FFF2-40B4-BE49-F238E27FC236}">
                    <a16:creationId xmlns:a16="http://schemas.microsoft.com/office/drawing/2014/main" id="{BBD55983-EA7E-7368-0DAF-64BB8810A75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61" name="Group 148">
                <a:extLst>
                  <a:ext uri="{FF2B5EF4-FFF2-40B4-BE49-F238E27FC236}">
                    <a16:creationId xmlns:a16="http://schemas.microsoft.com/office/drawing/2014/main" id="{C3039768-403B-52CD-6F45-2125E7C73EA0}"/>
                  </a:ext>
                </a:extLst>
              </p:cNvPr>
              <p:cNvGrpSpPr>
                <a:grpSpLocks noChangeAspect="1"/>
              </p:cNvGrpSpPr>
              <p:nvPr/>
            </p:nvGrpSpPr>
            <p:grpSpPr bwMode="auto">
              <a:xfrm>
                <a:off x="3488" y="2193"/>
                <a:ext cx="599" cy="207"/>
                <a:chOff x="422" y="1632"/>
                <a:chExt cx="829" cy="298"/>
              </a:xfrm>
            </p:grpSpPr>
            <p:grpSp>
              <p:nvGrpSpPr>
                <p:cNvPr id="21562" name="Group 149">
                  <a:extLst>
                    <a:ext uri="{FF2B5EF4-FFF2-40B4-BE49-F238E27FC236}">
                      <a16:creationId xmlns:a16="http://schemas.microsoft.com/office/drawing/2014/main" id="{E886641B-0F23-6D2E-2093-6D498208F740}"/>
                    </a:ext>
                  </a:extLst>
                </p:cNvPr>
                <p:cNvGrpSpPr>
                  <a:grpSpLocks noChangeAspect="1"/>
                </p:cNvGrpSpPr>
                <p:nvPr/>
              </p:nvGrpSpPr>
              <p:grpSpPr bwMode="auto">
                <a:xfrm>
                  <a:off x="422" y="1632"/>
                  <a:ext cx="822" cy="291"/>
                  <a:chOff x="422" y="1632"/>
                  <a:chExt cx="822" cy="291"/>
                </a:xfrm>
              </p:grpSpPr>
              <p:sp>
                <p:nvSpPr>
                  <p:cNvPr id="21572" name="Freeform 150">
                    <a:extLst>
                      <a:ext uri="{FF2B5EF4-FFF2-40B4-BE49-F238E27FC236}">
                        <a16:creationId xmlns:a16="http://schemas.microsoft.com/office/drawing/2014/main" id="{0AB50D13-FC19-907E-059E-A9AF76781C3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3" name="Freeform 151">
                    <a:extLst>
                      <a:ext uri="{FF2B5EF4-FFF2-40B4-BE49-F238E27FC236}">
                        <a16:creationId xmlns:a16="http://schemas.microsoft.com/office/drawing/2014/main" id="{8BBE3B2D-C7C6-96B1-A23E-0E6257BBE8F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4" name="Freeform 152">
                    <a:extLst>
                      <a:ext uri="{FF2B5EF4-FFF2-40B4-BE49-F238E27FC236}">
                        <a16:creationId xmlns:a16="http://schemas.microsoft.com/office/drawing/2014/main" id="{CD1A2776-2147-7B15-D135-616342C7A9CF}"/>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5" name="Freeform 153">
                    <a:extLst>
                      <a:ext uri="{FF2B5EF4-FFF2-40B4-BE49-F238E27FC236}">
                        <a16:creationId xmlns:a16="http://schemas.microsoft.com/office/drawing/2014/main" id="{7291508E-A91D-C72F-42B3-A6A6B653F06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6" name="Freeform 154">
                    <a:extLst>
                      <a:ext uri="{FF2B5EF4-FFF2-40B4-BE49-F238E27FC236}">
                        <a16:creationId xmlns:a16="http://schemas.microsoft.com/office/drawing/2014/main" id="{D545102C-A991-708F-C3B6-FDF24F887C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7" name="Freeform 155">
                    <a:extLst>
                      <a:ext uri="{FF2B5EF4-FFF2-40B4-BE49-F238E27FC236}">
                        <a16:creationId xmlns:a16="http://schemas.microsoft.com/office/drawing/2014/main" id="{A8A0332E-9857-0F7E-7C73-8F7561E0A76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8" name="Freeform 156">
                    <a:extLst>
                      <a:ext uri="{FF2B5EF4-FFF2-40B4-BE49-F238E27FC236}">
                        <a16:creationId xmlns:a16="http://schemas.microsoft.com/office/drawing/2014/main" id="{E29F5E5B-A6B7-40AB-AAE2-FDE57C7119D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9" name="Freeform 157">
                    <a:extLst>
                      <a:ext uri="{FF2B5EF4-FFF2-40B4-BE49-F238E27FC236}">
                        <a16:creationId xmlns:a16="http://schemas.microsoft.com/office/drawing/2014/main" id="{7F143E06-8770-68E2-C462-5E4FABF03F8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63" name="Group 158">
                  <a:extLst>
                    <a:ext uri="{FF2B5EF4-FFF2-40B4-BE49-F238E27FC236}">
                      <a16:creationId xmlns:a16="http://schemas.microsoft.com/office/drawing/2014/main" id="{EE15192C-52AC-F658-7322-8BA6CA520B5C}"/>
                    </a:ext>
                  </a:extLst>
                </p:cNvPr>
                <p:cNvGrpSpPr>
                  <a:grpSpLocks noChangeAspect="1"/>
                </p:cNvGrpSpPr>
                <p:nvPr/>
              </p:nvGrpSpPr>
              <p:grpSpPr bwMode="auto">
                <a:xfrm>
                  <a:off x="429" y="1639"/>
                  <a:ext cx="822" cy="291"/>
                  <a:chOff x="429" y="1639"/>
                  <a:chExt cx="822" cy="291"/>
                </a:xfrm>
              </p:grpSpPr>
              <p:sp>
                <p:nvSpPr>
                  <p:cNvPr id="21564" name="Freeform 159">
                    <a:extLst>
                      <a:ext uri="{FF2B5EF4-FFF2-40B4-BE49-F238E27FC236}">
                        <a16:creationId xmlns:a16="http://schemas.microsoft.com/office/drawing/2014/main" id="{583941F9-7A99-49A8-3C83-BB40C94CB2BB}"/>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5" name="Freeform 160">
                    <a:extLst>
                      <a:ext uri="{FF2B5EF4-FFF2-40B4-BE49-F238E27FC236}">
                        <a16:creationId xmlns:a16="http://schemas.microsoft.com/office/drawing/2014/main" id="{AD496653-94F8-3D91-C9F0-EFAB0FB8A37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6" name="Freeform 161">
                    <a:extLst>
                      <a:ext uri="{FF2B5EF4-FFF2-40B4-BE49-F238E27FC236}">
                        <a16:creationId xmlns:a16="http://schemas.microsoft.com/office/drawing/2014/main" id="{ADCFC04F-5A3A-844B-160D-D18AB530B11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7" name="Freeform 162">
                    <a:extLst>
                      <a:ext uri="{FF2B5EF4-FFF2-40B4-BE49-F238E27FC236}">
                        <a16:creationId xmlns:a16="http://schemas.microsoft.com/office/drawing/2014/main" id="{B96C67A1-C28F-3D18-39A8-02E5608BE231}"/>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8" name="Freeform 163">
                    <a:extLst>
                      <a:ext uri="{FF2B5EF4-FFF2-40B4-BE49-F238E27FC236}">
                        <a16:creationId xmlns:a16="http://schemas.microsoft.com/office/drawing/2014/main" id="{57786466-5584-82CE-1D4A-B091E7A6E01E}"/>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9" name="Freeform 164">
                    <a:extLst>
                      <a:ext uri="{FF2B5EF4-FFF2-40B4-BE49-F238E27FC236}">
                        <a16:creationId xmlns:a16="http://schemas.microsoft.com/office/drawing/2014/main" id="{5D85E2B6-2ABB-1FE7-316E-18CE7F03453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0" name="Freeform 165">
                    <a:extLst>
                      <a:ext uri="{FF2B5EF4-FFF2-40B4-BE49-F238E27FC236}">
                        <a16:creationId xmlns:a16="http://schemas.microsoft.com/office/drawing/2014/main" id="{1D492DA3-5C0F-01A9-DDDB-4D08C73020C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1" name="Freeform 166">
                    <a:extLst>
                      <a:ext uri="{FF2B5EF4-FFF2-40B4-BE49-F238E27FC236}">
                        <a16:creationId xmlns:a16="http://schemas.microsoft.com/office/drawing/2014/main" id="{46FEB88A-78F1-A80C-0696-7D0A202FC76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59" name="WordArt 167">
              <a:extLst>
                <a:ext uri="{FF2B5EF4-FFF2-40B4-BE49-F238E27FC236}">
                  <a16:creationId xmlns:a16="http://schemas.microsoft.com/office/drawing/2014/main" id="{76DD55C0-FCFC-7D17-6781-C8A8930DDDCF}"/>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grpSp>
        <p:nvGrpSpPr>
          <p:cNvPr id="21606" name="Group 199">
            <a:extLst>
              <a:ext uri="{FF2B5EF4-FFF2-40B4-BE49-F238E27FC236}">
                <a16:creationId xmlns:a16="http://schemas.microsoft.com/office/drawing/2014/main" id="{D28881FE-4EE9-F730-33E6-3D242B62C198}"/>
              </a:ext>
            </a:extLst>
          </p:cNvPr>
          <p:cNvGrpSpPr>
            <a:grpSpLocks/>
          </p:cNvGrpSpPr>
          <p:nvPr/>
        </p:nvGrpSpPr>
        <p:grpSpPr bwMode="auto">
          <a:xfrm>
            <a:off x="3591141" y="3035502"/>
            <a:ext cx="406400" cy="339725"/>
            <a:chOff x="144" y="3264"/>
            <a:chExt cx="288" cy="240"/>
          </a:xfrm>
        </p:grpSpPr>
        <p:sp>
          <p:nvSpPr>
            <p:cNvPr id="21607" name="Rectangle 200">
              <a:extLst>
                <a:ext uri="{FF2B5EF4-FFF2-40B4-BE49-F238E27FC236}">
                  <a16:creationId xmlns:a16="http://schemas.microsoft.com/office/drawing/2014/main" id="{DC44C780-AB79-644F-B334-1FAE737E442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608" name="Rectangle 201">
              <a:extLst>
                <a:ext uri="{FF2B5EF4-FFF2-40B4-BE49-F238E27FC236}">
                  <a16:creationId xmlns:a16="http://schemas.microsoft.com/office/drawing/2014/main" id="{EE3A946D-7579-21AD-50B5-B36E26D3E6B4}"/>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sp>
        <p:nvSpPr>
          <p:cNvPr id="21868" name="Oval 51">
            <a:extLst>
              <a:ext uri="{FF2B5EF4-FFF2-40B4-BE49-F238E27FC236}">
                <a16:creationId xmlns:a16="http://schemas.microsoft.com/office/drawing/2014/main" id="{D82483F4-E4A6-720E-4DEA-40AE4183B17E}"/>
              </a:ext>
            </a:extLst>
          </p:cNvPr>
          <p:cNvSpPr>
            <a:spLocks noChangeArrowheads="1"/>
          </p:cNvSpPr>
          <p:nvPr/>
        </p:nvSpPr>
        <p:spPr bwMode="auto">
          <a:xfrm flipH="1">
            <a:off x="3641819" y="263727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D</a:t>
            </a:r>
          </a:p>
        </p:txBody>
      </p:sp>
      <p:pic>
        <p:nvPicPr>
          <p:cNvPr id="21601" name="Picture 45" descr="MC900434713[1]">
            <a:extLst>
              <a:ext uri="{FF2B5EF4-FFF2-40B4-BE49-F238E27FC236}">
                <a16:creationId xmlns:a16="http://schemas.microsoft.com/office/drawing/2014/main" id="{144676CA-BFA2-7F9C-A472-D3A2AB3435A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11169" y="2731099"/>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02" name="Picture 45" descr="MC900434713[1]">
            <a:extLst>
              <a:ext uri="{FF2B5EF4-FFF2-40B4-BE49-F238E27FC236}">
                <a16:creationId xmlns:a16="http://schemas.microsoft.com/office/drawing/2014/main" id="{D608AE80-E4AB-4CF7-689E-BE839F48117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08501" y="3174647"/>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04" name="Group 288">
            <a:extLst>
              <a:ext uri="{FF2B5EF4-FFF2-40B4-BE49-F238E27FC236}">
                <a16:creationId xmlns:a16="http://schemas.microsoft.com/office/drawing/2014/main" id="{FA1D3816-DB03-3201-5D4D-BAD99A893E35}"/>
              </a:ext>
            </a:extLst>
          </p:cNvPr>
          <p:cNvGrpSpPr>
            <a:grpSpLocks/>
          </p:cNvGrpSpPr>
          <p:nvPr/>
        </p:nvGrpSpPr>
        <p:grpSpPr bwMode="auto">
          <a:xfrm>
            <a:off x="5419780" y="2529537"/>
            <a:ext cx="765991" cy="537685"/>
            <a:chOff x="195" y="394"/>
            <a:chExt cx="570" cy="360"/>
          </a:xfrm>
        </p:grpSpPr>
        <p:sp>
          <p:nvSpPr>
            <p:cNvPr id="21605" name="Arc 289">
              <a:extLst>
                <a:ext uri="{FF2B5EF4-FFF2-40B4-BE49-F238E27FC236}">
                  <a16:creationId xmlns:a16="http://schemas.microsoft.com/office/drawing/2014/main" id="{7A937D0C-32EA-5B13-2E45-4040AF8FC7BC}"/>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617" name="Arc 290">
              <a:extLst>
                <a:ext uri="{FF2B5EF4-FFF2-40B4-BE49-F238E27FC236}">
                  <a16:creationId xmlns:a16="http://schemas.microsoft.com/office/drawing/2014/main" id="{D8038CCB-7080-67E8-EEE5-9F627856D94B}"/>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28" name="Line 291">
              <a:extLst>
                <a:ext uri="{FF2B5EF4-FFF2-40B4-BE49-F238E27FC236}">
                  <a16:creationId xmlns:a16="http://schemas.microsoft.com/office/drawing/2014/main" id="{766DAA01-9DCD-1E65-FF67-32FBA719CCF1}"/>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29" name="Line 292">
              <a:extLst>
                <a:ext uri="{FF2B5EF4-FFF2-40B4-BE49-F238E27FC236}">
                  <a16:creationId xmlns:a16="http://schemas.microsoft.com/office/drawing/2014/main" id="{C1F1BAD0-34C5-02BF-F316-82F12A660FD3}"/>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21830" name="Group 288">
            <a:extLst>
              <a:ext uri="{FF2B5EF4-FFF2-40B4-BE49-F238E27FC236}">
                <a16:creationId xmlns:a16="http://schemas.microsoft.com/office/drawing/2014/main" id="{64EDE5DD-2317-6B72-EA09-233C96C1AA25}"/>
              </a:ext>
            </a:extLst>
          </p:cNvPr>
          <p:cNvGrpSpPr>
            <a:grpSpLocks/>
          </p:cNvGrpSpPr>
          <p:nvPr/>
        </p:nvGrpSpPr>
        <p:grpSpPr bwMode="auto">
          <a:xfrm>
            <a:off x="7763358" y="1604588"/>
            <a:ext cx="765991" cy="537685"/>
            <a:chOff x="195" y="394"/>
            <a:chExt cx="570" cy="360"/>
          </a:xfrm>
        </p:grpSpPr>
        <p:sp>
          <p:nvSpPr>
            <p:cNvPr id="21831" name="Arc 289">
              <a:extLst>
                <a:ext uri="{FF2B5EF4-FFF2-40B4-BE49-F238E27FC236}">
                  <a16:creationId xmlns:a16="http://schemas.microsoft.com/office/drawing/2014/main" id="{A2219D49-8AAD-3A1C-923D-9CAF06DD73D2}"/>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2" name="Arc 290">
              <a:extLst>
                <a:ext uri="{FF2B5EF4-FFF2-40B4-BE49-F238E27FC236}">
                  <a16:creationId xmlns:a16="http://schemas.microsoft.com/office/drawing/2014/main" id="{DA57AB1D-7DB6-9D1B-F26A-5EFD86AE3015}"/>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3" name="Line 291">
              <a:extLst>
                <a:ext uri="{FF2B5EF4-FFF2-40B4-BE49-F238E27FC236}">
                  <a16:creationId xmlns:a16="http://schemas.microsoft.com/office/drawing/2014/main" id="{70338DA9-A588-58A9-BD43-64977F3B205D}"/>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34" name="Line 292">
              <a:extLst>
                <a:ext uri="{FF2B5EF4-FFF2-40B4-BE49-F238E27FC236}">
                  <a16:creationId xmlns:a16="http://schemas.microsoft.com/office/drawing/2014/main" id="{0529F820-44ED-52B1-73BD-C2C8BD3E56B8}"/>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21620" name="Group 198">
            <a:extLst>
              <a:ext uri="{FF2B5EF4-FFF2-40B4-BE49-F238E27FC236}">
                <a16:creationId xmlns:a16="http://schemas.microsoft.com/office/drawing/2014/main" id="{5D74B959-BD8E-E9ED-E49D-528CE445E6DB}"/>
              </a:ext>
            </a:extLst>
          </p:cNvPr>
          <p:cNvGrpSpPr>
            <a:grpSpLocks/>
          </p:cNvGrpSpPr>
          <p:nvPr/>
        </p:nvGrpSpPr>
        <p:grpSpPr bwMode="auto">
          <a:xfrm>
            <a:off x="5612671" y="2237532"/>
            <a:ext cx="406400" cy="339725"/>
            <a:chOff x="144" y="3264"/>
            <a:chExt cx="288" cy="240"/>
          </a:xfrm>
        </p:grpSpPr>
        <p:sp>
          <p:nvSpPr>
            <p:cNvPr id="21621" name="Rectangle 199">
              <a:extLst>
                <a:ext uri="{FF2B5EF4-FFF2-40B4-BE49-F238E27FC236}">
                  <a16:creationId xmlns:a16="http://schemas.microsoft.com/office/drawing/2014/main" id="{CE4145F1-13DD-68C2-93B4-7D58E05CD52E}"/>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21622" name="Rectangle 200">
              <a:extLst>
                <a:ext uri="{FF2B5EF4-FFF2-40B4-BE49-F238E27FC236}">
                  <a16:creationId xmlns:a16="http://schemas.microsoft.com/office/drawing/2014/main" id="{8E551EAF-0003-48F8-A5DC-342E99F4EF6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grpSp>
        <p:nvGrpSpPr>
          <p:cNvPr id="21623" name="Group 201">
            <a:extLst>
              <a:ext uri="{FF2B5EF4-FFF2-40B4-BE49-F238E27FC236}">
                <a16:creationId xmlns:a16="http://schemas.microsoft.com/office/drawing/2014/main" id="{2FD1615A-3789-DC13-162F-BE54477A54EC}"/>
              </a:ext>
            </a:extLst>
          </p:cNvPr>
          <p:cNvGrpSpPr>
            <a:grpSpLocks/>
          </p:cNvGrpSpPr>
          <p:nvPr/>
        </p:nvGrpSpPr>
        <p:grpSpPr bwMode="auto">
          <a:xfrm>
            <a:off x="5642941" y="3013257"/>
            <a:ext cx="406400" cy="339725"/>
            <a:chOff x="144" y="3264"/>
            <a:chExt cx="288" cy="240"/>
          </a:xfrm>
        </p:grpSpPr>
        <p:sp>
          <p:nvSpPr>
            <p:cNvPr id="21625" name="Rectangle 203">
              <a:extLst>
                <a:ext uri="{FF2B5EF4-FFF2-40B4-BE49-F238E27FC236}">
                  <a16:creationId xmlns:a16="http://schemas.microsoft.com/office/drawing/2014/main" id="{7DBB3768-4D51-450F-7B02-49E7EBB7318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sp>
          <p:nvSpPr>
            <p:cNvPr id="21624" name="Rectangle 202">
              <a:extLst>
                <a:ext uri="{FF2B5EF4-FFF2-40B4-BE49-F238E27FC236}">
                  <a16:creationId xmlns:a16="http://schemas.microsoft.com/office/drawing/2014/main" id="{EE1BEA27-82B8-01C1-1DCF-85C287C490DA}"/>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grpSp>
      <p:grpSp>
        <p:nvGrpSpPr>
          <p:cNvPr id="21593" name="Group 202">
            <a:extLst>
              <a:ext uri="{FF2B5EF4-FFF2-40B4-BE49-F238E27FC236}">
                <a16:creationId xmlns:a16="http://schemas.microsoft.com/office/drawing/2014/main" id="{6DB0A1A6-0EF9-7A7A-6AC1-65FC526E0CA3}"/>
              </a:ext>
            </a:extLst>
          </p:cNvPr>
          <p:cNvGrpSpPr>
            <a:grpSpLocks/>
          </p:cNvGrpSpPr>
          <p:nvPr/>
        </p:nvGrpSpPr>
        <p:grpSpPr bwMode="auto">
          <a:xfrm>
            <a:off x="8020633" y="2153171"/>
            <a:ext cx="406400" cy="339725"/>
            <a:chOff x="144" y="3264"/>
            <a:chExt cx="288" cy="240"/>
          </a:xfrm>
        </p:grpSpPr>
        <p:sp>
          <p:nvSpPr>
            <p:cNvPr id="21594" name="Rectangle 203">
              <a:extLst>
                <a:ext uri="{FF2B5EF4-FFF2-40B4-BE49-F238E27FC236}">
                  <a16:creationId xmlns:a16="http://schemas.microsoft.com/office/drawing/2014/main" id="{5F7E31A3-B8DD-5DF3-0CDE-CA25345D3D3C}"/>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595" name="Rectangle 204">
              <a:extLst>
                <a:ext uri="{FF2B5EF4-FFF2-40B4-BE49-F238E27FC236}">
                  <a16:creationId xmlns:a16="http://schemas.microsoft.com/office/drawing/2014/main" id="{65F3C63F-4823-9B29-9D24-7DB400FE4E26}"/>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1</a:t>
              </a:r>
            </a:p>
          </p:txBody>
        </p:sp>
      </p:grpSp>
      <p:grpSp>
        <p:nvGrpSpPr>
          <p:cNvPr id="21835" name="Group 207">
            <a:extLst>
              <a:ext uri="{FF2B5EF4-FFF2-40B4-BE49-F238E27FC236}">
                <a16:creationId xmlns:a16="http://schemas.microsoft.com/office/drawing/2014/main" id="{5E3BEECB-7F01-33D2-2D22-0E6E007DE457}"/>
              </a:ext>
            </a:extLst>
          </p:cNvPr>
          <p:cNvGrpSpPr>
            <a:grpSpLocks/>
          </p:cNvGrpSpPr>
          <p:nvPr/>
        </p:nvGrpSpPr>
        <p:grpSpPr bwMode="auto">
          <a:xfrm>
            <a:off x="3581462" y="2100458"/>
            <a:ext cx="406400" cy="339725"/>
            <a:chOff x="144" y="3264"/>
            <a:chExt cx="288" cy="240"/>
          </a:xfrm>
        </p:grpSpPr>
        <p:sp>
          <p:nvSpPr>
            <p:cNvPr id="21836" name="Rectangle 208">
              <a:extLst>
                <a:ext uri="{FF2B5EF4-FFF2-40B4-BE49-F238E27FC236}">
                  <a16:creationId xmlns:a16="http://schemas.microsoft.com/office/drawing/2014/main" id="{C284BCF1-2112-74E9-63CE-47259B53C930}"/>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837" name="Rectangle 209">
              <a:extLst>
                <a:ext uri="{FF2B5EF4-FFF2-40B4-BE49-F238E27FC236}">
                  <a16:creationId xmlns:a16="http://schemas.microsoft.com/office/drawing/2014/main" id="{4CB9A370-DA13-23D5-B712-8E499EF4440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21842" name="Line 205">
            <a:extLst>
              <a:ext uri="{FF2B5EF4-FFF2-40B4-BE49-F238E27FC236}">
                <a16:creationId xmlns:a16="http://schemas.microsoft.com/office/drawing/2014/main" id="{C4ABB9D4-CAA9-6C9E-B020-65D644CAA754}"/>
              </a:ext>
            </a:extLst>
          </p:cNvPr>
          <p:cNvSpPr>
            <a:spLocks noChangeShapeType="1"/>
          </p:cNvSpPr>
          <p:nvPr/>
        </p:nvSpPr>
        <p:spPr bwMode="auto">
          <a:xfrm flipV="1">
            <a:off x="5854061" y="1139333"/>
            <a:ext cx="0" cy="62071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21843" name="Text Box 206">
            <a:extLst>
              <a:ext uri="{FF2B5EF4-FFF2-40B4-BE49-F238E27FC236}">
                <a16:creationId xmlns:a16="http://schemas.microsoft.com/office/drawing/2014/main" id="{8B144FC2-2648-96FB-A2B8-2FD3481CDEB1}"/>
              </a:ext>
            </a:extLst>
          </p:cNvPr>
          <p:cNvSpPr txBox="1">
            <a:spLocks noChangeArrowheads="1"/>
          </p:cNvSpPr>
          <p:nvPr/>
        </p:nvSpPr>
        <p:spPr bwMode="auto">
          <a:xfrm>
            <a:off x="5306374" y="1034558"/>
            <a:ext cx="1095375"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10.0.0.0/24</a:t>
            </a:r>
          </a:p>
        </p:txBody>
      </p:sp>
      <p:sp>
        <p:nvSpPr>
          <p:cNvPr id="21611" name="Oval 57">
            <a:extLst>
              <a:ext uri="{FF2B5EF4-FFF2-40B4-BE49-F238E27FC236}">
                <a16:creationId xmlns:a16="http://schemas.microsoft.com/office/drawing/2014/main" id="{CE8B9B63-2323-A33C-9694-30482B8E75D5}"/>
              </a:ext>
            </a:extLst>
          </p:cNvPr>
          <p:cNvSpPr>
            <a:spLocks noChangeArrowheads="1"/>
          </p:cNvSpPr>
          <p:nvPr/>
        </p:nvSpPr>
        <p:spPr bwMode="auto">
          <a:xfrm flipH="1">
            <a:off x="5707907" y="171297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A</a:t>
            </a:r>
          </a:p>
        </p:txBody>
      </p:sp>
      <p:sp>
        <p:nvSpPr>
          <p:cNvPr id="21603" name="Oval 263">
            <a:extLst>
              <a:ext uri="{FF2B5EF4-FFF2-40B4-BE49-F238E27FC236}">
                <a16:creationId xmlns:a16="http://schemas.microsoft.com/office/drawing/2014/main" id="{AE2787E8-9B33-A40E-A21C-D4464D80B1E9}"/>
              </a:ext>
            </a:extLst>
          </p:cNvPr>
          <p:cNvSpPr>
            <a:spLocks noChangeArrowheads="1"/>
          </p:cNvSpPr>
          <p:nvPr/>
        </p:nvSpPr>
        <p:spPr bwMode="auto">
          <a:xfrm>
            <a:off x="5623413" y="1646803"/>
            <a:ext cx="481313" cy="455612"/>
          </a:xfrm>
          <a:prstGeom prst="ellipse">
            <a:avLst/>
          </a:pr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Tree>
    <p:extLst>
      <p:ext uri="{BB962C8B-B14F-4D97-AF65-F5344CB8AC3E}">
        <p14:creationId xmlns:p14="http://schemas.microsoft.com/office/powerpoint/2010/main" val="3311227184"/>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9" name="Rectangle 162">
            <a:extLst>
              <a:ext uri="{FF2B5EF4-FFF2-40B4-BE49-F238E27FC236}">
                <a16:creationId xmlns:a16="http://schemas.microsoft.com/office/drawing/2014/main" id="{8584387D-BCD0-10AC-7D8D-EC2987806EDE}"/>
              </a:ext>
            </a:extLst>
          </p:cNvPr>
          <p:cNvSpPr>
            <a:spLocks noGrp="1" noChangeArrowheads="1"/>
          </p:cNvSpPr>
          <p:nvPr>
            <p:ph type="title"/>
          </p:nvPr>
        </p:nvSpPr>
        <p:spPr/>
        <p:txBody>
          <a:bodyPr/>
          <a:lstStyle/>
          <a:p>
            <a:pPr eaLnBrk="1" hangingPunct="1"/>
            <a:r>
              <a:rPr lang="it-IT" altLang="it-IT" sz="4000" dirty="0" err="1"/>
              <a:t>ospf’s</a:t>
            </a:r>
            <a:r>
              <a:rPr lang="it-IT" altLang="it-IT" sz="4000" dirty="0"/>
              <a:t> </a:t>
            </a:r>
            <a:r>
              <a:rPr lang="it-IT" altLang="it-IT" sz="4000" dirty="0" err="1"/>
              <a:t>view</a:t>
            </a:r>
            <a:r>
              <a:rPr lang="it-IT" altLang="it-IT" sz="4000" dirty="0"/>
              <a:t> of the network</a:t>
            </a:r>
          </a:p>
        </p:txBody>
      </p:sp>
      <p:sp>
        <p:nvSpPr>
          <p:cNvPr id="2" name="Rectangle 4">
            <a:extLst>
              <a:ext uri="{FF2B5EF4-FFF2-40B4-BE49-F238E27FC236}">
                <a16:creationId xmlns:a16="http://schemas.microsoft.com/office/drawing/2014/main" id="{6CE004DA-5A77-5B87-6A43-BCDFAA7F1A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A2AFE0F-CDE3-53AA-46B9-074CE3A31213}"/>
              </a:ext>
            </a:extLst>
          </p:cNvPr>
          <p:cNvSpPr>
            <a:spLocks noGrp="1" noChangeArrowheads="1"/>
          </p:cNvSpPr>
          <p:nvPr>
            <p:ph type="ftr" sz="quarter" idx="11"/>
          </p:nvPr>
        </p:nvSpPr>
        <p:spPr>
          <a:ln/>
        </p:spPr>
        <p:txBody>
          <a:bodyPr/>
          <a:lstStyle/>
          <a:p>
            <a:r>
              <a:rPr lang="it-IT" altLang="en-IT"/>
              <a:t>kathara – [ labs: ospf_frr ]</a:t>
            </a:r>
          </a:p>
        </p:txBody>
      </p:sp>
      <p:grpSp>
        <p:nvGrpSpPr>
          <p:cNvPr id="21508" name="Group 2">
            <a:extLst>
              <a:ext uri="{FF2B5EF4-FFF2-40B4-BE49-F238E27FC236}">
                <a16:creationId xmlns:a16="http://schemas.microsoft.com/office/drawing/2014/main" id="{2DA97725-4953-C550-1AE7-B08BFB277F90}"/>
              </a:ext>
            </a:extLst>
          </p:cNvPr>
          <p:cNvGrpSpPr>
            <a:grpSpLocks/>
          </p:cNvGrpSpPr>
          <p:nvPr/>
        </p:nvGrpSpPr>
        <p:grpSpPr bwMode="auto">
          <a:xfrm>
            <a:off x="2184722" y="1013216"/>
            <a:ext cx="7655970" cy="3628007"/>
            <a:chOff x="-177" y="1030"/>
            <a:chExt cx="5760" cy="2840"/>
          </a:xfrm>
        </p:grpSpPr>
        <p:grpSp>
          <p:nvGrpSpPr>
            <p:cNvPr id="21537" name="Group 3">
              <a:extLst>
                <a:ext uri="{FF2B5EF4-FFF2-40B4-BE49-F238E27FC236}">
                  <a16:creationId xmlns:a16="http://schemas.microsoft.com/office/drawing/2014/main" id="{E2681DC0-9B50-77BB-239C-DF7BA73E9B3B}"/>
                </a:ext>
              </a:extLst>
            </p:cNvPr>
            <p:cNvGrpSpPr>
              <a:grpSpLocks/>
            </p:cNvGrpSpPr>
            <p:nvPr/>
          </p:nvGrpSpPr>
          <p:grpSpPr bwMode="auto">
            <a:xfrm>
              <a:off x="-177" y="1221"/>
              <a:ext cx="5760" cy="2649"/>
              <a:chOff x="-177" y="1221"/>
              <a:chExt cx="5760" cy="2649"/>
            </a:xfrm>
          </p:grpSpPr>
          <p:sp>
            <p:nvSpPr>
              <p:cNvPr id="21539" name="Oval 4">
                <a:extLst>
                  <a:ext uri="{FF2B5EF4-FFF2-40B4-BE49-F238E27FC236}">
                    <a16:creationId xmlns:a16="http://schemas.microsoft.com/office/drawing/2014/main" id="{B69635C6-E67E-A5FF-F83A-EDD0A07E21AD}"/>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0" name="Oval 5">
                <a:extLst>
                  <a:ext uri="{FF2B5EF4-FFF2-40B4-BE49-F238E27FC236}">
                    <a16:creationId xmlns:a16="http://schemas.microsoft.com/office/drawing/2014/main" id="{CD6F14E2-E370-605B-5409-012738BB8ECB}"/>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1" name="Oval 6">
                <a:extLst>
                  <a:ext uri="{FF2B5EF4-FFF2-40B4-BE49-F238E27FC236}">
                    <a16:creationId xmlns:a16="http://schemas.microsoft.com/office/drawing/2014/main" id="{B0991C3C-4720-AA4F-C655-54ADA1D57C12}"/>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2" name="Oval 7">
                <a:extLst>
                  <a:ext uri="{FF2B5EF4-FFF2-40B4-BE49-F238E27FC236}">
                    <a16:creationId xmlns:a16="http://schemas.microsoft.com/office/drawing/2014/main" id="{45C8B705-A185-D395-872F-2FEC97CFF287}"/>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3" name="Oval 8">
                <a:extLst>
                  <a:ext uri="{FF2B5EF4-FFF2-40B4-BE49-F238E27FC236}">
                    <a16:creationId xmlns:a16="http://schemas.microsoft.com/office/drawing/2014/main" id="{F725B197-4602-ACB5-B8B8-56129D2CDD21}"/>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4" name="Oval 9">
                <a:extLst>
                  <a:ext uri="{FF2B5EF4-FFF2-40B4-BE49-F238E27FC236}">
                    <a16:creationId xmlns:a16="http://schemas.microsoft.com/office/drawing/2014/main" id="{ACBEF2A0-3712-BAD5-FD1A-C29D5EC8AB13}"/>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5" name="Oval 10">
                <a:extLst>
                  <a:ext uri="{FF2B5EF4-FFF2-40B4-BE49-F238E27FC236}">
                    <a16:creationId xmlns:a16="http://schemas.microsoft.com/office/drawing/2014/main" id="{E674A691-74D1-1DC0-A014-ADBC3155DCA2}"/>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6" name="Oval 11">
                <a:extLst>
                  <a:ext uri="{FF2B5EF4-FFF2-40B4-BE49-F238E27FC236}">
                    <a16:creationId xmlns:a16="http://schemas.microsoft.com/office/drawing/2014/main" id="{B83FF4C2-6943-FEFF-00E0-6E588EDA7C0A}"/>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7" name="Oval 12">
                <a:extLst>
                  <a:ext uri="{FF2B5EF4-FFF2-40B4-BE49-F238E27FC236}">
                    <a16:creationId xmlns:a16="http://schemas.microsoft.com/office/drawing/2014/main" id="{EF32C6C9-82D0-B1E8-DA27-1F3B19138F71}"/>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dirty="0">
                  <a:latin typeface="Arial" panose="020B0604020202020204" pitchFamily="34" charset="0"/>
                </a:endParaRPr>
              </a:p>
            </p:txBody>
          </p:sp>
        </p:grpSp>
        <p:sp>
          <p:nvSpPr>
            <p:cNvPr id="21538" name="Oval 13">
              <a:extLst>
                <a:ext uri="{FF2B5EF4-FFF2-40B4-BE49-F238E27FC236}">
                  <a16:creationId xmlns:a16="http://schemas.microsoft.com/office/drawing/2014/main" id="{6EC22C66-8731-D095-AF4D-2BED9A96CFED}"/>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grpSp>
        <p:nvGrpSpPr>
          <p:cNvPr id="4" name="Group 3">
            <a:extLst>
              <a:ext uri="{FF2B5EF4-FFF2-40B4-BE49-F238E27FC236}">
                <a16:creationId xmlns:a16="http://schemas.microsoft.com/office/drawing/2014/main" id="{2D42DAB1-303A-3E40-3524-C11468DCB958}"/>
              </a:ext>
            </a:extLst>
          </p:cNvPr>
          <p:cNvGrpSpPr/>
          <p:nvPr/>
        </p:nvGrpSpPr>
        <p:grpSpPr>
          <a:xfrm>
            <a:off x="2780918" y="4408603"/>
            <a:ext cx="6802068" cy="2334786"/>
            <a:chOff x="4778215" y="2378844"/>
            <a:chExt cx="6802068" cy="1961626"/>
          </a:xfrm>
        </p:grpSpPr>
        <p:sp>
          <p:nvSpPr>
            <p:cNvPr id="5" name="Rectangle 4">
              <a:extLst>
                <a:ext uri="{FF2B5EF4-FFF2-40B4-BE49-F238E27FC236}">
                  <a16:creationId xmlns:a16="http://schemas.microsoft.com/office/drawing/2014/main" id="{70361730-5F00-C0BB-08BD-044CC667EEAE}"/>
                </a:ext>
              </a:extLst>
            </p:cNvPr>
            <p:cNvSpPr/>
            <p:nvPr/>
          </p:nvSpPr>
          <p:spPr>
            <a:xfrm>
              <a:off x="4778215" y="2632077"/>
              <a:ext cx="6802068" cy="1708393"/>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en-US" altLang="it-IT" sz="1400" dirty="0">
                  <a:solidFill>
                    <a:schemeClr val="bg1"/>
                  </a:solidFill>
                  <a:latin typeface="Lucida Console" panose="020B0609040504020204" pitchFamily="49" charset="0"/>
                </a:rPr>
                <a:t> Link State ID: 10.0.1.2 (address of Designated Router)</a:t>
              </a:r>
            </a:p>
            <a:p>
              <a:pPr eaLnBrk="1" hangingPunct="1"/>
              <a:r>
                <a:rPr lang="en-US" altLang="it-IT" sz="1400" dirty="0">
                  <a:solidFill>
                    <a:schemeClr val="bg1"/>
                  </a:solidFill>
                  <a:latin typeface="Lucida Console" panose="020B0609040504020204" pitchFamily="49" charset="0"/>
                </a:rPr>
                <a:t>  Advertising Router: 10.0.2.2</a:t>
              </a:r>
            </a:p>
            <a:p>
              <a:pPr eaLnBrk="1" hangingPunct="1"/>
              <a:r>
                <a:rPr lang="en-US" altLang="it-IT" sz="1400" dirty="0">
                  <a:solidFill>
                    <a:schemeClr val="bg1"/>
                  </a:solidFill>
                  <a:latin typeface="Lucida Console" panose="020B0609040504020204" pitchFamily="49" charset="0"/>
                </a:rPr>
                <a:t>  Network Mask: /24</a:t>
              </a:r>
            </a:p>
            <a:p>
              <a:pPr eaLnBrk="1" hangingPunct="1"/>
              <a:r>
                <a:rPr lang="en-US" altLang="it-IT" sz="1400" dirty="0">
                  <a:solidFill>
                    <a:schemeClr val="bg1"/>
                  </a:solidFill>
                  <a:latin typeface="Lucida Console" panose="020B0609040504020204" pitchFamily="49" charset="0"/>
                </a:rPr>
                <a:t>        Attached Router: 10.0.1.1</a:t>
              </a:r>
            </a:p>
            <a:p>
              <a:pPr eaLnBrk="1" hangingPunct="1"/>
              <a:r>
                <a:rPr lang="en-US" altLang="it-IT" sz="1400" dirty="0">
                  <a:solidFill>
                    <a:schemeClr val="bg1"/>
                  </a:solidFill>
                  <a:latin typeface="Lucida Console" panose="020B0609040504020204" pitchFamily="49" charset="0"/>
                </a:rPr>
                <a:t>        Attached Router: 10.0.2.2 </a:t>
              </a:r>
              <a:endParaRPr lang="it-IT" altLang="it-IT" sz="1400" dirty="0">
                <a:solidFill>
                  <a:schemeClr val="bg1"/>
                </a:solidFill>
                <a:latin typeface="Lucida Console" panose="020B0609040504020204" pitchFamily="49" charset="0"/>
              </a:endParaRPr>
            </a:p>
          </p:txBody>
        </p:sp>
        <p:sp>
          <p:nvSpPr>
            <p:cNvPr id="6" name="Rectangle 5">
              <a:extLst>
                <a:ext uri="{FF2B5EF4-FFF2-40B4-BE49-F238E27FC236}">
                  <a16:creationId xmlns:a16="http://schemas.microsoft.com/office/drawing/2014/main" id="{E8931EE6-7A3E-795A-0473-EC7653C2A51A}"/>
                </a:ext>
              </a:extLst>
            </p:cNvPr>
            <p:cNvSpPr/>
            <p:nvPr/>
          </p:nvSpPr>
          <p:spPr>
            <a:xfrm>
              <a:off x="4778215" y="2378844"/>
              <a:ext cx="6802064"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7" name="Group 6">
              <a:extLst>
                <a:ext uri="{FF2B5EF4-FFF2-40B4-BE49-F238E27FC236}">
                  <a16:creationId xmlns:a16="http://schemas.microsoft.com/office/drawing/2014/main" id="{2CE8E8BB-74C2-AC0C-E3A5-C38E3B3F0654}"/>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E844A620-6750-B0F9-F8AC-10A7C8E1AC64}"/>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B770B94-AC31-A4C4-6A0F-3E88FAEF025C}"/>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E583634-35BC-41C5-2601-F81456C681CE}"/>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 name="Group 22">
            <a:extLst>
              <a:ext uri="{FF2B5EF4-FFF2-40B4-BE49-F238E27FC236}">
                <a16:creationId xmlns:a16="http://schemas.microsoft.com/office/drawing/2014/main" id="{C2608583-12AC-E963-6C53-601A92694D6E}"/>
              </a:ext>
            </a:extLst>
          </p:cNvPr>
          <p:cNvGrpSpPr>
            <a:grpSpLocks noChangeAspect="1"/>
          </p:cNvGrpSpPr>
          <p:nvPr/>
        </p:nvGrpSpPr>
        <p:grpSpPr bwMode="auto">
          <a:xfrm>
            <a:off x="5453228" y="2573027"/>
            <a:ext cx="723900" cy="460375"/>
            <a:chOff x="3312" y="2160"/>
            <a:chExt cx="960" cy="528"/>
          </a:xfrm>
        </p:grpSpPr>
        <p:grpSp>
          <p:nvGrpSpPr>
            <p:cNvPr id="12" name="Group 23">
              <a:extLst>
                <a:ext uri="{FF2B5EF4-FFF2-40B4-BE49-F238E27FC236}">
                  <a16:creationId xmlns:a16="http://schemas.microsoft.com/office/drawing/2014/main" id="{05DE7858-3636-F599-D79A-DE08964C598A}"/>
                </a:ext>
              </a:extLst>
            </p:cNvPr>
            <p:cNvGrpSpPr>
              <a:grpSpLocks noChangeAspect="1"/>
            </p:cNvGrpSpPr>
            <p:nvPr/>
          </p:nvGrpSpPr>
          <p:grpSpPr bwMode="auto">
            <a:xfrm>
              <a:off x="3312" y="2160"/>
              <a:ext cx="960" cy="528"/>
              <a:chOff x="3312" y="2160"/>
              <a:chExt cx="960" cy="528"/>
            </a:xfrm>
          </p:grpSpPr>
          <p:sp>
            <p:nvSpPr>
              <p:cNvPr id="14" name="AutoShape 24">
                <a:extLst>
                  <a:ext uri="{FF2B5EF4-FFF2-40B4-BE49-F238E27FC236}">
                    <a16:creationId xmlns:a16="http://schemas.microsoft.com/office/drawing/2014/main" id="{D82093E1-53BC-B07A-7C9A-18F8419FEF16}"/>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5" name="Group 25">
                <a:extLst>
                  <a:ext uri="{FF2B5EF4-FFF2-40B4-BE49-F238E27FC236}">
                    <a16:creationId xmlns:a16="http://schemas.microsoft.com/office/drawing/2014/main" id="{C4A8BA6A-BE62-18B2-5E0E-66517D17B67C}"/>
                  </a:ext>
                </a:extLst>
              </p:cNvPr>
              <p:cNvGrpSpPr>
                <a:grpSpLocks noChangeAspect="1"/>
              </p:cNvGrpSpPr>
              <p:nvPr/>
            </p:nvGrpSpPr>
            <p:grpSpPr bwMode="auto">
              <a:xfrm>
                <a:off x="3488" y="2193"/>
                <a:ext cx="599" cy="207"/>
                <a:chOff x="422" y="1632"/>
                <a:chExt cx="829" cy="298"/>
              </a:xfrm>
            </p:grpSpPr>
            <p:grpSp>
              <p:nvGrpSpPr>
                <p:cNvPr id="16" name="Group 26">
                  <a:extLst>
                    <a:ext uri="{FF2B5EF4-FFF2-40B4-BE49-F238E27FC236}">
                      <a16:creationId xmlns:a16="http://schemas.microsoft.com/office/drawing/2014/main" id="{631C4994-E14D-4C79-8905-6CDE1C06FFC4}"/>
                    </a:ext>
                  </a:extLst>
                </p:cNvPr>
                <p:cNvGrpSpPr>
                  <a:grpSpLocks noChangeAspect="1"/>
                </p:cNvGrpSpPr>
                <p:nvPr/>
              </p:nvGrpSpPr>
              <p:grpSpPr bwMode="auto">
                <a:xfrm>
                  <a:off x="422" y="1632"/>
                  <a:ext cx="822" cy="291"/>
                  <a:chOff x="422" y="1632"/>
                  <a:chExt cx="822" cy="291"/>
                </a:xfrm>
              </p:grpSpPr>
              <p:sp>
                <p:nvSpPr>
                  <p:cNvPr id="26" name="Freeform 27">
                    <a:extLst>
                      <a:ext uri="{FF2B5EF4-FFF2-40B4-BE49-F238E27FC236}">
                        <a16:creationId xmlns:a16="http://schemas.microsoft.com/office/drawing/2014/main" id="{B72CA0C7-3842-31B5-A5C3-2BD2DA66DDC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7" name="Freeform 28">
                    <a:extLst>
                      <a:ext uri="{FF2B5EF4-FFF2-40B4-BE49-F238E27FC236}">
                        <a16:creationId xmlns:a16="http://schemas.microsoft.com/office/drawing/2014/main" id="{2B385304-C216-72D0-27B5-82255325C57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8" name="Freeform 29">
                    <a:extLst>
                      <a:ext uri="{FF2B5EF4-FFF2-40B4-BE49-F238E27FC236}">
                        <a16:creationId xmlns:a16="http://schemas.microsoft.com/office/drawing/2014/main" id="{644859A5-014B-D062-F976-1D4659876FD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9" name="Freeform 30">
                    <a:extLst>
                      <a:ext uri="{FF2B5EF4-FFF2-40B4-BE49-F238E27FC236}">
                        <a16:creationId xmlns:a16="http://schemas.microsoft.com/office/drawing/2014/main" id="{30955297-9293-2496-5A1D-665E5962C48D}"/>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0" name="Freeform 31">
                    <a:extLst>
                      <a:ext uri="{FF2B5EF4-FFF2-40B4-BE49-F238E27FC236}">
                        <a16:creationId xmlns:a16="http://schemas.microsoft.com/office/drawing/2014/main" id="{CA45FD37-0134-8E11-D421-53E513B279D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1" name="Freeform 32">
                    <a:extLst>
                      <a:ext uri="{FF2B5EF4-FFF2-40B4-BE49-F238E27FC236}">
                        <a16:creationId xmlns:a16="http://schemas.microsoft.com/office/drawing/2014/main" id="{96F44D29-574C-E754-9DF9-656151B4AB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2" name="Freeform 33">
                    <a:extLst>
                      <a:ext uri="{FF2B5EF4-FFF2-40B4-BE49-F238E27FC236}">
                        <a16:creationId xmlns:a16="http://schemas.microsoft.com/office/drawing/2014/main" id="{1CE6700E-019B-D981-7832-BFB43488209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3" name="Freeform 34">
                    <a:extLst>
                      <a:ext uri="{FF2B5EF4-FFF2-40B4-BE49-F238E27FC236}">
                        <a16:creationId xmlns:a16="http://schemas.microsoft.com/office/drawing/2014/main" id="{2A010FA6-E3B8-72CD-DB39-B8DCD4A2472E}"/>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7" name="Group 35">
                  <a:extLst>
                    <a:ext uri="{FF2B5EF4-FFF2-40B4-BE49-F238E27FC236}">
                      <a16:creationId xmlns:a16="http://schemas.microsoft.com/office/drawing/2014/main" id="{275FBB97-7A1A-0ED0-0AEC-8E293B7B264E}"/>
                    </a:ext>
                  </a:extLst>
                </p:cNvPr>
                <p:cNvGrpSpPr>
                  <a:grpSpLocks noChangeAspect="1"/>
                </p:cNvGrpSpPr>
                <p:nvPr/>
              </p:nvGrpSpPr>
              <p:grpSpPr bwMode="auto">
                <a:xfrm>
                  <a:off x="429" y="1639"/>
                  <a:ext cx="822" cy="291"/>
                  <a:chOff x="429" y="1639"/>
                  <a:chExt cx="822" cy="291"/>
                </a:xfrm>
              </p:grpSpPr>
              <p:sp>
                <p:nvSpPr>
                  <p:cNvPr id="18" name="Freeform 36">
                    <a:extLst>
                      <a:ext uri="{FF2B5EF4-FFF2-40B4-BE49-F238E27FC236}">
                        <a16:creationId xmlns:a16="http://schemas.microsoft.com/office/drawing/2014/main" id="{3603BB32-D199-8485-5124-0522CD0D41D4}"/>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9" name="Freeform 37">
                    <a:extLst>
                      <a:ext uri="{FF2B5EF4-FFF2-40B4-BE49-F238E27FC236}">
                        <a16:creationId xmlns:a16="http://schemas.microsoft.com/office/drawing/2014/main" id="{47991BBD-795C-D6D0-A854-E1975B40A32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0" name="Freeform 38">
                    <a:extLst>
                      <a:ext uri="{FF2B5EF4-FFF2-40B4-BE49-F238E27FC236}">
                        <a16:creationId xmlns:a16="http://schemas.microsoft.com/office/drawing/2014/main" id="{89E1D22B-D401-46CD-FF9C-292A2C62868B}"/>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 name="Freeform 39">
                    <a:extLst>
                      <a:ext uri="{FF2B5EF4-FFF2-40B4-BE49-F238E27FC236}">
                        <a16:creationId xmlns:a16="http://schemas.microsoft.com/office/drawing/2014/main" id="{405C4355-58D5-C734-5656-7772ED4B01E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2" name="Freeform 40">
                    <a:extLst>
                      <a:ext uri="{FF2B5EF4-FFF2-40B4-BE49-F238E27FC236}">
                        <a16:creationId xmlns:a16="http://schemas.microsoft.com/office/drawing/2014/main" id="{72D24D7D-B1EF-253C-DFF4-46915408526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3" name="Freeform 41">
                    <a:extLst>
                      <a:ext uri="{FF2B5EF4-FFF2-40B4-BE49-F238E27FC236}">
                        <a16:creationId xmlns:a16="http://schemas.microsoft.com/office/drawing/2014/main" id="{80844405-3E35-52AD-E5A3-D076DBFB8DF8}"/>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4" name="Freeform 42">
                    <a:extLst>
                      <a:ext uri="{FF2B5EF4-FFF2-40B4-BE49-F238E27FC236}">
                        <a16:creationId xmlns:a16="http://schemas.microsoft.com/office/drawing/2014/main" id="{3D918802-43DC-25A5-ED8A-6BB9A8FDB86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5" name="Freeform 43">
                    <a:extLst>
                      <a:ext uri="{FF2B5EF4-FFF2-40B4-BE49-F238E27FC236}">
                        <a16:creationId xmlns:a16="http://schemas.microsoft.com/office/drawing/2014/main" id="{D2E67DEB-3A2A-F775-921A-839237AB803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3" name="WordArt 44">
              <a:extLst>
                <a:ext uri="{FF2B5EF4-FFF2-40B4-BE49-F238E27FC236}">
                  <a16:creationId xmlns:a16="http://schemas.microsoft.com/office/drawing/2014/main" id="{C52D2E08-E948-AC09-3DAC-C2B50C04E99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34" name="AutoShape 54">
            <a:extLst>
              <a:ext uri="{FF2B5EF4-FFF2-40B4-BE49-F238E27FC236}">
                <a16:creationId xmlns:a16="http://schemas.microsoft.com/office/drawing/2014/main" id="{AB0AF694-8067-C502-B6AB-55D6D79D8F99}"/>
              </a:ext>
            </a:extLst>
          </p:cNvPr>
          <p:cNvSpPr>
            <a:spLocks noChangeArrowheads="1"/>
          </p:cNvSpPr>
          <p:nvPr/>
        </p:nvSpPr>
        <p:spPr bwMode="auto">
          <a:xfrm>
            <a:off x="1843302" y="2058827"/>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dirty="0">
                <a:solidFill>
                  <a:schemeClr val="bg1"/>
                </a:solidFill>
              </a:rPr>
              <a:t>0.0.0.0</a:t>
            </a:r>
          </a:p>
        </p:txBody>
      </p:sp>
      <p:sp>
        <p:nvSpPr>
          <p:cNvPr id="21580" name="AutoShape 182">
            <a:extLst>
              <a:ext uri="{FF2B5EF4-FFF2-40B4-BE49-F238E27FC236}">
                <a16:creationId xmlns:a16="http://schemas.microsoft.com/office/drawing/2014/main" id="{AAF8263B-B0B3-A65D-3DCA-6F87857E6027}"/>
              </a:ext>
            </a:extLst>
          </p:cNvPr>
          <p:cNvSpPr>
            <a:spLocks noChangeArrowheads="1"/>
          </p:cNvSpPr>
          <p:nvPr/>
        </p:nvSpPr>
        <p:spPr bwMode="auto">
          <a:xfrm>
            <a:off x="3267393"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10.0.3.1</a:t>
            </a:r>
          </a:p>
        </p:txBody>
      </p:sp>
      <p:sp>
        <p:nvSpPr>
          <p:cNvPr id="21581" name="AutoShape 183">
            <a:extLst>
              <a:ext uri="{FF2B5EF4-FFF2-40B4-BE49-F238E27FC236}">
                <a16:creationId xmlns:a16="http://schemas.microsoft.com/office/drawing/2014/main" id="{AEBCF5DC-DF62-D732-6A91-8D5C0F660489}"/>
              </a:ext>
            </a:extLst>
          </p:cNvPr>
          <p:cNvSpPr>
            <a:spLocks noChangeArrowheads="1"/>
          </p:cNvSpPr>
          <p:nvPr/>
        </p:nvSpPr>
        <p:spPr bwMode="auto">
          <a:xfrm>
            <a:off x="2932228" y="3929171"/>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10.0.3.2</a:t>
            </a:r>
          </a:p>
        </p:txBody>
      </p:sp>
      <p:sp>
        <p:nvSpPr>
          <p:cNvPr id="21582" name="AutoShape 185">
            <a:extLst>
              <a:ext uri="{FF2B5EF4-FFF2-40B4-BE49-F238E27FC236}">
                <a16:creationId xmlns:a16="http://schemas.microsoft.com/office/drawing/2014/main" id="{1DBEC42A-CBD1-19B7-F25C-8A892BC0FD97}"/>
              </a:ext>
            </a:extLst>
          </p:cNvPr>
          <p:cNvSpPr>
            <a:spLocks noChangeArrowheads="1"/>
          </p:cNvSpPr>
          <p:nvPr/>
        </p:nvSpPr>
        <p:spPr bwMode="auto">
          <a:xfrm>
            <a:off x="7809504" y="4021967"/>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dirty="0">
                <a:latin typeface="Courier New" panose="02070309020205020404" pitchFamily="49" charset="0"/>
              </a:rPr>
              <a:t>10.0.2.2</a:t>
            </a:r>
          </a:p>
        </p:txBody>
      </p:sp>
      <p:sp>
        <p:nvSpPr>
          <p:cNvPr id="21583" name="AutoShape 186">
            <a:extLst>
              <a:ext uri="{FF2B5EF4-FFF2-40B4-BE49-F238E27FC236}">
                <a16:creationId xmlns:a16="http://schemas.microsoft.com/office/drawing/2014/main" id="{90B64B42-6EB8-61B4-CE07-5514EEE6C7B2}"/>
              </a:ext>
            </a:extLst>
          </p:cNvPr>
          <p:cNvSpPr>
            <a:spLocks noChangeArrowheads="1"/>
          </p:cNvSpPr>
          <p:nvPr/>
        </p:nvSpPr>
        <p:spPr bwMode="auto">
          <a:xfrm>
            <a:off x="7621147"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10.0.1.1</a:t>
            </a:r>
          </a:p>
        </p:txBody>
      </p:sp>
      <p:sp>
        <p:nvSpPr>
          <p:cNvPr id="21584" name="AutoShape 214">
            <a:extLst>
              <a:ext uri="{FF2B5EF4-FFF2-40B4-BE49-F238E27FC236}">
                <a16:creationId xmlns:a16="http://schemas.microsoft.com/office/drawing/2014/main" id="{8A261A5F-7264-3AC9-C64E-CFA81FE95B65}"/>
              </a:ext>
            </a:extLst>
          </p:cNvPr>
          <p:cNvSpPr>
            <a:spLocks noChangeArrowheads="1"/>
          </p:cNvSpPr>
          <p:nvPr/>
        </p:nvSpPr>
        <p:spPr bwMode="auto">
          <a:xfrm>
            <a:off x="6244202" y="2468145"/>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10.0.2.3</a:t>
            </a:r>
          </a:p>
        </p:txBody>
      </p:sp>
      <p:sp>
        <p:nvSpPr>
          <p:cNvPr id="21827" name="AutoShape 298">
            <a:extLst>
              <a:ext uri="{FF2B5EF4-FFF2-40B4-BE49-F238E27FC236}">
                <a16:creationId xmlns:a16="http://schemas.microsoft.com/office/drawing/2014/main" id="{06B3DCAD-6000-B97B-E025-9E874C4ECA57}"/>
              </a:ext>
            </a:extLst>
          </p:cNvPr>
          <p:cNvSpPr>
            <a:spLocks noChangeArrowheads="1"/>
          </p:cNvSpPr>
          <p:nvPr/>
        </p:nvSpPr>
        <p:spPr bwMode="auto">
          <a:xfrm>
            <a:off x="9744874" y="4408603"/>
            <a:ext cx="2344737" cy="1696196"/>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IT" dirty="0">
                <a:latin typeface="Tahoma" panose="020B0604030504040204" pitchFamily="34" charset="0"/>
              </a:rPr>
              <a:t>note: the output of </a:t>
            </a:r>
            <a:r>
              <a:rPr lang="it-IT" altLang="en-IT" b="1" dirty="0">
                <a:latin typeface="Courier New" panose="02070309020205020404" pitchFamily="49" charset="0"/>
              </a:rPr>
              <a:t>show </a:t>
            </a:r>
            <a:r>
              <a:rPr lang="it-IT" altLang="en-IT" b="1" dirty="0" err="1">
                <a:latin typeface="Courier New" panose="02070309020205020404" pitchFamily="49" charset="0"/>
              </a:rPr>
              <a:t>ip</a:t>
            </a:r>
            <a:r>
              <a:rPr lang="it-IT" altLang="en-IT" b="1" dirty="0">
                <a:latin typeface="Courier New" panose="02070309020205020404" pitchFamily="49" charset="0"/>
              </a:rPr>
              <a:t> </a:t>
            </a:r>
            <a:r>
              <a:rPr lang="it-IT" altLang="en-IT" b="1" dirty="0" err="1">
                <a:latin typeface="Courier New" panose="02070309020205020404" pitchFamily="49" charset="0"/>
              </a:rPr>
              <a:t>ospf</a:t>
            </a:r>
            <a:r>
              <a:rPr lang="it-IT" altLang="en-IT" b="1" dirty="0">
                <a:latin typeface="Courier New" panose="02070309020205020404" pitchFamily="49" charset="0"/>
              </a:rPr>
              <a:t> database network</a:t>
            </a:r>
            <a:r>
              <a:rPr lang="it-IT" altLang="en-IT" dirty="0">
                <a:latin typeface="Tahoma" panose="020B0604030504040204" pitchFamily="34" charset="0"/>
              </a:rPr>
              <a:t> </a:t>
            </a:r>
            <a:r>
              <a:rPr lang="it-IT" altLang="en-IT" dirty="0" err="1">
                <a:latin typeface="Tahoma" panose="020B0604030504040204" pitchFamily="34" charset="0"/>
              </a:rPr>
              <a:t>has</a:t>
            </a:r>
            <a:r>
              <a:rPr lang="it-IT" altLang="en-IT" dirty="0">
                <a:latin typeface="Tahoma" panose="020B0604030504040204" pitchFamily="34" charset="0"/>
              </a:rPr>
              <a:t> </a:t>
            </a:r>
            <a:r>
              <a:rPr lang="it-IT" altLang="en-IT" dirty="0" err="1">
                <a:latin typeface="Tahoma" panose="020B0604030504040204" pitchFamily="34" charset="0"/>
              </a:rPr>
              <a:t>been</a:t>
            </a:r>
            <a:r>
              <a:rPr lang="it-IT" altLang="en-IT" dirty="0">
                <a:latin typeface="Tahoma" panose="020B0604030504040204" pitchFamily="34" charset="0"/>
              </a:rPr>
              <a:t> </a:t>
            </a:r>
            <a:r>
              <a:rPr lang="it-IT" altLang="en-IT" dirty="0" err="1">
                <a:latin typeface="Tahoma" panose="020B0604030504040204" pitchFamily="34" charset="0"/>
              </a:rPr>
              <a:t>summarized</a:t>
            </a:r>
            <a:r>
              <a:rPr lang="it-IT" altLang="en-IT" sz="2000" dirty="0">
                <a:latin typeface="Tahoma" panose="020B0604030504040204" pitchFamily="34" charset="0"/>
              </a:rPr>
              <a:t> </a:t>
            </a:r>
          </a:p>
        </p:txBody>
      </p:sp>
      <p:sp>
        <p:nvSpPr>
          <p:cNvPr id="21589" name="Line 201">
            <a:extLst>
              <a:ext uri="{FF2B5EF4-FFF2-40B4-BE49-F238E27FC236}">
                <a16:creationId xmlns:a16="http://schemas.microsoft.com/office/drawing/2014/main" id="{72B10056-8AFD-7A9A-262C-FB1C9781379F}"/>
              </a:ext>
            </a:extLst>
          </p:cNvPr>
          <p:cNvSpPr>
            <a:spLocks noChangeShapeType="1"/>
          </p:cNvSpPr>
          <p:nvPr/>
        </p:nvSpPr>
        <p:spPr bwMode="auto">
          <a:xfrm flipH="1">
            <a:off x="8216844" y="1765331"/>
            <a:ext cx="3175" cy="11430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588" name="Line 197">
            <a:extLst>
              <a:ext uri="{FF2B5EF4-FFF2-40B4-BE49-F238E27FC236}">
                <a16:creationId xmlns:a16="http://schemas.microsoft.com/office/drawing/2014/main" id="{449D53C1-F8EF-C52B-A39F-B223655F8E72}"/>
              </a:ext>
            </a:extLst>
          </p:cNvPr>
          <p:cNvSpPr>
            <a:spLocks noChangeShapeType="1"/>
          </p:cNvSpPr>
          <p:nvPr/>
        </p:nvSpPr>
        <p:spPr bwMode="auto">
          <a:xfrm>
            <a:off x="6009838" y="1872275"/>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8" name="Group 93">
            <a:extLst>
              <a:ext uri="{FF2B5EF4-FFF2-40B4-BE49-F238E27FC236}">
                <a16:creationId xmlns:a16="http://schemas.microsoft.com/office/drawing/2014/main" id="{418C1B97-D8F4-D705-C260-5C64127E9C88}"/>
              </a:ext>
            </a:extLst>
          </p:cNvPr>
          <p:cNvGrpSpPr>
            <a:grpSpLocks noChangeAspect="1"/>
          </p:cNvGrpSpPr>
          <p:nvPr/>
        </p:nvGrpSpPr>
        <p:grpSpPr bwMode="auto">
          <a:xfrm>
            <a:off x="7779897" y="1642040"/>
            <a:ext cx="723900" cy="460375"/>
            <a:chOff x="3312" y="2160"/>
            <a:chExt cx="960" cy="528"/>
          </a:xfrm>
        </p:grpSpPr>
        <p:grpSp>
          <p:nvGrpSpPr>
            <p:cNvPr id="59" name="Group 94">
              <a:extLst>
                <a:ext uri="{FF2B5EF4-FFF2-40B4-BE49-F238E27FC236}">
                  <a16:creationId xmlns:a16="http://schemas.microsoft.com/office/drawing/2014/main" id="{773BB94F-2D19-0B3D-B264-4DE8BB6AA61C}"/>
                </a:ext>
              </a:extLst>
            </p:cNvPr>
            <p:cNvGrpSpPr>
              <a:grpSpLocks noChangeAspect="1"/>
            </p:cNvGrpSpPr>
            <p:nvPr/>
          </p:nvGrpSpPr>
          <p:grpSpPr bwMode="auto">
            <a:xfrm>
              <a:off x="3312" y="2160"/>
              <a:ext cx="960" cy="528"/>
              <a:chOff x="3312" y="2160"/>
              <a:chExt cx="960" cy="528"/>
            </a:xfrm>
          </p:grpSpPr>
          <p:sp>
            <p:nvSpPr>
              <p:cNvPr id="61" name="AutoShape 95">
                <a:extLst>
                  <a:ext uri="{FF2B5EF4-FFF2-40B4-BE49-F238E27FC236}">
                    <a16:creationId xmlns:a16="http://schemas.microsoft.com/office/drawing/2014/main" id="{BF7FCB6B-9D8E-D555-9EC8-1BF8A8AB0B3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2" name="Group 96">
                <a:extLst>
                  <a:ext uri="{FF2B5EF4-FFF2-40B4-BE49-F238E27FC236}">
                    <a16:creationId xmlns:a16="http://schemas.microsoft.com/office/drawing/2014/main" id="{8B791A72-F763-FF26-E734-F9F0707F14FA}"/>
                  </a:ext>
                </a:extLst>
              </p:cNvPr>
              <p:cNvGrpSpPr>
                <a:grpSpLocks noChangeAspect="1"/>
              </p:cNvGrpSpPr>
              <p:nvPr/>
            </p:nvGrpSpPr>
            <p:grpSpPr bwMode="auto">
              <a:xfrm>
                <a:off x="3488" y="2193"/>
                <a:ext cx="599" cy="207"/>
                <a:chOff x="422" y="1632"/>
                <a:chExt cx="829" cy="298"/>
              </a:xfrm>
            </p:grpSpPr>
            <p:grpSp>
              <p:nvGrpSpPr>
                <p:cNvPr id="63" name="Group 97">
                  <a:extLst>
                    <a:ext uri="{FF2B5EF4-FFF2-40B4-BE49-F238E27FC236}">
                      <a16:creationId xmlns:a16="http://schemas.microsoft.com/office/drawing/2014/main" id="{B6288C28-7F15-3D8C-936C-BFD3F0022838}"/>
                    </a:ext>
                  </a:extLst>
                </p:cNvPr>
                <p:cNvGrpSpPr>
                  <a:grpSpLocks noChangeAspect="1"/>
                </p:cNvGrpSpPr>
                <p:nvPr/>
              </p:nvGrpSpPr>
              <p:grpSpPr bwMode="auto">
                <a:xfrm>
                  <a:off x="422" y="1632"/>
                  <a:ext cx="822" cy="291"/>
                  <a:chOff x="422" y="1632"/>
                  <a:chExt cx="822" cy="291"/>
                </a:xfrm>
              </p:grpSpPr>
              <p:sp>
                <p:nvSpPr>
                  <p:cNvPr id="21515" name="Freeform 98">
                    <a:extLst>
                      <a:ext uri="{FF2B5EF4-FFF2-40B4-BE49-F238E27FC236}">
                        <a16:creationId xmlns:a16="http://schemas.microsoft.com/office/drawing/2014/main" id="{37D07775-7ED6-2004-885C-68F583E5EB6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6" name="Freeform 99">
                    <a:extLst>
                      <a:ext uri="{FF2B5EF4-FFF2-40B4-BE49-F238E27FC236}">
                        <a16:creationId xmlns:a16="http://schemas.microsoft.com/office/drawing/2014/main" id="{2E0C03AE-6095-6348-C337-0B867ECCD8F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7" name="Freeform 100">
                    <a:extLst>
                      <a:ext uri="{FF2B5EF4-FFF2-40B4-BE49-F238E27FC236}">
                        <a16:creationId xmlns:a16="http://schemas.microsoft.com/office/drawing/2014/main" id="{6E9CC569-39AD-3E69-C74D-05A952DBCE9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8" name="Freeform 101">
                    <a:extLst>
                      <a:ext uri="{FF2B5EF4-FFF2-40B4-BE49-F238E27FC236}">
                        <a16:creationId xmlns:a16="http://schemas.microsoft.com/office/drawing/2014/main" id="{EA24AFB0-C412-7E33-8487-62E6D51C91A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9" name="Freeform 102">
                    <a:extLst>
                      <a:ext uri="{FF2B5EF4-FFF2-40B4-BE49-F238E27FC236}">
                        <a16:creationId xmlns:a16="http://schemas.microsoft.com/office/drawing/2014/main" id="{C184E451-A74A-D09E-7A07-7737C251948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0" name="Freeform 103">
                    <a:extLst>
                      <a:ext uri="{FF2B5EF4-FFF2-40B4-BE49-F238E27FC236}">
                        <a16:creationId xmlns:a16="http://schemas.microsoft.com/office/drawing/2014/main" id="{6B5618F2-175F-7C92-CA74-E7BF17B2C04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1" name="Freeform 104">
                    <a:extLst>
                      <a:ext uri="{FF2B5EF4-FFF2-40B4-BE49-F238E27FC236}">
                        <a16:creationId xmlns:a16="http://schemas.microsoft.com/office/drawing/2014/main" id="{FA90C331-835F-AFAB-EF04-09ACB29330D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2" name="Freeform 105">
                    <a:extLst>
                      <a:ext uri="{FF2B5EF4-FFF2-40B4-BE49-F238E27FC236}">
                        <a16:creationId xmlns:a16="http://schemas.microsoft.com/office/drawing/2014/main" id="{273104CB-BE03-B839-DBFE-64EC0172095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04" name="Group 106">
                  <a:extLst>
                    <a:ext uri="{FF2B5EF4-FFF2-40B4-BE49-F238E27FC236}">
                      <a16:creationId xmlns:a16="http://schemas.microsoft.com/office/drawing/2014/main" id="{810CC237-2CCA-EF5E-26D8-930609FA46B0}"/>
                    </a:ext>
                  </a:extLst>
                </p:cNvPr>
                <p:cNvGrpSpPr>
                  <a:grpSpLocks noChangeAspect="1"/>
                </p:cNvGrpSpPr>
                <p:nvPr/>
              </p:nvGrpSpPr>
              <p:grpSpPr bwMode="auto">
                <a:xfrm>
                  <a:off x="429" y="1639"/>
                  <a:ext cx="822" cy="291"/>
                  <a:chOff x="429" y="1639"/>
                  <a:chExt cx="822" cy="291"/>
                </a:xfrm>
              </p:grpSpPr>
              <p:sp>
                <p:nvSpPr>
                  <p:cNvPr id="21505" name="Freeform 107">
                    <a:extLst>
                      <a:ext uri="{FF2B5EF4-FFF2-40B4-BE49-F238E27FC236}">
                        <a16:creationId xmlns:a16="http://schemas.microsoft.com/office/drawing/2014/main" id="{0BB9777F-E3DB-3CA0-F9EB-9DE751211E2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6" name="Freeform 108">
                    <a:extLst>
                      <a:ext uri="{FF2B5EF4-FFF2-40B4-BE49-F238E27FC236}">
                        <a16:creationId xmlns:a16="http://schemas.microsoft.com/office/drawing/2014/main" id="{5C3DC2A5-96BA-0DB1-9349-E91C5F06EC1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7" name="Freeform 109">
                    <a:extLst>
                      <a:ext uri="{FF2B5EF4-FFF2-40B4-BE49-F238E27FC236}">
                        <a16:creationId xmlns:a16="http://schemas.microsoft.com/office/drawing/2014/main" id="{798A53BD-E197-4DA8-4F9D-4ABF50A3F36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0" name="Freeform 110">
                    <a:extLst>
                      <a:ext uri="{FF2B5EF4-FFF2-40B4-BE49-F238E27FC236}">
                        <a16:creationId xmlns:a16="http://schemas.microsoft.com/office/drawing/2014/main" id="{A47C46BB-DDBE-A3FF-7A9C-00038106449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1" name="Freeform 111">
                    <a:extLst>
                      <a:ext uri="{FF2B5EF4-FFF2-40B4-BE49-F238E27FC236}">
                        <a16:creationId xmlns:a16="http://schemas.microsoft.com/office/drawing/2014/main" id="{D7B73FD7-F0ED-BAF3-97A0-3A681B1CC88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2" name="Freeform 112">
                    <a:extLst>
                      <a:ext uri="{FF2B5EF4-FFF2-40B4-BE49-F238E27FC236}">
                        <a16:creationId xmlns:a16="http://schemas.microsoft.com/office/drawing/2014/main" id="{3183CA20-7AAE-251D-E72C-F581278880C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3" name="Freeform 113">
                    <a:extLst>
                      <a:ext uri="{FF2B5EF4-FFF2-40B4-BE49-F238E27FC236}">
                        <a16:creationId xmlns:a16="http://schemas.microsoft.com/office/drawing/2014/main" id="{DAD73475-3982-9DB2-45FA-E323CD278A3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4" name="Freeform 114">
                    <a:extLst>
                      <a:ext uri="{FF2B5EF4-FFF2-40B4-BE49-F238E27FC236}">
                        <a16:creationId xmlns:a16="http://schemas.microsoft.com/office/drawing/2014/main" id="{ABF7D543-8176-62CC-BC18-7D36427B740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 name="WordArt 115">
              <a:extLst>
                <a:ext uri="{FF2B5EF4-FFF2-40B4-BE49-F238E27FC236}">
                  <a16:creationId xmlns:a16="http://schemas.microsoft.com/office/drawing/2014/main" id="{DD9E5CCF-F95B-E060-47A2-93478C90550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21590" name="Group 198">
            <a:extLst>
              <a:ext uri="{FF2B5EF4-FFF2-40B4-BE49-F238E27FC236}">
                <a16:creationId xmlns:a16="http://schemas.microsoft.com/office/drawing/2014/main" id="{FD4942BF-5831-3E83-8593-914545B5295D}"/>
              </a:ext>
            </a:extLst>
          </p:cNvPr>
          <p:cNvGrpSpPr>
            <a:grpSpLocks/>
          </p:cNvGrpSpPr>
          <p:nvPr/>
        </p:nvGrpSpPr>
        <p:grpSpPr bwMode="auto">
          <a:xfrm>
            <a:off x="7320136" y="1721123"/>
            <a:ext cx="406400" cy="339725"/>
            <a:chOff x="144" y="3264"/>
            <a:chExt cx="288" cy="240"/>
          </a:xfrm>
        </p:grpSpPr>
        <p:sp>
          <p:nvSpPr>
            <p:cNvPr id="21591" name="Rectangle 199">
              <a:extLst>
                <a:ext uri="{FF2B5EF4-FFF2-40B4-BE49-F238E27FC236}">
                  <a16:creationId xmlns:a16="http://schemas.microsoft.com/office/drawing/2014/main" id="{05840C22-F64F-C1D3-1F36-C620AAD95668}"/>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2" name="Rectangle 200">
              <a:extLst>
                <a:ext uri="{FF2B5EF4-FFF2-40B4-BE49-F238E27FC236}">
                  <a16:creationId xmlns:a16="http://schemas.microsoft.com/office/drawing/2014/main" id="{0C5E50D8-DB18-3D75-D7CA-57A6E81BAFFA}"/>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sp>
        <p:nvSpPr>
          <p:cNvPr id="21585" name="Line 195">
            <a:extLst>
              <a:ext uri="{FF2B5EF4-FFF2-40B4-BE49-F238E27FC236}">
                <a16:creationId xmlns:a16="http://schemas.microsoft.com/office/drawing/2014/main" id="{4449EBA2-8782-2520-EC40-6696A37567B2}"/>
              </a:ext>
            </a:extLst>
          </p:cNvPr>
          <p:cNvSpPr>
            <a:spLocks noChangeShapeType="1"/>
          </p:cNvSpPr>
          <p:nvPr/>
        </p:nvSpPr>
        <p:spPr bwMode="auto">
          <a:xfrm flipH="1">
            <a:off x="8210913" y="2734459"/>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2" name="Line 196">
            <a:extLst>
              <a:ext uri="{FF2B5EF4-FFF2-40B4-BE49-F238E27FC236}">
                <a16:creationId xmlns:a16="http://schemas.microsoft.com/office/drawing/2014/main" id="{8092240D-2054-67E8-81AD-129EEEB07CB2}"/>
              </a:ext>
            </a:extLst>
          </p:cNvPr>
          <p:cNvSpPr>
            <a:spLocks noChangeShapeType="1"/>
          </p:cNvSpPr>
          <p:nvPr/>
        </p:nvSpPr>
        <p:spPr bwMode="auto">
          <a:xfrm>
            <a:off x="5854061" y="3740691"/>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869" name="Oval 52">
            <a:extLst>
              <a:ext uri="{FF2B5EF4-FFF2-40B4-BE49-F238E27FC236}">
                <a16:creationId xmlns:a16="http://schemas.microsoft.com/office/drawing/2014/main" id="{73544B8B-DAD4-372F-26F7-2EC5B2E58FC1}"/>
              </a:ext>
            </a:extLst>
          </p:cNvPr>
          <p:cNvSpPr>
            <a:spLocks noChangeArrowheads="1"/>
          </p:cNvSpPr>
          <p:nvPr/>
        </p:nvSpPr>
        <p:spPr bwMode="auto">
          <a:xfrm flipH="1">
            <a:off x="8063269" y="262900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B</a:t>
            </a:r>
          </a:p>
        </p:txBody>
      </p:sp>
      <p:grpSp>
        <p:nvGrpSpPr>
          <p:cNvPr id="21523" name="Group 122">
            <a:extLst>
              <a:ext uri="{FF2B5EF4-FFF2-40B4-BE49-F238E27FC236}">
                <a16:creationId xmlns:a16="http://schemas.microsoft.com/office/drawing/2014/main" id="{8C636A99-E792-051D-4CC7-0AF4C69A759D}"/>
              </a:ext>
            </a:extLst>
          </p:cNvPr>
          <p:cNvGrpSpPr>
            <a:grpSpLocks noChangeAspect="1"/>
          </p:cNvGrpSpPr>
          <p:nvPr/>
        </p:nvGrpSpPr>
        <p:grpSpPr bwMode="auto">
          <a:xfrm>
            <a:off x="7968254" y="3531430"/>
            <a:ext cx="723900" cy="460375"/>
            <a:chOff x="3312" y="2160"/>
            <a:chExt cx="960" cy="528"/>
          </a:xfrm>
        </p:grpSpPr>
        <p:grpSp>
          <p:nvGrpSpPr>
            <p:cNvPr id="21524" name="Group 123">
              <a:extLst>
                <a:ext uri="{FF2B5EF4-FFF2-40B4-BE49-F238E27FC236}">
                  <a16:creationId xmlns:a16="http://schemas.microsoft.com/office/drawing/2014/main" id="{6B2A8C9A-1810-3936-4A72-CC7C1AD43C13}"/>
                </a:ext>
              </a:extLst>
            </p:cNvPr>
            <p:cNvGrpSpPr>
              <a:grpSpLocks noChangeAspect="1"/>
            </p:cNvGrpSpPr>
            <p:nvPr/>
          </p:nvGrpSpPr>
          <p:grpSpPr bwMode="auto">
            <a:xfrm>
              <a:off x="3312" y="2160"/>
              <a:ext cx="960" cy="528"/>
              <a:chOff x="3312" y="2160"/>
              <a:chExt cx="960" cy="528"/>
            </a:xfrm>
          </p:grpSpPr>
          <p:sp>
            <p:nvSpPr>
              <p:cNvPr id="21526" name="AutoShape 124">
                <a:extLst>
                  <a:ext uri="{FF2B5EF4-FFF2-40B4-BE49-F238E27FC236}">
                    <a16:creationId xmlns:a16="http://schemas.microsoft.com/office/drawing/2014/main" id="{485FEFB7-4F10-7F12-D27E-E08FEF3E737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27" name="Group 125">
                <a:extLst>
                  <a:ext uri="{FF2B5EF4-FFF2-40B4-BE49-F238E27FC236}">
                    <a16:creationId xmlns:a16="http://schemas.microsoft.com/office/drawing/2014/main" id="{BADADAA0-AF61-58FC-0E21-7ACDE28310D3}"/>
                  </a:ext>
                </a:extLst>
              </p:cNvPr>
              <p:cNvGrpSpPr>
                <a:grpSpLocks noChangeAspect="1"/>
              </p:cNvGrpSpPr>
              <p:nvPr/>
            </p:nvGrpSpPr>
            <p:grpSpPr bwMode="auto">
              <a:xfrm>
                <a:off x="3488" y="2193"/>
                <a:ext cx="599" cy="207"/>
                <a:chOff x="422" y="1632"/>
                <a:chExt cx="829" cy="298"/>
              </a:xfrm>
            </p:grpSpPr>
            <p:grpSp>
              <p:nvGrpSpPr>
                <p:cNvPr id="21528" name="Group 126">
                  <a:extLst>
                    <a:ext uri="{FF2B5EF4-FFF2-40B4-BE49-F238E27FC236}">
                      <a16:creationId xmlns:a16="http://schemas.microsoft.com/office/drawing/2014/main" id="{0086B9F0-CA06-8816-E8F2-F95291859CBC}"/>
                    </a:ext>
                  </a:extLst>
                </p:cNvPr>
                <p:cNvGrpSpPr>
                  <a:grpSpLocks noChangeAspect="1"/>
                </p:cNvGrpSpPr>
                <p:nvPr/>
              </p:nvGrpSpPr>
              <p:grpSpPr bwMode="auto">
                <a:xfrm>
                  <a:off x="422" y="1632"/>
                  <a:ext cx="822" cy="291"/>
                  <a:chOff x="422" y="1632"/>
                  <a:chExt cx="822" cy="291"/>
                </a:xfrm>
              </p:grpSpPr>
              <p:sp>
                <p:nvSpPr>
                  <p:cNvPr id="21549" name="Freeform 127">
                    <a:extLst>
                      <a:ext uri="{FF2B5EF4-FFF2-40B4-BE49-F238E27FC236}">
                        <a16:creationId xmlns:a16="http://schemas.microsoft.com/office/drawing/2014/main" id="{6521B9FF-899C-8769-E22C-BEA45397B1D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0" name="Freeform 128">
                    <a:extLst>
                      <a:ext uri="{FF2B5EF4-FFF2-40B4-BE49-F238E27FC236}">
                        <a16:creationId xmlns:a16="http://schemas.microsoft.com/office/drawing/2014/main" id="{498179DD-C74C-4C22-4377-D8410F7C05A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1" name="Freeform 129">
                    <a:extLst>
                      <a:ext uri="{FF2B5EF4-FFF2-40B4-BE49-F238E27FC236}">
                        <a16:creationId xmlns:a16="http://schemas.microsoft.com/office/drawing/2014/main" id="{B3BC125B-F789-6C8B-0D07-F3B2CA79E0F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2" name="Freeform 130">
                    <a:extLst>
                      <a:ext uri="{FF2B5EF4-FFF2-40B4-BE49-F238E27FC236}">
                        <a16:creationId xmlns:a16="http://schemas.microsoft.com/office/drawing/2014/main" id="{4AF925B7-84CA-9B17-BF3C-CECB5E74AE2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3" name="Freeform 131">
                    <a:extLst>
                      <a:ext uri="{FF2B5EF4-FFF2-40B4-BE49-F238E27FC236}">
                        <a16:creationId xmlns:a16="http://schemas.microsoft.com/office/drawing/2014/main" id="{B5CEF5C4-F4A2-2E38-B684-0B930256678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4" name="Freeform 132">
                    <a:extLst>
                      <a:ext uri="{FF2B5EF4-FFF2-40B4-BE49-F238E27FC236}">
                        <a16:creationId xmlns:a16="http://schemas.microsoft.com/office/drawing/2014/main" id="{EC9DD298-3ABA-DFCA-5F8A-02BCFFD48FB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5" name="Freeform 133">
                    <a:extLst>
                      <a:ext uri="{FF2B5EF4-FFF2-40B4-BE49-F238E27FC236}">
                        <a16:creationId xmlns:a16="http://schemas.microsoft.com/office/drawing/2014/main" id="{CE8BAA5D-E48C-F02D-17EB-723E70C0DE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6" name="Freeform 134">
                    <a:extLst>
                      <a:ext uri="{FF2B5EF4-FFF2-40B4-BE49-F238E27FC236}">
                        <a16:creationId xmlns:a16="http://schemas.microsoft.com/office/drawing/2014/main" id="{CFFE74F0-C6EC-DF34-0629-304012756C2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29" name="Group 135">
                  <a:extLst>
                    <a:ext uri="{FF2B5EF4-FFF2-40B4-BE49-F238E27FC236}">
                      <a16:creationId xmlns:a16="http://schemas.microsoft.com/office/drawing/2014/main" id="{57E28F75-7D1B-2B71-94B0-180C572B24C8}"/>
                    </a:ext>
                  </a:extLst>
                </p:cNvPr>
                <p:cNvGrpSpPr>
                  <a:grpSpLocks noChangeAspect="1"/>
                </p:cNvGrpSpPr>
                <p:nvPr/>
              </p:nvGrpSpPr>
              <p:grpSpPr bwMode="auto">
                <a:xfrm>
                  <a:off x="429" y="1639"/>
                  <a:ext cx="822" cy="291"/>
                  <a:chOff x="429" y="1639"/>
                  <a:chExt cx="822" cy="291"/>
                </a:xfrm>
              </p:grpSpPr>
              <p:sp>
                <p:nvSpPr>
                  <p:cNvPr id="21530" name="Freeform 136">
                    <a:extLst>
                      <a:ext uri="{FF2B5EF4-FFF2-40B4-BE49-F238E27FC236}">
                        <a16:creationId xmlns:a16="http://schemas.microsoft.com/office/drawing/2014/main" id="{CA7B053B-50DE-5A57-4E1C-6249BA1316E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1" name="Freeform 137">
                    <a:extLst>
                      <a:ext uri="{FF2B5EF4-FFF2-40B4-BE49-F238E27FC236}">
                        <a16:creationId xmlns:a16="http://schemas.microsoft.com/office/drawing/2014/main" id="{9CE7DBCA-0A4F-AB3F-53E9-CC831C02272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2" name="Freeform 138">
                    <a:extLst>
                      <a:ext uri="{FF2B5EF4-FFF2-40B4-BE49-F238E27FC236}">
                        <a16:creationId xmlns:a16="http://schemas.microsoft.com/office/drawing/2014/main" id="{77DA2937-3DC6-B2AB-062A-61183C0FDA5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3" name="Freeform 139">
                    <a:extLst>
                      <a:ext uri="{FF2B5EF4-FFF2-40B4-BE49-F238E27FC236}">
                        <a16:creationId xmlns:a16="http://schemas.microsoft.com/office/drawing/2014/main" id="{71799DF2-77A1-BBAB-6218-F43FBB08CAB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4" name="Freeform 140">
                    <a:extLst>
                      <a:ext uri="{FF2B5EF4-FFF2-40B4-BE49-F238E27FC236}">
                        <a16:creationId xmlns:a16="http://schemas.microsoft.com/office/drawing/2014/main" id="{267A88ED-03FD-4C0F-33EE-099D205168E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5" name="Freeform 141">
                    <a:extLst>
                      <a:ext uri="{FF2B5EF4-FFF2-40B4-BE49-F238E27FC236}">
                        <a16:creationId xmlns:a16="http://schemas.microsoft.com/office/drawing/2014/main" id="{0664CE1E-0004-20FE-0649-9CA58659392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6" name="Freeform 142">
                    <a:extLst>
                      <a:ext uri="{FF2B5EF4-FFF2-40B4-BE49-F238E27FC236}">
                        <a16:creationId xmlns:a16="http://schemas.microsoft.com/office/drawing/2014/main" id="{F56B102D-508A-B70F-7E3A-330CEC806E4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48" name="Freeform 143">
                    <a:extLst>
                      <a:ext uri="{FF2B5EF4-FFF2-40B4-BE49-F238E27FC236}">
                        <a16:creationId xmlns:a16="http://schemas.microsoft.com/office/drawing/2014/main" id="{57CA6746-97D8-C254-2DB2-99643D44639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25" name="WordArt 144">
              <a:extLst>
                <a:ext uri="{FF2B5EF4-FFF2-40B4-BE49-F238E27FC236}">
                  <a16:creationId xmlns:a16="http://schemas.microsoft.com/office/drawing/2014/main" id="{2EE5B74D-0221-342D-C512-737EA1F8274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grpSp>
        <p:nvGrpSpPr>
          <p:cNvPr id="21586" name="Group 69">
            <a:extLst>
              <a:ext uri="{FF2B5EF4-FFF2-40B4-BE49-F238E27FC236}">
                <a16:creationId xmlns:a16="http://schemas.microsoft.com/office/drawing/2014/main" id="{80D8309C-8E9C-A6AB-2AF1-ADF5045BACA9}"/>
              </a:ext>
            </a:extLst>
          </p:cNvPr>
          <p:cNvGrpSpPr>
            <a:grpSpLocks/>
          </p:cNvGrpSpPr>
          <p:nvPr/>
        </p:nvGrpSpPr>
        <p:grpSpPr bwMode="auto">
          <a:xfrm>
            <a:off x="8011945" y="3118209"/>
            <a:ext cx="406400" cy="339725"/>
            <a:chOff x="144" y="3264"/>
            <a:chExt cx="288" cy="240"/>
          </a:xfrm>
        </p:grpSpPr>
        <p:sp>
          <p:nvSpPr>
            <p:cNvPr id="21587" name="Rectangle 70">
              <a:extLst>
                <a:ext uri="{FF2B5EF4-FFF2-40B4-BE49-F238E27FC236}">
                  <a16:creationId xmlns:a16="http://schemas.microsoft.com/office/drawing/2014/main" id="{E3F70A63-A08C-E7B0-67CC-2E19C3B092E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6" name="Rectangle 71">
              <a:extLst>
                <a:ext uri="{FF2B5EF4-FFF2-40B4-BE49-F238E27FC236}">
                  <a16:creationId xmlns:a16="http://schemas.microsoft.com/office/drawing/2014/main" id="{B1BEBED3-E199-3B15-134F-AA837DCEF14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21597" name="Group 66">
            <a:extLst>
              <a:ext uri="{FF2B5EF4-FFF2-40B4-BE49-F238E27FC236}">
                <a16:creationId xmlns:a16="http://schemas.microsoft.com/office/drawing/2014/main" id="{FC75C2EC-8F4F-434F-44A7-5013FB6A6100}"/>
              </a:ext>
            </a:extLst>
          </p:cNvPr>
          <p:cNvGrpSpPr>
            <a:grpSpLocks/>
          </p:cNvGrpSpPr>
          <p:nvPr/>
        </p:nvGrpSpPr>
        <p:grpSpPr bwMode="auto">
          <a:xfrm>
            <a:off x="7472755" y="3586104"/>
            <a:ext cx="406400" cy="339725"/>
            <a:chOff x="144" y="3264"/>
            <a:chExt cx="288" cy="240"/>
          </a:xfrm>
        </p:grpSpPr>
        <p:sp>
          <p:nvSpPr>
            <p:cNvPr id="21598" name="Rectangle 67">
              <a:extLst>
                <a:ext uri="{FF2B5EF4-FFF2-40B4-BE49-F238E27FC236}">
                  <a16:creationId xmlns:a16="http://schemas.microsoft.com/office/drawing/2014/main" id="{B8296CD7-3D41-8457-4B5D-42FDD0A0C95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21599" name="Rectangle 68">
              <a:extLst>
                <a:ext uri="{FF2B5EF4-FFF2-40B4-BE49-F238E27FC236}">
                  <a16:creationId xmlns:a16="http://schemas.microsoft.com/office/drawing/2014/main" id="{7FF59BF8-F584-D35C-81E6-6ED974075383}"/>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pic>
        <p:nvPicPr>
          <p:cNvPr id="21600" name="Picture 224" descr="MC900434713[1]">
            <a:extLst>
              <a:ext uri="{FF2B5EF4-FFF2-40B4-BE49-F238E27FC236}">
                <a16:creationId xmlns:a16="http://schemas.microsoft.com/office/drawing/2014/main" id="{397505CB-821C-D7DB-2E2D-7E1A55CD49B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75831" y="2858801"/>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26" name="Line 201">
            <a:extLst>
              <a:ext uri="{FF2B5EF4-FFF2-40B4-BE49-F238E27FC236}">
                <a16:creationId xmlns:a16="http://schemas.microsoft.com/office/drawing/2014/main" id="{E5607226-DF31-C7B9-991C-22535CAD12ED}"/>
              </a:ext>
            </a:extLst>
          </p:cNvPr>
          <p:cNvSpPr>
            <a:spLocks noChangeShapeType="1"/>
          </p:cNvSpPr>
          <p:nvPr/>
        </p:nvSpPr>
        <p:spPr bwMode="auto">
          <a:xfrm flipH="1">
            <a:off x="5864070" y="1791006"/>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27" name="Line 201">
            <a:extLst>
              <a:ext uri="{FF2B5EF4-FFF2-40B4-BE49-F238E27FC236}">
                <a16:creationId xmlns:a16="http://schemas.microsoft.com/office/drawing/2014/main" id="{10E85AED-63EF-9FD6-4D1A-7AF0B7C1C291}"/>
              </a:ext>
            </a:extLst>
          </p:cNvPr>
          <p:cNvSpPr>
            <a:spLocks noChangeShapeType="1"/>
          </p:cNvSpPr>
          <p:nvPr/>
        </p:nvSpPr>
        <p:spPr bwMode="auto">
          <a:xfrm flipH="1">
            <a:off x="5864070" y="3099721"/>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8" name="Line 197">
            <a:extLst>
              <a:ext uri="{FF2B5EF4-FFF2-40B4-BE49-F238E27FC236}">
                <a16:creationId xmlns:a16="http://schemas.microsoft.com/office/drawing/2014/main" id="{E7AA2CA8-0A2C-17A6-6D0E-881780AA9938}"/>
              </a:ext>
            </a:extLst>
          </p:cNvPr>
          <p:cNvSpPr>
            <a:spLocks noChangeShapeType="1"/>
          </p:cNvSpPr>
          <p:nvPr/>
        </p:nvSpPr>
        <p:spPr bwMode="auto">
          <a:xfrm>
            <a:off x="3765047" y="1886242"/>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1" name="Oval 57">
            <a:extLst>
              <a:ext uri="{FF2B5EF4-FFF2-40B4-BE49-F238E27FC236}">
                <a16:creationId xmlns:a16="http://schemas.microsoft.com/office/drawing/2014/main" id="{CE8B9B63-2323-A33C-9694-30482B8E75D5}"/>
              </a:ext>
            </a:extLst>
          </p:cNvPr>
          <p:cNvSpPr>
            <a:spLocks noChangeArrowheads="1"/>
          </p:cNvSpPr>
          <p:nvPr/>
        </p:nvSpPr>
        <p:spPr bwMode="auto">
          <a:xfrm flipH="1">
            <a:off x="5707907" y="171297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A</a:t>
            </a:r>
          </a:p>
        </p:txBody>
      </p:sp>
      <p:sp>
        <p:nvSpPr>
          <p:cNvPr id="21619" name="Line 201">
            <a:extLst>
              <a:ext uri="{FF2B5EF4-FFF2-40B4-BE49-F238E27FC236}">
                <a16:creationId xmlns:a16="http://schemas.microsoft.com/office/drawing/2014/main" id="{90B1BA70-6BCA-0E1F-441A-33026978051D}"/>
              </a:ext>
            </a:extLst>
          </p:cNvPr>
          <p:cNvSpPr>
            <a:spLocks noChangeShapeType="1"/>
          </p:cNvSpPr>
          <p:nvPr/>
        </p:nvSpPr>
        <p:spPr bwMode="auto">
          <a:xfrm flipH="1">
            <a:off x="3809007" y="1862278"/>
            <a:ext cx="0" cy="91577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35" name="Group 58">
            <a:extLst>
              <a:ext uri="{FF2B5EF4-FFF2-40B4-BE49-F238E27FC236}">
                <a16:creationId xmlns:a16="http://schemas.microsoft.com/office/drawing/2014/main" id="{E59B77AC-6891-3FC2-54D5-5DC0F4CA30D2}"/>
              </a:ext>
            </a:extLst>
          </p:cNvPr>
          <p:cNvGrpSpPr>
            <a:grpSpLocks noChangeAspect="1"/>
          </p:cNvGrpSpPr>
          <p:nvPr/>
        </p:nvGrpSpPr>
        <p:grpSpPr bwMode="auto">
          <a:xfrm>
            <a:off x="3418205" y="1642040"/>
            <a:ext cx="723900" cy="460375"/>
            <a:chOff x="3312" y="2160"/>
            <a:chExt cx="960" cy="528"/>
          </a:xfrm>
        </p:grpSpPr>
        <p:grpSp>
          <p:nvGrpSpPr>
            <p:cNvPr id="36" name="Group 59">
              <a:extLst>
                <a:ext uri="{FF2B5EF4-FFF2-40B4-BE49-F238E27FC236}">
                  <a16:creationId xmlns:a16="http://schemas.microsoft.com/office/drawing/2014/main" id="{358B3B2D-E8BA-1E94-14AE-B007D2DA2B53}"/>
                </a:ext>
              </a:extLst>
            </p:cNvPr>
            <p:cNvGrpSpPr>
              <a:grpSpLocks noChangeAspect="1"/>
            </p:cNvGrpSpPr>
            <p:nvPr/>
          </p:nvGrpSpPr>
          <p:grpSpPr bwMode="auto">
            <a:xfrm>
              <a:off x="3312" y="2160"/>
              <a:ext cx="960" cy="528"/>
              <a:chOff x="3312" y="2160"/>
              <a:chExt cx="960" cy="528"/>
            </a:xfrm>
          </p:grpSpPr>
          <p:sp>
            <p:nvSpPr>
              <p:cNvPr id="38" name="AutoShape 60">
                <a:extLst>
                  <a:ext uri="{FF2B5EF4-FFF2-40B4-BE49-F238E27FC236}">
                    <a16:creationId xmlns:a16="http://schemas.microsoft.com/office/drawing/2014/main" id="{B5BD0E12-FF8A-1D07-7047-4D285097916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39" name="Group 61">
                <a:extLst>
                  <a:ext uri="{FF2B5EF4-FFF2-40B4-BE49-F238E27FC236}">
                    <a16:creationId xmlns:a16="http://schemas.microsoft.com/office/drawing/2014/main" id="{3D58A98C-FB1A-914C-C89D-1AB4E97A30CE}"/>
                  </a:ext>
                </a:extLst>
              </p:cNvPr>
              <p:cNvGrpSpPr>
                <a:grpSpLocks noChangeAspect="1"/>
              </p:cNvGrpSpPr>
              <p:nvPr/>
            </p:nvGrpSpPr>
            <p:grpSpPr bwMode="auto">
              <a:xfrm>
                <a:off x="3488" y="2193"/>
                <a:ext cx="599" cy="207"/>
                <a:chOff x="422" y="1632"/>
                <a:chExt cx="829" cy="298"/>
              </a:xfrm>
            </p:grpSpPr>
            <p:grpSp>
              <p:nvGrpSpPr>
                <p:cNvPr id="40" name="Group 62">
                  <a:extLst>
                    <a:ext uri="{FF2B5EF4-FFF2-40B4-BE49-F238E27FC236}">
                      <a16:creationId xmlns:a16="http://schemas.microsoft.com/office/drawing/2014/main" id="{1B435C44-4945-1186-C685-2EBEA0450C98}"/>
                    </a:ext>
                  </a:extLst>
                </p:cNvPr>
                <p:cNvGrpSpPr>
                  <a:grpSpLocks noChangeAspect="1"/>
                </p:cNvGrpSpPr>
                <p:nvPr/>
              </p:nvGrpSpPr>
              <p:grpSpPr bwMode="auto">
                <a:xfrm>
                  <a:off x="422" y="1632"/>
                  <a:ext cx="822" cy="291"/>
                  <a:chOff x="422" y="1632"/>
                  <a:chExt cx="822" cy="291"/>
                </a:xfrm>
              </p:grpSpPr>
              <p:sp>
                <p:nvSpPr>
                  <p:cNvPr id="50" name="Freeform 63">
                    <a:extLst>
                      <a:ext uri="{FF2B5EF4-FFF2-40B4-BE49-F238E27FC236}">
                        <a16:creationId xmlns:a16="http://schemas.microsoft.com/office/drawing/2014/main" id="{B7109261-9C9F-F1C8-BEE5-9E18EAD52D1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1" name="Freeform 64">
                    <a:extLst>
                      <a:ext uri="{FF2B5EF4-FFF2-40B4-BE49-F238E27FC236}">
                        <a16:creationId xmlns:a16="http://schemas.microsoft.com/office/drawing/2014/main" id="{DF07984C-6065-BDC5-F697-56DB089B466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2" name="Freeform 65">
                    <a:extLst>
                      <a:ext uri="{FF2B5EF4-FFF2-40B4-BE49-F238E27FC236}">
                        <a16:creationId xmlns:a16="http://schemas.microsoft.com/office/drawing/2014/main" id="{759D1AB2-789C-7CE3-27B1-6AE8B2C1739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3" name="Freeform 66">
                    <a:extLst>
                      <a:ext uri="{FF2B5EF4-FFF2-40B4-BE49-F238E27FC236}">
                        <a16:creationId xmlns:a16="http://schemas.microsoft.com/office/drawing/2014/main" id="{400C610D-46FF-23B9-0C27-5EBCB41DF37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4" name="Freeform 67">
                    <a:extLst>
                      <a:ext uri="{FF2B5EF4-FFF2-40B4-BE49-F238E27FC236}">
                        <a16:creationId xmlns:a16="http://schemas.microsoft.com/office/drawing/2014/main" id="{B16A48EC-EF7F-4BE0-F6E4-ECCA66E9CD7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5" name="Freeform 68">
                    <a:extLst>
                      <a:ext uri="{FF2B5EF4-FFF2-40B4-BE49-F238E27FC236}">
                        <a16:creationId xmlns:a16="http://schemas.microsoft.com/office/drawing/2014/main" id="{19F1100D-8148-89E6-52E6-125C40AD333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6" name="Freeform 69">
                    <a:extLst>
                      <a:ext uri="{FF2B5EF4-FFF2-40B4-BE49-F238E27FC236}">
                        <a16:creationId xmlns:a16="http://schemas.microsoft.com/office/drawing/2014/main" id="{3CFC53CC-782F-BEF7-6986-BA080261A08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 name="Freeform 70">
                    <a:extLst>
                      <a:ext uri="{FF2B5EF4-FFF2-40B4-BE49-F238E27FC236}">
                        <a16:creationId xmlns:a16="http://schemas.microsoft.com/office/drawing/2014/main" id="{05BCE7A7-0FFB-785E-9573-AF9EADE0A54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41" name="Group 71">
                  <a:extLst>
                    <a:ext uri="{FF2B5EF4-FFF2-40B4-BE49-F238E27FC236}">
                      <a16:creationId xmlns:a16="http://schemas.microsoft.com/office/drawing/2014/main" id="{EDC4A3D8-0EA2-297F-3400-A35F16D6A136}"/>
                    </a:ext>
                  </a:extLst>
                </p:cNvPr>
                <p:cNvGrpSpPr>
                  <a:grpSpLocks noChangeAspect="1"/>
                </p:cNvGrpSpPr>
                <p:nvPr/>
              </p:nvGrpSpPr>
              <p:grpSpPr bwMode="auto">
                <a:xfrm>
                  <a:off x="429" y="1639"/>
                  <a:ext cx="822" cy="291"/>
                  <a:chOff x="429" y="1639"/>
                  <a:chExt cx="822" cy="291"/>
                </a:xfrm>
              </p:grpSpPr>
              <p:sp>
                <p:nvSpPr>
                  <p:cNvPr id="42" name="Freeform 72">
                    <a:extLst>
                      <a:ext uri="{FF2B5EF4-FFF2-40B4-BE49-F238E27FC236}">
                        <a16:creationId xmlns:a16="http://schemas.microsoft.com/office/drawing/2014/main" id="{DFD37556-E148-827E-C941-733AECD2C1B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3" name="Freeform 73">
                    <a:extLst>
                      <a:ext uri="{FF2B5EF4-FFF2-40B4-BE49-F238E27FC236}">
                        <a16:creationId xmlns:a16="http://schemas.microsoft.com/office/drawing/2014/main" id="{7182A070-25A5-C387-18BE-F3B70348A3C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4" name="Freeform 74">
                    <a:extLst>
                      <a:ext uri="{FF2B5EF4-FFF2-40B4-BE49-F238E27FC236}">
                        <a16:creationId xmlns:a16="http://schemas.microsoft.com/office/drawing/2014/main" id="{F19F85A6-9AB0-A771-E0ED-A13F02E7C2F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5" name="Freeform 75">
                    <a:extLst>
                      <a:ext uri="{FF2B5EF4-FFF2-40B4-BE49-F238E27FC236}">
                        <a16:creationId xmlns:a16="http://schemas.microsoft.com/office/drawing/2014/main" id="{6DE448EC-8F63-1CF6-EEB6-91D37D3E513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6" name="Freeform 76">
                    <a:extLst>
                      <a:ext uri="{FF2B5EF4-FFF2-40B4-BE49-F238E27FC236}">
                        <a16:creationId xmlns:a16="http://schemas.microsoft.com/office/drawing/2014/main" id="{F70C254F-7D19-3124-4192-6B7E5196087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7" name="Freeform 77">
                    <a:extLst>
                      <a:ext uri="{FF2B5EF4-FFF2-40B4-BE49-F238E27FC236}">
                        <a16:creationId xmlns:a16="http://schemas.microsoft.com/office/drawing/2014/main" id="{95125788-59B8-5A47-66D5-979B1828E46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8" name="Freeform 78">
                    <a:extLst>
                      <a:ext uri="{FF2B5EF4-FFF2-40B4-BE49-F238E27FC236}">
                        <a16:creationId xmlns:a16="http://schemas.microsoft.com/office/drawing/2014/main" id="{7207942D-6365-5FED-025B-19F2C0F69E8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9" name="Freeform 79">
                    <a:extLst>
                      <a:ext uri="{FF2B5EF4-FFF2-40B4-BE49-F238E27FC236}">
                        <a16:creationId xmlns:a16="http://schemas.microsoft.com/office/drawing/2014/main" id="{90F873C8-E584-E0CD-3C49-5BA0FDDD050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37" name="WordArt 80">
              <a:extLst>
                <a:ext uri="{FF2B5EF4-FFF2-40B4-BE49-F238E27FC236}">
                  <a16:creationId xmlns:a16="http://schemas.microsoft.com/office/drawing/2014/main" id="{E214CEBC-AD80-D590-DDEA-5C0A99499D7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grpSp>
        <p:nvGrpSpPr>
          <p:cNvPr id="21628" name="Group 39">
            <a:extLst>
              <a:ext uri="{FF2B5EF4-FFF2-40B4-BE49-F238E27FC236}">
                <a16:creationId xmlns:a16="http://schemas.microsoft.com/office/drawing/2014/main" id="{A5F79A14-0939-6793-CFAD-84C8143A27BF}"/>
              </a:ext>
            </a:extLst>
          </p:cNvPr>
          <p:cNvGrpSpPr>
            <a:grpSpLocks/>
          </p:cNvGrpSpPr>
          <p:nvPr/>
        </p:nvGrpSpPr>
        <p:grpSpPr bwMode="auto">
          <a:xfrm>
            <a:off x="4211805" y="1722306"/>
            <a:ext cx="406400" cy="339725"/>
            <a:chOff x="144" y="3264"/>
            <a:chExt cx="288" cy="240"/>
          </a:xfrm>
        </p:grpSpPr>
        <p:sp>
          <p:nvSpPr>
            <p:cNvPr id="21629" name="Rectangle 40">
              <a:extLst>
                <a:ext uri="{FF2B5EF4-FFF2-40B4-BE49-F238E27FC236}">
                  <a16:creationId xmlns:a16="http://schemas.microsoft.com/office/drawing/2014/main" id="{0B194F1B-5378-E594-118E-61D268787D8D}"/>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630" name="Rectangle 41">
              <a:extLst>
                <a:ext uri="{FF2B5EF4-FFF2-40B4-BE49-F238E27FC236}">
                  <a16:creationId xmlns:a16="http://schemas.microsoft.com/office/drawing/2014/main" id="{446BDC6A-9308-064D-870D-4CBADFC3E6FF}"/>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pic>
        <p:nvPicPr>
          <p:cNvPr id="21613" name="Picture 224" descr="MC900434713[1]">
            <a:extLst>
              <a:ext uri="{FF2B5EF4-FFF2-40B4-BE49-F238E27FC236}">
                <a16:creationId xmlns:a16="http://schemas.microsoft.com/office/drawing/2014/main" id="{775783CB-2DC1-FEE4-86B7-B010BDB46AA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82028" y="1362922"/>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15" name="Line 196">
            <a:extLst>
              <a:ext uri="{FF2B5EF4-FFF2-40B4-BE49-F238E27FC236}">
                <a16:creationId xmlns:a16="http://schemas.microsoft.com/office/drawing/2014/main" id="{682B85EE-A528-D462-8884-3CCF376E470B}"/>
              </a:ext>
            </a:extLst>
          </p:cNvPr>
          <p:cNvSpPr>
            <a:spLocks noChangeShapeType="1"/>
          </p:cNvSpPr>
          <p:nvPr/>
        </p:nvSpPr>
        <p:spPr bwMode="auto">
          <a:xfrm>
            <a:off x="4126966" y="3739217"/>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609" name="Group 202">
            <a:extLst>
              <a:ext uri="{FF2B5EF4-FFF2-40B4-BE49-F238E27FC236}">
                <a16:creationId xmlns:a16="http://schemas.microsoft.com/office/drawing/2014/main" id="{E3906D18-2F50-5A05-3E34-03B92F29A8B0}"/>
              </a:ext>
            </a:extLst>
          </p:cNvPr>
          <p:cNvGrpSpPr>
            <a:grpSpLocks/>
          </p:cNvGrpSpPr>
          <p:nvPr/>
        </p:nvGrpSpPr>
        <p:grpSpPr bwMode="auto">
          <a:xfrm>
            <a:off x="4195187" y="3505261"/>
            <a:ext cx="406400" cy="339725"/>
            <a:chOff x="144" y="3264"/>
            <a:chExt cx="288" cy="240"/>
          </a:xfrm>
        </p:grpSpPr>
        <p:sp>
          <p:nvSpPr>
            <p:cNvPr id="21610" name="Rectangle 203">
              <a:extLst>
                <a:ext uri="{FF2B5EF4-FFF2-40B4-BE49-F238E27FC236}">
                  <a16:creationId xmlns:a16="http://schemas.microsoft.com/office/drawing/2014/main" id="{49460E3C-CF58-5E02-34F5-FAA0A913B91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614" name="Rectangle 204">
              <a:extLst>
                <a:ext uri="{FF2B5EF4-FFF2-40B4-BE49-F238E27FC236}">
                  <a16:creationId xmlns:a16="http://schemas.microsoft.com/office/drawing/2014/main" id="{05CC1E41-560C-D21E-5835-FD37624149D5}"/>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21870" name="Oval 53">
            <a:extLst>
              <a:ext uri="{FF2B5EF4-FFF2-40B4-BE49-F238E27FC236}">
                <a16:creationId xmlns:a16="http://schemas.microsoft.com/office/drawing/2014/main" id="{7005A62F-AD5D-EE8B-2A0A-5C87440AF9E4}"/>
              </a:ext>
            </a:extLst>
          </p:cNvPr>
          <p:cNvSpPr>
            <a:spLocks noChangeArrowheads="1"/>
          </p:cNvSpPr>
          <p:nvPr/>
        </p:nvSpPr>
        <p:spPr bwMode="auto">
          <a:xfrm flipH="1">
            <a:off x="5707907" y="3567987"/>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C</a:t>
            </a:r>
          </a:p>
        </p:txBody>
      </p:sp>
      <p:sp>
        <p:nvSpPr>
          <p:cNvPr id="21616" name="Line 195">
            <a:extLst>
              <a:ext uri="{FF2B5EF4-FFF2-40B4-BE49-F238E27FC236}">
                <a16:creationId xmlns:a16="http://schemas.microsoft.com/office/drawing/2014/main" id="{47E82F42-329D-01ED-9E9E-FE42EE8CF482}"/>
              </a:ext>
            </a:extLst>
          </p:cNvPr>
          <p:cNvSpPr>
            <a:spLocks noChangeShapeType="1"/>
          </p:cNvSpPr>
          <p:nvPr/>
        </p:nvSpPr>
        <p:spPr bwMode="auto">
          <a:xfrm flipH="1">
            <a:off x="3799797" y="2733180"/>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557" name="Group 145">
            <a:extLst>
              <a:ext uri="{FF2B5EF4-FFF2-40B4-BE49-F238E27FC236}">
                <a16:creationId xmlns:a16="http://schemas.microsoft.com/office/drawing/2014/main" id="{BF919D3C-20E0-6995-049F-1A90879A55E7}"/>
              </a:ext>
            </a:extLst>
          </p:cNvPr>
          <p:cNvGrpSpPr>
            <a:grpSpLocks noChangeAspect="1"/>
          </p:cNvGrpSpPr>
          <p:nvPr/>
        </p:nvGrpSpPr>
        <p:grpSpPr bwMode="auto">
          <a:xfrm>
            <a:off x="3427884" y="3438634"/>
            <a:ext cx="723900" cy="460375"/>
            <a:chOff x="3312" y="2160"/>
            <a:chExt cx="960" cy="528"/>
          </a:xfrm>
        </p:grpSpPr>
        <p:grpSp>
          <p:nvGrpSpPr>
            <p:cNvPr id="21558" name="Group 146">
              <a:extLst>
                <a:ext uri="{FF2B5EF4-FFF2-40B4-BE49-F238E27FC236}">
                  <a16:creationId xmlns:a16="http://schemas.microsoft.com/office/drawing/2014/main" id="{C9CE70C1-F449-AE93-732C-5E6C179E02BB}"/>
                </a:ext>
              </a:extLst>
            </p:cNvPr>
            <p:cNvGrpSpPr>
              <a:grpSpLocks noChangeAspect="1"/>
            </p:cNvGrpSpPr>
            <p:nvPr/>
          </p:nvGrpSpPr>
          <p:grpSpPr bwMode="auto">
            <a:xfrm>
              <a:off x="3312" y="2160"/>
              <a:ext cx="960" cy="528"/>
              <a:chOff x="3312" y="2160"/>
              <a:chExt cx="960" cy="528"/>
            </a:xfrm>
          </p:grpSpPr>
          <p:sp>
            <p:nvSpPr>
              <p:cNvPr id="21560" name="AutoShape 147">
                <a:extLst>
                  <a:ext uri="{FF2B5EF4-FFF2-40B4-BE49-F238E27FC236}">
                    <a16:creationId xmlns:a16="http://schemas.microsoft.com/office/drawing/2014/main" id="{BBD55983-EA7E-7368-0DAF-64BB8810A75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61" name="Group 148">
                <a:extLst>
                  <a:ext uri="{FF2B5EF4-FFF2-40B4-BE49-F238E27FC236}">
                    <a16:creationId xmlns:a16="http://schemas.microsoft.com/office/drawing/2014/main" id="{C3039768-403B-52CD-6F45-2125E7C73EA0}"/>
                  </a:ext>
                </a:extLst>
              </p:cNvPr>
              <p:cNvGrpSpPr>
                <a:grpSpLocks noChangeAspect="1"/>
              </p:cNvGrpSpPr>
              <p:nvPr/>
            </p:nvGrpSpPr>
            <p:grpSpPr bwMode="auto">
              <a:xfrm>
                <a:off x="3488" y="2193"/>
                <a:ext cx="599" cy="207"/>
                <a:chOff x="422" y="1632"/>
                <a:chExt cx="829" cy="298"/>
              </a:xfrm>
            </p:grpSpPr>
            <p:grpSp>
              <p:nvGrpSpPr>
                <p:cNvPr id="21562" name="Group 149">
                  <a:extLst>
                    <a:ext uri="{FF2B5EF4-FFF2-40B4-BE49-F238E27FC236}">
                      <a16:creationId xmlns:a16="http://schemas.microsoft.com/office/drawing/2014/main" id="{E886641B-0F23-6D2E-2093-6D498208F740}"/>
                    </a:ext>
                  </a:extLst>
                </p:cNvPr>
                <p:cNvGrpSpPr>
                  <a:grpSpLocks noChangeAspect="1"/>
                </p:cNvGrpSpPr>
                <p:nvPr/>
              </p:nvGrpSpPr>
              <p:grpSpPr bwMode="auto">
                <a:xfrm>
                  <a:off x="422" y="1632"/>
                  <a:ext cx="822" cy="291"/>
                  <a:chOff x="422" y="1632"/>
                  <a:chExt cx="822" cy="291"/>
                </a:xfrm>
              </p:grpSpPr>
              <p:sp>
                <p:nvSpPr>
                  <p:cNvPr id="21572" name="Freeform 150">
                    <a:extLst>
                      <a:ext uri="{FF2B5EF4-FFF2-40B4-BE49-F238E27FC236}">
                        <a16:creationId xmlns:a16="http://schemas.microsoft.com/office/drawing/2014/main" id="{0AB50D13-FC19-907E-059E-A9AF76781C3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3" name="Freeform 151">
                    <a:extLst>
                      <a:ext uri="{FF2B5EF4-FFF2-40B4-BE49-F238E27FC236}">
                        <a16:creationId xmlns:a16="http://schemas.microsoft.com/office/drawing/2014/main" id="{8BBE3B2D-C7C6-96B1-A23E-0E6257BBE8F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4" name="Freeform 152">
                    <a:extLst>
                      <a:ext uri="{FF2B5EF4-FFF2-40B4-BE49-F238E27FC236}">
                        <a16:creationId xmlns:a16="http://schemas.microsoft.com/office/drawing/2014/main" id="{CD1A2776-2147-7B15-D135-616342C7A9CF}"/>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5" name="Freeform 153">
                    <a:extLst>
                      <a:ext uri="{FF2B5EF4-FFF2-40B4-BE49-F238E27FC236}">
                        <a16:creationId xmlns:a16="http://schemas.microsoft.com/office/drawing/2014/main" id="{7291508E-A91D-C72F-42B3-A6A6B653F06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6" name="Freeform 154">
                    <a:extLst>
                      <a:ext uri="{FF2B5EF4-FFF2-40B4-BE49-F238E27FC236}">
                        <a16:creationId xmlns:a16="http://schemas.microsoft.com/office/drawing/2014/main" id="{D545102C-A991-708F-C3B6-FDF24F887C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7" name="Freeform 155">
                    <a:extLst>
                      <a:ext uri="{FF2B5EF4-FFF2-40B4-BE49-F238E27FC236}">
                        <a16:creationId xmlns:a16="http://schemas.microsoft.com/office/drawing/2014/main" id="{A8A0332E-9857-0F7E-7C73-8F7561E0A76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8" name="Freeform 156">
                    <a:extLst>
                      <a:ext uri="{FF2B5EF4-FFF2-40B4-BE49-F238E27FC236}">
                        <a16:creationId xmlns:a16="http://schemas.microsoft.com/office/drawing/2014/main" id="{E29F5E5B-A6B7-40AB-AAE2-FDE57C7119D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9" name="Freeform 157">
                    <a:extLst>
                      <a:ext uri="{FF2B5EF4-FFF2-40B4-BE49-F238E27FC236}">
                        <a16:creationId xmlns:a16="http://schemas.microsoft.com/office/drawing/2014/main" id="{7F143E06-8770-68E2-C462-5E4FABF03F8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63" name="Group 158">
                  <a:extLst>
                    <a:ext uri="{FF2B5EF4-FFF2-40B4-BE49-F238E27FC236}">
                      <a16:creationId xmlns:a16="http://schemas.microsoft.com/office/drawing/2014/main" id="{EE15192C-52AC-F658-7322-8BA6CA520B5C}"/>
                    </a:ext>
                  </a:extLst>
                </p:cNvPr>
                <p:cNvGrpSpPr>
                  <a:grpSpLocks noChangeAspect="1"/>
                </p:cNvGrpSpPr>
                <p:nvPr/>
              </p:nvGrpSpPr>
              <p:grpSpPr bwMode="auto">
                <a:xfrm>
                  <a:off x="429" y="1639"/>
                  <a:ext cx="822" cy="291"/>
                  <a:chOff x="429" y="1639"/>
                  <a:chExt cx="822" cy="291"/>
                </a:xfrm>
              </p:grpSpPr>
              <p:sp>
                <p:nvSpPr>
                  <p:cNvPr id="21564" name="Freeform 159">
                    <a:extLst>
                      <a:ext uri="{FF2B5EF4-FFF2-40B4-BE49-F238E27FC236}">
                        <a16:creationId xmlns:a16="http://schemas.microsoft.com/office/drawing/2014/main" id="{583941F9-7A99-49A8-3C83-BB40C94CB2BB}"/>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5" name="Freeform 160">
                    <a:extLst>
                      <a:ext uri="{FF2B5EF4-FFF2-40B4-BE49-F238E27FC236}">
                        <a16:creationId xmlns:a16="http://schemas.microsoft.com/office/drawing/2014/main" id="{AD496653-94F8-3D91-C9F0-EFAB0FB8A37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6" name="Freeform 161">
                    <a:extLst>
                      <a:ext uri="{FF2B5EF4-FFF2-40B4-BE49-F238E27FC236}">
                        <a16:creationId xmlns:a16="http://schemas.microsoft.com/office/drawing/2014/main" id="{ADCFC04F-5A3A-844B-160D-D18AB530B11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7" name="Freeform 162">
                    <a:extLst>
                      <a:ext uri="{FF2B5EF4-FFF2-40B4-BE49-F238E27FC236}">
                        <a16:creationId xmlns:a16="http://schemas.microsoft.com/office/drawing/2014/main" id="{B96C67A1-C28F-3D18-39A8-02E5608BE231}"/>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8" name="Freeform 163">
                    <a:extLst>
                      <a:ext uri="{FF2B5EF4-FFF2-40B4-BE49-F238E27FC236}">
                        <a16:creationId xmlns:a16="http://schemas.microsoft.com/office/drawing/2014/main" id="{57786466-5584-82CE-1D4A-B091E7A6E01E}"/>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9" name="Freeform 164">
                    <a:extLst>
                      <a:ext uri="{FF2B5EF4-FFF2-40B4-BE49-F238E27FC236}">
                        <a16:creationId xmlns:a16="http://schemas.microsoft.com/office/drawing/2014/main" id="{5D85E2B6-2ABB-1FE7-316E-18CE7F03453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0" name="Freeform 165">
                    <a:extLst>
                      <a:ext uri="{FF2B5EF4-FFF2-40B4-BE49-F238E27FC236}">
                        <a16:creationId xmlns:a16="http://schemas.microsoft.com/office/drawing/2014/main" id="{1D492DA3-5C0F-01A9-DDDB-4D08C73020C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1" name="Freeform 166">
                    <a:extLst>
                      <a:ext uri="{FF2B5EF4-FFF2-40B4-BE49-F238E27FC236}">
                        <a16:creationId xmlns:a16="http://schemas.microsoft.com/office/drawing/2014/main" id="{46FEB88A-78F1-A80C-0696-7D0A202FC76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59" name="WordArt 167">
              <a:extLst>
                <a:ext uri="{FF2B5EF4-FFF2-40B4-BE49-F238E27FC236}">
                  <a16:creationId xmlns:a16="http://schemas.microsoft.com/office/drawing/2014/main" id="{76DD55C0-FCFC-7D17-6781-C8A8930DDDCF}"/>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grpSp>
        <p:nvGrpSpPr>
          <p:cNvPr id="21606" name="Group 199">
            <a:extLst>
              <a:ext uri="{FF2B5EF4-FFF2-40B4-BE49-F238E27FC236}">
                <a16:creationId xmlns:a16="http://schemas.microsoft.com/office/drawing/2014/main" id="{D28881FE-4EE9-F730-33E6-3D242B62C198}"/>
              </a:ext>
            </a:extLst>
          </p:cNvPr>
          <p:cNvGrpSpPr>
            <a:grpSpLocks/>
          </p:cNvGrpSpPr>
          <p:nvPr/>
        </p:nvGrpSpPr>
        <p:grpSpPr bwMode="auto">
          <a:xfrm>
            <a:off x="3591141" y="3035502"/>
            <a:ext cx="406400" cy="339725"/>
            <a:chOff x="144" y="3264"/>
            <a:chExt cx="288" cy="240"/>
          </a:xfrm>
        </p:grpSpPr>
        <p:sp>
          <p:nvSpPr>
            <p:cNvPr id="21607" name="Rectangle 200">
              <a:extLst>
                <a:ext uri="{FF2B5EF4-FFF2-40B4-BE49-F238E27FC236}">
                  <a16:creationId xmlns:a16="http://schemas.microsoft.com/office/drawing/2014/main" id="{DC44C780-AB79-644F-B334-1FAE737E442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608" name="Rectangle 201">
              <a:extLst>
                <a:ext uri="{FF2B5EF4-FFF2-40B4-BE49-F238E27FC236}">
                  <a16:creationId xmlns:a16="http://schemas.microsoft.com/office/drawing/2014/main" id="{EE3A946D-7579-21AD-50B5-B36E26D3E6B4}"/>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sp>
        <p:nvSpPr>
          <p:cNvPr id="21868" name="Oval 51">
            <a:extLst>
              <a:ext uri="{FF2B5EF4-FFF2-40B4-BE49-F238E27FC236}">
                <a16:creationId xmlns:a16="http://schemas.microsoft.com/office/drawing/2014/main" id="{D82483F4-E4A6-720E-4DEA-40AE4183B17E}"/>
              </a:ext>
            </a:extLst>
          </p:cNvPr>
          <p:cNvSpPr>
            <a:spLocks noChangeArrowheads="1"/>
          </p:cNvSpPr>
          <p:nvPr/>
        </p:nvSpPr>
        <p:spPr bwMode="auto">
          <a:xfrm flipH="1">
            <a:off x="3641819" y="263727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D</a:t>
            </a:r>
          </a:p>
        </p:txBody>
      </p:sp>
      <p:pic>
        <p:nvPicPr>
          <p:cNvPr id="21601" name="Picture 45" descr="MC900434713[1]">
            <a:extLst>
              <a:ext uri="{FF2B5EF4-FFF2-40B4-BE49-F238E27FC236}">
                <a16:creationId xmlns:a16="http://schemas.microsoft.com/office/drawing/2014/main" id="{144676CA-BFA2-7F9C-A472-D3A2AB3435A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11169" y="2731099"/>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02" name="Picture 45" descr="MC900434713[1]">
            <a:extLst>
              <a:ext uri="{FF2B5EF4-FFF2-40B4-BE49-F238E27FC236}">
                <a16:creationId xmlns:a16="http://schemas.microsoft.com/office/drawing/2014/main" id="{D608AE80-E4AB-4CF7-689E-BE839F48117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08501" y="3174647"/>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03" name="Oval 263">
            <a:extLst>
              <a:ext uri="{FF2B5EF4-FFF2-40B4-BE49-F238E27FC236}">
                <a16:creationId xmlns:a16="http://schemas.microsoft.com/office/drawing/2014/main" id="{AE2787E8-9B33-A40E-A21C-D4464D80B1E9}"/>
              </a:ext>
            </a:extLst>
          </p:cNvPr>
          <p:cNvSpPr>
            <a:spLocks noChangeArrowheads="1"/>
          </p:cNvSpPr>
          <p:nvPr/>
        </p:nvSpPr>
        <p:spPr bwMode="auto">
          <a:xfrm>
            <a:off x="7978302" y="2551900"/>
            <a:ext cx="481313" cy="455612"/>
          </a:xfrm>
          <a:prstGeom prst="ellipse">
            <a:avLst/>
          </a:pr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604" name="Group 288">
            <a:extLst>
              <a:ext uri="{FF2B5EF4-FFF2-40B4-BE49-F238E27FC236}">
                <a16:creationId xmlns:a16="http://schemas.microsoft.com/office/drawing/2014/main" id="{FA1D3816-DB03-3201-5D4D-BAD99A893E35}"/>
              </a:ext>
            </a:extLst>
          </p:cNvPr>
          <p:cNvGrpSpPr>
            <a:grpSpLocks/>
          </p:cNvGrpSpPr>
          <p:nvPr/>
        </p:nvGrpSpPr>
        <p:grpSpPr bwMode="auto">
          <a:xfrm>
            <a:off x="7973126" y="3490062"/>
            <a:ext cx="765991" cy="537685"/>
            <a:chOff x="195" y="394"/>
            <a:chExt cx="570" cy="360"/>
          </a:xfrm>
        </p:grpSpPr>
        <p:sp>
          <p:nvSpPr>
            <p:cNvPr id="21605" name="Arc 289">
              <a:extLst>
                <a:ext uri="{FF2B5EF4-FFF2-40B4-BE49-F238E27FC236}">
                  <a16:creationId xmlns:a16="http://schemas.microsoft.com/office/drawing/2014/main" id="{7A937D0C-32EA-5B13-2E45-4040AF8FC7BC}"/>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617" name="Arc 290">
              <a:extLst>
                <a:ext uri="{FF2B5EF4-FFF2-40B4-BE49-F238E27FC236}">
                  <a16:creationId xmlns:a16="http://schemas.microsoft.com/office/drawing/2014/main" id="{D8038CCB-7080-67E8-EEE5-9F627856D94B}"/>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28" name="Line 291">
              <a:extLst>
                <a:ext uri="{FF2B5EF4-FFF2-40B4-BE49-F238E27FC236}">
                  <a16:creationId xmlns:a16="http://schemas.microsoft.com/office/drawing/2014/main" id="{766DAA01-9DCD-1E65-FF67-32FBA719CCF1}"/>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29" name="Line 292">
              <a:extLst>
                <a:ext uri="{FF2B5EF4-FFF2-40B4-BE49-F238E27FC236}">
                  <a16:creationId xmlns:a16="http://schemas.microsoft.com/office/drawing/2014/main" id="{C1F1BAD0-34C5-02BF-F316-82F12A660FD3}"/>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21830" name="Group 288">
            <a:extLst>
              <a:ext uri="{FF2B5EF4-FFF2-40B4-BE49-F238E27FC236}">
                <a16:creationId xmlns:a16="http://schemas.microsoft.com/office/drawing/2014/main" id="{64EDE5DD-2317-6B72-EA09-233C96C1AA25}"/>
              </a:ext>
            </a:extLst>
          </p:cNvPr>
          <p:cNvGrpSpPr>
            <a:grpSpLocks/>
          </p:cNvGrpSpPr>
          <p:nvPr/>
        </p:nvGrpSpPr>
        <p:grpSpPr bwMode="auto">
          <a:xfrm>
            <a:off x="7763358" y="1604588"/>
            <a:ext cx="765991" cy="537685"/>
            <a:chOff x="195" y="394"/>
            <a:chExt cx="570" cy="360"/>
          </a:xfrm>
        </p:grpSpPr>
        <p:sp>
          <p:nvSpPr>
            <p:cNvPr id="21831" name="Arc 289">
              <a:extLst>
                <a:ext uri="{FF2B5EF4-FFF2-40B4-BE49-F238E27FC236}">
                  <a16:creationId xmlns:a16="http://schemas.microsoft.com/office/drawing/2014/main" id="{A2219D49-8AAD-3A1C-923D-9CAF06DD73D2}"/>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2" name="Arc 290">
              <a:extLst>
                <a:ext uri="{FF2B5EF4-FFF2-40B4-BE49-F238E27FC236}">
                  <a16:creationId xmlns:a16="http://schemas.microsoft.com/office/drawing/2014/main" id="{DA57AB1D-7DB6-9D1B-F26A-5EFD86AE3015}"/>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3" name="Line 291">
              <a:extLst>
                <a:ext uri="{FF2B5EF4-FFF2-40B4-BE49-F238E27FC236}">
                  <a16:creationId xmlns:a16="http://schemas.microsoft.com/office/drawing/2014/main" id="{70338DA9-A588-58A9-BD43-64977F3B205D}"/>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34" name="Line 292">
              <a:extLst>
                <a:ext uri="{FF2B5EF4-FFF2-40B4-BE49-F238E27FC236}">
                  <a16:creationId xmlns:a16="http://schemas.microsoft.com/office/drawing/2014/main" id="{0529F820-44ED-52B1-73BD-C2C8BD3E56B8}"/>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21620" name="Group 198">
            <a:extLst>
              <a:ext uri="{FF2B5EF4-FFF2-40B4-BE49-F238E27FC236}">
                <a16:creationId xmlns:a16="http://schemas.microsoft.com/office/drawing/2014/main" id="{5D74B959-BD8E-E9ED-E49D-528CE445E6DB}"/>
              </a:ext>
            </a:extLst>
          </p:cNvPr>
          <p:cNvGrpSpPr>
            <a:grpSpLocks/>
          </p:cNvGrpSpPr>
          <p:nvPr/>
        </p:nvGrpSpPr>
        <p:grpSpPr bwMode="auto">
          <a:xfrm>
            <a:off x="5612671" y="2237532"/>
            <a:ext cx="406400" cy="339725"/>
            <a:chOff x="144" y="3264"/>
            <a:chExt cx="288" cy="240"/>
          </a:xfrm>
        </p:grpSpPr>
        <p:sp>
          <p:nvSpPr>
            <p:cNvPr id="21621" name="Rectangle 199">
              <a:extLst>
                <a:ext uri="{FF2B5EF4-FFF2-40B4-BE49-F238E27FC236}">
                  <a16:creationId xmlns:a16="http://schemas.microsoft.com/office/drawing/2014/main" id="{CE4145F1-13DD-68C2-93B4-7D58E05CD52E}"/>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21622" name="Rectangle 200">
              <a:extLst>
                <a:ext uri="{FF2B5EF4-FFF2-40B4-BE49-F238E27FC236}">
                  <a16:creationId xmlns:a16="http://schemas.microsoft.com/office/drawing/2014/main" id="{8E551EAF-0003-48F8-A5DC-342E99F4EF6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grpSp>
        <p:nvGrpSpPr>
          <p:cNvPr id="21623" name="Group 201">
            <a:extLst>
              <a:ext uri="{FF2B5EF4-FFF2-40B4-BE49-F238E27FC236}">
                <a16:creationId xmlns:a16="http://schemas.microsoft.com/office/drawing/2014/main" id="{2FD1615A-3789-DC13-162F-BE54477A54EC}"/>
              </a:ext>
            </a:extLst>
          </p:cNvPr>
          <p:cNvGrpSpPr>
            <a:grpSpLocks/>
          </p:cNvGrpSpPr>
          <p:nvPr/>
        </p:nvGrpSpPr>
        <p:grpSpPr bwMode="auto">
          <a:xfrm>
            <a:off x="5642941" y="3013257"/>
            <a:ext cx="406400" cy="339725"/>
            <a:chOff x="144" y="3264"/>
            <a:chExt cx="288" cy="240"/>
          </a:xfrm>
        </p:grpSpPr>
        <p:sp>
          <p:nvSpPr>
            <p:cNvPr id="21625" name="Rectangle 203">
              <a:extLst>
                <a:ext uri="{FF2B5EF4-FFF2-40B4-BE49-F238E27FC236}">
                  <a16:creationId xmlns:a16="http://schemas.microsoft.com/office/drawing/2014/main" id="{7DBB3768-4D51-450F-7B02-49E7EBB7318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sp>
          <p:nvSpPr>
            <p:cNvPr id="21624" name="Rectangle 202">
              <a:extLst>
                <a:ext uri="{FF2B5EF4-FFF2-40B4-BE49-F238E27FC236}">
                  <a16:creationId xmlns:a16="http://schemas.microsoft.com/office/drawing/2014/main" id="{EE1BEA27-82B8-01C1-1DCF-85C287C490DA}"/>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grpSp>
      <p:grpSp>
        <p:nvGrpSpPr>
          <p:cNvPr id="21593" name="Group 202">
            <a:extLst>
              <a:ext uri="{FF2B5EF4-FFF2-40B4-BE49-F238E27FC236}">
                <a16:creationId xmlns:a16="http://schemas.microsoft.com/office/drawing/2014/main" id="{6DB0A1A6-0EF9-7A7A-6AC1-65FC526E0CA3}"/>
              </a:ext>
            </a:extLst>
          </p:cNvPr>
          <p:cNvGrpSpPr>
            <a:grpSpLocks/>
          </p:cNvGrpSpPr>
          <p:nvPr/>
        </p:nvGrpSpPr>
        <p:grpSpPr bwMode="auto">
          <a:xfrm>
            <a:off x="8020633" y="2153171"/>
            <a:ext cx="406400" cy="339725"/>
            <a:chOff x="144" y="3264"/>
            <a:chExt cx="288" cy="240"/>
          </a:xfrm>
        </p:grpSpPr>
        <p:sp>
          <p:nvSpPr>
            <p:cNvPr id="21594" name="Rectangle 203">
              <a:extLst>
                <a:ext uri="{FF2B5EF4-FFF2-40B4-BE49-F238E27FC236}">
                  <a16:creationId xmlns:a16="http://schemas.microsoft.com/office/drawing/2014/main" id="{5F7E31A3-B8DD-5DF3-0CDE-CA25345D3D3C}"/>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595" name="Rectangle 204">
              <a:extLst>
                <a:ext uri="{FF2B5EF4-FFF2-40B4-BE49-F238E27FC236}">
                  <a16:creationId xmlns:a16="http://schemas.microsoft.com/office/drawing/2014/main" id="{65F3C63F-4823-9B29-9D24-7DB400FE4E26}"/>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1</a:t>
              </a:r>
            </a:p>
          </p:txBody>
        </p:sp>
      </p:grpSp>
      <p:grpSp>
        <p:nvGrpSpPr>
          <p:cNvPr id="21835" name="Group 207">
            <a:extLst>
              <a:ext uri="{FF2B5EF4-FFF2-40B4-BE49-F238E27FC236}">
                <a16:creationId xmlns:a16="http://schemas.microsoft.com/office/drawing/2014/main" id="{5E3BEECB-7F01-33D2-2D22-0E6E007DE457}"/>
              </a:ext>
            </a:extLst>
          </p:cNvPr>
          <p:cNvGrpSpPr>
            <a:grpSpLocks/>
          </p:cNvGrpSpPr>
          <p:nvPr/>
        </p:nvGrpSpPr>
        <p:grpSpPr bwMode="auto">
          <a:xfrm>
            <a:off x="3581462" y="2100458"/>
            <a:ext cx="406400" cy="339725"/>
            <a:chOff x="144" y="3264"/>
            <a:chExt cx="288" cy="240"/>
          </a:xfrm>
        </p:grpSpPr>
        <p:sp>
          <p:nvSpPr>
            <p:cNvPr id="21836" name="Rectangle 208">
              <a:extLst>
                <a:ext uri="{FF2B5EF4-FFF2-40B4-BE49-F238E27FC236}">
                  <a16:creationId xmlns:a16="http://schemas.microsoft.com/office/drawing/2014/main" id="{C284BCF1-2112-74E9-63CE-47259B53C930}"/>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837" name="Rectangle 209">
              <a:extLst>
                <a:ext uri="{FF2B5EF4-FFF2-40B4-BE49-F238E27FC236}">
                  <a16:creationId xmlns:a16="http://schemas.microsoft.com/office/drawing/2014/main" id="{4CB9A370-DA13-23D5-B712-8E499EF4440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21631" name="Line 15">
            <a:extLst>
              <a:ext uri="{FF2B5EF4-FFF2-40B4-BE49-F238E27FC236}">
                <a16:creationId xmlns:a16="http://schemas.microsoft.com/office/drawing/2014/main" id="{4D674DB2-3AE0-8F6A-6978-DE0353DCD7D9}"/>
              </a:ext>
            </a:extLst>
          </p:cNvPr>
          <p:cNvSpPr>
            <a:spLocks noChangeShapeType="1"/>
          </p:cNvSpPr>
          <p:nvPr/>
        </p:nvSpPr>
        <p:spPr bwMode="auto">
          <a:xfrm flipH="1">
            <a:off x="8344597" y="2770628"/>
            <a:ext cx="885825" cy="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21824" name="Text Box 17">
            <a:extLst>
              <a:ext uri="{FF2B5EF4-FFF2-40B4-BE49-F238E27FC236}">
                <a16:creationId xmlns:a16="http://schemas.microsoft.com/office/drawing/2014/main" id="{79527817-BBB8-49B3-966C-AC137630C5A5}"/>
              </a:ext>
            </a:extLst>
          </p:cNvPr>
          <p:cNvSpPr txBox="1">
            <a:spLocks noChangeArrowheads="1"/>
          </p:cNvSpPr>
          <p:nvPr/>
        </p:nvSpPr>
        <p:spPr bwMode="auto">
          <a:xfrm>
            <a:off x="9087547" y="2637278"/>
            <a:ext cx="1095375"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10.0.1.0/24</a:t>
            </a:r>
          </a:p>
        </p:txBody>
      </p:sp>
      <p:sp>
        <p:nvSpPr>
          <p:cNvPr id="21841" name="Line 205">
            <a:extLst>
              <a:ext uri="{FF2B5EF4-FFF2-40B4-BE49-F238E27FC236}">
                <a16:creationId xmlns:a16="http://schemas.microsoft.com/office/drawing/2014/main" id="{FA64DEF7-5194-BE36-BD43-B6C2EFB6B403}"/>
              </a:ext>
            </a:extLst>
          </p:cNvPr>
          <p:cNvSpPr>
            <a:spLocks noChangeShapeType="1"/>
          </p:cNvSpPr>
          <p:nvPr/>
        </p:nvSpPr>
        <p:spPr bwMode="auto">
          <a:xfrm flipV="1">
            <a:off x="5854061" y="1139333"/>
            <a:ext cx="0" cy="62071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21842" name="Text Box 206">
            <a:extLst>
              <a:ext uri="{FF2B5EF4-FFF2-40B4-BE49-F238E27FC236}">
                <a16:creationId xmlns:a16="http://schemas.microsoft.com/office/drawing/2014/main" id="{EEDCE70A-690D-9A86-7E75-35C87A6371CA}"/>
              </a:ext>
            </a:extLst>
          </p:cNvPr>
          <p:cNvSpPr txBox="1">
            <a:spLocks noChangeArrowheads="1"/>
          </p:cNvSpPr>
          <p:nvPr/>
        </p:nvSpPr>
        <p:spPr bwMode="auto">
          <a:xfrm>
            <a:off x="5306374" y="1034558"/>
            <a:ext cx="1095375"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10.0.0.0/24</a:t>
            </a:r>
          </a:p>
        </p:txBody>
      </p:sp>
    </p:spTree>
    <p:extLst>
      <p:ext uri="{BB962C8B-B14F-4D97-AF65-F5344CB8AC3E}">
        <p14:creationId xmlns:p14="http://schemas.microsoft.com/office/powerpoint/2010/main" val="2629796310"/>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9" name="Rectangle 162">
            <a:extLst>
              <a:ext uri="{FF2B5EF4-FFF2-40B4-BE49-F238E27FC236}">
                <a16:creationId xmlns:a16="http://schemas.microsoft.com/office/drawing/2014/main" id="{8584387D-BCD0-10AC-7D8D-EC2987806EDE}"/>
              </a:ext>
            </a:extLst>
          </p:cNvPr>
          <p:cNvSpPr>
            <a:spLocks noGrp="1" noChangeArrowheads="1"/>
          </p:cNvSpPr>
          <p:nvPr>
            <p:ph type="title"/>
          </p:nvPr>
        </p:nvSpPr>
        <p:spPr/>
        <p:txBody>
          <a:bodyPr/>
          <a:lstStyle/>
          <a:p>
            <a:pPr eaLnBrk="1" hangingPunct="1"/>
            <a:r>
              <a:rPr lang="it-IT" altLang="it-IT" sz="4000" dirty="0" err="1"/>
              <a:t>ospf’s</a:t>
            </a:r>
            <a:r>
              <a:rPr lang="it-IT" altLang="it-IT" sz="4000" dirty="0"/>
              <a:t> </a:t>
            </a:r>
            <a:r>
              <a:rPr lang="it-IT" altLang="it-IT" sz="4000" dirty="0" err="1"/>
              <a:t>view</a:t>
            </a:r>
            <a:r>
              <a:rPr lang="it-IT" altLang="it-IT" sz="4000" dirty="0"/>
              <a:t> of the network</a:t>
            </a:r>
          </a:p>
        </p:txBody>
      </p:sp>
      <p:sp>
        <p:nvSpPr>
          <p:cNvPr id="2" name="Rectangle 4">
            <a:extLst>
              <a:ext uri="{FF2B5EF4-FFF2-40B4-BE49-F238E27FC236}">
                <a16:creationId xmlns:a16="http://schemas.microsoft.com/office/drawing/2014/main" id="{6CE004DA-5A77-5B87-6A43-BCDFAA7F1A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A2AFE0F-CDE3-53AA-46B9-074CE3A31213}"/>
              </a:ext>
            </a:extLst>
          </p:cNvPr>
          <p:cNvSpPr>
            <a:spLocks noGrp="1" noChangeArrowheads="1"/>
          </p:cNvSpPr>
          <p:nvPr>
            <p:ph type="ftr" sz="quarter" idx="11"/>
          </p:nvPr>
        </p:nvSpPr>
        <p:spPr>
          <a:ln/>
        </p:spPr>
        <p:txBody>
          <a:bodyPr/>
          <a:lstStyle/>
          <a:p>
            <a:r>
              <a:rPr lang="it-IT" altLang="en-IT"/>
              <a:t>kathara – [ labs: ospf_frr ]</a:t>
            </a:r>
          </a:p>
        </p:txBody>
      </p:sp>
      <p:grpSp>
        <p:nvGrpSpPr>
          <p:cNvPr id="21508" name="Group 2">
            <a:extLst>
              <a:ext uri="{FF2B5EF4-FFF2-40B4-BE49-F238E27FC236}">
                <a16:creationId xmlns:a16="http://schemas.microsoft.com/office/drawing/2014/main" id="{2DA97725-4953-C550-1AE7-B08BFB277F90}"/>
              </a:ext>
            </a:extLst>
          </p:cNvPr>
          <p:cNvGrpSpPr>
            <a:grpSpLocks/>
          </p:cNvGrpSpPr>
          <p:nvPr/>
        </p:nvGrpSpPr>
        <p:grpSpPr bwMode="auto">
          <a:xfrm>
            <a:off x="2184722" y="1013216"/>
            <a:ext cx="7655970" cy="3628007"/>
            <a:chOff x="-177" y="1030"/>
            <a:chExt cx="5760" cy="2840"/>
          </a:xfrm>
        </p:grpSpPr>
        <p:grpSp>
          <p:nvGrpSpPr>
            <p:cNvPr id="21537" name="Group 3">
              <a:extLst>
                <a:ext uri="{FF2B5EF4-FFF2-40B4-BE49-F238E27FC236}">
                  <a16:creationId xmlns:a16="http://schemas.microsoft.com/office/drawing/2014/main" id="{E2681DC0-9B50-77BB-239C-DF7BA73E9B3B}"/>
                </a:ext>
              </a:extLst>
            </p:cNvPr>
            <p:cNvGrpSpPr>
              <a:grpSpLocks/>
            </p:cNvGrpSpPr>
            <p:nvPr/>
          </p:nvGrpSpPr>
          <p:grpSpPr bwMode="auto">
            <a:xfrm>
              <a:off x="-177" y="1221"/>
              <a:ext cx="5760" cy="2649"/>
              <a:chOff x="-177" y="1221"/>
              <a:chExt cx="5760" cy="2649"/>
            </a:xfrm>
          </p:grpSpPr>
          <p:sp>
            <p:nvSpPr>
              <p:cNvPr id="21539" name="Oval 4">
                <a:extLst>
                  <a:ext uri="{FF2B5EF4-FFF2-40B4-BE49-F238E27FC236}">
                    <a16:creationId xmlns:a16="http://schemas.microsoft.com/office/drawing/2014/main" id="{B69635C6-E67E-A5FF-F83A-EDD0A07E21AD}"/>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0" name="Oval 5">
                <a:extLst>
                  <a:ext uri="{FF2B5EF4-FFF2-40B4-BE49-F238E27FC236}">
                    <a16:creationId xmlns:a16="http://schemas.microsoft.com/office/drawing/2014/main" id="{CD6F14E2-E370-605B-5409-012738BB8ECB}"/>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1" name="Oval 6">
                <a:extLst>
                  <a:ext uri="{FF2B5EF4-FFF2-40B4-BE49-F238E27FC236}">
                    <a16:creationId xmlns:a16="http://schemas.microsoft.com/office/drawing/2014/main" id="{B0991C3C-4720-AA4F-C655-54ADA1D57C12}"/>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2" name="Oval 7">
                <a:extLst>
                  <a:ext uri="{FF2B5EF4-FFF2-40B4-BE49-F238E27FC236}">
                    <a16:creationId xmlns:a16="http://schemas.microsoft.com/office/drawing/2014/main" id="{45C8B705-A185-D395-872F-2FEC97CFF287}"/>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3" name="Oval 8">
                <a:extLst>
                  <a:ext uri="{FF2B5EF4-FFF2-40B4-BE49-F238E27FC236}">
                    <a16:creationId xmlns:a16="http://schemas.microsoft.com/office/drawing/2014/main" id="{F725B197-4602-ACB5-B8B8-56129D2CDD21}"/>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4" name="Oval 9">
                <a:extLst>
                  <a:ext uri="{FF2B5EF4-FFF2-40B4-BE49-F238E27FC236}">
                    <a16:creationId xmlns:a16="http://schemas.microsoft.com/office/drawing/2014/main" id="{ACBEF2A0-3712-BAD5-FD1A-C29D5EC8AB13}"/>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5" name="Oval 10">
                <a:extLst>
                  <a:ext uri="{FF2B5EF4-FFF2-40B4-BE49-F238E27FC236}">
                    <a16:creationId xmlns:a16="http://schemas.microsoft.com/office/drawing/2014/main" id="{E674A691-74D1-1DC0-A014-ADBC3155DCA2}"/>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6" name="Oval 11">
                <a:extLst>
                  <a:ext uri="{FF2B5EF4-FFF2-40B4-BE49-F238E27FC236}">
                    <a16:creationId xmlns:a16="http://schemas.microsoft.com/office/drawing/2014/main" id="{B83FF4C2-6943-FEFF-00E0-6E588EDA7C0A}"/>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7" name="Oval 12">
                <a:extLst>
                  <a:ext uri="{FF2B5EF4-FFF2-40B4-BE49-F238E27FC236}">
                    <a16:creationId xmlns:a16="http://schemas.microsoft.com/office/drawing/2014/main" id="{EF32C6C9-82D0-B1E8-DA27-1F3B19138F71}"/>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dirty="0">
                  <a:latin typeface="Arial" panose="020B0604020202020204" pitchFamily="34" charset="0"/>
                </a:endParaRPr>
              </a:p>
            </p:txBody>
          </p:sp>
        </p:grpSp>
        <p:sp>
          <p:nvSpPr>
            <p:cNvPr id="21538" name="Oval 13">
              <a:extLst>
                <a:ext uri="{FF2B5EF4-FFF2-40B4-BE49-F238E27FC236}">
                  <a16:creationId xmlns:a16="http://schemas.microsoft.com/office/drawing/2014/main" id="{6EC22C66-8731-D095-AF4D-2BED9A96CFED}"/>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grpSp>
        <p:nvGrpSpPr>
          <p:cNvPr id="4" name="Group 3">
            <a:extLst>
              <a:ext uri="{FF2B5EF4-FFF2-40B4-BE49-F238E27FC236}">
                <a16:creationId xmlns:a16="http://schemas.microsoft.com/office/drawing/2014/main" id="{2D42DAB1-303A-3E40-3524-C11468DCB958}"/>
              </a:ext>
            </a:extLst>
          </p:cNvPr>
          <p:cNvGrpSpPr/>
          <p:nvPr/>
        </p:nvGrpSpPr>
        <p:grpSpPr>
          <a:xfrm>
            <a:off x="2780918" y="4408603"/>
            <a:ext cx="6802068" cy="2334786"/>
            <a:chOff x="4778215" y="2378844"/>
            <a:chExt cx="6802068" cy="1961626"/>
          </a:xfrm>
        </p:grpSpPr>
        <p:sp>
          <p:nvSpPr>
            <p:cNvPr id="5" name="Rectangle 4">
              <a:extLst>
                <a:ext uri="{FF2B5EF4-FFF2-40B4-BE49-F238E27FC236}">
                  <a16:creationId xmlns:a16="http://schemas.microsoft.com/office/drawing/2014/main" id="{70361730-5F00-C0BB-08BD-044CC667EEAE}"/>
                </a:ext>
              </a:extLst>
            </p:cNvPr>
            <p:cNvSpPr/>
            <p:nvPr/>
          </p:nvSpPr>
          <p:spPr>
            <a:xfrm>
              <a:off x="4778215" y="2632077"/>
              <a:ext cx="6802068" cy="1708393"/>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en-US" altLang="it-IT" sz="1400" dirty="0">
                  <a:solidFill>
                    <a:schemeClr val="bg1"/>
                  </a:solidFill>
                  <a:latin typeface="Lucida Console" panose="020B0609040504020204" pitchFamily="49" charset="0"/>
                </a:rPr>
                <a:t> Link State ID: 10.0.2.1 (address of Designated Router)</a:t>
              </a:r>
            </a:p>
            <a:p>
              <a:pPr eaLnBrk="1" hangingPunct="1"/>
              <a:r>
                <a:rPr lang="en-US" altLang="it-IT" sz="1400" dirty="0">
                  <a:solidFill>
                    <a:schemeClr val="bg1"/>
                  </a:solidFill>
                  <a:latin typeface="Lucida Console" panose="020B0609040504020204" pitchFamily="49" charset="0"/>
                </a:rPr>
                <a:t>  Advertising Router: 10.0.3.2</a:t>
              </a:r>
            </a:p>
            <a:p>
              <a:pPr eaLnBrk="1" hangingPunct="1"/>
              <a:r>
                <a:rPr lang="en-US" altLang="it-IT" sz="1400" dirty="0">
                  <a:solidFill>
                    <a:schemeClr val="bg1"/>
                  </a:solidFill>
                  <a:latin typeface="Lucida Console" panose="020B0609040504020204" pitchFamily="49" charset="0"/>
                </a:rPr>
                <a:t>  Network Mask: /24</a:t>
              </a:r>
            </a:p>
            <a:p>
              <a:pPr eaLnBrk="1" hangingPunct="1"/>
              <a:r>
                <a:rPr lang="en-US" altLang="it-IT" sz="1400" dirty="0">
                  <a:solidFill>
                    <a:schemeClr val="bg1"/>
                  </a:solidFill>
                  <a:latin typeface="Lucida Console" panose="020B0609040504020204" pitchFamily="49" charset="0"/>
                </a:rPr>
                <a:t>        Attached Router: 10.0.3.2</a:t>
              </a:r>
            </a:p>
            <a:p>
              <a:pPr eaLnBrk="1" hangingPunct="1"/>
              <a:r>
                <a:rPr lang="en-US" altLang="it-IT" sz="1400" dirty="0">
                  <a:solidFill>
                    <a:schemeClr val="bg1"/>
                  </a:solidFill>
                  <a:latin typeface="Lucida Console" panose="020B0609040504020204" pitchFamily="49" charset="0"/>
                </a:rPr>
                <a:t>        Attached Router: 10.0.2.2</a:t>
              </a:r>
            </a:p>
            <a:p>
              <a:pPr eaLnBrk="1" hangingPunct="1"/>
              <a:r>
                <a:rPr lang="en-US" altLang="it-IT" sz="1400" dirty="0">
                  <a:solidFill>
                    <a:schemeClr val="bg1"/>
                  </a:solidFill>
                  <a:latin typeface="Lucida Console" panose="020B0609040504020204" pitchFamily="49" charset="0"/>
                </a:rPr>
                <a:t>        Attached Router: 10.0.2.3 █</a:t>
              </a:r>
            </a:p>
          </p:txBody>
        </p:sp>
        <p:sp>
          <p:nvSpPr>
            <p:cNvPr id="6" name="Rectangle 5">
              <a:extLst>
                <a:ext uri="{FF2B5EF4-FFF2-40B4-BE49-F238E27FC236}">
                  <a16:creationId xmlns:a16="http://schemas.microsoft.com/office/drawing/2014/main" id="{E8931EE6-7A3E-795A-0473-EC7653C2A51A}"/>
                </a:ext>
              </a:extLst>
            </p:cNvPr>
            <p:cNvSpPr/>
            <p:nvPr/>
          </p:nvSpPr>
          <p:spPr>
            <a:xfrm>
              <a:off x="4778215" y="2378844"/>
              <a:ext cx="6802064"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7" name="Group 6">
              <a:extLst>
                <a:ext uri="{FF2B5EF4-FFF2-40B4-BE49-F238E27FC236}">
                  <a16:creationId xmlns:a16="http://schemas.microsoft.com/office/drawing/2014/main" id="{2CE8E8BB-74C2-AC0C-E3A5-C38E3B3F0654}"/>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E844A620-6750-B0F9-F8AC-10A7C8E1AC64}"/>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B770B94-AC31-A4C4-6A0F-3E88FAEF025C}"/>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E583634-35BC-41C5-2601-F81456C681CE}"/>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 name="Group 22">
            <a:extLst>
              <a:ext uri="{FF2B5EF4-FFF2-40B4-BE49-F238E27FC236}">
                <a16:creationId xmlns:a16="http://schemas.microsoft.com/office/drawing/2014/main" id="{C2608583-12AC-E963-6C53-601A92694D6E}"/>
              </a:ext>
            </a:extLst>
          </p:cNvPr>
          <p:cNvGrpSpPr>
            <a:grpSpLocks noChangeAspect="1"/>
          </p:cNvGrpSpPr>
          <p:nvPr/>
        </p:nvGrpSpPr>
        <p:grpSpPr bwMode="auto">
          <a:xfrm>
            <a:off x="5453228" y="2573027"/>
            <a:ext cx="723900" cy="460375"/>
            <a:chOff x="3312" y="2160"/>
            <a:chExt cx="960" cy="528"/>
          </a:xfrm>
        </p:grpSpPr>
        <p:grpSp>
          <p:nvGrpSpPr>
            <p:cNvPr id="12" name="Group 23">
              <a:extLst>
                <a:ext uri="{FF2B5EF4-FFF2-40B4-BE49-F238E27FC236}">
                  <a16:creationId xmlns:a16="http://schemas.microsoft.com/office/drawing/2014/main" id="{05DE7858-3636-F599-D79A-DE08964C598A}"/>
                </a:ext>
              </a:extLst>
            </p:cNvPr>
            <p:cNvGrpSpPr>
              <a:grpSpLocks noChangeAspect="1"/>
            </p:cNvGrpSpPr>
            <p:nvPr/>
          </p:nvGrpSpPr>
          <p:grpSpPr bwMode="auto">
            <a:xfrm>
              <a:off x="3312" y="2160"/>
              <a:ext cx="960" cy="528"/>
              <a:chOff x="3312" y="2160"/>
              <a:chExt cx="960" cy="528"/>
            </a:xfrm>
          </p:grpSpPr>
          <p:sp>
            <p:nvSpPr>
              <p:cNvPr id="14" name="AutoShape 24">
                <a:extLst>
                  <a:ext uri="{FF2B5EF4-FFF2-40B4-BE49-F238E27FC236}">
                    <a16:creationId xmlns:a16="http://schemas.microsoft.com/office/drawing/2014/main" id="{D82093E1-53BC-B07A-7C9A-18F8419FEF16}"/>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5" name="Group 25">
                <a:extLst>
                  <a:ext uri="{FF2B5EF4-FFF2-40B4-BE49-F238E27FC236}">
                    <a16:creationId xmlns:a16="http://schemas.microsoft.com/office/drawing/2014/main" id="{C4A8BA6A-BE62-18B2-5E0E-66517D17B67C}"/>
                  </a:ext>
                </a:extLst>
              </p:cNvPr>
              <p:cNvGrpSpPr>
                <a:grpSpLocks noChangeAspect="1"/>
              </p:cNvGrpSpPr>
              <p:nvPr/>
            </p:nvGrpSpPr>
            <p:grpSpPr bwMode="auto">
              <a:xfrm>
                <a:off x="3488" y="2193"/>
                <a:ext cx="599" cy="207"/>
                <a:chOff x="422" y="1632"/>
                <a:chExt cx="829" cy="298"/>
              </a:xfrm>
            </p:grpSpPr>
            <p:grpSp>
              <p:nvGrpSpPr>
                <p:cNvPr id="16" name="Group 26">
                  <a:extLst>
                    <a:ext uri="{FF2B5EF4-FFF2-40B4-BE49-F238E27FC236}">
                      <a16:creationId xmlns:a16="http://schemas.microsoft.com/office/drawing/2014/main" id="{631C4994-E14D-4C79-8905-6CDE1C06FFC4}"/>
                    </a:ext>
                  </a:extLst>
                </p:cNvPr>
                <p:cNvGrpSpPr>
                  <a:grpSpLocks noChangeAspect="1"/>
                </p:cNvGrpSpPr>
                <p:nvPr/>
              </p:nvGrpSpPr>
              <p:grpSpPr bwMode="auto">
                <a:xfrm>
                  <a:off x="422" y="1632"/>
                  <a:ext cx="822" cy="291"/>
                  <a:chOff x="422" y="1632"/>
                  <a:chExt cx="822" cy="291"/>
                </a:xfrm>
              </p:grpSpPr>
              <p:sp>
                <p:nvSpPr>
                  <p:cNvPr id="26" name="Freeform 27">
                    <a:extLst>
                      <a:ext uri="{FF2B5EF4-FFF2-40B4-BE49-F238E27FC236}">
                        <a16:creationId xmlns:a16="http://schemas.microsoft.com/office/drawing/2014/main" id="{B72CA0C7-3842-31B5-A5C3-2BD2DA66DDC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7" name="Freeform 28">
                    <a:extLst>
                      <a:ext uri="{FF2B5EF4-FFF2-40B4-BE49-F238E27FC236}">
                        <a16:creationId xmlns:a16="http://schemas.microsoft.com/office/drawing/2014/main" id="{2B385304-C216-72D0-27B5-82255325C57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8" name="Freeform 29">
                    <a:extLst>
                      <a:ext uri="{FF2B5EF4-FFF2-40B4-BE49-F238E27FC236}">
                        <a16:creationId xmlns:a16="http://schemas.microsoft.com/office/drawing/2014/main" id="{644859A5-014B-D062-F976-1D4659876FD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9" name="Freeform 30">
                    <a:extLst>
                      <a:ext uri="{FF2B5EF4-FFF2-40B4-BE49-F238E27FC236}">
                        <a16:creationId xmlns:a16="http://schemas.microsoft.com/office/drawing/2014/main" id="{30955297-9293-2496-5A1D-665E5962C48D}"/>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0" name="Freeform 31">
                    <a:extLst>
                      <a:ext uri="{FF2B5EF4-FFF2-40B4-BE49-F238E27FC236}">
                        <a16:creationId xmlns:a16="http://schemas.microsoft.com/office/drawing/2014/main" id="{CA45FD37-0134-8E11-D421-53E513B279D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1" name="Freeform 32">
                    <a:extLst>
                      <a:ext uri="{FF2B5EF4-FFF2-40B4-BE49-F238E27FC236}">
                        <a16:creationId xmlns:a16="http://schemas.microsoft.com/office/drawing/2014/main" id="{96F44D29-574C-E754-9DF9-656151B4AB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2" name="Freeform 33">
                    <a:extLst>
                      <a:ext uri="{FF2B5EF4-FFF2-40B4-BE49-F238E27FC236}">
                        <a16:creationId xmlns:a16="http://schemas.microsoft.com/office/drawing/2014/main" id="{1CE6700E-019B-D981-7832-BFB43488209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3" name="Freeform 34">
                    <a:extLst>
                      <a:ext uri="{FF2B5EF4-FFF2-40B4-BE49-F238E27FC236}">
                        <a16:creationId xmlns:a16="http://schemas.microsoft.com/office/drawing/2014/main" id="{2A010FA6-E3B8-72CD-DB39-B8DCD4A2472E}"/>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7" name="Group 35">
                  <a:extLst>
                    <a:ext uri="{FF2B5EF4-FFF2-40B4-BE49-F238E27FC236}">
                      <a16:creationId xmlns:a16="http://schemas.microsoft.com/office/drawing/2014/main" id="{275FBB97-7A1A-0ED0-0AEC-8E293B7B264E}"/>
                    </a:ext>
                  </a:extLst>
                </p:cNvPr>
                <p:cNvGrpSpPr>
                  <a:grpSpLocks noChangeAspect="1"/>
                </p:cNvGrpSpPr>
                <p:nvPr/>
              </p:nvGrpSpPr>
              <p:grpSpPr bwMode="auto">
                <a:xfrm>
                  <a:off x="429" y="1639"/>
                  <a:ext cx="822" cy="291"/>
                  <a:chOff x="429" y="1639"/>
                  <a:chExt cx="822" cy="291"/>
                </a:xfrm>
              </p:grpSpPr>
              <p:sp>
                <p:nvSpPr>
                  <p:cNvPr id="18" name="Freeform 36">
                    <a:extLst>
                      <a:ext uri="{FF2B5EF4-FFF2-40B4-BE49-F238E27FC236}">
                        <a16:creationId xmlns:a16="http://schemas.microsoft.com/office/drawing/2014/main" id="{3603BB32-D199-8485-5124-0522CD0D41D4}"/>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9" name="Freeform 37">
                    <a:extLst>
                      <a:ext uri="{FF2B5EF4-FFF2-40B4-BE49-F238E27FC236}">
                        <a16:creationId xmlns:a16="http://schemas.microsoft.com/office/drawing/2014/main" id="{47991BBD-795C-D6D0-A854-E1975B40A32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0" name="Freeform 38">
                    <a:extLst>
                      <a:ext uri="{FF2B5EF4-FFF2-40B4-BE49-F238E27FC236}">
                        <a16:creationId xmlns:a16="http://schemas.microsoft.com/office/drawing/2014/main" id="{89E1D22B-D401-46CD-FF9C-292A2C62868B}"/>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 name="Freeform 39">
                    <a:extLst>
                      <a:ext uri="{FF2B5EF4-FFF2-40B4-BE49-F238E27FC236}">
                        <a16:creationId xmlns:a16="http://schemas.microsoft.com/office/drawing/2014/main" id="{405C4355-58D5-C734-5656-7772ED4B01E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2" name="Freeform 40">
                    <a:extLst>
                      <a:ext uri="{FF2B5EF4-FFF2-40B4-BE49-F238E27FC236}">
                        <a16:creationId xmlns:a16="http://schemas.microsoft.com/office/drawing/2014/main" id="{72D24D7D-B1EF-253C-DFF4-46915408526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3" name="Freeform 41">
                    <a:extLst>
                      <a:ext uri="{FF2B5EF4-FFF2-40B4-BE49-F238E27FC236}">
                        <a16:creationId xmlns:a16="http://schemas.microsoft.com/office/drawing/2014/main" id="{80844405-3E35-52AD-E5A3-D076DBFB8DF8}"/>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4" name="Freeform 42">
                    <a:extLst>
                      <a:ext uri="{FF2B5EF4-FFF2-40B4-BE49-F238E27FC236}">
                        <a16:creationId xmlns:a16="http://schemas.microsoft.com/office/drawing/2014/main" id="{3D918802-43DC-25A5-ED8A-6BB9A8FDB86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5" name="Freeform 43">
                    <a:extLst>
                      <a:ext uri="{FF2B5EF4-FFF2-40B4-BE49-F238E27FC236}">
                        <a16:creationId xmlns:a16="http://schemas.microsoft.com/office/drawing/2014/main" id="{D2E67DEB-3A2A-F775-921A-839237AB803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3" name="WordArt 44">
              <a:extLst>
                <a:ext uri="{FF2B5EF4-FFF2-40B4-BE49-F238E27FC236}">
                  <a16:creationId xmlns:a16="http://schemas.microsoft.com/office/drawing/2014/main" id="{C52D2E08-E948-AC09-3DAC-C2B50C04E99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34" name="AutoShape 54">
            <a:extLst>
              <a:ext uri="{FF2B5EF4-FFF2-40B4-BE49-F238E27FC236}">
                <a16:creationId xmlns:a16="http://schemas.microsoft.com/office/drawing/2014/main" id="{AB0AF694-8067-C502-B6AB-55D6D79D8F99}"/>
              </a:ext>
            </a:extLst>
          </p:cNvPr>
          <p:cNvSpPr>
            <a:spLocks noChangeArrowheads="1"/>
          </p:cNvSpPr>
          <p:nvPr/>
        </p:nvSpPr>
        <p:spPr bwMode="auto">
          <a:xfrm>
            <a:off x="1843302" y="2058827"/>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dirty="0">
                <a:solidFill>
                  <a:schemeClr val="bg1"/>
                </a:solidFill>
              </a:rPr>
              <a:t>0.0.0.0</a:t>
            </a:r>
          </a:p>
        </p:txBody>
      </p:sp>
      <p:sp>
        <p:nvSpPr>
          <p:cNvPr id="21580" name="AutoShape 182">
            <a:extLst>
              <a:ext uri="{FF2B5EF4-FFF2-40B4-BE49-F238E27FC236}">
                <a16:creationId xmlns:a16="http://schemas.microsoft.com/office/drawing/2014/main" id="{AAF8263B-B0B3-A65D-3DCA-6F87857E6027}"/>
              </a:ext>
            </a:extLst>
          </p:cNvPr>
          <p:cNvSpPr>
            <a:spLocks noChangeArrowheads="1"/>
          </p:cNvSpPr>
          <p:nvPr/>
        </p:nvSpPr>
        <p:spPr bwMode="auto">
          <a:xfrm>
            <a:off x="3267393"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10.0.3.1</a:t>
            </a:r>
          </a:p>
        </p:txBody>
      </p:sp>
      <p:sp>
        <p:nvSpPr>
          <p:cNvPr id="21581" name="AutoShape 183">
            <a:extLst>
              <a:ext uri="{FF2B5EF4-FFF2-40B4-BE49-F238E27FC236}">
                <a16:creationId xmlns:a16="http://schemas.microsoft.com/office/drawing/2014/main" id="{AEBCF5DC-DF62-D732-6A91-8D5C0F660489}"/>
              </a:ext>
            </a:extLst>
          </p:cNvPr>
          <p:cNvSpPr>
            <a:spLocks noChangeArrowheads="1"/>
          </p:cNvSpPr>
          <p:nvPr/>
        </p:nvSpPr>
        <p:spPr bwMode="auto">
          <a:xfrm>
            <a:off x="2932228" y="3929171"/>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10.0.3.2</a:t>
            </a:r>
          </a:p>
        </p:txBody>
      </p:sp>
      <p:sp>
        <p:nvSpPr>
          <p:cNvPr id="21582" name="AutoShape 185">
            <a:extLst>
              <a:ext uri="{FF2B5EF4-FFF2-40B4-BE49-F238E27FC236}">
                <a16:creationId xmlns:a16="http://schemas.microsoft.com/office/drawing/2014/main" id="{1DBEC42A-CBD1-19B7-F25C-8A892BC0FD97}"/>
              </a:ext>
            </a:extLst>
          </p:cNvPr>
          <p:cNvSpPr>
            <a:spLocks noChangeArrowheads="1"/>
          </p:cNvSpPr>
          <p:nvPr/>
        </p:nvSpPr>
        <p:spPr bwMode="auto">
          <a:xfrm>
            <a:off x="7809504" y="4021967"/>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dirty="0">
                <a:latin typeface="Courier New" panose="02070309020205020404" pitchFamily="49" charset="0"/>
              </a:rPr>
              <a:t>10.0.2.2</a:t>
            </a:r>
          </a:p>
        </p:txBody>
      </p:sp>
      <p:sp>
        <p:nvSpPr>
          <p:cNvPr id="21583" name="AutoShape 186">
            <a:extLst>
              <a:ext uri="{FF2B5EF4-FFF2-40B4-BE49-F238E27FC236}">
                <a16:creationId xmlns:a16="http://schemas.microsoft.com/office/drawing/2014/main" id="{90B64B42-6EB8-61B4-CE07-5514EEE6C7B2}"/>
              </a:ext>
            </a:extLst>
          </p:cNvPr>
          <p:cNvSpPr>
            <a:spLocks noChangeArrowheads="1"/>
          </p:cNvSpPr>
          <p:nvPr/>
        </p:nvSpPr>
        <p:spPr bwMode="auto">
          <a:xfrm>
            <a:off x="7621147"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10.0.1.1</a:t>
            </a:r>
          </a:p>
        </p:txBody>
      </p:sp>
      <p:sp>
        <p:nvSpPr>
          <p:cNvPr id="21584" name="AutoShape 214">
            <a:extLst>
              <a:ext uri="{FF2B5EF4-FFF2-40B4-BE49-F238E27FC236}">
                <a16:creationId xmlns:a16="http://schemas.microsoft.com/office/drawing/2014/main" id="{8A261A5F-7264-3AC9-C64E-CFA81FE95B65}"/>
              </a:ext>
            </a:extLst>
          </p:cNvPr>
          <p:cNvSpPr>
            <a:spLocks noChangeArrowheads="1"/>
          </p:cNvSpPr>
          <p:nvPr/>
        </p:nvSpPr>
        <p:spPr bwMode="auto">
          <a:xfrm>
            <a:off x="6244202" y="2468145"/>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10.0.2.3</a:t>
            </a:r>
          </a:p>
        </p:txBody>
      </p:sp>
      <p:sp>
        <p:nvSpPr>
          <p:cNvPr id="21827" name="AutoShape 298">
            <a:extLst>
              <a:ext uri="{FF2B5EF4-FFF2-40B4-BE49-F238E27FC236}">
                <a16:creationId xmlns:a16="http://schemas.microsoft.com/office/drawing/2014/main" id="{06B3DCAD-6000-B97B-E025-9E874C4ECA57}"/>
              </a:ext>
            </a:extLst>
          </p:cNvPr>
          <p:cNvSpPr>
            <a:spLocks noChangeArrowheads="1"/>
          </p:cNvSpPr>
          <p:nvPr/>
        </p:nvSpPr>
        <p:spPr bwMode="auto">
          <a:xfrm>
            <a:off x="9744874" y="4408603"/>
            <a:ext cx="2344737" cy="1696196"/>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IT" dirty="0">
                <a:latin typeface="Tahoma" panose="020B0604030504040204" pitchFamily="34" charset="0"/>
              </a:rPr>
              <a:t>note: the output of </a:t>
            </a:r>
            <a:r>
              <a:rPr lang="it-IT" altLang="en-IT" b="1" dirty="0">
                <a:latin typeface="Courier New" panose="02070309020205020404" pitchFamily="49" charset="0"/>
              </a:rPr>
              <a:t>show </a:t>
            </a:r>
            <a:r>
              <a:rPr lang="it-IT" altLang="en-IT" b="1" dirty="0" err="1">
                <a:latin typeface="Courier New" panose="02070309020205020404" pitchFamily="49" charset="0"/>
              </a:rPr>
              <a:t>ip</a:t>
            </a:r>
            <a:r>
              <a:rPr lang="it-IT" altLang="en-IT" b="1" dirty="0">
                <a:latin typeface="Courier New" panose="02070309020205020404" pitchFamily="49" charset="0"/>
              </a:rPr>
              <a:t> </a:t>
            </a:r>
            <a:r>
              <a:rPr lang="it-IT" altLang="en-IT" b="1" dirty="0" err="1">
                <a:latin typeface="Courier New" panose="02070309020205020404" pitchFamily="49" charset="0"/>
              </a:rPr>
              <a:t>ospf</a:t>
            </a:r>
            <a:r>
              <a:rPr lang="it-IT" altLang="en-IT" b="1" dirty="0">
                <a:latin typeface="Courier New" panose="02070309020205020404" pitchFamily="49" charset="0"/>
              </a:rPr>
              <a:t> database network</a:t>
            </a:r>
            <a:r>
              <a:rPr lang="it-IT" altLang="en-IT" dirty="0">
                <a:latin typeface="Tahoma" panose="020B0604030504040204" pitchFamily="34" charset="0"/>
              </a:rPr>
              <a:t> </a:t>
            </a:r>
            <a:r>
              <a:rPr lang="it-IT" altLang="en-IT" dirty="0" err="1">
                <a:latin typeface="Tahoma" panose="020B0604030504040204" pitchFamily="34" charset="0"/>
              </a:rPr>
              <a:t>has</a:t>
            </a:r>
            <a:r>
              <a:rPr lang="it-IT" altLang="en-IT" dirty="0">
                <a:latin typeface="Tahoma" panose="020B0604030504040204" pitchFamily="34" charset="0"/>
              </a:rPr>
              <a:t> </a:t>
            </a:r>
            <a:r>
              <a:rPr lang="it-IT" altLang="en-IT" dirty="0" err="1">
                <a:latin typeface="Tahoma" panose="020B0604030504040204" pitchFamily="34" charset="0"/>
              </a:rPr>
              <a:t>been</a:t>
            </a:r>
            <a:r>
              <a:rPr lang="it-IT" altLang="en-IT" dirty="0">
                <a:latin typeface="Tahoma" panose="020B0604030504040204" pitchFamily="34" charset="0"/>
              </a:rPr>
              <a:t> </a:t>
            </a:r>
            <a:r>
              <a:rPr lang="it-IT" altLang="en-IT" dirty="0" err="1">
                <a:latin typeface="Tahoma" panose="020B0604030504040204" pitchFamily="34" charset="0"/>
              </a:rPr>
              <a:t>summarized</a:t>
            </a:r>
            <a:r>
              <a:rPr lang="it-IT" altLang="en-IT" sz="2000" dirty="0">
                <a:latin typeface="Tahoma" panose="020B0604030504040204" pitchFamily="34" charset="0"/>
              </a:rPr>
              <a:t> </a:t>
            </a:r>
          </a:p>
        </p:txBody>
      </p:sp>
      <p:sp>
        <p:nvSpPr>
          <p:cNvPr id="21589" name="Line 201">
            <a:extLst>
              <a:ext uri="{FF2B5EF4-FFF2-40B4-BE49-F238E27FC236}">
                <a16:creationId xmlns:a16="http://schemas.microsoft.com/office/drawing/2014/main" id="{72B10056-8AFD-7A9A-262C-FB1C9781379F}"/>
              </a:ext>
            </a:extLst>
          </p:cNvPr>
          <p:cNvSpPr>
            <a:spLocks noChangeShapeType="1"/>
          </p:cNvSpPr>
          <p:nvPr/>
        </p:nvSpPr>
        <p:spPr bwMode="auto">
          <a:xfrm flipH="1">
            <a:off x="8216844" y="1765331"/>
            <a:ext cx="3175" cy="11430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588" name="Line 197">
            <a:extLst>
              <a:ext uri="{FF2B5EF4-FFF2-40B4-BE49-F238E27FC236}">
                <a16:creationId xmlns:a16="http://schemas.microsoft.com/office/drawing/2014/main" id="{449D53C1-F8EF-C52B-A39F-B223655F8E72}"/>
              </a:ext>
            </a:extLst>
          </p:cNvPr>
          <p:cNvSpPr>
            <a:spLocks noChangeShapeType="1"/>
          </p:cNvSpPr>
          <p:nvPr/>
        </p:nvSpPr>
        <p:spPr bwMode="auto">
          <a:xfrm>
            <a:off x="6009838" y="1872275"/>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8" name="Group 93">
            <a:extLst>
              <a:ext uri="{FF2B5EF4-FFF2-40B4-BE49-F238E27FC236}">
                <a16:creationId xmlns:a16="http://schemas.microsoft.com/office/drawing/2014/main" id="{418C1B97-D8F4-D705-C260-5C64127E9C88}"/>
              </a:ext>
            </a:extLst>
          </p:cNvPr>
          <p:cNvGrpSpPr>
            <a:grpSpLocks noChangeAspect="1"/>
          </p:cNvGrpSpPr>
          <p:nvPr/>
        </p:nvGrpSpPr>
        <p:grpSpPr bwMode="auto">
          <a:xfrm>
            <a:off x="7779897" y="1642040"/>
            <a:ext cx="723900" cy="460375"/>
            <a:chOff x="3312" y="2160"/>
            <a:chExt cx="960" cy="528"/>
          </a:xfrm>
        </p:grpSpPr>
        <p:grpSp>
          <p:nvGrpSpPr>
            <p:cNvPr id="59" name="Group 94">
              <a:extLst>
                <a:ext uri="{FF2B5EF4-FFF2-40B4-BE49-F238E27FC236}">
                  <a16:creationId xmlns:a16="http://schemas.microsoft.com/office/drawing/2014/main" id="{773BB94F-2D19-0B3D-B264-4DE8BB6AA61C}"/>
                </a:ext>
              </a:extLst>
            </p:cNvPr>
            <p:cNvGrpSpPr>
              <a:grpSpLocks noChangeAspect="1"/>
            </p:cNvGrpSpPr>
            <p:nvPr/>
          </p:nvGrpSpPr>
          <p:grpSpPr bwMode="auto">
            <a:xfrm>
              <a:off x="3312" y="2160"/>
              <a:ext cx="960" cy="528"/>
              <a:chOff x="3312" y="2160"/>
              <a:chExt cx="960" cy="528"/>
            </a:xfrm>
          </p:grpSpPr>
          <p:sp>
            <p:nvSpPr>
              <p:cNvPr id="61" name="AutoShape 95">
                <a:extLst>
                  <a:ext uri="{FF2B5EF4-FFF2-40B4-BE49-F238E27FC236}">
                    <a16:creationId xmlns:a16="http://schemas.microsoft.com/office/drawing/2014/main" id="{BF7FCB6B-9D8E-D555-9EC8-1BF8A8AB0B3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2" name="Group 96">
                <a:extLst>
                  <a:ext uri="{FF2B5EF4-FFF2-40B4-BE49-F238E27FC236}">
                    <a16:creationId xmlns:a16="http://schemas.microsoft.com/office/drawing/2014/main" id="{8B791A72-F763-FF26-E734-F9F0707F14FA}"/>
                  </a:ext>
                </a:extLst>
              </p:cNvPr>
              <p:cNvGrpSpPr>
                <a:grpSpLocks noChangeAspect="1"/>
              </p:cNvGrpSpPr>
              <p:nvPr/>
            </p:nvGrpSpPr>
            <p:grpSpPr bwMode="auto">
              <a:xfrm>
                <a:off x="3488" y="2193"/>
                <a:ext cx="599" cy="207"/>
                <a:chOff x="422" y="1632"/>
                <a:chExt cx="829" cy="298"/>
              </a:xfrm>
            </p:grpSpPr>
            <p:grpSp>
              <p:nvGrpSpPr>
                <p:cNvPr id="63" name="Group 97">
                  <a:extLst>
                    <a:ext uri="{FF2B5EF4-FFF2-40B4-BE49-F238E27FC236}">
                      <a16:creationId xmlns:a16="http://schemas.microsoft.com/office/drawing/2014/main" id="{B6288C28-7F15-3D8C-936C-BFD3F0022838}"/>
                    </a:ext>
                  </a:extLst>
                </p:cNvPr>
                <p:cNvGrpSpPr>
                  <a:grpSpLocks noChangeAspect="1"/>
                </p:cNvGrpSpPr>
                <p:nvPr/>
              </p:nvGrpSpPr>
              <p:grpSpPr bwMode="auto">
                <a:xfrm>
                  <a:off x="422" y="1632"/>
                  <a:ext cx="822" cy="291"/>
                  <a:chOff x="422" y="1632"/>
                  <a:chExt cx="822" cy="291"/>
                </a:xfrm>
              </p:grpSpPr>
              <p:sp>
                <p:nvSpPr>
                  <p:cNvPr id="21515" name="Freeform 98">
                    <a:extLst>
                      <a:ext uri="{FF2B5EF4-FFF2-40B4-BE49-F238E27FC236}">
                        <a16:creationId xmlns:a16="http://schemas.microsoft.com/office/drawing/2014/main" id="{37D07775-7ED6-2004-885C-68F583E5EB6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6" name="Freeform 99">
                    <a:extLst>
                      <a:ext uri="{FF2B5EF4-FFF2-40B4-BE49-F238E27FC236}">
                        <a16:creationId xmlns:a16="http://schemas.microsoft.com/office/drawing/2014/main" id="{2E0C03AE-6095-6348-C337-0B867ECCD8F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7" name="Freeform 100">
                    <a:extLst>
                      <a:ext uri="{FF2B5EF4-FFF2-40B4-BE49-F238E27FC236}">
                        <a16:creationId xmlns:a16="http://schemas.microsoft.com/office/drawing/2014/main" id="{6E9CC569-39AD-3E69-C74D-05A952DBCE9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8" name="Freeform 101">
                    <a:extLst>
                      <a:ext uri="{FF2B5EF4-FFF2-40B4-BE49-F238E27FC236}">
                        <a16:creationId xmlns:a16="http://schemas.microsoft.com/office/drawing/2014/main" id="{EA24AFB0-C412-7E33-8487-62E6D51C91A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9" name="Freeform 102">
                    <a:extLst>
                      <a:ext uri="{FF2B5EF4-FFF2-40B4-BE49-F238E27FC236}">
                        <a16:creationId xmlns:a16="http://schemas.microsoft.com/office/drawing/2014/main" id="{C184E451-A74A-D09E-7A07-7737C251948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0" name="Freeform 103">
                    <a:extLst>
                      <a:ext uri="{FF2B5EF4-FFF2-40B4-BE49-F238E27FC236}">
                        <a16:creationId xmlns:a16="http://schemas.microsoft.com/office/drawing/2014/main" id="{6B5618F2-175F-7C92-CA74-E7BF17B2C04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1" name="Freeform 104">
                    <a:extLst>
                      <a:ext uri="{FF2B5EF4-FFF2-40B4-BE49-F238E27FC236}">
                        <a16:creationId xmlns:a16="http://schemas.microsoft.com/office/drawing/2014/main" id="{FA90C331-835F-AFAB-EF04-09ACB29330D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2" name="Freeform 105">
                    <a:extLst>
                      <a:ext uri="{FF2B5EF4-FFF2-40B4-BE49-F238E27FC236}">
                        <a16:creationId xmlns:a16="http://schemas.microsoft.com/office/drawing/2014/main" id="{273104CB-BE03-B839-DBFE-64EC0172095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04" name="Group 106">
                  <a:extLst>
                    <a:ext uri="{FF2B5EF4-FFF2-40B4-BE49-F238E27FC236}">
                      <a16:creationId xmlns:a16="http://schemas.microsoft.com/office/drawing/2014/main" id="{810CC237-2CCA-EF5E-26D8-930609FA46B0}"/>
                    </a:ext>
                  </a:extLst>
                </p:cNvPr>
                <p:cNvGrpSpPr>
                  <a:grpSpLocks noChangeAspect="1"/>
                </p:cNvGrpSpPr>
                <p:nvPr/>
              </p:nvGrpSpPr>
              <p:grpSpPr bwMode="auto">
                <a:xfrm>
                  <a:off x="429" y="1639"/>
                  <a:ext cx="822" cy="291"/>
                  <a:chOff x="429" y="1639"/>
                  <a:chExt cx="822" cy="291"/>
                </a:xfrm>
              </p:grpSpPr>
              <p:sp>
                <p:nvSpPr>
                  <p:cNvPr id="21505" name="Freeform 107">
                    <a:extLst>
                      <a:ext uri="{FF2B5EF4-FFF2-40B4-BE49-F238E27FC236}">
                        <a16:creationId xmlns:a16="http://schemas.microsoft.com/office/drawing/2014/main" id="{0BB9777F-E3DB-3CA0-F9EB-9DE751211E2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6" name="Freeform 108">
                    <a:extLst>
                      <a:ext uri="{FF2B5EF4-FFF2-40B4-BE49-F238E27FC236}">
                        <a16:creationId xmlns:a16="http://schemas.microsoft.com/office/drawing/2014/main" id="{5C3DC2A5-96BA-0DB1-9349-E91C5F06EC1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7" name="Freeform 109">
                    <a:extLst>
                      <a:ext uri="{FF2B5EF4-FFF2-40B4-BE49-F238E27FC236}">
                        <a16:creationId xmlns:a16="http://schemas.microsoft.com/office/drawing/2014/main" id="{798A53BD-E197-4DA8-4F9D-4ABF50A3F36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0" name="Freeform 110">
                    <a:extLst>
                      <a:ext uri="{FF2B5EF4-FFF2-40B4-BE49-F238E27FC236}">
                        <a16:creationId xmlns:a16="http://schemas.microsoft.com/office/drawing/2014/main" id="{A47C46BB-DDBE-A3FF-7A9C-00038106449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1" name="Freeform 111">
                    <a:extLst>
                      <a:ext uri="{FF2B5EF4-FFF2-40B4-BE49-F238E27FC236}">
                        <a16:creationId xmlns:a16="http://schemas.microsoft.com/office/drawing/2014/main" id="{D7B73FD7-F0ED-BAF3-97A0-3A681B1CC88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2" name="Freeform 112">
                    <a:extLst>
                      <a:ext uri="{FF2B5EF4-FFF2-40B4-BE49-F238E27FC236}">
                        <a16:creationId xmlns:a16="http://schemas.microsoft.com/office/drawing/2014/main" id="{3183CA20-7AAE-251D-E72C-F581278880C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3" name="Freeform 113">
                    <a:extLst>
                      <a:ext uri="{FF2B5EF4-FFF2-40B4-BE49-F238E27FC236}">
                        <a16:creationId xmlns:a16="http://schemas.microsoft.com/office/drawing/2014/main" id="{DAD73475-3982-9DB2-45FA-E323CD278A3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4" name="Freeform 114">
                    <a:extLst>
                      <a:ext uri="{FF2B5EF4-FFF2-40B4-BE49-F238E27FC236}">
                        <a16:creationId xmlns:a16="http://schemas.microsoft.com/office/drawing/2014/main" id="{ABF7D543-8176-62CC-BC18-7D36427B740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 name="WordArt 115">
              <a:extLst>
                <a:ext uri="{FF2B5EF4-FFF2-40B4-BE49-F238E27FC236}">
                  <a16:creationId xmlns:a16="http://schemas.microsoft.com/office/drawing/2014/main" id="{DD9E5CCF-F95B-E060-47A2-93478C90550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21590" name="Group 198">
            <a:extLst>
              <a:ext uri="{FF2B5EF4-FFF2-40B4-BE49-F238E27FC236}">
                <a16:creationId xmlns:a16="http://schemas.microsoft.com/office/drawing/2014/main" id="{FD4942BF-5831-3E83-8593-914545B5295D}"/>
              </a:ext>
            </a:extLst>
          </p:cNvPr>
          <p:cNvGrpSpPr>
            <a:grpSpLocks/>
          </p:cNvGrpSpPr>
          <p:nvPr/>
        </p:nvGrpSpPr>
        <p:grpSpPr bwMode="auto">
          <a:xfrm>
            <a:off x="7320136" y="1721123"/>
            <a:ext cx="406400" cy="339725"/>
            <a:chOff x="144" y="3264"/>
            <a:chExt cx="288" cy="240"/>
          </a:xfrm>
        </p:grpSpPr>
        <p:sp>
          <p:nvSpPr>
            <p:cNvPr id="21591" name="Rectangle 199">
              <a:extLst>
                <a:ext uri="{FF2B5EF4-FFF2-40B4-BE49-F238E27FC236}">
                  <a16:creationId xmlns:a16="http://schemas.microsoft.com/office/drawing/2014/main" id="{05840C22-F64F-C1D3-1F36-C620AAD95668}"/>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2" name="Rectangle 200">
              <a:extLst>
                <a:ext uri="{FF2B5EF4-FFF2-40B4-BE49-F238E27FC236}">
                  <a16:creationId xmlns:a16="http://schemas.microsoft.com/office/drawing/2014/main" id="{0C5E50D8-DB18-3D75-D7CA-57A6E81BAFFA}"/>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sp>
        <p:nvSpPr>
          <p:cNvPr id="21585" name="Line 195">
            <a:extLst>
              <a:ext uri="{FF2B5EF4-FFF2-40B4-BE49-F238E27FC236}">
                <a16:creationId xmlns:a16="http://schemas.microsoft.com/office/drawing/2014/main" id="{4449EBA2-8782-2520-EC40-6696A37567B2}"/>
              </a:ext>
            </a:extLst>
          </p:cNvPr>
          <p:cNvSpPr>
            <a:spLocks noChangeShapeType="1"/>
          </p:cNvSpPr>
          <p:nvPr/>
        </p:nvSpPr>
        <p:spPr bwMode="auto">
          <a:xfrm flipH="1">
            <a:off x="8210913" y="2734459"/>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2" name="Line 196">
            <a:extLst>
              <a:ext uri="{FF2B5EF4-FFF2-40B4-BE49-F238E27FC236}">
                <a16:creationId xmlns:a16="http://schemas.microsoft.com/office/drawing/2014/main" id="{8092240D-2054-67E8-81AD-129EEEB07CB2}"/>
              </a:ext>
            </a:extLst>
          </p:cNvPr>
          <p:cNvSpPr>
            <a:spLocks noChangeShapeType="1"/>
          </p:cNvSpPr>
          <p:nvPr/>
        </p:nvSpPr>
        <p:spPr bwMode="auto">
          <a:xfrm>
            <a:off x="5854061" y="3740691"/>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869" name="Oval 52">
            <a:extLst>
              <a:ext uri="{FF2B5EF4-FFF2-40B4-BE49-F238E27FC236}">
                <a16:creationId xmlns:a16="http://schemas.microsoft.com/office/drawing/2014/main" id="{73544B8B-DAD4-372F-26F7-2EC5B2E58FC1}"/>
              </a:ext>
            </a:extLst>
          </p:cNvPr>
          <p:cNvSpPr>
            <a:spLocks noChangeArrowheads="1"/>
          </p:cNvSpPr>
          <p:nvPr/>
        </p:nvSpPr>
        <p:spPr bwMode="auto">
          <a:xfrm flipH="1">
            <a:off x="8063269" y="262900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B</a:t>
            </a:r>
          </a:p>
        </p:txBody>
      </p:sp>
      <p:grpSp>
        <p:nvGrpSpPr>
          <p:cNvPr id="21523" name="Group 122">
            <a:extLst>
              <a:ext uri="{FF2B5EF4-FFF2-40B4-BE49-F238E27FC236}">
                <a16:creationId xmlns:a16="http://schemas.microsoft.com/office/drawing/2014/main" id="{8C636A99-E792-051D-4CC7-0AF4C69A759D}"/>
              </a:ext>
            </a:extLst>
          </p:cNvPr>
          <p:cNvGrpSpPr>
            <a:grpSpLocks noChangeAspect="1"/>
          </p:cNvGrpSpPr>
          <p:nvPr/>
        </p:nvGrpSpPr>
        <p:grpSpPr bwMode="auto">
          <a:xfrm>
            <a:off x="7968254" y="3531430"/>
            <a:ext cx="723900" cy="460375"/>
            <a:chOff x="3312" y="2160"/>
            <a:chExt cx="960" cy="528"/>
          </a:xfrm>
        </p:grpSpPr>
        <p:grpSp>
          <p:nvGrpSpPr>
            <p:cNvPr id="21524" name="Group 123">
              <a:extLst>
                <a:ext uri="{FF2B5EF4-FFF2-40B4-BE49-F238E27FC236}">
                  <a16:creationId xmlns:a16="http://schemas.microsoft.com/office/drawing/2014/main" id="{6B2A8C9A-1810-3936-4A72-CC7C1AD43C13}"/>
                </a:ext>
              </a:extLst>
            </p:cNvPr>
            <p:cNvGrpSpPr>
              <a:grpSpLocks noChangeAspect="1"/>
            </p:cNvGrpSpPr>
            <p:nvPr/>
          </p:nvGrpSpPr>
          <p:grpSpPr bwMode="auto">
            <a:xfrm>
              <a:off x="3312" y="2160"/>
              <a:ext cx="960" cy="528"/>
              <a:chOff x="3312" y="2160"/>
              <a:chExt cx="960" cy="528"/>
            </a:xfrm>
          </p:grpSpPr>
          <p:sp>
            <p:nvSpPr>
              <p:cNvPr id="21526" name="AutoShape 124">
                <a:extLst>
                  <a:ext uri="{FF2B5EF4-FFF2-40B4-BE49-F238E27FC236}">
                    <a16:creationId xmlns:a16="http://schemas.microsoft.com/office/drawing/2014/main" id="{485FEFB7-4F10-7F12-D27E-E08FEF3E737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27" name="Group 125">
                <a:extLst>
                  <a:ext uri="{FF2B5EF4-FFF2-40B4-BE49-F238E27FC236}">
                    <a16:creationId xmlns:a16="http://schemas.microsoft.com/office/drawing/2014/main" id="{BADADAA0-AF61-58FC-0E21-7ACDE28310D3}"/>
                  </a:ext>
                </a:extLst>
              </p:cNvPr>
              <p:cNvGrpSpPr>
                <a:grpSpLocks noChangeAspect="1"/>
              </p:cNvGrpSpPr>
              <p:nvPr/>
            </p:nvGrpSpPr>
            <p:grpSpPr bwMode="auto">
              <a:xfrm>
                <a:off x="3488" y="2193"/>
                <a:ext cx="599" cy="207"/>
                <a:chOff x="422" y="1632"/>
                <a:chExt cx="829" cy="298"/>
              </a:xfrm>
            </p:grpSpPr>
            <p:grpSp>
              <p:nvGrpSpPr>
                <p:cNvPr id="21528" name="Group 126">
                  <a:extLst>
                    <a:ext uri="{FF2B5EF4-FFF2-40B4-BE49-F238E27FC236}">
                      <a16:creationId xmlns:a16="http://schemas.microsoft.com/office/drawing/2014/main" id="{0086B9F0-CA06-8816-E8F2-F95291859CBC}"/>
                    </a:ext>
                  </a:extLst>
                </p:cNvPr>
                <p:cNvGrpSpPr>
                  <a:grpSpLocks noChangeAspect="1"/>
                </p:cNvGrpSpPr>
                <p:nvPr/>
              </p:nvGrpSpPr>
              <p:grpSpPr bwMode="auto">
                <a:xfrm>
                  <a:off x="422" y="1632"/>
                  <a:ext cx="822" cy="291"/>
                  <a:chOff x="422" y="1632"/>
                  <a:chExt cx="822" cy="291"/>
                </a:xfrm>
              </p:grpSpPr>
              <p:sp>
                <p:nvSpPr>
                  <p:cNvPr id="21549" name="Freeform 127">
                    <a:extLst>
                      <a:ext uri="{FF2B5EF4-FFF2-40B4-BE49-F238E27FC236}">
                        <a16:creationId xmlns:a16="http://schemas.microsoft.com/office/drawing/2014/main" id="{6521B9FF-899C-8769-E22C-BEA45397B1D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0" name="Freeform 128">
                    <a:extLst>
                      <a:ext uri="{FF2B5EF4-FFF2-40B4-BE49-F238E27FC236}">
                        <a16:creationId xmlns:a16="http://schemas.microsoft.com/office/drawing/2014/main" id="{498179DD-C74C-4C22-4377-D8410F7C05A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1" name="Freeform 129">
                    <a:extLst>
                      <a:ext uri="{FF2B5EF4-FFF2-40B4-BE49-F238E27FC236}">
                        <a16:creationId xmlns:a16="http://schemas.microsoft.com/office/drawing/2014/main" id="{B3BC125B-F789-6C8B-0D07-F3B2CA79E0F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2" name="Freeform 130">
                    <a:extLst>
                      <a:ext uri="{FF2B5EF4-FFF2-40B4-BE49-F238E27FC236}">
                        <a16:creationId xmlns:a16="http://schemas.microsoft.com/office/drawing/2014/main" id="{4AF925B7-84CA-9B17-BF3C-CECB5E74AE2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3" name="Freeform 131">
                    <a:extLst>
                      <a:ext uri="{FF2B5EF4-FFF2-40B4-BE49-F238E27FC236}">
                        <a16:creationId xmlns:a16="http://schemas.microsoft.com/office/drawing/2014/main" id="{B5CEF5C4-F4A2-2E38-B684-0B930256678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4" name="Freeform 132">
                    <a:extLst>
                      <a:ext uri="{FF2B5EF4-FFF2-40B4-BE49-F238E27FC236}">
                        <a16:creationId xmlns:a16="http://schemas.microsoft.com/office/drawing/2014/main" id="{EC9DD298-3ABA-DFCA-5F8A-02BCFFD48FB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5" name="Freeform 133">
                    <a:extLst>
                      <a:ext uri="{FF2B5EF4-FFF2-40B4-BE49-F238E27FC236}">
                        <a16:creationId xmlns:a16="http://schemas.microsoft.com/office/drawing/2014/main" id="{CE8BAA5D-E48C-F02D-17EB-723E70C0DE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6" name="Freeform 134">
                    <a:extLst>
                      <a:ext uri="{FF2B5EF4-FFF2-40B4-BE49-F238E27FC236}">
                        <a16:creationId xmlns:a16="http://schemas.microsoft.com/office/drawing/2014/main" id="{CFFE74F0-C6EC-DF34-0629-304012756C2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29" name="Group 135">
                  <a:extLst>
                    <a:ext uri="{FF2B5EF4-FFF2-40B4-BE49-F238E27FC236}">
                      <a16:creationId xmlns:a16="http://schemas.microsoft.com/office/drawing/2014/main" id="{57E28F75-7D1B-2B71-94B0-180C572B24C8}"/>
                    </a:ext>
                  </a:extLst>
                </p:cNvPr>
                <p:cNvGrpSpPr>
                  <a:grpSpLocks noChangeAspect="1"/>
                </p:cNvGrpSpPr>
                <p:nvPr/>
              </p:nvGrpSpPr>
              <p:grpSpPr bwMode="auto">
                <a:xfrm>
                  <a:off x="429" y="1639"/>
                  <a:ext cx="822" cy="291"/>
                  <a:chOff x="429" y="1639"/>
                  <a:chExt cx="822" cy="291"/>
                </a:xfrm>
              </p:grpSpPr>
              <p:sp>
                <p:nvSpPr>
                  <p:cNvPr id="21530" name="Freeform 136">
                    <a:extLst>
                      <a:ext uri="{FF2B5EF4-FFF2-40B4-BE49-F238E27FC236}">
                        <a16:creationId xmlns:a16="http://schemas.microsoft.com/office/drawing/2014/main" id="{CA7B053B-50DE-5A57-4E1C-6249BA1316E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1" name="Freeform 137">
                    <a:extLst>
                      <a:ext uri="{FF2B5EF4-FFF2-40B4-BE49-F238E27FC236}">
                        <a16:creationId xmlns:a16="http://schemas.microsoft.com/office/drawing/2014/main" id="{9CE7DBCA-0A4F-AB3F-53E9-CC831C02272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2" name="Freeform 138">
                    <a:extLst>
                      <a:ext uri="{FF2B5EF4-FFF2-40B4-BE49-F238E27FC236}">
                        <a16:creationId xmlns:a16="http://schemas.microsoft.com/office/drawing/2014/main" id="{77DA2937-3DC6-B2AB-062A-61183C0FDA5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3" name="Freeform 139">
                    <a:extLst>
                      <a:ext uri="{FF2B5EF4-FFF2-40B4-BE49-F238E27FC236}">
                        <a16:creationId xmlns:a16="http://schemas.microsoft.com/office/drawing/2014/main" id="{71799DF2-77A1-BBAB-6218-F43FBB08CAB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4" name="Freeform 140">
                    <a:extLst>
                      <a:ext uri="{FF2B5EF4-FFF2-40B4-BE49-F238E27FC236}">
                        <a16:creationId xmlns:a16="http://schemas.microsoft.com/office/drawing/2014/main" id="{267A88ED-03FD-4C0F-33EE-099D205168E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5" name="Freeform 141">
                    <a:extLst>
                      <a:ext uri="{FF2B5EF4-FFF2-40B4-BE49-F238E27FC236}">
                        <a16:creationId xmlns:a16="http://schemas.microsoft.com/office/drawing/2014/main" id="{0664CE1E-0004-20FE-0649-9CA58659392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6" name="Freeform 142">
                    <a:extLst>
                      <a:ext uri="{FF2B5EF4-FFF2-40B4-BE49-F238E27FC236}">
                        <a16:creationId xmlns:a16="http://schemas.microsoft.com/office/drawing/2014/main" id="{F56B102D-508A-B70F-7E3A-330CEC806E4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48" name="Freeform 143">
                    <a:extLst>
                      <a:ext uri="{FF2B5EF4-FFF2-40B4-BE49-F238E27FC236}">
                        <a16:creationId xmlns:a16="http://schemas.microsoft.com/office/drawing/2014/main" id="{57CA6746-97D8-C254-2DB2-99643D44639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25" name="WordArt 144">
              <a:extLst>
                <a:ext uri="{FF2B5EF4-FFF2-40B4-BE49-F238E27FC236}">
                  <a16:creationId xmlns:a16="http://schemas.microsoft.com/office/drawing/2014/main" id="{2EE5B74D-0221-342D-C512-737EA1F8274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grpSp>
        <p:nvGrpSpPr>
          <p:cNvPr id="21586" name="Group 69">
            <a:extLst>
              <a:ext uri="{FF2B5EF4-FFF2-40B4-BE49-F238E27FC236}">
                <a16:creationId xmlns:a16="http://schemas.microsoft.com/office/drawing/2014/main" id="{80D8309C-8E9C-A6AB-2AF1-ADF5045BACA9}"/>
              </a:ext>
            </a:extLst>
          </p:cNvPr>
          <p:cNvGrpSpPr>
            <a:grpSpLocks/>
          </p:cNvGrpSpPr>
          <p:nvPr/>
        </p:nvGrpSpPr>
        <p:grpSpPr bwMode="auto">
          <a:xfrm>
            <a:off x="8011945" y="3118209"/>
            <a:ext cx="406400" cy="339725"/>
            <a:chOff x="144" y="3264"/>
            <a:chExt cx="288" cy="240"/>
          </a:xfrm>
        </p:grpSpPr>
        <p:sp>
          <p:nvSpPr>
            <p:cNvPr id="21587" name="Rectangle 70">
              <a:extLst>
                <a:ext uri="{FF2B5EF4-FFF2-40B4-BE49-F238E27FC236}">
                  <a16:creationId xmlns:a16="http://schemas.microsoft.com/office/drawing/2014/main" id="{E3F70A63-A08C-E7B0-67CC-2E19C3B092E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6" name="Rectangle 71">
              <a:extLst>
                <a:ext uri="{FF2B5EF4-FFF2-40B4-BE49-F238E27FC236}">
                  <a16:creationId xmlns:a16="http://schemas.microsoft.com/office/drawing/2014/main" id="{B1BEBED3-E199-3B15-134F-AA837DCEF14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21597" name="Group 66">
            <a:extLst>
              <a:ext uri="{FF2B5EF4-FFF2-40B4-BE49-F238E27FC236}">
                <a16:creationId xmlns:a16="http://schemas.microsoft.com/office/drawing/2014/main" id="{FC75C2EC-8F4F-434F-44A7-5013FB6A6100}"/>
              </a:ext>
            </a:extLst>
          </p:cNvPr>
          <p:cNvGrpSpPr>
            <a:grpSpLocks/>
          </p:cNvGrpSpPr>
          <p:nvPr/>
        </p:nvGrpSpPr>
        <p:grpSpPr bwMode="auto">
          <a:xfrm>
            <a:off x="7472755" y="3586104"/>
            <a:ext cx="406400" cy="339725"/>
            <a:chOff x="144" y="3264"/>
            <a:chExt cx="288" cy="240"/>
          </a:xfrm>
        </p:grpSpPr>
        <p:sp>
          <p:nvSpPr>
            <p:cNvPr id="21598" name="Rectangle 67">
              <a:extLst>
                <a:ext uri="{FF2B5EF4-FFF2-40B4-BE49-F238E27FC236}">
                  <a16:creationId xmlns:a16="http://schemas.microsoft.com/office/drawing/2014/main" id="{B8296CD7-3D41-8457-4B5D-42FDD0A0C95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21599" name="Rectangle 68">
              <a:extLst>
                <a:ext uri="{FF2B5EF4-FFF2-40B4-BE49-F238E27FC236}">
                  <a16:creationId xmlns:a16="http://schemas.microsoft.com/office/drawing/2014/main" id="{7FF59BF8-F584-D35C-81E6-6ED974075383}"/>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pic>
        <p:nvPicPr>
          <p:cNvPr id="21600" name="Picture 224" descr="MC900434713[1]">
            <a:extLst>
              <a:ext uri="{FF2B5EF4-FFF2-40B4-BE49-F238E27FC236}">
                <a16:creationId xmlns:a16="http://schemas.microsoft.com/office/drawing/2014/main" id="{397505CB-821C-D7DB-2E2D-7E1A55CD49B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75831" y="2858801"/>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26" name="Line 201">
            <a:extLst>
              <a:ext uri="{FF2B5EF4-FFF2-40B4-BE49-F238E27FC236}">
                <a16:creationId xmlns:a16="http://schemas.microsoft.com/office/drawing/2014/main" id="{E5607226-DF31-C7B9-991C-22535CAD12ED}"/>
              </a:ext>
            </a:extLst>
          </p:cNvPr>
          <p:cNvSpPr>
            <a:spLocks noChangeShapeType="1"/>
          </p:cNvSpPr>
          <p:nvPr/>
        </p:nvSpPr>
        <p:spPr bwMode="auto">
          <a:xfrm flipH="1">
            <a:off x="5864070" y="1791006"/>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27" name="Line 201">
            <a:extLst>
              <a:ext uri="{FF2B5EF4-FFF2-40B4-BE49-F238E27FC236}">
                <a16:creationId xmlns:a16="http://schemas.microsoft.com/office/drawing/2014/main" id="{10E85AED-63EF-9FD6-4D1A-7AF0B7C1C291}"/>
              </a:ext>
            </a:extLst>
          </p:cNvPr>
          <p:cNvSpPr>
            <a:spLocks noChangeShapeType="1"/>
          </p:cNvSpPr>
          <p:nvPr/>
        </p:nvSpPr>
        <p:spPr bwMode="auto">
          <a:xfrm flipH="1">
            <a:off x="5864070" y="3099721"/>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8" name="Line 197">
            <a:extLst>
              <a:ext uri="{FF2B5EF4-FFF2-40B4-BE49-F238E27FC236}">
                <a16:creationId xmlns:a16="http://schemas.microsoft.com/office/drawing/2014/main" id="{E7AA2CA8-0A2C-17A6-6D0E-881780AA9938}"/>
              </a:ext>
            </a:extLst>
          </p:cNvPr>
          <p:cNvSpPr>
            <a:spLocks noChangeShapeType="1"/>
          </p:cNvSpPr>
          <p:nvPr/>
        </p:nvSpPr>
        <p:spPr bwMode="auto">
          <a:xfrm>
            <a:off x="3765047" y="1886242"/>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1" name="Oval 57">
            <a:extLst>
              <a:ext uri="{FF2B5EF4-FFF2-40B4-BE49-F238E27FC236}">
                <a16:creationId xmlns:a16="http://schemas.microsoft.com/office/drawing/2014/main" id="{CE8B9B63-2323-A33C-9694-30482B8E75D5}"/>
              </a:ext>
            </a:extLst>
          </p:cNvPr>
          <p:cNvSpPr>
            <a:spLocks noChangeArrowheads="1"/>
          </p:cNvSpPr>
          <p:nvPr/>
        </p:nvSpPr>
        <p:spPr bwMode="auto">
          <a:xfrm flipH="1">
            <a:off x="5707907" y="171297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A</a:t>
            </a:r>
          </a:p>
        </p:txBody>
      </p:sp>
      <p:sp>
        <p:nvSpPr>
          <p:cNvPr id="21619" name="Line 201">
            <a:extLst>
              <a:ext uri="{FF2B5EF4-FFF2-40B4-BE49-F238E27FC236}">
                <a16:creationId xmlns:a16="http://schemas.microsoft.com/office/drawing/2014/main" id="{90B1BA70-6BCA-0E1F-441A-33026978051D}"/>
              </a:ext>
            </a:extLst>
          </p:cNvPr>
          <p:cNvSpPr>
            <a:spLocks noChangeShapeType="1"/>
          </p:cNvSpPr>
          <p:nvPr/>
        </p:nvSpPr>
        <p:spPr bwMode="auto">
          <a:xfrm flipH="1">
            <a:off x="3809007" y="1862278"/>
            <a:ext cx="0" cy="91577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35" name="Group 58">
            <a:extLst>
              <a:ext uri="{FF2B5EF4-FFF2-40B4-BE49-F238E27FC236}">
                <a16:creationId xmlns:a16="http://schemas.microsoft.com/office/drawing/2014/main" id="{E59B77AC-6891-3FC2-54D5-5DC0F4CA30D2}"/>
              </a:ext>
            </a:extLst>
          </p:cNvPr>
          <p:cNvGrpSpPr>
            <a:grpSpLocks noChangeAspect="1"/>
          </p:cNvGrpSpPr>
          <p:nvPr/>
        </p:nvGrpSpPr>
        <p:grpSpPr bwMode="auto">
          <a:xfrm>
            <a:off x="3418205" y="1642040"/>
            <a:ext cx="723900" cy="460375"/>
            <a:chOff x="3312" y="2160"/>
            <a:chExt cx="960" cy="528"/>
          </a:xfrm>
        </p:grpSpPr>
        <p:grpSp>
          <p:nvGrpSpPr>
            <p:cNvPr id="36" name="Group 59">
              <a:extLst>
                <a:ext uri="{FF2B5EF4-FFF2-40B4-BE49-F238E27FC236}">
                  <a16:creationId xmlns:a16="http://schemas.microsoft.com/office/drawing/2014/main" id="{358B3B2D-E8BA-1E94-14AE-B007D2DA2B53}"/>
                </a:ext>
              </a:extLst>
            </p:cNvPr>
            <p:cNvGrpSpPr>
              <a:grpSpLocks noChangeAspect="1"/>
            </p:cNvGrpSpPr>
            <p:nvPr/>
          </p:nvGrpSpPr>
          <p:grpSpPr bwMode="auto">
            <a:xfrm>
              <a:off x="3312" y="2160"/>
              <a:ext cx="960" cy="528"/>
              <a:chOff x="3312" y="2160"/>
              <a:chExt cx="960" cy="528"/>
            </a:xfrm>
          </p:grpSpPr>
          <p:sp>
            <p:nvSpPr>
              <p:cNvPr id="38" name="AutoShape 60">
                <a:extLst>
                  <a:ext uri="{FF2B5EF4-FFF2-40B4-BE49-F238E27FC236}">
                    <a16:creationId xmlns:a16="http://schemas.microsoft.com/office/drawing/2014/main" id="{B5BD0E12-FF8A-1D07-7047-4D285097916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39" name="Group 61">
                <a:extLst>
                  <a:ext uri="{FF2B5EF4-FFF2-40B4-BE49-F238E27FC236}">
                    <a16:creationId xmlns:a16="http://schemas.microsoft.com/office/drawing/2014/main" id="{3D58A98C-FB1A-914C-C89D-1AB4E97A30CE}"/>
                  </a:ext>
                </a:extLst>
              </p:cNvPr>
              <p:cNvGrpSpPr>
                <a:grpSpLocks noChangeAspect="1"/>
              </p:cNvGrpSpPr>
              <p:nvPr/>
            </p:nvGrpSpPr>
            <p:grpSpPr bwMode="auto">
              <a:xfrm>
                <a:off x="3488" y="2193"/>
                <a:ext cx="599" cy="207"/>
                <a:chOff x="422" y="1632"/>
                <a:chExt cx="829" cy="298"/>
              </a:xfrm>
            </p:grpSpPr>
            <p:grpSp>
              <p:nvGrpSpPr>
                <p:cNvPr id="40" name="Group 62">
                  <a:extLst>
                    <a:ext uri="{FF2B5EF4-FFF2-40B4-BE49-F238E27FC236}">
                      <a16:creationId xmlns:a16="http://schemas.microsoft.com/office/drawing/2014/main" id="{1B435C44-4945-1186-C685-2EBEA0450C98}"/>
                    </a:ext>
                  </a:extLst>
                </p:cNvPr>
                <p:cNvGrpSpPr>
                  <a:grpSpLocks noChangeAspect="1"/>
                </p:cNvGrpSpPr>
                <p:nvPr/>
              </p:nvGrpSpPr>
              <p:grpSpPr bwMode="auto">
                <a:xfrm>
                  <a:off x="422" y="1632"/>
                  <a:ext cx="822" cy="291"/>
                  <a:chOff x="422" y="1632"/>
                  <a:chExt cx="822" cy="291"/>
                </a:xfrm>
              </p:grpSpPr>
              <p:sp>
                <p:nvSpPr>
                  <p:cNvPr id="50" name="Freeform 63">
                    <a:extLst>
                      <a:ext uri="{FF2B5EF4-FFF2-40B4-BE49-F238E27FC236}">
                        <a16:creationId xmlns:a16="http://schemas.microsoft.com/office/drawing/2014/main" id="{B7109261-9C9F-F1C8-BEE5-9E18EAD52D1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1" name="Freeform 64">
                    <a:extLst>
                      <a:ext uri="{FF2B5EF4-FFF2-40B4-BE49-F238E27FC236}">
                        <a16:creationId xmlns:a16="http://schemas.microsoft.com/office/drawing/2014/main" id="{DF07984C-6065-BDC5-F697-56DB089B466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2" name="Freeform 65">
                    <a:extLst>
                      <a:ext uri="{FF2B5EF4-FFF2-40B4-BE49-F238E27FC236}">
                        <a16:creationId xmlns:a16="http://schemas.microsoft.com/office/drawing/2014/main" id="{759D1AB2-789C-7CE3-27B1-6AE8B2C1739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3" name="Freeform 66">
                    <a:extLst>
                      <a:ext uri="{FF2B5EF4-FFF2-40B4-BE49-F238E27FC236}">
                        <a16:creationId xmlns:a16="http://schemas.microsoft.com/office/drawing/2014/main" id="{400C610D-46FF-23B9-0C27-5EBCB41DF37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4" name="Freeform 67">
                    <a:extLst>
                      <a:ext uri="{FF2B5EF4-FFF2-40B4-BE49-F238E27FC236}">
                        <a16:creationId xmlns:a16="http://schemas.microsoft.com/office/drawing/2014/main" id="{B16A48EC-EF7F-4BE0-F6E4-ECCA66E9CD7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5" name="Freeform 68">
                    <a:extLst>
                      <a:ext uri="{FF2B5EF4-FFF2-40B4-BE49-F238E27FC236}">
                        <a16:creationId xmlns:a16="http://schemas.microsoft.com/office/drawing/2014/main" id="{19F1100D-8148-89E6-52E6-125C40AD333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6" name="Freeform 69">
                    <a:extLst>
                      <a:ext uri="{FF2B5EF4-FFF2-40B4-BE49-F238E27FC236}">
                        <a16:creationId xmlns:a16="http://schemas.microsoft.com/office/drawing/2014/main" id="{3CFC53CC-782F-BEF7-6986-BA080261A08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 name="Freeform 70">
                    <a:extLst>
                      <a:ext uri="{FF2B5EF4-FFF2-40B4-BE49-F238E27FC236}">
                        <a16:creationId xmlns:a16="http://schemas.microsoft.com/office/drawing/2014/main" id="{05BCE7A7-0FFB-785E-9573-AF9EADE0A54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41" name="Group 71">
                  <a:extLst>
                    <a:ext uri="{FF2B5EF4-FFF2-40B4-BE49-F238E27FC236}">
                      <a16:creationId xmlns:a16="http://schemas.microsoft.com/office/drawing/2014/main" id="{EDC4A3D8-0EA2-297F-3400-A35F16D6A136}"/>
                    </a:ext>
                  </a:extLst>
                </p:cNvPr>
                <p:cNvGrpSpPr>
                  <a:grpSpLocks noChangeAspect="1"/>
                </p:cNvGrpSpPr>
                <p:nvPr/>
              </p:nvGrpSpPr>
              <p:grpSpPr bwMode="auto">
                <a:xfrm>
                  <a:off x="429" y="1639"/>
                  <a:ext cx="822" cy="291"/>
                  <a:chOff x="429" y="1639"/>
                  <a:chExt cx="822" cy="291"/>
                </a:xfrm>
              </p:grpSpPr>
              <p:sp>
                <p:nvSpPr>
                  <p:cNvPr id="42" name="Freeform 72">
                    <a:extLst>
                      <a:ext uri="{FF2B5EF4-FFF2-40B4-BE49-F238E27FC236}">
                        <a16:creationId xmlns:a16="http://schemas.microsoft.com/office/drawing/2014/main" id="{DFD37556-E148-827E-C941-733AECD2C1B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3" name="Freeform 73">
                    <a:extLst>
                      <a:ext uri="{FF2B5EF4-FFF2-40B4-BE49-F238E27FC236}">
                        <a16:creationId xmlns:a16="http://schemas.microsoft.com/office/drawing/2014/main" id="{7182A070-25A5-C387-18BE-F3B70348A3C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4" name="Freeform 74">
                    <a:extLst>
                      <a:ext uri="{FF2B5EF4-FFF2-40B4-BE49-F238E27FC236}">
                        <a16:creationId xmlns:a16="http://schemas.microsoft.com/office/drawing/2014/main" id="{F19F85A6-9AB0-A771-E0ED-A13F02E7C2F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5" name="Freeform 75">
                    <a:extLst>
                      <a:ext uri="{FF2B5EF4-FFF2-40B4-BE49-F238E27FC236}">
                        <a16:creationId xmlns:a16="http://schemas.microsoft.com/office/drawing/2014/main" id="{6DE448EC-8F63-1CF6-EEB6-91D37D3E513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6" name="Freeform 76">
                    <a:extLst>
                      <a:ext uri="{FF2B5EF4-FFF2-40B4-BE49-F238E27FC236}">
                        <a16:creationId xmlns:a16="http://schemas.microsoft.com/office/drawing/2014/main" id="{F70C254F-7D19-3124-4192-6B7E5196087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7" name="Freeform 77">
                    <a:extLst>
                      <a:ext uri="{FF2B5EF4-FFF2-40B4-BE49-F238E27FC236}">
                        <a16:creationId xmlns:a16="http://schemas.microsoft.com/office/drawing/2014/main" id="{95125788-59B8-5A47-66D5-979B1828E46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8" name="Freeform 78">
                    <a:extLst>
                      <a:ext uri="{FF2B5EF4-FFF2-40B4-BE49-F238E27FC236}">
                        <a16:creationId xmlns:a16="http://schemas.microsoft.com/office/drawing/2014/main" id="{7207942D-6365-5FED-025B-19F2C0F69E8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9" name="Freeform 79">
                    <a:extLst>
                      <a:ext uri="{FF2B5EF4-FFF2-40B4-BE49-F238E27FC236}">
                        <a16:creationId xmlns:a16="http://schemas.microsoft.com/office/drawing/2014/main" id="{90F873C8-E584-E0CD-3C49-5BA0FDDD050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37" name="WordArt 80">
              <a:extLst>
                <a:ext uri="{FF2B5EF4-FFF2-40B4-BE49-F238E27FC236}">
                  <a16:creationId xmlns:a16="http://schemas.microsoft.com/office/drawing/2014/main" id="{E214CEBC-AD80-D590-DDEA-5C0A99499D7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grpSp>
        <p:nvGrpSpPr>
          <p:cNvPr id="21628" name="Group 39">
            <a:extLst>
              <a:ext uri="{FF2B5EF4-FFF2-40B4-BE49-F238E27FC236}">
                <a16:creationId xmlns:a16="http://schemas.microsoft.com/office/drawing/2014/main" id="{A5F79A14-0939-6793-CFAD-84C8143A27BF}"/>
              </a:ext>
            </a:extLst>
          </p:cNvPr>
          <p:cNvGrpSpPr>
            <a:grpSpLocks/>
          </p:cNvGrpSpPr>
          <p:nvPr/>
        </p:nvGrpSpPr>
        <p:grpSpPr bwMode="auto">
          <a:xfrm>
            <a:off x="4211805" y="1722306"/>
            <a:ext cx="406400" cy="339725"/>
            <a:chOff x="144" y="3264"/>
            <a:chExt cx="288" cy="240"/>
          </a:xfrm>
        </p:grpSpPr>
        <p:sp>
          <p:nvSpPr>
            <p:cNvPr id="21629" name="Rectangle 40">
              <a:extLst>
                <a:ext uri="{FF2B5EF4-FFF2-40B4-BE49-F238E27FC236}">
                  <a16:creationId xmlns:a16="http://schemas.microsoft.com/office/drawing/2014/main" id="{0B194F1B-5378-E594-118E-61D268787D8D}"/>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630" name="Rectangle 41">
              <a:extLst>
                <a:ext uri="{FF2B5EF4-FFF2-40B4-BE49-F238E27FC236}">
                  <a16:creationId xmlns:a16="http://schemas.microsoft.com/office/drawing/2014/main" id="{446BDC6A-9308-064D-870D-4CBADFC3E6FF}"/>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pic>
        <p:nvPicPr>
          <p:cNvPr id="21613" name="Picture 224" descr="MC900434713[1]">
            <a:extLst>
              <a:ext uri="{FF2B5EF4-FFF2-40B4-BE49-F238E27FC236}">
                <a16:creationId xmlns:a16="http://schemas.microsoft.com/office/drawing/2014/main" id="{775783CB-2DC1-FEE4-86B7-B010BDB46AA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82028" y="1362922"/>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15" name="Line 196">
            <a:extLst>
              <a:ext uri="{FF2B5EF4-FFF2-40B4-BE49-F238E27FC236}">
                <a16:creationId xmlns:a16="http://schemas.microsoft.com/office/drawing/2014/main" id="{682B85EE-A528-D462-8884-3CCF376E470B}"/>
              </a:ext>
            </a:extLst>
          </p:cNvPr>
          <p:cNvSpPr>
            <a:spLocks noChangeShapeType="1"/>
          </p:cNvSpPr>
          <p:nvPr/>
        </p:nvSpPr>
        <p:spPr bwMode="auto">
          <a:xfrm>
            <a:off x="4126966" y="3739217"/>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609" name="Group 202">
            <a:extLst>
              <a:ext uri="{FF2B5EF4-FFF2-40B4-BE49-F238E27FC236}">
                <a16:creationId xmlns:a16="http://schemas.microsoft.com/office/drawing/2014/main" id="{E3906D18-2F50-5A05-3E34-03B92F29A8B0}"/>
              </a:ext>
            </a:extLst>
          </p:cNvPr>
          <p:cNvGrpSpPr>
            <a:grpSpLocks/>
          </p:cNvGrpSpPr>
          <p:nvPr/>
        </p:nvGrpSpPr>
        <p:grpSpPr bwMode="auto">
          <a:xfrm>
            <a:off x="4195187" y="3505261"/>
            <a:ext cx="406400" cy="339725"/>
            <a:chOff x="144" y="3264"/>
            <a:chExt cx="288" cy="240"/>
          </a:xfrm>
        </p:grpSpPr>
        <p:sp>
          <p:nvSpPr>
            <p:cNvPr id="21610" name="Rectangle 203">
              <a:extLst>
                <a:ext uri="{FF2B5EF4-FFF2-40B4-BE49-F238E27FC236}">
                  <a16:creationId xmlns:a16="http://schemas.microsoft.com/office/drawing/2014/main" id="{49460E3C-CF58-5E02-34F5-FAA0A913B91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614" name="Rectangle 204">
              <a:extLst>
                <a:ext uri="{FF2B5EF4-FFF2-40B4-BE49-F238E27FC236}">
                  <a16:creationId xmlns:a16="http://schemas.microsoft.com/office/drawing/2014/main" id="{05CC1E41-560C-D21E-5835-FD37624149D5}"/>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21616" name="Line 195">
            <a:extLst>
              <a:ext uri="{FF2B5EF4-FFF2-40B4-BE49-F238E27FC236}">
                <a16:creationId xmlns:a16="http://schemas.microsoft.com/office/drawing/2014/main" id="{47E82F42-329D-01ED-9E9E-FE42EE8CF482}"/>
              </a:ext>
            </a:extLst>
          </p:cNvPr>
          <p:cNvSpPr>
            <a:spLocks noChangeShapeType="1"/>
          </p:cNvSpPr>
          <p:nvPr/>
        </p:nvSpPr>
        <p:spPr bwMode="auto">
          <a:xfrm flipH="1">
            <a:off x="3799797" y="2733180"/>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557" name="Group 145">
            <a:extLst>
              <a:ext uri="{FF2B5EF4-FFF2-40B4-BE49-F238E27FC236}">
                <a16:creationId xmlns:a16="http://schemas.microsoft.com/office/drawing/2014/main" id="{BF919D3C-20E0-6995-049F-1A90879A55E7}"/>
              </a:ext>
            </a:extLst>
          </p:cNvPr>
          <p:cNvGrpSpPr>
            <a:grpSpLocks noChangeAspect="1"/>
          </p:cNvGrpSpPr>
          <p:nvPr/>
        </p:nvGrpSpPr>
        <p:grpSpPr bwMode="auto">
          <a:xfrm>
            <a:off x="3427884" y="3438634"/>
            <a:ext cx="723900" cy="460375"/>
            <a:chOff x="3312" y="2160"/>
            <a:chExt cx="960" cy="528"/>
          </a:xfrm>
        </p:grpSpPr>
        <p:grpSp>
          <p:nvGrpSpPr>
            <p:cNvPr id="21558" name="Group 146">
              <a:extLst>
                <a:ext uri="{FF2B5EF4-FFF2-40B4-BE49-F238E27FC236}">
                  <a16:creationId xmlns:a16="http://schemas.microsoft.com/office/drawing/2014/main" id="{C9CE70C1-F449-AE93-732C-5E6C179E02BB}"/>
                </a:ext>
              </a:extLst>
            </p:cNvPr>
            <p:cNvGrpSpPr>
              <a:grpSpLocks noChangeAspect="1"/>
            </p:cNvGrpSpPr>
            <p:nvPr/>
          </p:nvGrpSpPr>
          <p:grpSpPr bwMode="auto">
            <a:xfrm>
              <a:off x="3312" y="2160"/>
              <a:ext cx="960" cy="528"/>
              <a:chOff x="3312" y="2160"/>
              <a:chExt cx="960" cy="528"/>
            </a:xfrm>
          </p:grpSpPr>
          <p:sp>
            <p:nvSpPr>
              <p:cNvPr id="21560" name="AutoShape 147">
                <a:extLst>
                  <a:ext uri="{FF2B5EF4-FFF2-40B4-BE49-F238E27FC236}">
                    <a16:creationId xmlns:a16="http://schemas.microsoft.com/office/drawing/2014/main" id="{BBD55983-EA7E-7368-0DAF-64BB8810A75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61" name="Group 148">
                <a:extLst>
                  <a:ext uri="{FF2B5EF4-FFF2-40B4-BE49-F238E27FC236}">
                    <a16:creationId xmlns:a16="http://schemas.microsoft.com/office/drawing/2014/main" id="{C3039768-403B-52CD-6F45-2125E7C73EA0}"/>
                  </a:ext>
                </a:extLst>
              </p:cNvPr>
              <p:cNvGrpSpPr>
                <a:grpSpLocks noChangeAspect="1"/>
              </p:cNvGrpSpPr>
              <p:nvPr/>
            </p:nvGrpSpPr>
            <p:grpSpPr bwMode="auto">
              <a:xfrm>
                <a:off x="3488" y="2193"/>
                <a:ext cx="599" cy="207"/>
                <a:chOff x="422" y="1632"/>
                <a:chExt cx="829" cy="298"/>
              </a:xfrm>
            </p:grpSpPr>
            <p:grpSp>
              <p:nvGrpSpPr>
                <p:cNvPr id="21562" name="Group 149">
                  <a:extLst>
                    <a:ext uri="{FF2B5EF4-FFF2-40B4-BE49-F238E27FC236}">
                      <a16:creationId xmlns:a16="http://schemas.microsoft.com/office/drawing/2014/main" id="{E886641B-0F23-6D2E-2093-6D498208F740}"/>
                    </a:ext>
                  </a:extLst>
                </p:cNvPr>
                <p:cNvGrpSpPr>
                  <a:grpSpLocks noChangeAspect="1"/>
                </p:cNvGrpSpPr>
                <p:nvPr/>
              </p:nvGrpSpPr>
              <p:grpSpPr bwMode="auto">
                <a:xfrm>
                  <a:off x="422" y="1632"/>
                  <a:ext cx="822" cy="291"/>
                  <a:chOff x="422" y="1632"/>
                  <a:chExt cx="822" cy="291"/>
                </a:xfrm>
              </p:grpSpPr>
              <p:sp>
                <p:nvSpPr>
                  <p:cNvPr id="21572" name="Freeform 150">
                    <a:extLst>
                      <a:ext uri="{FF2B5EF4-FFF2-40B4-BE49-F238E27FC236}">
                        <a16:creationId xmlns:a16="http://schemas.microsoft.com/office/drawing/2014/main" id="{0AB50D13-FC19-907E-059E-A9AF76781C3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3" name="Freeform 151">
                    <a:extLst>
                      <a:ext uri="{FF2B5EF4-FFF2-40B4-BE49-F238E27FC236}">
                        <a16:creationId xmlns:a16="http://schemas.microsoft.com/office/drawing/2014/main" id="{8BBE3B2D-C7C6-96B1-A23E-0E6257BBE8F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4" name="Freeform 152">
                    <a:extLst>
                      <a:ext uri="{FF2B5EF4-FFF2-40B4-BE49-F238E27FC236}">
                        <a16:creationId xmlns:a16="http://schemas.microsoft.com/office/drawing/2014/main" id="{CD1A2776-2147-7B15-D135-616342C7A9CF}"/>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5" name="Freeform 153">
                    <a:extLst>
                      <a:ext uri="{FF2B5EF4-FFF2-40B4-BE49-F238E27FC236}">
                        <a16:creationId xmlns:a16="http://schemas.microsoft.com/office/drawing/2014/main" id="{7291508E-A91D-C72F-42B3-A6A6B653F06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6" name="Freeform 154">
                    <a:extLst>
                      <a:ext uri="{FF2B5EF4-FFF2-40B4-BE49-F238E27FC236}">
                        <a16:creationId xmlns:a16="http://schemas.microsoft.com/office/drawing/2014/main" id="{D545102C-A991-708F-C3B6-FDF24F887C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7" name="Freeform 155">
                    <a:extLst>
                      <a:ext uri="{FF2B5EF4-FFF2-40B4-BE49-F238E27FC236}">
                        <a16:creationId xmlns:a16="http://schemas.microsoft.com/office/drawing/2014/main" id="{A8A0332E-9857-0F7E-7C73-8F7561E0A76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8" name="Freeform 156">
                    <a:extLst>
                      <a:ext uri="{FF2B5EF4-FFF2-40B4-BE49-F238E27FC236}">
                        <a16:creationId xmlns:a16="http://schemas.microsoft.com/office/drawing/2014/main" id="{E29F5E5B-A6B7-40AB-AAE2-FDE57C7119D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9" name="Freeform 157">
                    <a:extLst>
                      <a:ext uri="{FF2B5EF4-FFF2-40B4-BE49-F238E27FC236}">
                        <a16:creationId xmlns:a16="http://schemas.microsoft.com/office/drawing/2014/main" id="{7F143E06-8770-68E2-C462-5E4FABF03F8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63" name="Group 158">
                  <a:extLst>
                    <a:ext uri="{FF2B5EF4-FFF2-40B4-BE49-F238E27FC236}">
                      <a16:creationId xmlns:a16="http://schemas.microsoft.com/office/drawing/2014/main" id="{EE15192C-52AC-F658-7322-8BA6CA520B5C}"/>
                    </a:ext>
                  </a:extLst>
                </p:cNvPr>
                <p:cNvGrpSpPr>
                  <a:grpSpLocks noChangeAspect="1"/>
                </p:cNvGrpSpPr>
                <p:nvPr/>
              </p:nvGrpSpPr>
              <p:grpSpPr bwMode="auto">
                <a:xfrm>
                  <a:off x="429" y="1639"/>
                  <a:ext cx="822" cy="291"/>
                  <a:chOff x="429" y="1639"/>
                  <a:chExt cx="822" cy="291"/>
                </a:xfrm>
              </p:grpSpPr>
              <p:sp>
                <p:nvSpPr>
                  <p:cNvPr id="21564" name="Freeform 159">
                    <a:extLst>
                      <a:ext uri="{FF2B5EF4-FFF2-40B4-BE49-F238E27FC236}">
                        <a16:creationId xmlns:a16="http://schemas.microsoft.com/office/drawing/2014/main" id="{583941F9-7A99-49A8-3C83-BB40C94CB2BB}"/>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5" name="Freeform 160">
                    <a:extLst>
                      <a:ext uri="{FF2B5EF4-FFF2-40B4-BE49-F238E27FC236}">
                        <a16:creationId xmlns:a16="http://schemas.microsoft.com/office/drawing/2014/main" id="{AD496653-94F8-3D91-C9F0-EFAB0FB8A37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6" name="Freeform 161">
                    <a:extLst>
                      <a:ext uri="{FF2B5EF4-FFF2-40B4-BE49-F238E27FC236}">
                        <a16:creationId xmlns:a16="http://schemas.microsoft.com/office/drawing/2014/main" id="{ADCFC04F-5A3A-844B-160D-D18AB530B11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7" name="Freeform 162">
                    <a:extLst>
                      <a:ext uri="{FF2B5EF4-FFF2-40B4-BE49-F238E27FC236}">
                        <a16:creationId xmlns:a16="http://schemas.microsoft.com/office/drawing/2014/main" id="{B96C67A1-C28F-3D18-39A8-02E5608BE231}"/>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8" name="Freeform 163">
                    <a:extLst>
                      <a:ext uri="{FF2B5EF4-FFF2-40B4-BE49-F238E27FC236}">
                        <a16:creationId xmlns:a16="http://schemas.microsoft.com/office/drawing/2014/main" id="{57786466-5584-82CE-1D4A-B091E7A6E01E}"/>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9" name="Freeform 164">
                    <a:extLst>
                      <a:ext uri="{FF2B5EF4-FFF2-40B4-BE49-F238E27FC236}">
                        <a16:creationId xmlns:a16="http://schemas.microsoft.com/office/drawing/2014/main" id="{5D85E2B6-2ABB-1FE7-316E-18CE7F03453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0" name="Freeform 165">
                    <a:extLst>
                      <a:ext uri="{FF2B5EF4-FFF2-40B4-BE49-F238E27FC236}">
                        <a16:creationId xmlns:a16="http://schemas.microsoft.com/office/drawing/2014/main" id="{1D492DA3-5C0F-01A9-DDDB-4D08C73020C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1" name="Freeform 166">
                    <a:extLst>
                      <a:ext uri="{FF2B5EF4-FFF2-40B4-BE49-F238E27FC236}">
                        <a16:creationId xmlns:a16="http://schemas.microsoft.com/office/drawing/2014/main" id="{46FEB88A-78F1-A80C-0696-7D0A202FC76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59" name="WordArt 167">
              <a:extLst>
                <a:ext uri="{FF2B5EF4-FFF2-40B4-BE49-F238E27FC236}">
                  <a16:creationId xmlns:a16="http://schemas.microsoft.com/office/drawing/2014/main" id="{76DD55C0-FCFC-7D17-6781-C8A8930DDDCF}"/>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grpSp>
        <p:nvGrpSpPr>
          <p:cNvPr id="21606" name="Group 199">
            <a:extLst>
              <a:ext uri="{FF2B5EF4-FFF2-40B4-BE49-F238E27FC236}">
                <a16:creationId xmlns:a16="http://schemas.microsoft.com/office/drawing/2014/main" id="{D28881FE-4EE9-F730-33E6-3D242B62C198}"/>
              </a:ext>
            </a:extLst>
          </p:cNvPr>
          <p:cNvGrpSpPr>
            <a:grpSpLocks/>
          </p:cNvGrpSpPr>
          <p:nvPr/>
        </p:nvGrpSpPr>
        <p:grpSpPr bwMode="auto">
          <a:xfrm>
            <a:off x="3591141" y="3035502"/>
            <a:ext cx="406400" cy="339725"/>
            <a:chOff x="144" y="3264"/>
            <a:chExt cx="288" cy="240"/>
          </a:xfrm>
        </p:grpSpPr>
        <p:sp>
          <p:nvSpPr>
            <p:cNvPr id="21607" name="Rectangle 200">
              <a:extLst>
                <a:ext uri="{FF2B5EF4-FFF2-40B4-BE49-F238E27FC236}">
                  <a16:creationId xmlns:a16="http://schemas.microsoft.com/office/drawing/2014/main" id="{DC44C780-AB79-644F-B334-1FAE737E442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608" name="Rectangle 201">
              <a:extLst>
                <a:ext uri="{FF2B5EF4-FFF2-40B4-BE49-F238E27FC236}">
                  <a16:creationId xmlns:a16="http://schemas.microsoft.com/office/drawing/2014/main" id="{EE3A946D-7579-21AD-50B5-B36E26D3E6B4}"/>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sp>
        <p:nvSpPr>
          <p:cNvPr id="21868" name="Oval 51">
            <a:extLst>
              <a:ext uri="{FF2B5EF4-FFF2-40B4-BE49-F238E27FC236}">
                <a16:creationId xmlns:a16="http://schemas.microsoft.com/office/drawing/2014/main" id="{D82483F4-E4A6-720E-4DEA-40AE4183B17E}"/>
              </a:ext>
            </a:extLst>
          </p:cNvPr>
          <p:cNvSpPr>
            <a:spLocks noChangeArrowheads="1"/>
          </p:cNvSpPr>
          <p:nvPr/>
        </p:nvSpPr>
        <p:spPr bwMode="auto">
          <a:xfrm flipH="1">
            <a:off x="3641819" y="263727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D</a:t>
            </a:r>
          </a:p>
        </p:txBody>
      </p:sp>
      <p:pic>
        <p:nvPicPr>
          <p:cNvPr id="21601" name="Picture 45" descr="MC900434713[1]">
            <a:extLst>
              <a:ext uri="{FF2B5EF4-FFF2-40B4-BE49-F238E27FC236}">
                <a16:creationId xmlns:a16="http://schemas.microsoft.com/office/drawing/2014/main" id="{144676CA-BFA2-7F9C-A472-D3A2AB3435A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11169" y="2731099"/>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02" name="Picture 45" descr="MC900434713[1]">
            <a:extLst>
              <a:ext uri="{FF2B5EF4-FFF2-40B4-BE49-F238E27FC236}">
                <a16:creationId xmlns:a16="http://schemas.microsoft.com/office/drawing/2014/main" id="{D608AE80-E4AB-4CF7-689E-BE839F48117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08501" y="3174647"/>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604" name="Group 288">
            <a:extLst>
              <a:ext uri="{FF2B5EF4-FFF2-40B4-BE49-F238E27FC236}">
                <a16:creationId xmlns:a16="http://schemas.microsoft.com/office/drawing/2014/main" id="{FA1D3816-DB03-3201-5D4D-BAD99A893E35}"/>
              </a:ext>
            </a:extLst>
          </p:cNvPr>
          <p:cNvGrpSpPr>
            <a:grpSpLocks/>
          </p:cNvGrpSpPr>
          <p:nvPr/>
        </p:nvGrpSpPr>
        <p:grpSpPr bwMode="auto">
          <a:xfrm>
            <a:off x="7973126" y="3490062"/>
            <a:ext cx="765991" cy="537685"/>
            <a:chOff x="195" y="394"/>
            <a:chExt cx="570" cy="360"/>
          </a:xfrm>
        </p:grpSpPr>
        <p:sp>
          <p:nvSpPr>
            <p:cNvPr id="21605" name="Arc 289">
              <a:extLst>
                <a:ext uri="{FF2B5EF4-FFF2-40B4-BE49-F238E27FC236}">
                  <a16:creationId xmlns:a16="http://schemas.microsoft.com/office/drawing/2014/main" id="{7A937D0C-32EA-5B13-2E45-4040AF8FC7BC}"/>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617" name="Arc 290">
              <a:extLst>
                <a:ext uri="{FF2B5EF4-FFF2-40B4-BE49-F238E27FC236}">
                  <a16:creationId xmlns:a16="http://schemas.microsoft.com/office/drawing/2014/main" id="{D8038CCB-7080-67E8-EEE5-9F627856D94B}"/>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28" name="Line 291">
              <a:extLst>
                <a:ext uri="{FF2B5EF4-FFF2-40B4-BE49-F238E27FC236}">
                  <a16:creationId xmlns:a16="http://schemas.microsoft.com/office/drawing/2014/main" id="{766DAA01-9DCD-1E65-FF67-32FBA719CCF1}"/>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29" name="Line 292">
              <a:extLst>
                <a:ext uri="{FF2B5EF4-FFF2-40B4-BE49-F238E27FC236}">
                  <a16:creationId xmlns:a16="http://schemas.microsoft.com/office/drawing/2014/main" id="{C1F1BAD0-34C5-02BF-F316-82F12A660FD3}"/>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21830" name="Group 288">
            <a:extLst>
              <a:ext uri="{FF2B5EF4-FFF2-40B4-BE49-F238E27FC236}">
                <a16:creationId xmlns:a16="http://schemas.microsoft.com/office/drawing/2014/main" id="{64EDE5DD-2317-6B72-EA09-233C96C1AA25}"/>
              </a:ext>
            </a:extLst>
          </p:cNvPr>
          <p:cNvGrpSpPr>
            <a:grpSpLocks/>
          </p:cNvGrpSpPr>
          <p:nvPr/>
        </p:nvGrpSpPr>
        <p:grpSpPr bwMode="auto">
          <a:xfrm>
            <a:off x="3408880" y="3406671"/>
            <a:ext cx="765991" cy="537685"/>
            <a:chOff x="195" y="394"/>
            <a:chExt cx="570" cy="360"/>
          </a:xfrm>
        </p:grpSpPr>
        <p:sp>
          <p:nvSpPr>
            <p:cNvPr id="21831" name="Arc 289">
              <a:extLst>
                <a:ext uri="{FF2B5EF4-FFF2-40B4-BE49-F238E27FC236}">
                  <a16:creationId xmlns:a16="http://schemas.microsoft.com/office/drawing/2014/main" id="{A2219D49-8AAD-3A1C-923D-9CAF06DD73D2}"/>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2" name="Arc 290">
              <a:extLst>
                <a:ext uri="{FF2B5EF4-FFF2-40B4-BE49-F238E27FC236}">
                  <a16:creationId xmlns:a16="http://schemas.microsoft.com/office/drawing/2014/main" id="{DA57AB1D-7DB6-9D1B-F26A-5EFD86AE3015}"/>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3" name="Line 291">
              <a:extLst>
                <a:ext uri="{FF2B5EF4-FFF2-40B4-BE49-F238E27FC236}">
                  <a16:creationId xmlns:a16="http://schemas.microsoft.com/office/drawing/2014/main" id="{70338DA9-A588-58A9-BD43-64977F3B205D}"/>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34" name="Line 292">
              <a:extLst>
                <a:ext uri="{FF2B5EF4-FFF2-40B4-BE49-F238E27FC236}">
                  <a16:creationId xmlns:a16="http://schemas.microsoft.com/office/drawing/2014/main" id="{0529F820-44ED-52B1-73BD-C2C8BD3E56B8}"/>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21593" name="Group 202">
            <a:extLst>
              <a:ext uri="{FF2B5EF4-FFF2-40B4-BE49-F238E27FC236}">
                <a16:creationId xmlns:a16="http://schemas.microsoft.com/office/drawing/2014/main" id="{6DB0A1A6-0EF9-7A7A-6AC1-65FC526E0CA3}"/>
              </a:ext>
            </a:extLst>
          </p:cNvPr>
          <p:cNvGrpSpPr>
            <a:grpSpLocks/>
          </p:cNvGrpSpPr>
          <p:nvPr/>
        </p:nvGrpSpPr>
        <p:grpSpPr bwMode="auto">
          <a:xfrm>
            <a:off x="8020633" y="2153171"/>
            <a:ext cx="406400" cy="339725"/>
            <a:chOff x="144" y="3264"/>
            <a:chExt cx="288" cy="240"/>
          </a:xfrm>
        </p:grpSpPr>
        <p:sp>
          <p:nvSpPr>
            <p:cNvPr id="21594" name="Rectangle 203">
              <a:extLst>
                <a:ext uri="{FF2B5EF4-FFF2-40B4-BE49-F238E27FC236}">
                  <a16:creationId xmlns:a16="http://schemas.microsoft.com/office/drawing/2014/main" id="{5F7E31A3-B8DD-5DF3-0CDE-CA25345D3D3C}"/>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595" name="Rectangle 204">
              <a:extLst>
                <a:ext uri="{FF2B5EF4-FFF2-40B4-BE49-F238E27FC236}">
                  <a16:creationId xmlns:a16="http://schemas.microsoft.com/office/drawing/2014/main" id="{65F3C63F-4823-9B29-9D24-7DB400FE4E26}"/>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1</a:t>
              </a:r>
            </a:p>
          </p:txBody>
        </p:sp>
      </p:grpSp>
      <p:grpSp>
        <p:nvGrpSpPr>
          <p:cNvPr id="21835" name="Group 207">
            <a:extLst>
              <a:ext uri="{FF2B5EF4-FFF2-40B4-BE49-F238E27FC236}">
                <a16:creationId xmlns:a16="http://schemas.microsoft.com/office/drawing/2014/main" id="{5E3BEECB-7F01-33D2-2D22-0E6E007DE457}"/>
              </a:ext>
            </a:extLst>
          </p:cNvPr>
          <p:cNvGrpSpPr>
            <a:grpSpLocks/>
          </p:cNvGrpSpPr>
          <p:nvPr/>
        </p:nvGrpSpPr>
        <p:grpSpPr bwMode="auto">
          <a:xfrm>
            <a:off x="3581462" y="2100458"/>
            <a:ext cx="406400" cy="339725"/>
            <a:chOff x="144" y="3264"/>
            <a:chExt cx="288" cy="240"/>
          </a:xfrm>
        </p:grpSpPr>
        <p:sp>
          <p:nvSpPr>
            <p:cNvPr id="21836" name="Rectangle 208">
              <a:extLst>
                <a:ext uri="{FF2B5EF4-FFF2-40B4-BE49-F238E27FC236}">
                  <a16:creationId xmlns:a16="http://schemas.microsoft.com/office/drawing/2014/main" id="{C284BCF1-2112-74E9-63CE-47259B53C930}"/>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837" name="Rectangle 209">
              <a:extLst>
                <a:ext uri="{FF2B5EF4-FFF2-40B4-BE49-F238E27FC236}">
                  <a16:creationId xmlns:a16="http://schemas.microsoft.com/office/drawing/2014/main" id="{4CB9A370-DA13-23D5-B712-8E499EF4440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21631" name="Group 288">
            <a:extLst>
              <a:ext uri="{FF2B5EF4-FFF2-40B4-BE49-F238E27FC236}">
                <a16:creationId xmlns:a16="http://schemas.microsoft.com/office/drawing/2014/main" id="{E459C70B-65B5-1624-1309-599B3A0B4DAA}"/>
              </a:ext>
            </a:extLst>
          </p:cNvPr>
          <p:cNvGrpSpPr>
            <a:grpSpLocks/>
          </p:cNvGrpSpPr>
          <p:nvPr/>
        </p:nvGrpSpPr>
        <p:grpSpPr bwMode="auto">
          <a:xfrm>
            <a:off x="5435065" y="2527643"/>
            <a:ext cx="765991" cy="537685"/>
            <a:chOff x="195" y="394"/>
            <a:chExt cx="570" cy="360"/>
          </a:xfrm>
        </p:grpSpPr>
        <p:sp>
          <p:nvSpPr>
            <p:cNvPr id="21824" name="Arc 289">
              <a:extLst>
                <a:ext uri="{FF2B5EF4-FFF2-40B4-BE49-F238E27FC236}">
                  <a16:creationId xmlns:a16="http://schemas.microsoft.com/office/drawing/2014/main" id="{CD548DE3-7DB9-C513-0E1E-B8761E13E42E}"/>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25" name="Arc 290">
              <a:extLst>
                <a:ext uri="{FF2B5EF4-FFF2-40B4-BE49-F238E27FC236}">
                  <a16:creationId xmlns:a16="http://schemas.microsoft.com/office/drawing/2014/main" id="{7942C872-0F14-8055-A568-CE88111AFAB2}"/>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26" name="Line 291">
              <a:extLst>
                <a:ext uri="{FF2B5EF4-FFF2-40B4-BE49-F238E27FC236}">
                  <a16:creationId xmlns:a16="http://schemas.microsoft.com/office/drawing/2014/main" id="{2B12841E-A63C-3C21-ACDA-D7F9F22132C2}"/>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38" name="Line 292">
              <a:extLst>
                <a:ext uri="{FF2B5EF4-FFF2-40B4-BE49-F238E27FC236}">
                  <a16:creationId xmlns:a16="http://schemas.microsoft.com/office/drawing/2014/main" id="{183C2BD7-11A5-113F-A654-A3ABCAF52B16}"/>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21620" name="Group 198">
            <a:extLst>
              <a:ext uri="{FF2B5EF4-FFF2-40B4-BE49-F238E27FC236}">
                <a16:creationId xmlns:a16="http://schemas.microsoft.com/office/drawing/2014/main" id="{5D74B959-BD8E-E9ED-E49D-528CE445E6DB}"/>
              </a:ext>
            </a:extLst>
          </p:cNvPr>
          <p:cNvGrpSpPr>
            <a:grpSpLocks/>
          </p:cNvGrpSpPr>
          <p:nvPr/>
        </p:nvGrpSpPr>
        <p:grpSpPr bwMode="auto">
          <a:xfrm>
            <a:off x="5612671" y="2237532"/>
            <a:ext cx="406400" cy="339725"/>
            <a:chOff x="144" y="3264"/>
            <a:chExt cx="288" cy="240"/>
          </a:xfrm>
        </p:grpSpPr>
        <p:sp>
          <p:nvSpPr>
            <p:cNvPr id="21621" name="Rectangle 199">
              <a:extLst>
                <a:ext uri="{FF2B5EF4-FFF2-40B4-BE49-F238E27FC236}">
                  <a16:creationId xmlns:a16="http://schemas.microsoft.com/office/drawing/2014/main" id="{CE4145F1-13DD-68C2-93B4-7D58E05CD52E}"/>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21622" name="Rectangle 200">
              <a:extLst>
                <a:ext uri="{FF2B5EF4-FFF2-40B4-BE49-F238E27FC236}">
                  <a16:creationId xmlns:a16="http://schemas.microsoft.com/office/drawing/2014/main" id="{8E551EAF-0003-48F8-A5DC-342E99F4EF6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grpSp>
        <p:nvGrpSpPr>
          <p:cNvPr id="21623" name="Group 201">
            <a:extLst>
              <a:ext uri="{FF2B5EF4-FFF2-40B4-BE49-F238E27FC236}">
                <a16:creationId xmlns:a16="http://schemas.microsoft.com/office/drawing/2014/main" id="{2FD1615A-3789-DC13-162F-BE54477A54EC}"/>
              </a:ext>
            </a:extLst>
          </p:cNvPr>
          <p:cNvGrpSpPr>
            <a:grpSpLocks/>
          </p:cNvGrpSpPr>
          <p:nvPr/>
        </p:nvGrpSpPr>
        <p:grpSpPr bwMode="auto">
          <a:xfrm>
            <a:off x="5642941" y="3013257"/>
            <a:ext cx="406400" cy="339725"/>
            <a:chOff x="144" y="3264"/>
            <a:chExt cx="288" cy="240"/>
          </a:xfrm>
        </p:grpSpPr>
        <p:sp>
          <p:nvSpPr>
            <p:cNvPr id="21625" name="Rectangle 203">
              <a:extLst>
                <a:ext uri="{FF2B5EF4-FFF2-40B4-BE49-F238E27FC236}">
                  <a16:creationId xmlns:a16="http://schemas.microsoft.com/office/drawing/2014/main" id="{7DBB3768-4D51-450F-7B02-49E7EBB7318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sp>
          <p:nvSpPr>
            <p:cNvPr id="21624" name="Rectangle 202">
              <a:extLst>
                <a:ext uri="{FF2B5EF4-FFF2-40B4-BE49-F238E27FC236}">
                  <a16:creationId xmlns:a16="http://schemas.microsoft.com/office/drawing/2014/main" id="{EE1BEA27-82B8-01C1-1DCF-85C287C490DA}"/>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grpSp>
      <p:sp>
        <p:nvSpPr>
          <p:cNvPr id="21839" name="Line 15">
            <a:extLst>
              <a:ext uri="{FF2B5EF4-FFF2-40B4-BE49-F238E27FC236}">
                <a16:creationId xmlns:a16="http://schemas.microsoft.com/office/drawing/2014/main" id="{7A0A5E4C-4B93-0FA4-1675-8987EAE2734A}"/>
              </a:ext>
            </a:extLst>
          </p:cNvPr>
          <p:cNvSpPr>
            <a:spLocks noChangeShapeType="1"/>
          </p:cNvSpPr>
          <p:nvPr/>
        </p:nvSpPr>
        <p:spPr bwMode="auto">
          <a:xfrm flipH="1">
            <a:off x="8344597" y="2770628"/>
            <a:ext cx="885825" cy="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21840" name="Text Box 17">
            <a:extLst>
              <a:ext uri="{FF2B5EF4-FFF2-40B4-BE49-F238E27FC236}">
                <a16:creationId xmlns:a16="http://schemas.microsoft.com/office/drawing/2014/main" id="{ABA08DEA-F0DA-1CFB-1B11-929A245B5F99}"/>
              </a:ext>
            </a:extLst>
          </p:cNvPr>
          <p:cNvSpPr txBox="1">
            <a:spLocks noChangeArrowheads="1"/>
          </p:cNvSpPr>
          <p:nvPr/>
        </p:nvSpPr>
        <p:spPr bwMode="auto">
          <a:xfrm>
            <a:off x="9087547" y="2637278"/>
            <a:ext cx="1095375"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10.0.1.0/24</a:t>
            </a:r>
          </a:p>
        </p:txBody>
      </p:sp>
      <p:sp>
        <p:nvSpPr>
          <p:cNvPr id="21841" name="Line 205">
            <a:extLst>
              <a:ext uri="{FF2B5EF4-FFF2-40B4-BE49-F238E27FC236}">
                <a16:creationId xmlns:a16="http://schemas.microsoft.com/office/drawing/2014/main" id="{03EA60FB-C32A-B5B9-718B-1BF731F045BE}"/>
              </a:ext>
            </a:extLst>
          </p:cNvPr>
          <p:cNvSpPr>
            <a:spLocks noChangeShapeType="1"/>
          </p:cNvSpPr>
          <p:nvPr/>
        </p:nvSpPr>
        <p:spPr bwMode="auto">
          <a:xfrm flipV="1">
            <a:off x="5854061" y="1139333"/>
            <a:ext cx="0" cy="62071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21842" name="Text Box 206">
            <a:extLst>
              <a:ext uri="{FF2B5EF4-FFF2-40B4-BE49-F238E27FC236}">
                <a16:creationId xmlns:a16="http://schemas.microsoft.com/office/drawing/2014/main" id="{AB09725D-2D26-0369-B66B-961AF5321E5A}"/>
              </a:ext>
            </a:extLst>
          </p:cNvPr>
          <p:cNvSpPr txBox="1">
            <a:spLocks noChangeArrowheads="1"/>
          </p:cNvSpPr>
          <p:nvPr/>
        </p:nvSpPr>
        <p:spPr bwMode="auto">
          <a:xfrm>
            <a:off x="5306374" y="1034558"/>
            <a:ext cx="1095375"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10.0.0.0/24</a:t>
            </a:r>
          </a:p>
        </p:txBody>
      </p:sp>
      <p:sp>
        <p:nvSpPr>
          <p:cNvPr id="21843" name="Line 227">
            <a:extLst>
              <a:ext uri="{FF2B5EF4-FFF2-40B4-BE49-F238E27FC236}">
                <a16:creationId xmlns:a16="http://schemas.microsoft.com/office/drawing/2014/main" id="{4961BD32-93F4-7FB2-59D1-82842AD10FC9}"/>
              </a:ext>
            </a:extLst>
          </p:cNvPr>
          <p:cNvSpPr>
            <a:spLocks noChangeShapeType="1"/>
          </p:cNvSpPr>
          <p:nvPr/>
        </p:nvSpPr>
        <p:spPr bwMode="auto">
          <a:xfrm flipH="1" flipV="1">
            <a:off x="5864070" y="3586663"/>
            <a:ext cx="0" cy="60960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21844" name="Text Box 228">
            <a:extLst>
              <a:ext uri="{FF2B5EF4-FFF2-40B4-BE49-F238E27FC236}">
                <a16:creationId xmlns:a16="http://schemas.microsoft.com/office/drawing/2014/main" id="{43C77FAC-E2BA-E16B-CECE-4AD3DB31D6D6}"/>
              </a:ext>
            </a:extLst>
          </p:cNvPr>
          <p:cNvSpPr txBox="1">
            <a:spLocks noChangeArrowheads="1"/>
          </p:cNvSpPr>
          <p:nvPr/>
        </p:nvSpPr>
        <p:spPr bwMode="auto">
          <a:xfrm>
            <a:off x="5316383" y="4058151"/>
            <a:ext cx="1095375"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10.0.2.0/24</a:t>
            </a:r>
          </a:p>
        </p:txBody>
      </p:sp>
      <p:sp>
        <p:nvSpPr>
          <p:cNvPr id="21870" name="Oval 53">
            <a:extLst>
              <a:ext uri="{FF2B5EF4-FFF2-40B4-BE49-F238E27FC236}">
                <a16:creationId xmlns:a16="http://schemas.microsoft.com/office/drawing/2014/main" id="{7005A62F-AD5D-EE8B-2A0A-5C87440AF9E4}"/>
              </a:ext>
            </a:extLst>
          </p:cNvPr>
          <p:cNvSpPr>
            <a:spLocks noChangeArrowheads="1"/>
          </p:cNvSpPr>
          <p:nvPr/>
        </p:nvSpPr>
        <p:spPr bwMode="auto">
          <a:xfrm flipH="1">
            <a:off x="5707907" y="3567987"/>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C</a:t>
            </a:r>
          </a:p>
        </p:txBody>
      </p:sp>
      <p:sp>
        <p:nvSpPr>
          <p:cNvPr id="21603" name="Oval 263">
            <a:extLst>
              <a:ext uri="{FF2B5EF4-FFF2-40B4-BE49-F238E27FC236}">
                <a16:creationId xmlns:a16="http://schemas.microsoft.com/office/drawing/2014/main" id="{AE2787E8-9B33-A40E-A21C-D4464D80B1E9}"/>
              </a:ext>
            </a:extLst>
          </p:cNvPr>
          <p:cNvSpPr>
            <a:spLocks noChangeArrowheads="1"/>
          </p:cNvSpPr>
          <p:nvPr/>
        </p:nvSpPr>
        <p:spPr bwMode="auto">
          <a:xfrm>
            <a:off x="5623413" y="3503256"/>
            <a:ext cx="481313" cy="455612"/>
          </a:xfrm>
          <a:prstGeom prst="ellipse">
            <a:avLst/>
          </a:pr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Tree>
    <p:extLst>
      <p:ext uri="{BB962C8B-B14F-4D97-AF65-F5344CB8AC3E}">
        <p14:creationId xmlns:p14="http://schemas.microsoft.com/office/powerpoint/2010/main" val="3875769835"/>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9" name="Rectangle 162">
            <a:extLst>
              <a:ext uri="{FF2B5EF4-FFF2-40B4-BE49-F238E27FC236}">
                <a16:creationId xmlns:a16="http://schemas.microsoft.com/office/drawing/2014/main" id="{8584387D-BCD0-10AC-7D8D-EC2987806EDE}"/>
              </a:ext>
            </a:extLst>
          </p:cNvPr>
          <p:cNvSpPr>
            <a:spLocks noGrp="1" noChangeArrowheads="1"/>
          </p:cNvSpPr>
          <p:nvPr>
            <p:ph type="title"/>
          </p:nvPr>
        </p:nvSpPr>
        <p:spPr/>
        <p:txBody>
          <a:bodyPr/>
          <a:lstStyle/>
          <a:p>
            <a:pPr eaLnBrk="1" hangingPunct="1"/>
            <a:r>
              <a:rPr lang="it-IT" altLang="it-IT" sz="4000" dirty="0" err="1"/>
              <a:t>ospf’s</a:t>
            </a:r>
            <a:r>
              <a:rPr lang="it-IT" altLang="it-IT" sz="4000" dirty="0"/>
              <a:t> </a:t>
            </a:r>
            <a:r>
              <a:rPr lang="it-IT" altLang="it-IT" sz="4000" dirty="0" err="1"/>
              <a:t>view</a:t>
            </a:r>
            <a:r>
              <a:rPr lang="it-IT" altLang="it-IT" sz="4000" dirty="0"/>
              <a:t> of the network</a:t>
            </a:r>
          </a:p>
        </p:txBody>
      </p:sp>
      <p:sp>
        <p:nvSpPr>
          <p:cNvPr id="2" name="Rectangle 4">
            <a:extLst>
              <a:ext uri="{FF2B5EF4-FFF2-40B4-BE49-F238E27FC236}">
                <a16:creationId xmlns:a16="http://schemas.microsoft.com/office/drawing/2014/main" id="{6CE004DA-5A77-5B87-6A43-BCDFAA7F1A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A2AFE0F-CDE3-53AA-46B9-074CE3A31213}"/>
              </a:ext>
            </a:extLst>
          </p:cNvPr>
          <p:cNvSpPr>
            <a:spLocks noGrp="1" noChangeArrowheads="1"/>
          </p:cNvSpPr>
          <p:nvPr>
            <p:ph type="ftr" sz="quarter" idx="11"/>
          </p:nvPr>
        </p:nvSpPr>
        <p:spPr>
          <a:ln/>
        </p:spPr>
        <p:txBody>
          <a:bodyPr/>
          <a:lstStyle/>
          <a:p>
            <a:r>
              <a:rPr lang="it-IT" altLang="en-IT"/>
              <a:t>kathara – [ labs: ospf_frr ]</a:t>
            </a:r>
          </a:p>
        </p:txBody>
      </p:sp>
      <p:grpSp>
        <p:nvGrpSpPr>
          <p:cNvPr id="21508" name="Group 2">
            <a:extLst>
              <a:ext uri="{FF2B5EF4-FFF2-40B4-BE49-F238E27FC236}">
                <a16:creationId xmlns:a16="http://schemas.microsoft.com/office/drawing/2014/main" id="{2DA97725-4953-C550-1AE7-B08BFB277F90}"/>
              </a:ext>
            </a:extLst>
          </p:cNvPr>
          <p:cNvGrpSpPr>
            <a:grpSpLocks/>
          </p:cNvGrpSpPr>
          <p:nvPr/>
        </p:nvGrpSpPr>
        <p:grpSpPr bwMode="auto">
          <a:xfrm>
            <a:off x="2184722" y="1013216"/>
            <a:ext cx="7655970" cy="3628007"/>
            <a:chOff x="-177" y="1030"/>
            <a:chExt cx="5760" cy="2840"/>
          </a:xfrm>
        </p:grpSpPr>
        <p:grpSp>
          <p:nvGrpSpPr>
            <p:cNvPr id="21537" name="Group 3">
              <a:extLst>
                <a:ext uri="{FF2B5EF4-FFF2-40B4-BE49-F238E27FC236}">
                  <a16:creationId xmlns:a16="http://schemas.microsoft.com/office/drawing/2014/main" id="{E2681DC0-9B50-77BB-239C-DF7BA73E9B3B}"/>
                </a:ext>
              </a:extLst>
            </p:cNvPr>
            <p:cNvGrpSpPr>
              <a:grpSpLocks/>
            </p:cNvGrpSpPr>
            <p:nvPr/>
          </p:nvGrpSpPr>
          <p:grpSpPr bwMode="auto">
            <a:xfrm>
              <a:off x="-177" y="1221"/>
              <a:ext cx="5760" cy="2649"/>
              <a:chOff x="-177" y="1221"/>
              <a:chExt cx="5760" cy="2649"/>
            </a:xfrm>
          </p:grpSpPr>
          <p:sp>
            <p:nvSpPr>
              <p:cNvPr id="21539" name="Oval 4">
                <a:extLst>
                  <a:ext uri="{FF2B5EF4-FFF2-40B4-BE49-F238E27FC236}">
                    <a16:creationId xmlns:a16="http://schemas.microsoft.com/office/drawing/2014/main" id="{B69635C6-E67E-A5FF-F83A-EDD0A07E21AD}"/>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0" name="Oval 5">
                <a:extLst>
                  <a:ext uri="{FF2B5EF4-FFF2-40B4-BE49-F238E27FC236}">
                    <a16:creationId xmlns:a16="http://schemas.microsoft.com/office/drawing/2014/main" id="{CD6F14E2-E370-605B-5409-012738BB8ECB}"/>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1" name="Oval 6">
                <a:extLst>
                  <a:ext uri="{FF2B5EF4-FFF2-40B4-BE49-F238E27FC236}">
                    <a16:creationId xmlns:a16="http://schemas.microsoft.com/office/drawing/2014/main" id="{B0991C3C-4720-AA4F-C655-54ADA1D57C12}"/>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2" name="Oval 7">
                <a:extLst>
                  <a:ext uri="{FF2B5EF4-FFF2-40B4-BE49-F238E27FC236}">
                    <a16:creationId xmlns:a16="http://schemas.microsoft.com/office/drawing/2014/main" id="{45C8B705-A185-D395-872F-2FEC97CFF287}"/>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3" name="Oval 8">
                <a:extLst>
                  <a:ext uri="{FF2B5EF4-FFF2-40B4-BE49-F238E27FC236}">
                    <a16:creationId xmlns:a16="http://schemas.microsoft.com/office/drawing/2014/main" id="{F725B197-4602-ACB5-B8B8-56129D2CDD21}"/>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4" name="Oval 9">
                <a:extLst>
                  <a:ext uri="{FF2B5EF4-FFF2-40B4-BE49-F238E27FC236}">
                    <a16:creationId xmlns:a16="http://schemas.microsoft.com/office/drawing/2014/main" id="{ACBEF2A0-3712-BAD5-FD1A-C29D5EC8AB13}"/>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5" name="Oval 10">
                <a:extLst>
                  <a:ext uri="{FF2B5EF4-FFF2-40B4-BE49-F238E27FC236}">
                    <a16:creationId xmlns:a16="http://schemas.microsoft.com/office/drawing/2014/main" id="{E674A691-74D1-1DC0-A014-ADBC3155DCA2}"/>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6" name="Oval 11">
                <a:extLst>
                  <a:ext uri="{FF2B5EF4-FFF2-40B4-BE49-F238E27FC236}">
                    <a16:creationId xmlns:a16="http://schemas.microsoft.com/office/drawing/2014/main" id="{B83FF4C2-6943-FEFF-00E0-6E588EDA7C0A}"/>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7" name="Oval 12">
                <a:extLst>
                  <a:ext uri="{FF2B5EF4-FFF2-40B4-BE49-F238E27FC236}">
                    <a16:creationId xmlns:a16="http://schemas.microsoft.com/office/drawing/2014/main" id="{EF32C6C9-82D0-B1E8-DA27-1F3B19138F71}"/>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dirty="0">
                  <a:latin typeface="Arial" panose="020B0604020202020204" pitchFamily="34" charset="0"/>
                </a:endParaRPr>
              </a:p>
            </p:txBody>
          </p:sp>
        </p:grpSp>
        <p:sp>
          <p:nvSpPr>
            <p:cNvPr id="21538" name="Oval 13">
              <a:extLst>
                <a:ext uri="{FF2B5EF4-FFF2-40B4-BE49-F238E27FC236}">
                  <a16:creationId xmlns:a16="http://schemas.microsoft.com/office/drawing/2014/main" id="{6EC22C66-8731-D095-AF4D-2BED9A96CFED}"/>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grpSp>
        <p:nvGrpSpPr>
          <p:cNvPr id="4" name="Group 3">
            <a:extLst>
              <a:ext uri="{FF2B5EF4-FFF2-40B4-BE49-F238E27FC236}">
                <a16:creationId xmlns:a16="http://schemas.microsoft.com/office/drawing/2014/main" id="{2D42DAB1-303A-3E40-3524-C11468DCB958}"/>
              </a:ext>
            </a:extLst>
          </p:cNvPr>
          <p:cNvGrpSpPr/>
          <p:nvPr/>
        </p:nvGrpSpPr>
        <p:grpSpPr>
          <a:xfrm>
            <a:off x="2780918" y="4408603"/>
            <a:ext cx="6802068" cy="2334786"/>
            <a:chOff x="4778215" y="2378844"/>
            <a:chExt cx="6802068" cy="1961626"/>
          </a:xfrm>
        </p:grpSpPr>
        <p:sp>
          <p:nvSpPr>
            <p:cNvPr id="5" name="Rectangle 4">
              <a:extLst>
                <a:ext uri="{FF2B5EF4-FFF2-40B4-BE49-F238E27FC236}">
                  <a16:creationId xmlns:a16="http://schemas.microsoft.com/office/drawing/2014/main" id="{70361730-5F00-C0BB-08BD-044CC667EEAE}"/>
                </a:ext>
              </a:extLst>
            </p:cNvPr>
            <p:cNvSpPr/>
            <p:nvPr/>
          </p:nvSpPr>
          <p:spPr>
            <a:xfrm>
              <a:off x="4778215" y="2632077"/>
              <a:ext cx="6802068" cy="1708393"/>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en-US" altLang="it-IT" sz="1400" dirty="0">
                  <a:solidFill>
                    <a:schemeClr val="bg1"/>
                  </a:solidFill>
                  <a:latin typeface="Lucida Console" panose="020B0609040504020204" pitchFamily="49" charset="0"/>
                </a:rPr>
                <a:t>  Link State ID: 10.0.3.2 (address of Designated Router)</a:t>
              </a:r>
            </a:p>
            <a:p>
              <a:pPr eaLnBrk="1" hangingPunct="1"/>
              <a:r>
                <a:rPr lang="en-US" altLang="it-IT" sz="1400" dirty="0">
                  <a:solidFill>
                    <a:schemeClr val="bg1"/>
                  </a:solidFill>
                  <a:latin typeface="Lucida Console" panose="020B0609040504020204" pitchFamily="49" charset="0"/>
                </a:rPr>
                <a:t>  Advertising Router: 10.0.3.2</a:t>
              </a:r>
            </a:p>
            <a:p>
              <a:pPr eaLnBrk="1" hangingPunct="1"/>
              <a:r>
                <a:rPr lang="en-US" altLang="it-IT" sz="1400" dirty="0">
                  <a:solidFill>
                    <a:schemeClr val="bg1"/>
                  </a:solidFill>
                  <a:latin typeface="Lucida Console" panose="020B0609040504020204" pitchFamily="49" charset="0"/>
                </a:rPr>
                <a:t>  Network Mask: /24</a:t>
              </a:r>
            </a:p>
            <a:p>
              <a:pPr eaLnBrk="1" hangingPunct="1"/>
              <a:r>
                <a:rPr lang="en-US" altLang="it-IT" sz="1400" dirty="0">
                  <a:solidFill>
                    <a:schemeClr val="bg1"/>
                  </a:solidFill>
                  <a:latin typeface="Lucida Console" panose="020B0609040504020204" pitchFamily="49" charset="0"/>
                </a:rPr>
                <a:t>        Attached Router: 10.0.3.1</a:t>
              </a:r>
            </a:p>
            <a:p>
              <a:pPr eaLnBrk="1" hangingPunct="1"/>
              <a:r>
                <a:rPr lang="en-US" altLang="it-IT" sz="1400" dirty="0">
                  <a:solidFill>
                    <a:schemeClr val="bg1"/>
                  </a:solidFill>
                  <a:latin typeface="Lucida Console" panose="020B0609040504020204" pitchFamily="49" charset="0"/>
                </a:rPr>
                <a:t>        Attached Router: 10.0.3.2 █</a:t>
              </a:r>
            </a:p>
          </p:txBody>
        </p:sp>
        <p:sp>
          <p:nvSpPr>
            <p:cNvPr id="6" name="Rectangle 5">
              <a:extLst>
                <a:ext uri="{FF2B5EF4-FFF2-40B4-BE49-F238E27FC236}">
                  <a16:creationId xmlns:a16="http://schemas.microsoft.com/office/drawing/2014/main" id="{E8931EE6-7A3E-795A-0473-EC7653C2A51A}"/>
                </a:ext>
              </a:extLst>
            </p:cNvPr>
            <p:cNvSpPr/>
            <p:nvPr/>
          </p:nvSpPr>
          <p:spPr>
            <a:xfrm>
              <a:off x="4778215" y="2378844"/>
              <a:ext cx="6802064"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7" name="Group 6">
              <a:extLst>
                <a:ext uri="{FF2B5EF4-FFF2-40B4-BE49-F238E27FC236}">
                  <a16:creationId xmlns:a16="http://schemas.microsoft.com/office/drawing/2014/main" id="{2CE8E8BB-74C2-AC0C-E3A5-C38E3B3F0654}"/>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E844A620-6750-B0F9-F8AC-10A7C8E1AC64}"/>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B770B94-AC31-A4C4-6A0F-3E88FAEF025C}"/>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E583634-35BC-41C5-2601-F81456C681CE}"/>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 name="Group 22">
            <a:extLst>
              <a:ext uri="{FF2B5EF4-FFF2-40B4-BE49-F238E27FC236}">
                <a16:creationId xmlns:a16="http://schemas.microsoft.com/office/drawing/2014/main" id="{C2608583-12AC-E963-6C53-601A92694D6E}"/>
              </a:ext>
            </a:extLst>
          </p:cNvPr>
          <p:cNvGrpSpPr>
            <a:grpSpLocks noChangeAspect="1"/>
          </p:cNvGrpSpPr>
          <p:nvPr/>
        </p:nvGrpSpPr>
        <p:grpSpPr bwMode="auto">
          <a:xfrm>
            <a:off x="5453228" y="2573027"/>
            <a:ext cx="723900" cy="460375"/>
            <a:chOff x="3312" y="2160"/>
            <a:chExt cx="960" cy="528"/>
          </a:xfrm>
        </p:grpSpPr>
        <p:grpSp>
          <p:nvGrpSpPr>
            <p:cNvPr id="12" name="Group 23">
              <a:extLst>
                <a:ext uri="{FF2B5EF4-FFF2-40B4-BE49-F238E27FC236}">
                  <a16:creationId xmlns:a16="http://schemas.microsoft.com/office/drawing/2014/main" id="{05DE7858-3636-F599-D79A-DE08964C598A}"/>
                </a:ext>
              </a:extLst>
            </p:cNvPr>
            <p:cNvGrpSpPr>
              <a:grpSpLocks noChangeAspect="1"/>
            </p:cNvGrpSpPr>
            <p:nvPr/>
          </p:nvGrpSpPr>
          <p:grpSpPr bwMode="auto">
            <a:xfrm>
              <a:off x="3312" y="2160"/>
              <a:ext cx="960" cy="528"/>
              <a:chOff x="3312" y="2160"/>
              <a:chExt cx="960" cy="528"/>
            </a:xfrm>
          </p:grpSpPr>
          <p:sp>
            <p:nvSpPr>
              <p:cNvPr id="14" name="AutoShape 24">
                <a:extLst>
                  <a:ext uri="{FF2B5EF4-FFF2-40B4-BE49-F238E27FC236}">
                    <a16:creationId xmlns:a16="http://schemas.microsoft.com/office/drawing/2014/main" id="{D82093E1-53BC-B07A-7C9A-18F8419FEF16}"/>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5" name="Group 25">
                <a:extLst>
                  <a:ext uri="{FF2B5EF4-FFF2-40B4-BE49-F238E27FC236}">
                    <a16:creationId xmlns:a16="http://schemas.microsoft.com/office/drawing/2014/main" id="{C4A8BA6A-BE62-18B2-5E0E-66517D17B67C}"/>
                  </a:ext>
                </a:extLst>
              </p:cNvPr>
              <p:cNvGrpSpPr>
                <a:grpSpLocks noChangeAspect="1"/>
              </p:cNvGrpSpPr>
              <p:nvPr/>
            </p:nvGrpSpPr>
            <p:grpSpPr bwMode="auto">
              <a:xfrm>
                <a:off x="3488" y="2193"/>
                <a:ext cx="599" cy="207"/>
                <a:chOff x="422" y="1632"/>
                <a:chExt cx="829" cy="298"/>
              </a:xfrm>
            </p:grpSpPr>
            <p:grpSp>
              <p:nvGrpSpPr>
                <p:cNvPr id="16" name="Group 26">
                  <a:extLst>
                    <a:ext uri="{FF2B5EF4-FFF2-40B4-BE49-F238E27FC236}">
                      <a16:creationId xmlns:a16="http://schemas.microsoft.com/office/drawing/2014/main" id="{631C4994-E14D-4C79-8905-6CDE1C06FFC4}"/>
                    </a:ext>
                  </a:extLst>
                </p:cNvPr>
                <p:cNvGrpSpPr>
                  <a:grpSpLocks noChangeAspect="1"/>
                </p:cNvGrpSpPr>
                <p:nvPr/>
              </p:nvGrpSpPr>
              <p:grpSpPr bwMode="auto">
                <a:xfrm>
                  <a:off x="422" y="1632"/>
                  <a:ext cx="822" cy="291"/>
                  <a:chOff x="422" y="1632"/>
                  <a:chExt cx="822" cy="291"/>
                </a:xfrm>
              </p:grpSpPr>
              <p:sp>
                <p:nvSpPr>
                  <p:cNvPr id="26" name="Freeform 27">
                    <a:extLst>
                      <a:ext uri="{FF2B5EF4-FFF2-40B4-BE49-F238E27FC236}">
                        <a16:creationId xmlns:a16="http://schemas.microsoft.com/office/drawing/2014/main" id="{B72CA0C7-3842-31B5-A5C3-2BD2DA66DDC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7" name="Freeform 28">
                    <a:extLst>
                      <a:ext uri="{FF2B5EF4-FFF2-40B4-BE49-F238E27FC236}">
                        <a16:creationId xmlns:a16="http://schemas.microsoft.com/office/drawing/2014/main" id="{2B385304-C216-72D0-27B5-82255325C57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8" name="Freeform 29">
                    <a:extLst>
                      <a:ext uri="{FF2B5EF4-FFF2-40B4-BE49-F238E27FC236}">
                        <a16:creationId xmlns:a16="http://schemas.microsoft.com/office/drawing/2014/main" id="{644859A5-014B-D062-F976-1D4659876FD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9" name="Freeform 30">
                    <a:extLst>
                      <a:ext uri="{FF2B5EF4-FFF2-40B4-BE49-F238E27FC236}">
                        <a16:creationId xmlns:a16="http://schemas.microsoft.com/office/drawing/2014/main" id="{30955297-9293-2496-5A1D-665E5962C48D}"/>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0" name="Freeform 31">
                    <a:extLst>
                      <a:ext uri="{FF2B5EF4-FFF2-40B4-BE49-F238E27FC236}">
                        <a16:creationId xmlns:a16="http://schemas.microsoft.com/office/drawing/2014/main" id="{CA45FD37-0134-8E11-D421-53E513B279D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1" name="Freeform 32">
                    <a:extLst>
                      <a:ext uri="{FF2B5EF4-FFF2-40B4-BE49-F238E27FC236}">
                        <a16:creationId xmlns:a16="http://schemas.microsoft.com/office/drawing/2014/main" id="{96F44D29-574C-E754-9DF9-656151B4AB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2" name="Freeform 33">
                    <a:extLst>
                      <a:ext uri="{FF2B5EF4-FFF2-40B4-BE49-F238E27FC236}">
                        <a16:creationId xmlns:a16="http://schemas.microsoft.com/office/drawing/2014/main" id="{1CE6700E-019B-D981-7832-BFB43488209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3" name="Freeform 34">
                    <a:extLst>
                      <a:ext uri="{FF2B5EF4-FFF2-40B4-BE49-F238E27FC236}">
                        <a16:creationId xmlns:a16="http://schemas.microsoft.com/office/drawing/2014/main" id="{2A010FA6-E3B8-72CD-DB39-B8DCD4A2472E}"/>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7" name="Group 35">
                  <a:extLst>
                    <a:ext uri="{FF2B5EF4-FFF2-40B4-BE49-F238E27FC236}">
                      <a16:creationId xmlns:a16="http://schemas.microsoft.com/office/drawing/2014/main" id="{275FBB97-7A1A-0ED0-0AEC-8E293B7B264E}"/>
                    </a:ext>
                  </a:extLst>
                </p:cNvPr>
                <p:cNvGrpSpPr>
                  <a:grpSpLocks noChangeAspect="1"/>
                </p:cNvGrpSpPr>
                <p:nvPr/>
              </p:nvGrpSpPr>
              <p:grpSpPr bwMode="auto">
                <a:xfrm>
                  <a:off x="429" y="1639"/>
                  <a:ext cx="822" cy="291"/>
                  <a:chOff x="429" y="1639"/>
                  <a:chExt cx="822" cy="291"/>
                </a:xfrm>
              </p:grpSpPr>
              <p:sp>
                <p:nvSpPr>
                  <p:cNvPr id="18" name="Freeform 36">
                    <a:extLst>
                      <a:ext uri="{FF2B5EF4-FFF2-40B4-BE49-F238E27FC236}">
                        <a16:creationId xmlns:a16="http://schemas.microsoft.com/office/drawing/2014/main" id="{3603BB32-D199-8485-5124-0522CD0D41D4}"/>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9" name="Freeform 37">
                    <a:extLst>
                      <a:ext uri="{FF2B5EF4-FFF2-40B4-BE49-F238E27FC236}">
                        <a16:creationId xmlns:a16="http://schemas.microsoft.com/office/drawing/2014/main" id="{47991BBD-795C-D6D0-A854-E1975B40A32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0" name="Freeform 38">
                    <a:extLst>
                      <a:ext uri="{FF2B5EF4-FFF2-40B4-BE49-F238E27FC236}">
                        <a16:creationId xmlns:a16="http://schemas.microsoft.com/office/drawing/2014/main" id="{89E1D22B-D401-46CD-FF9C-292A2C62868B}"/>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 name="Freeform 39">
                    <a:extLst>
                      <a:ext uri="{FF2B5EF4-FFF2-40B4-BE49-F238E27FC236}">
                        <a16:creationId xmlns:a16="http://schemas.microsoft.com/office/drawing/2014/main" id="{405C4355-58D5-C734-5656-7772ED4B01E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2" name="Freeform 40">
                    <a:extLst>
                      <a:ext uri="{FF2B5EF4-FFF2-40B4-BE49-F238E27FC236}">
                        <a16:creationId xmlns:a16="http://schemas.microsoft.com/office/drawing/2014/main" id="{72D24D7D-B1EF-253C-DFF4-46915408526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3" name="Freeform 41">
                    <a:extLst>
                      <a:ext uri="{FF2B5EF4-FFF2-40B4-BE49-F238E27FC236}">
                        <a16:creationId xmlns:a16="http://schemas.microsoft.com/office/drawing/2014/main" id="{80844405-3E35-52AD-E5A3-D076DBFB8DF8}"/>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4" name="Freeform 42">
                    <a:extLst>
                      <a:ext uri="{FF2B5EF4-FFF2-40B4-BE49-F238E27FC236}">
                        <a16:creationId xmlns:a16="http://schemas.microsoft.com/office/drawing/2014/main" id="{3D918802-43DC-25A5-ED8A-6BB9A8FDB86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5" name="Freeform 43">
                    <a:extLst>
                      <a:ext uri="{FF2B5EF4-FFF2-40B4-BE49-F238E27FC236}">
                        <a16:creationId xmlns:a16="http://schemas.microsoft.com/office/drawing/2014/main" id="{D2E67DEB-3A2A-F775-921A-839237AB803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3" name="WordArt 44">
              <a:extLst>
                <a:ext uri="{FF2B5EF4-FFF2-40B4-BE49-F238E27FC236}">
                  <a16:creationId xmlns:a16="http://schemas.microsoft.com/office/drawing/2014/main" id="{C52D2E08-E948-AC09-3DAC-C2B50C04E99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34" name="AutoShape 54">
            <a:extLst>
              <a:ext uri="{FF2B5EF4-FFF2-40B4-BE49-F238E27FC236}">
                <a16:creationId xmlns:a16="http://schemas.microsoft.com/office/drawing/2014/main" id="{AB0AF694-8067-C502-B6AB-55D6D79D8F99}"/>
              </a:ext>
            </a:extLst>
          </p:cNvPr>
          <p:cNvSpPr>
            <a:spLocks noChangeArrowheads="1"/>
          </p:cNvSpPr>
          <p:nvPr/>
        </p:nvSpPr>
        <p:spPr bwMode="auto">
          <a:xfrm>
            <a:off x="1843302" y="2058827"/>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dirty="0">
                <a:solidFill>
                  <a:schemeClr val="bg1"/>
                </a:solidFill>
              </a:rPr>
              <a:t>0.0.0.0</a:t>
            </a:r>
          </a:p>
        </p:txBody>
      </p:sp>
      <p:sp>
        <p:nvSpPr>
          <p:cNvPr id="21580" name="AutoShape 182">
            <a:extLst>
              <a:ext uri="{FF2B5EF4-FFF2-40B4-BE49-F238E27FC236}">
                <a16:creationId xmlns:a16="http://schemas.microsoft.com/office/drawing/2014/main" id="{AAF8263B-B0B3-A65D-3DCA-6F87857E6027}"/>
              </a:ext>
            </a:extLst>
          </p:cNvPr>
          <p:cNvSpPr>
            <a:spLocks noChangeArrowheads="1"/>
          </p:cNvSpPr>
          <p:nvPr/>
        </p:nvSpPr>
        <p:spPr bwMode="auto">
          <a:xfrm>
            <a:off x="3267393"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10.0.3.1</a:t>
            </a:r>
          </a:p>
        </p:txBody>
      </p:sp>
      <p:sp>
        <p:nvSpPr>
          <p:cNvPr id="21581" name="AutoShape 183">
            <a:extLst>
              <a:ext uri="{FF2B5EF4-FFF2-40B4-BE49-F238E27FC236}">
                <a16:creationId xmlns:a16="http://schemas.microsoft.com/office/drawing/2014/main" id="{AEBCF5DC-DF62-D732-6A91-8D5C0F660489}"/>
              </a:ext>
            </a:extLst>
          </p:cNvPr>
          <p:cNvSpPr>
            <a:spLocks noChangeArrowheads="1"/>
          </p:cNvSpPr>
          <p:nvPr/>
        </p:nvSpPr>
        <p:spPr bwMode="auto">
          <a:xfrm>
            <a:off x="2932228" y="3929171"/>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10.0.3.2</a:t>
            </a:r>
          </a:p>
        </p:txBody>
      </p:sp>
      <p:sp>
        <p:nvSpPr>
          <p:cNvPr id="21582" name="AutoShape 185">
            <a:extLst>
              <a:ext uri="{FF2B5EF4-FFF2-40B4-BE49-F238E27FC236}">
                <a16:creationId xmlns:a16="http://schemas.microsoft.com/office/drawing/2014/main" id="{1DBEC42A-CBD1-19B7-F25C-8A892BC0FD97}"/>
              </a:ext>
            </a:extLst>
          </p:cNvPr>
          <p:cNvSpPr>
            <a:spLocks noChangeArrowheads="1"/>
          </p:cNvSpPr>
          <p:nvPr/>
        </p:nvSpPr>
        <p:spPr bwMode="auto">
          <a:xfrm>
            <a:off x="7809504" y="4021967"/>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dirty="0">
                <a:latin typeface="Courier New" panose="02070309020205020404" pitchFamily="49" charset="0"/>
              </a:rPr>
              <a:t>10.0.2.2</a:t>
            </a:r>
          </a:p>
        </p:txBody>
      </p:sp>
      <p:sp>
        <p:nvSpPr>
          <p:cNvPr id="21583" name="AutoShape 186">
            <a:extLst>
              <a:ext uri="{FF2B5EF4-FFF2-40B4-BE49-F238E27FC236}">
                <a16:creationId xmlns:a16="http://schemas.microsoft.com/office/drawing/2014/main" id="{90B64B42-6EB8-61B4-CE07-5514EEE6C7B2}"/>
              </a:ext>
            </a:extLst>
          </p:cNvPr>
          <p:cNvSpPr>
            <a:spLocks noChangeArrowheads="1"/>
          </p:cNvSpPr>
          <p:nvPr/>
        </p:nvSpPr>
        <p:spPr bwMode="auto">
          <a:xfrm>
            <a:off x="7621147"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10.0.1.1</a:t>
            </a:r>
          </a:p>
        </p:txBody>
      </p:sp>
      <p:sp>
        <p:nvSpPr>
          <p:cNvPr id="21584" name="AutoShape 214">
            <a:extLst>
              <a:ext uri="{FF2B5EF4-FFF2-40B4-BE49-F238E27FC236}">
                <a16:creationId xmlns:a16="http://schemas.microsoft.com/office/drawing/2014/main" id="{8A261A5F-7264-3AC9-C64E-CFA81FE95B65}"/>
              </a:ext>
            </a:extLst>
          </p:cNvPr>
          <p:cNvSpPr>
            <a:spLocks noChangeArrowheads="1"/>
          </p:cNvSpPr>
          <p:nvPr/>
        </p:nvSpPr>
        <p:spPr bwMode="auto">
          <a:xfrm>
            <a:off x="6244202" y="2468145"/>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10.0.2.3</a:t>
            </a:r>
          </a:p>
        </p:txBody>
      </p:sp>
      <p:sp>
        <p:nvSpPr>
          <p:cNvPr id="21827" name="AutoShape 298">
            <a:extLst>
              <a:ext uri="{FF2B5EF4-FFF2-40B4-BE49-F238E27FC236}">
                <a16:creationId xmlns:a16="http://schemas.microsoft.com/office/drawing/2014/main" id="{06B3DCAD-6000-B97B-E025-9E874C4ECA57}"/>
              </a:ext>
            </a:extLst>
          </p:cNvPr>
          <p:cNvSpPr>
            <a:spLocks noChangeArrowheads="1"/>
          </p:cNvSpPr>
          <p:nvPr/>
        </p:nvSpPr>
        <p:spPr bwMode="auto">
          <a:xfrm>
            <a:off x="9744874" y="4408603"/>
            <a:ext cx="2344737" cy="1696196"/>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IT" dirty="0">
                <a:latin typeface="Tahoma" panose="020B0604030504040204" pitchFamily="34" charset="0"/>
              </a:rPr>
              <a:t>note: the output of </a:t>
            </a:r>
            <a:r>
              <a:rPr lang="it-IT" altLang="en-IT" b="1" dirty="0">
                <a:latin typeface="Courier New" panose="02070309020205020404" pitchFamily="49" charset="0"/>
              </a:rPr>
              <a:t>show </a:t>
            </a:r>
            <a:r>
              <a:rPr lang="it-IT" altLang="en-IT" b="1" dirty="0" err="1">
                <a:latin typeface="Courier New" panose="02070309020205020404" pitchFamily="49" charset="0"/>
              </a:rPr>
              <a:t>ip</a:t>
            </a:r>
            <a:r>
              <a:rPr lang="it-IT" altLang="en-IT" b="1" dirty="0">
                <a:latin typeface="Courier New" panose="02070309020205020404" pitchFamily="49" charset="0"/>
              </a:rPr>
              <a:t> </a:t>
            </a:r>
            <a:r>
              <a:rPr lang="it-IT" altLang="en-IT" b="1" dirty="0" err="1">
                <a:latin typeface="Courier New" panose="02070309020205020404" pitchFamily="49" charset="0"/>
              </a:rPr>
              <a:t>ospf</a:t>
            </a:r>
            <a:r>
              <a:rPr lang="it-IT" altLang="en-IT" b="1" dirty="0">
                <a:latin typeface="Courier New" panose="02070309020205020404" pitchFamily="49" charset="0"/>
              </a:rPr>
              <a:t> database network</a:t>
            </a:r>
            <a:r>
              <a:rPr lang="it-IT" altLang="en-IT" dirty="0">
                <a:latin typeface="Tahoma" panose="020B0604030504040204" pitchFamily="34" charset="0"/>
              </a:rPr>
              <a:t> </a:t>
            </a:r>
            <a:r>
              <a:rPr lang="it-IT" altLang="en-IT" dirty="0" err="1">
                <a:latin typeface="Tahoma" panose="020B0604030504040204" pitchFamily="34" charset="0"/>
              </a:rPr>
              <a:t>has</a:t>
            </a:r>
            <a:r>
              <a:rPr lang="it-IT" altLang="en-IT" dirty="0">
                <a:latin typeface="Tahoma" panose="020B0604030504040204" pitchFamily="34" charset="0"/>
              </a:rPr>
              <a:t> </a:t>
            </a:r>
            <a:r>
              <a:rPr lang="it-IT" altLang="en-IT" dirty="0" err="1">
                <a:latin typeface="Tahoma" panose="020B0604030504040204" pitchFamily="34" charset="0"/>
              </a:rPr>
              <a:t>been</a:t>
            </a:r>
            <a:r>
              <a:rPr lang="it-IT" altLang="en-IT" dirty="0">
                <a:latin typeface="Tahoma" panose="020B0604030504040204" pitchFamily="34" charset="0"/>
              </a:rPr>
              <a:t> </a:t>
            </a:r>
            <a:r>
              <a:rPr lang="it-IT" altLang="en-IT" dirty="0" err="1">
                <a:latin typeface="Tahoma" panose="020B0604030504040204" pitchFamily="34" charset="0"/>
              </a:rPr>
              <a:t>summarized</a:t>
            </a:r>
            <a:r>
              <a:rPr lang="it-IT" altLang="en-IT" sz="2000" dirty="0">
                <a:latin typeface="Tahoma" panose="020B0604030504040204" pitchFamily="34" charset="0"/>
              </a:rPr>
              <a:t> </a:t>
            </a:r>
          </a:p>
        </p:txBody>
      </p:sp>
      <p:sp>
        <p:nvSpPr>
          <p:cNvPr id="21589" name="Line 201">
            <a:extLst>
              <a:ext uri="{FF2B5EF4-FFF2-40B4-BE49-F238E27FC236}">
                <a16:creationId xmlns:a16="http://schemas.microsoft.com/office/drawing/2014/main" id="{72B10056-8AFD-7A9A-262C-FB1C9781379F}"/>
              </a:ext>
            </a:extLst>
          </p:cNvPr>
          <p:cNvSpPr>
            <a:spLocks noChangeShapeType="1"/>
          </p:cNvSpPr>
          <p:nvPr/>
        </p:nvSpPr>
        <p:spPr bwMode="auto">
          <a:xfrm flipH="1">
            <a:off x="8216844" y="1765331"/>
            <a:ext cx="3175" cy="11430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588" name="Line 197">
            <a:extLst>
              <a:ext uri="{FF2B5EF4-FFF2-40B4-BE49-F238E27FC236}">
                <a16:creationId xmlns:a16="http://schemas.microsoft.com/office/drawing/2014/main" id="{449D53C1-F8EF-C52B-A39F-B223655F8E72}"/>
              </a:ext>
            </a:extLst>
          </p:cNvPr>
          <p:cNvSpPr>
            <a:spLocks noChangeShapeType="1"/>
          </p:cNvSpPr>
          <p:nvPr/>
        </p:nvSpPr>
        <p:spPr bwMode="auto">
          <a:xfrm>
            <a:off x="6009838" y="1872275"/>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8" name="Group 93">
            <a:extLst>
              <a:ext uri="{FF2B5EF4-FFF2-40B4-BE49-F238E27FC236}">
                <a16:creationId xmlns:a16="http://schemas.microsoft.com/office/drawing/2014/main" id="{418C1B97-D8F4-D705-C260-5C64127E9C88}"/>
              </a:ext>
            </a:extLst>
          </p:cNvPr>
          <p:cNvGrpSpPr>
            <a:grpSpLocks noChangeAspect="1"/>
          </p:cNvGrpSpPr>
          <p:nvPr/>
        </p:nvGrpSpPr>
        <p:grpSpPr bwMode="auto">
          <a:xfrm>
            <a:off x="7779897" y="1642040"/>
            <a:ext cx="723900" cy="460375"/>
            <a:chOff x="3312" y="2160"/>
            <a:chExt cx="960" cy="528"/>
          </a:xfrm>
        </p:grpSpPr>
        <p:grpSp>
          <p:nvGrpSpPr>
            <p:cNvPr id="59" name="Group 94">
              <a:extLst>
                <a:ext uri="{FF2B5EF4-FFF2-40B4-BE49-F238E27FC236}">
                  <a16:creationId xmlns:a16="http://schemas.microsoft.com/office/drawing/2014/main" id="{773BB94F-2D19-0B3D-B264-4DE8BB6AA61C}"/>
                </a:ext>
              </a:extLst>
            </p:cNvPr>
            <p:cNvGrpSpPr>
              <a:grpSpLocks noChangeAspect="1"/>
            </p:cNvGrpSpPr>
            <p:nvPr/>
          </p:nvGrpSpPr>
          <p:grpSpPr bwMode="auto">
            <a:xfrm>
              <a:off x="3312" y="2160"/>
              <a:ext cx="960" cy="528"/>
              <a:chOff x="3312" y="2160"/>
              <a:chExt cx="960" cy="528"/>
            </a:xfrm>
          </p:grpSpPr>
          <p:sp>
            <p:nvSpPr>
              <p:cNvPr id="61" name="AutoShape 95">
                <a:extLst>
                  <a:ext uri="{FF2B5EF4-FFF2-40B4-BE49-F238E27FC236}">
                    <a16:creationId xmlns:a16="http://schemas.microsoft.com/office/drawing/2014/main" id="{BF7FCB6B-9D8E-D555-9EC8-1BF8A8AB0B3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2" name="Group 96">
                <a:extLst>
                  <a:ext uri="{FF2B5EF4-FFF2-40B4-BE49-F238E27FC236}">
                    <a16:creationId xmlns:a16="http://schemas.microsoft.com/office/drawing/2014/main" id="{8B791A72-F763-FF26-E734-F9F0707F14FA}"/>
                  </a:ext>
                </a:extLst>
              </p:cNvPr>
              <p:cNvGrpSpPr>
                <a:grpSpLocks noChangeAspect="1"/>
              </p:cNvGrpSpPr>
              <p:nvPr/>
            </p:nvGrpSpPr>
            <p:grpSpPr bwMode="auto">
              <a:xfrm>
                <a:off x="3488" y="2193"/>
                <a:ext cx="599" cy="207"/>
                <a:chOff x="422" y="1632"/>
                <a:chExt cx="829" cy="298"/>
              </a:xfrm>
            </p:grpSpPr>
            <p:grpSp>
              <p:nvGrpSpPr>
                <p:cNvPr id="63" name="Group 97">
                  <a:extLst>
                    <a:ext uri="{FF2B5EF4-FFF2-40B4-BE49-F238E27FC236}">
                      <a16:creationId xmlns:a16="http://schemas.microsoft.com/office/drawing/2014/main" id="{B6288C28-7F15-3D8C-936C-BFD3F0022838}"/>
                    </a:ext>
                  </a:extLst>
                </p:cNvPr>
                <p:cNvGrpSpPr>
                  <a:grpSpLocks noChangeAspect="1"/>
                </p:cNvGrpSpPr>
                <p:nvPr/>
              </p:nvGrpSpPr>
              <p:grpSpPr bwMode="auto">
                <a:xfrm>
                  <a:off x="422" y="1632"/>
                  <a:ext cx="822" cy="291"/>
                  <a:chOff x="422" y="1632"/>
                  <a:chExt cx="822" cy="291"/>
                </a:xfrm>
              </p:grpSpPr>
              <p:sp>
                <p:nvSpPr>
                  <p:cNvPr id="21515" name="Freeform 98">
                    <a:extLst>
                      <a:ext uri="{FF2B5EF4-FFF2-40B4-BE49-F238E27FC236}">
                        <a16:creationId xmlns:a16="http://schemas.microsoft.com/office/drawing/2014/main" id="{37D07775-7ED6-2004-885C-68F583E5EB6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6" name="Freeform 99">
                    <a:extLst>
                      <a:ext uri="{FF2B5EF4-FFF2-40B4-BE49-F238E27FC236}">
                        <a16:creationId xmlns:a16="http://schemas.microsoft.com/office/drawing/2014/main" id="{2E0C03AE-6095-6348-C337-0B867ECCD8F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7" name="Freeform 100">
                    <a:extLst>
                      <a:ext uri="{FF2B5EF4-FFF2-40B4-BE49-F238E27FC236}">
                        <a16:creationId xmlns:a16="http://schemas.microsoft.com/office/drawing/2014/main" id="{6E9CC569-39AD-3E69-C74D-05A952DBCE9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8" name="Freeform 101">
                    <a:extLst>
                      <a:ext uri="{FF2B5EF4-FFF2-40B4-BE49-F238E27FC236}">
                        <a16:creationId xmlns:a16="http://schemas.microsoft.com/office/drawing/2014/main" id="{EA24AFB0-C412-7E33-8487-62E6D51C91A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9" name="Freeform 102">
                    <a:extLst>
                      <a:ext uri="{FF2B5EF4-FFF2-40B4-BE49-F238E27FC236}">
                        <a16:creationId xmlns:a16="http://schemas.microsoft.com/office/drawing/2014/main" id="{C184E451-A74A-D09E-7A07-7737C251948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0" name="Freeform 103">
                    <a:extLst>
                      <a:ext uri="{FF2B5EF4-FFF2-40B4-BE49-F238E27FC236}">
                        <a16:creationId xmlns:a16="http://schemas.microsoft.com/office/drawing/2014/main" id="{6B5618F2-175F-7C92-CA74-E7BF17B2C04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1" name="Freeform 104">
                    <a:extLst>
                      <a:ext uri="{FF2B5EF4-FFF2-40B4-BE49-F238E27FC236}">
                        <a16:creationId xmlns:a16="http://schemas.microsoft.com/office/drawing/2014/main" id="{FA90C331-835F-AFAB-EF04-09ACB29330D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2" name="Freeform 105">
                    <a:extLst>
                      <a:ext uri="{FF2B5EF4-FFF2-40B4-BE49-F238E27FC236}">
                        <a16:creationId xmlns:a16="http://schemas.microsoft.com/office/drawing/2014/main" id="{273104CB-BE03-B839-DBFE-64EC0172095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04" name="Group 106">
                  <a:extLst>
                    <a:ext uri="{FF2B5EF4-FFF2-40B4-BE49-F238E27FC236}">
                      <a16:creationId xmlns:a16="http://schemas.microsoft.com/office/drawing/2014/main" id="{810CC237-2CCA-EF5E-26D8-930609FA46B0}"/>
                    </a:ext>
                  </a:extLst>
                </p:cNvPr>
                <p:cNvGrpSpPr>
                  <a:grpSpLocks noChangeAspect="1"/>
                </p:cNvGrpSpPr>
                <p:nvPr/>
              </p:nvGrpSpPr>
              <p:grpSpPr bwMode="auto">
                <a:xfrm>
                  <a:off x="429" y="1639"/>
                  <a:ext cx="822" cy="291"/>
                  <a:chOff x="429" y="1639"/>
                  <a:chExt cx="822" cy="291"/>
                </a:xfrm>
              </p:grpSpPr>
              <p:sp>
                <p:nvSpPr>
                  <p:cNvPr id="21505" name="Freeform 107">
                    <a:extLst>
                      <a:ext uri="{FF2B5EF4-FFF2-40B4-BE49-F238E27FC236}">
                        <a16:creationId xmlns:a16="http://schemas.microsoft.com/office/drawing/2014/main" id="{0BB9777F-E3DB-3CA0-F9EB-9DE751211E2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6" name="Freeform 108">
                    <a:extLst>
                      <a:ext uri="{FF2B5EF4-FFF2-40B4-BE49-F238E27FC236}">
                        <a16:creationId xmlns:a16="http://schemas.microsoft.com/office/drawing/2014/main" id="{5C3DC2A5-96BA-0DB1-9349-E91C5F06EC1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7" name="Freeform 109">
                    <a:extLst>
                      <a:ext uri="{FF2B5EF4-FFF2-40B4-BE49-F238E27FC236}">
                        <a16:creationId xmlns:a16="http://schemas.microsoft.com/office/drawing/2014/main" id="{798A53BD-E197-4DA8-4F9D-4ABF50A3F36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0" name="Freeform 110">
                    <a:extLst>
                      <a:ext uri="{FF2B5EF4-FFF2-40B4-BE49-F238E27FC236}">
                        <a16:creationId xmlns:a16="http://schemas.microsoft.com/office/drawing/2014/main" id="{A47C46BB-DDBE-A3FF-7A9C-00038106449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1" name="Freeform 111">
                    <a:extLst>
                      <a:ext uri="{FF2B5EF4-FFF2-40B4-BE49-F238E27FC236}">
                        <a16:creationId xmlns:a16="http://schemas.microsoft.com/office/drawing/2014/main" id="{D7B73FD7-F0ED-BAF3-97A0-3A681B1CC88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2" name="Freeform 112">
                    <a:extLst>
                      <a:ext uri="{FF2B5EF4-FFF2-40B4-BE49-F238E27FC236}">
                        <a16:creationId xmlns:a16="http://schemas.microsoft.com/office/drawing/2014/main" id="{3183CA20-7AAE-251D-E72C-F581278880C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3" name="Freeform 113">
                    <a:extLst>
                      <a:ext uri="{FF2B5EF4-FFF2-40B4-BE49-F238E27FC236}">
                        <a16:creationId xmlns:a16="http://schemas.microsoft.com/office/drawing/2014/main" id="{DAD73475-3982-9DB2-45FA-E323CD278A3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4" name="Freeform 114">
                    <a:extLst>
                      <a:ext uri="{FF2B5EF4-FFF2-40B4-BE49-F238E27FC236}">
                        <a16:creationId xmlns:a16="http://schemas.microsoft.com/office/drawing/2014/main" id="{ABF7D543-8176-62CC-BC18-7D36427B740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 name="WordArt 115">
              <a:extLst>
                <a:ext uri="{FF2B5EF4-FFF2-40B4-BE49-F238E27FC236}">
                  <a16:creationId xmlns:a16="http://schemas.microsoft.com/office/drawing/2014/main" id="{DD9E5CCF-F95B-E060-47A2-93478C90550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21590" name="Group 198">
            <a:extLst>
              <a:ext uri="{FF2B5EF4-FFF2-40B4-BE49-F238E27FC236}">
                <a16:creationId xmlns:a16="http://schemas.microsoft.com/office/drawing/2014/main" id="{FD4942BF-5831-3E83-8593-914545B5295D}"/>
              </a:ext>
            </a:extLst>
          </p:cNvPr>
          <p:cNvGrpSpPr>
            <a:grpSpLocks/>
          </p:cNvGrpSpPr>
          <p:nvPr/>
        </p:nvGrpSpPr>
        <p:grpSpPr bwMode="auto">
          <a:xfrm>
            <a:off x="7320136" y="1721123"/>
            <a:ext cx="406400" cy="339725"/>
            <a:chOff x="144" y="3264"/>
            <a:chExt cx="288" cy="240"/>
          </a:xfrm>
        </p:grpSpPr>
        <p:sp>
          <p:nvSpPr>
            <p:cNvPr id="21591" name="Rectangle 199">
              <a:extLst>
                <a:ext uri="{FF2B5EF4-FFF2-40B4-BE49-F238E27FC236}">
                  <a16:creationId xmlns:a16="http://schemas.microsoft.com/office/drawing/2014/main" id="{05840C22-F64F-C1D3-1F36-C620AAD95668}"/>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2" name="Rectangle 200">
              <a:extLst>
                <a:ext uri="{FF2B5EF4-FFF2-40B4-BE49-F238E27FC236}">
                  <a16:creationId xmlns:a16="http://schemas.microsoft.com/office/drawing/2014/main" id="{0C5E50D8-DB18-3D75-D7CA-57A6E81BAFFA}"/>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sp>
        <p:nvSpPr>
          <p:cNvPr id="21585" name="Line 195">
            <a:extLst>
              <a:ext uri="{FF2B5EF4-FFF2-40B4-BE49-F238E27FC236}">
                <a16:creationId xmlns:a16="http://schemas.microsoft.com/office/drawing/2014/main" id="{4449EBA2-8782-2520-EC40-6696A37567B2}"/>
              </a:ext>
            </a:extLst>
          </p:cNvPr>
          <p:cNvSpPr>
            <a:spLocks noChangeShapeType="1"/>
          </p:cNvSpPr>
          <p:nvPr/>
        </p:nvSpPr>
        <p:spPr bwMode="auto">
          <a:xfrm flipH="1">
            <a:off x="8210913" y="2734459"/>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2" name="Line 196">
            <a:extLst>
              <a:ext uri="{FF2B5EF4-FFF2-40B4-BE49-F238E27FC236}">
                <a16:creationId xmlns:a16="http://schemas.microsoft.com/office/drawing/2014/main" id="{8092240D-2054-67E8-81AD-129EEEB07CB2}"/>
              </a:ext>
            </a:extLst>
          </p:cNvPr>
          <p:cNvSpPr>
            <a:spLocks noChangeShapeType="1"/>
          </p:cNvSpPr>
          <p:nvPr/>
        </p:nvSpPr>
        <p:spPr bwMode="auto">
          <a:xfrm>
            <a:off x="5854061" y="3740691"/>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869" name="Oval 52">
            <a:extLst>
              <a:ext uri="{FF2B5EF4-FFF2-40B4-BE49-F238E27FC236}">
                <a16:creationId xmlns:a16="http://schemas.microsoft.com/office/drawing/2014/main" id="{73544B8B-DAD4-372F-26F7-2EC5B2E58FC1}"/>
              </a:ext>
            </a:extLst>
          </p:cNvPr>
          <p:cNvSpPr>
            <a:spLocks noChangeArrowheads="1"/>
          </p:cNvSpPr>
          <p:nvPr/>
        </p:nvSpPr>
        <p:spPr bwMode="auto">
          <a:xfrm flipH="1">
            <a:off x="8063269" y="262900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B</a:t>
            </a:r>
          </a:p>
        </p:txBody>
      </p:sp>
      <p:grpSp>
        <p:nvGrpSpPr>
          <p:cNvPr id="21523" name="Group 122">
            <a:extLst>
              <a:ext uri="{FF2B5EF4-FFF2-40B4-BE49-F238E27FC236}">
                <a16:creationId xmlns:a16="http://schemas.microsoft.com/office/drawing/2014/main" id="{8C636A99-E792-051D-4CC7-0AF4C69A759D}"/>
              </a:ext>
            </a:extLst>
          </p:cNvPr>
          <p:cNvGrpSpPr>
            <a:grpSpLocks noChangeAspect="1"/>
          </p:cNvGrpSpPr>
          <p:nvPr/>
        </p:nvGrpSpPr>
        <p:grpSpPr bwMode="auto">
          <a:xfrm>
            <a:off x="7968254" y="3531430"/>
            <a:ext cx="723900" cy="460375"/>
            <a:chOff x="3312" y="2160"/>
            <a:chExt cx="960" cy="528"/>
          </a:xfrm>
        </p:grpSpPr>
        <p:grpSp>
          <p:nvGrpSpPr>
            <p:cNvPr id="21524" name="Group 123">
              <a:extLst>
                <a:ext uri="{FF2B5EF4-FFF2-40B4-BE49-F238E27FC236}">
                  <a16:creationId xmlns:a16="http://schemas.microsoft.com/office/drawing/2014/main" id="{6B2A8C9A-1810-3936-4A72-CC7C1AD43C13}"/>
                </a:ext>
              </a:extLst>
            </p:cNvPr>
            <p:cNvGrpSpPr>
              <a:grpSpLocks noChangeAspect="1"/>
            </p:cNvGrpSpPr>
            <p:nvPr/>
          </p:nvGrpSpPr>
          <p:grpSpPr bwMode="auto">
            <a:xfrm>
              <a:off x="3312" y="2160"/>
              <a:ext cx="960" cy="528"/>
              <a:chOff x="3312" y="2160"/>
              <a:chExt cx="960" cy="528"/>
            </a:xfrm>
          </p:grpSpPr>
          <p:sp>
            <p:nvSpPr>
              <p:cNvPr id="21526" name="AutoShape 124">
                <a:extLst>
                  <a:ext uri="{FF2B5EF4-FFF2-40B4-BE49-F238E27FC236}">
                    <a16:creationId xmlns:a16="http://schemas.microsoft.com/office/drawing/2014/main" id="{485FEFB7-4F10-7F12-D27E-E08FEF3E737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27" name="Group 125">
                <a:extLst>
                  <a:ext uri="{FF2B5EF4-FFF2-40B4-BE49-F238E27FC236}">
                    <a16:creationId xmlns:a16="http://schemas.microsoft.com/office/drawing/2014/main" id="{BADADAA0-AF61-58FC-0E21-7ACDE28310D3}"/>
                  </a:ext>
                </a:extLst>
              </p:cNvPr>
              <p:cNvGrpSpPr>
                <a:grpSpLocks noChangeAspect="1"/>
              </p:cNvGrpSpPr>
              <p:nvPr/>
            </p:nvGrpSpPr>
            <p:grpSpPr bwMode="auto">
              <a:xfrm>
                <a:off x="3488" y="2193"/>
                <a:ext cx="599" cy="207"/>
                <a:chOff x="422" y="1632"/>
                <a:chExt cx="829" cy="298"/>
              </a:xfrm>
            </p:grpSpPr>
            <p:grpSp>
              <p:nvGrpSpPr>
                <p:cNvPr id="21528" name="Group 126">
                  <a:extLst>
                    <a:ext uri="{FF2B5EF4-FFF2-40B4-BE49-F238E27FC236}">
                      <a16:creationId xmlns:a16="http://schemas.microsoft.com/office/drawing/2014/main" id="{0086B9F0-CA06-8816-E8F2-F95291859CBC}"/>
                    </a:ext>
                  </a:extLst>
                </p:cNvPr>
                <p:cNvGrpSpPr>
                  <a:grpSpLocks noChangeAspect="1"/>
                </p:cNvGrpSpPr>
                <p:nvPr/>
              </p:nvGrpSpPr>
              <p:grpSpPr bwMode="auto">
                <a:xfrm>
                  <a:off x="422" y="1632"/>
                  <a:ext cx="822" cy="291"/>
                  <a:chOff x="422" y="1632"/>
                  <a:chExt cx="822" cy="291"/>
                </a:xfrm>
              </p:grpSpPr>
              <p:sp>
                <p:nvSpPr>
                  <p:cNvPr id="21549" name="Freeform 127">
                    <a:extLst>
                      <a:ext uri="{FF2B5EF4-FFF2-40B4-BE49-F238E27FC236}">
                        <a16:creationId xmlns:a16="http://schemas.microsoft.com/office/drawing/2014/main" id="{6521B9FF-899C-8769-E22C-BEA45397B1D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0" name="Freeform 128">
                    <a:extLst>
                      <a:ext uri="{FF2B5EF4-FFF2-40B4-BE49-F238E27FC236}">
                        <a16:creationId xmlns:a16="http://schemas.microsoft.com/office/drawing/2014/main" id="{498179DD-C74C-4C22-4377-D8410F7C05A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1" name="Freeform 129">
                    <a:extLst>
                      <a:ext uri="{FF2B5EF4-FFF2-40B4-BE49-F238E27FC236}">
                        <a16:creationId xmlns:a16="http://schemas.microsoft.com/office/drawing/2014/main" id="{B3BC125B-F789-6C8B-0D07-F3B2CA79E0F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2" name="Freeform 130">
                    <a:extLst>
                      <a:ext uri="{FF2B5EF4-FFF2-40B4-BE49-F238E27FC236}">
                        <a16:creationId xmlns:a16="http://schemas.microsoft.com/office/drawing/2014/main" id="{4AF925B7-84CA-9B17-BF3C-CECB5E74AE2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3" name="Freeform 131">
                    <a:extLst>
                      <a:ext uri="{FF2B5EF4-FFF2-40B4-BE49-F238E27FC236}">
                        <a16:creationId xmlns:a16="http://schemas.microsoft.com/office/drawing/2014/main" id="{B5CEF5C4-F4A2-2E38-B684-0B930256678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4" name="Freeform 132">
                    <a:extLst>
                      <a:ext uri="{FF2B5EF4-FFF2-40B4-BE49-F238E27FC236}">
                        <a16:creationId xmlns:a16="http://schemas.microsoft.com/office/drawing/2014/main" id="{EC9DD298-3ABA-DFCA-5F8A-02BCFFD48FB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5" name="Freeform 133">
                    <a:extLst>
                      <a:ext uri="{FF2B5EF4-FFF2-40B4-BE49-F238E27FC236}">
                        <a16:creationId xmlns:a16="http://schemas.microsoft.com/office/drawing/2014/main" id="{CE8BAA5D-E48C-F02D-17EB-723E70C0DE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6" name="Freeform 134">
                    <a:extLst>
                      <a:ext uri="{FF2B5EF4-FFF2-40B4-BE49-F238E27FC236}">
                        <a16:creationId xmlns:a16="http://schemas.microsoft.com/office/drawing/2014/main" id="{CFFE74F0-C6EC-DF34-0629-304012756C2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29" name="Group 135">
                  <a:extLst>
                    <a:ext uri="{FF2B5EF4-FFF2-40B4-BE49-F238E27FC236}">
                      <a16:creationId xmlns:a16="http://schemas.microsoft.com/office/drawing/2014/main" id="{57E28F75-7D1B-2B71-94B0-180C572B24C8}"/>
                    </a:ext>
                  </a:extLst>
                </p:cNvPr>
                <p:cNvGrpSpPr>
                  <a:grpSpLocks noChangeAspect="1"/>
                </p:cNvGrpSpPr>
                <p:nvPr/>
              </p:nvGrpSpPr>
              <p:grpSpPr bwMode="auto">
                <a:xfrm>
                  <a:off x="429" y="1639"/>
                  <a:ext cx="822" cy="291"/>
                  <a:chOff x="429" y="1639"/>
                  <a:chExt cx="822" cy="291"/>
                </a:xfrm>
              </p:grpSpPr>
              <p:sp>
                <p:nvSpPr>
                  <p:cNvPr id="21530" name="Freeform 136">
                    <a:extLst>
                      <a:ext uri="{FF2B5EF4-FFF2-40B4-BE49-F238E27FC236}">
                        <a16:creationId xmlns:a16="http://schemas.microsoft.com/office/drawing/2014/main" id="{CA7B053B-50DE-5A57-4E1C-6249BA1316E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1" name="Freeform 137">
                    <a:extLst>
                      <a:ext uri="{FF2B5EF4-FFF2-40B4-BE49-F238E27FC236}">
                        <a16:creationId xmlns:a16="http://schemas.microsoft.com/office/drawing/2014/main" id="{9CE7DBCA-0A4F-AB3F-53E9-CC831C02272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2" name="Freeform 138">
                    <a:extLst>
                      <a:ext uri="{FF2B5EF4-FFF2-40B4-BE49-F238E27FC236}">
                        <a16:creationId xmlns:a16="http://schemas.microsoft.com/office/drawing/2014/main" id="{77DA2937-3DC6-B2AB-062A-61183C0FDA5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3" name="Freeform 139">
                    <a:extLst>
                      <a:ext uri="{FF2B5EF4-FFF2-40B4-BE49-F238E27FC236}">
                        <a16:creationId xmlns:a16="http://schemas.microsoft.com/office/drawing/2014/main" id="{71799DF2-77A1-BBAB-6218-F43FBB08CAB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4" name="Freeform 140">
                    <a:extLst>
                      <a:ext uri="{FF2B5EF4-FFF2-40B4-BE49-F238E27FC236}">
                        <a16:creationId xmlns:a16="http://schemas.microsoft.com/office/drawing/2014/main" id="{267A88ED-03FD-4C0F-33EE-099D205168E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5" name="Freeform 141">
                    <a:extLst>
                      <a:ext uri="{FF2B5EF4-FFF2-40B4-BE49-F238E27FC236}">
                        <a16:creationId xmlns:a16="http://schemas.microsoft.com/office/drawing/2014/main" id="{0664CE1E-0004-20FE-0649-9CA58659392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6" name="Freeform 142">
                    <a:extLst>
                      <a:ext uri="{FF2B5EF4-FFF2-40B4-BE49-F238E27FC236}">
                        <a16:creationId xmlns:a16="http://schemas.microsoft.com/office/drawing/2014/main" id="{F56B102D-508A-B70F-7E3A-330CEC806E4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48" name="Freeform 143">
                    <a:extLst>
                      <a:ext uri="{FF2B5EF4-FFF2-40B4-BE49-F238E27FC236}">
                        <a16:creationId xmlns:a16="http://schemas.microsoft.com/office/drawing/2014/main" id="{57CA6746-97D8-C254-2DB2-99643D44639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25" name="WordArt 144">
              <a:extLst>
                <a:ext uri="{FF2B5EF4-FFF2-40B4-BE49-F238E27FC236}">
                  <a16:creationId xmlns:a16="http://schemas.microsoft.com/office/drawing/2014/main" id="{2EE5B74D-0221-342D-C512-737EA1F8274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grpSp>
        <p:nvGrpSpPr>
          <p:cNvPr id="21586" name="Group 69">
            <a:extLst>
              <a:ext uri="{FF2B5EF4-FFF2-40B4-BE49-F238E27FC236}">
                <a16:creationId xmlns:a16="http://schemas.microsoft.com/office/drawing/2014/main" id="{80D8309C-8E9C-A6AB-2AF1-ADF5045BACA9}"/>
              </a:ext>
            </a:extLst>
          </p:cNvPr>
          <p:cNvGrpSpPr>
            <a:grpSpLocks/>
          </p:cNvGrpSpPr>
          <p:nvPr/>
        </p:nvGrpSpPr>
        <p:grpSpPr bwMode="auto">
          <a:xfrm>
            <a:off x="8011945" y="3118209"/>
            <a:ext cx="406400" cy="339725"/>
            <a:chOff x="144" y="3264"/>
            <a:chExt cx="288" cy="240"/>
          </a:xfrm>
        </p:grpSpPr>
        <p:sp>
          <p:nvSpPr>
            <p:cNvPr id="21587" name="Rectangle 70">
              <a:extLst>
                <a:ext uri="{FF2B5EF4-FFF2-40B4-BE49-F238E27FC236}">
                  <a16:creationId xmlns:a16="http://schemas.microsoft.com/office/drawing/2014/main" id="{E3F70A63-A08C-E7B0-67CC-2E19C3B092E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6" name="Rectangle 71">
              <a:extLst>
                <a:ext uri="{FF2B5EF4-FFF2-40B4-BE49-F238E27FC236}">
                  <a16:creationId xmlns:a16="http://schemas.microsoft.com/office/drawing/2014/main" id="{B1BEBED3-E199-3B15-134F-AA837DCEF14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21597" name="Group 66">
            <a:extLst>
              <a:ext uri="{FF2B5EF4-FFF2-40B4-BE49-F238E27FC236}">
                <a16:creationId xmlns:a16="http://schemas.microsoft.com/office/drawing/2014/main" id="{FC75C2EC-8F4F-434F-44A7-5013FB6A6100}"/>
              </a:ext>
            </a:extLst>
          </p:cNvPr>
          <p:cNvGrpSpPr>
            <a:grpSpLocks/>
          </p:cNvGrpSpPr>
          <p:nvPr/>
        </p:nvGrpSpPr>
        <p:grpSpPr bwMode="auto">
          <a:xfrm>
            <a:off x="7472755" y="3586104"/>
            <a:ext cx="406400" cy="339725"/>
            <a:chOff x="144" y="3264"/>
            <a:chExt cx="288" cy="240"/>
          </a:xfrm>
        </p:grpSpPr>
        <p:sp>
          <p:nvSpPr>
            <p:cNvPr id="21598" name="Rectangle 67">
              <a:extLst>
                <a:ext uri="{FF2B5EF4-FFF2-40B4-BE49-F238E27FC236}">
                  <a16:creationId xmlns:a16="http://schemas.microsoft.com/office/drawing/2014/main" id="{B8296CD7-3D41-8457-4B5D-42FDD0A0C95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21599" name="Rectangle 68">
              <a:extLst>
                <a:ext uri="{FF2B5EF4-FFF2-40B4-BE49-F238E27FC236}">
                  <a16:creationId xmlns:a16="http://schemas.microsoft.com/office/drawing/2014/main" id="{7FF59BF8-F584-D35C-81E6-6ED974075383}"/>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pic>
        <p:nvPicPr>
          <p:cNvPr id="21600" name="Picture 224" descr="MC900434713[1]">
            <a:extLst>
              <a:ext uri="{FF2B5EF4-FFF2-40B4-BE49-F238E27FC236}">
                <a16:creationId xmlns:a16="http://schemas.microsoft.com/office/drawing/2014/main" id="{397505CB-821C-D7DB-2E2D-7E1A55CD49B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75831" y="2858801"/>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26" name="Line 201">
            <a:extLst>
              <a:ext uri="{FF2B5EF4-FFF2-40B4-BE49-F238E27FC236}">
                <a16:creationId xmlns:a16="http://schemas.microsoft.com/office/drawing/2014/main" id="{E5607226-DF31-C7B9-991C-22535CAD12ED}"/>
              </a:ext>
            </a:extLst>
          </p:cNvPr>
          <p:cNvSpPr>
            <a:spLocks noChangeShapeType="1"/>
          </p:cNvSpPr>
          <p:nvPr/>
        </p:nvSpPr>
        <p:spPr bwMode="auto">
          <a:xfrm flipH="1">
            <a:off x="5864070" y="1791006"/>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27" name="Line 201">
            <a:extLst>
              <a:ext uri="{FF2B5EF4-FFF2-40B4-BE49-F238E27FC236}">
                <a16:creationId xmlns:a16="http://schemas.microsoft.com/office/drawing/2014/main" id="{10E85AED-63EF-9FD6-4D1A-7AF0B7C1C291}"/>
              </a:ext>
            </a:extLst>
          </p:cNvPr>
          <p:cNvSpPr>
            <a:spLocks noChangeShapeType="1"/>
          </p:cNvSpPr>
          <p:nvPr/>
        </p:nvSpPr>
        <p:spPr bwMode="auto">
          <a:xfrm flipH="1">
            <a:off x="5864070" y="3099721"/>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8" name="Line 197">
            <a:extLst>
              <a:ext uri="{FF2B5EF4-FFF2-40B4-BE49-F238E27FC236}">
                <a16:creationId xmlns:a16="http://schemas.microsoft.com/office/drawing/2014/main" id="{E7AA2CA8-0A2C-17A6-6D0E-881780AA9938}"/>
              </a:ext>
            </a:extLst>
          </p:cNvPr>
          <p:cNvSpPr>
            <a:spLocks noChangeShapeType="1"/>
          </p:cNvSpPr>
          <p:nvPr/>
        </p:nvSpPr>
        <p:spPr bwMode="auto">
          <a:xfrm>
            <a:off x="3765047" y="1886242"/>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1" name="Oval 57">
            <a:extLst>
              <a:ext uri="{FF2B5EF4-FFF2-40B4-BE49-F238E27FC236}">
                <a16:creationId xmlns:a16="http://schemas.microsoft.com/office/drawing/2014/main" id="{CE8B9B63-2323-A33C-9694-30482B8E75D5}"/>
              </a:ext>
            </a:extLst>
          </p:cNvPr>
          <p:cNvSpPr>
            <a:spLocks noChangeArrowheads="1"/>
          </p:cNvSpPr>
          <p:nvPr/>
        </p:nvSpPr>
        <p:spPr bwMode="auto">
          <a:xfrm flipH="1">
            <a:off x="5707907" y="171297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A</a:t>
            </a:r>
          </a:p>
        </p:txBody>
      </p:sp>
      <p:sp>
        <p:nvSpPr>
          <p:cNvPr id="21619" name="Line 201">
            <a:extLst>
              <a:ext uri="{FF2B5EF4-FFF2-40B4-BE49-F238E27FC236}">
                <a16:creationId xmlns:a16="http://schemas.microsoft.com/office/drawing/2014/main" id="{90B1BA70-6BCA-0E1F-441A-33026978051D}"/>
              </a:ext>
            </a:extLst>
          </p:cNvPr>
          <p:cNvSpPr>
            <a:spLocks noChangeShapeType="1"/>
          </p:cNvSpPr>
          <p:nvPr/>
        </p:nvSpPr>
        <p:spPr bwMode="auto">
          <a:xfrm flipH="1">
            <a:off x="3809007" y="1862278"/>
            <a:ext cx="0" cy="91577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35" name="Group 58">
            <a:extLst>
              <a:ext uri="{FF2B5EF4-FFF2-40B4-BE49-F238E27FC236}">
                <a16:creationId xmlns:a16="http://schemas.microsoft.com/office/drawing/2014/main" id="{E59B77AC-6891-3FC2-54D5-5DC0F4CA30D2}"/>
              </a:ext>
            </a:extLst>
          </p:cNvPr>
          <p:cNvGrpSpPr>
            <a:grpSpLocks noChangeAspect="1"/>
          </p:cNvGrpSpPr>
          <p:nvPr/>
        </p:nvGrpSpPr>
        <p:grpSpPr bwMode="auto">
          <a:xfrm>
            <a:off x="3418205" y="1642040"/>
            <a:ext cx="723900" cy="460375"/>
            <a:chOff x="3312" y="2160"/>
            <a:chExt cx="960" cy="528"/>
          </a:xfrm>
        </p:grpSpPr>
        <p:grpSp>
          <p:nvGrpSpPr>
            <p:cNvPr id="36" name="Group 59">
              <a:extLst>
                <a:ext uri="{FF2B5EF4-FFF2-40B4-BE49-F238E27FC236}">
                  <a16:creationId xmlns:a16="http://schemas.microsoft.com/office/drawing/2014/main" id="{358B3B2D-E8BA-1E94-14AE-B007D2DA2B53}"/>
                </a:ext>
              </a:extLst>
            </p:cNvPr>
            <p:cNvGrpSpPr>
              <a:grpSpLocks noChangeAspect="1"/>
            </p:cNvGrpSpPr>
            <p:nvPr/>
          </p:nvGrpSpPr>
          <p:grpSpPr bwMode="auto">
            <a:xfrm>
              <a:off x="3312" y="2160"/>
              <a:ext cx="960" cy="528"/>
              <a:chOff x="3312" y="2160"/>
              <a:chExt cx="960" cy="528"/>
            </a:xfrm>
          </p:grpSpPr>
          <p:sp>
            <p:nvSpPr>
              <p:cNvPr id="38" name="AutoShape 60">
                <a:extLst>
                  <a:ext uri="{FF2B5EF4-FFF2-40B4-BE49-F238E27FC236}">
                    <a16:creationId xmlns:a16="http://schemas.microsoft.com/office/drawing/2014/main" id="{B5BD0E12-FF8A-1D07-7047-4D285097916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39" name="Group 61">
                <a:extLst>
                  <a:ext uri="{FF2B5EF4-FFF2-40B4-BE49-F238E27FC236}">
                    <a16:creationId xmlns:a16="http://schemas.microsoft.com/office/drawing/2014/main" id="{3D58A98C-FB1A-914C-C89D-1AB4E97A30CE}"/>
                  </a:ext>
                </a:extLst>
              </p:cNvPr>
              <p:cNvGrpSpPr>
                <a:grpSpLocks noChangeAspect="1"/>
              </p:cNvGrpSpPr>
              <p:nvPr/>
            </p:nvGrpSpPr>
            <p:grpSpPr bwMode="auto">
              <a:xfrm>
                <a:off x="3488" y="2193"/>
                <a:ext cx="599" cy="207"/>
                <a:chOff x="422" y="1632"/>
                <a:chExt cx="829" cy="298"/>
              </a:xfrm>
            </p:grpSpPr>
            <p:grpSp>
              <p:nvGrpSpPr>
                <p:cNvPr id="40" name="Group 62">
                  <a:extLst>
                    <a:ext uri="{FF2B5EF4-FFF2-40B4-BE49-F238E27FC236}">
                      <a16:creationId xmlns:a16="http://schemas.microsoft.com/office/drawing/2014/main" id="{1B435C44-4945-1186-C685-2EBEA0450C98}"/>
                    </a:ext>
                  </a:extLst>
                </p:cNvPr>
                <p:cNvGrpSpPr>
                  <a:grpSpLocks noChangeAspect="1"/>
                </p:cNvGrpSpPr>
                <p:nvPr/>
              </p:nvGrpSpPr>
              <p:grpSpPr bwMode="auto">
                <a:xfrm>
                  <a:off x="422" y="1632"/>
                  <a:ext cx="822" cy="291"/>
                  <a:chOff x="422" y="1632"/>
                  <a:chExt cx="822" cy="291"/>
                </a:xfrm>
              </p:grpSpPr>
              <p:sp>
                <p:nvSpPr>
                  <p:cNvPr id="50" name="Freeform 63">
                    <a:extLst>
                      <a:ext uri="{FF2B5EF4-FFF2-40B4-BE49-F238E27FC236}">
                        <a16:creationId xmlns:a16="http://schemas.microsoft.com/office/drawing/2014/main" id="{B7109261-9C9F-F1C8-BEE5-9E18EAD52D1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1" name="Freeform 64">
                    <a:extLst>
                      <a:ext uri="{FF2B5EF4-FFF2-40B4-BE49-F238E27FC236}">
                        <a16:creationId xmlns:a16="http://schemas.microsoft.com/office/drawing/2014/main" id="{DF07984C-6065-BDC5-F697-56DB089B466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2" name="Freeform 65">
                    <a:extLst>
                      <a:ext uri="{FF2B5EF4-FFF2-40B4-BE49-F238E27FC236}">
                        <a16:creationId xmlns:a16="http://schemas.microsoft.com/office/drawing/2014/main" id="{759D1AB2-789C-7CE3-27B1-6AE8B2C1739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3" name="Freeform 66">
                    <a:extLst>
                      <a:ext uri="{FF2B5EF4-FFF2-40B4-BE49-F238E27FC236}">
                        <a16:creationId xmlns:a16="http://schemas.microsoft.com/office/drawing/2014/main" id="{400C610D-46FF-23B9-0C27-5EBCB41DF37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4" name="Freeform 67">
                    <a:extLst>
                      <a:ext uri="{FF2B5EF4-FFF2-40B4-BE49-F238E27FC236}">
                        <a16:creationId xmlns:a16="http://schemas.microsoft.com/office/drawing/2014/main" id="{B16A48EC-EF7F-4BE0-F6E4-ECCA66E9CD7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5" name="Freeform 68">
                    <a:extLst>
                      <a:ext uri="{FF2B5EF4-FFF2-40B4-BE49-F238E27FC236}">
                        <a16:creationId xmlns:a16="http://schemas.microsoft.com/office/drawing/2014/main" id="{19F1100D-8148-89E6-52E6-125C40AD333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6" name="Freeform 69">
                    <a:extLst>
                      <a:ext uri="{FF2B5EF4-FFF2-40B4-BE49-F238E27FC236}">
                        <a16:creationId xmlns:a16="http://schemas.microsoft.com/office/drawing/2014/main" id="{3CFC53CC-782F-BEF7-6986-BA080261A08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 name="Freeform 70">
                    <a:extLst>
                      <a:ext uri="{FF2B5EF4-FFF2-40B4-BE49-F238E27FC236}">
                        <a16:creationId xmlns:a16="http://schemas.microsoft.com/office/drawing/2014/main" id="{05BCE7A7-0FFB-785E-9573-AF9EADE0A54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41" name="Group 71">
                  <a:extLst>
                    <a:ext uri="{FF2B5EF4-FFF2-40B4-BE49-F238E27FC236}">
                      <a16:creationId xmlns:a16="http://schemas.microsoft.com/office/drawing/2014/main" id="{EDC4A3D8-0EA2-297F-3400-A35F16D6A136}"/>
                    </a:ext>
                  </a:extLst>
                </p:cNvPr>
                <p:cNvGrpSpPr>
                  <a:grpSpLocks noChangeAspect="1"/>
                </p:cNvGrpSpPr>
                <p:nvPr/>
              </p:nvGrpSpPr>
              <p:grpSpPr bwMode="auto">
                <a:xfrm>
                  <a:off x="429" y="1639"/>
                  <a:ext cx="822" cy="291"/>
                  <a:chOff x="429" y="1639"/>
                  <a:chExt cx="822" cy="291"/>
                </a:xfrm>
              </p:grpSpPr>
              <p:sp>
                <p:nvSpPr>
                  <p:cNvPr id="42" name="Freeform 72">
                    <a:extLst>
                      <a:ext uri="{FF2B5EF4-FFF2-40B4-BE49-F238E27FC236}">
                        <a16:creationId xmlns:a16="http://schemas.microsoft.com/office/drawing/2014/main" id="{DFD37556-E148-827E-C941-733AECD2C1B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3" name="Freeform 73">
                    <a:extLst>
                      <a:ext uri="{FF2B5EF4-FFF2-40B4-BE49-F238E27FC236}">
                        <a16:creationId xmlns:a16="http://schemas.microsoft.com/office/drawing/2014/main" id="{7182A070-25A5-C387-18BE-F3B70348A3C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4" name="Freeform 74">
                    <a:extLst>
                      <a:ext uri="{FF2B5EF4-FFF2-40B4-BE49-F238E27FC236}">
                        <a16:creationId xmlns:a16="http://schemas.microsoft.com/office/drawing/2014/main" id="{F19F85A6-9AB0-A771-E0ED-A13F02E7C2F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5" name="Freeform 75">
                    <a:extLst>
                      <a:ext uri="{FF2B5EF4-FFF2-40B4-BE49-F238E27FC236}">
                        <a16:creationId xmlns:a16="http://schemas.microsoft.com/office/drawing/2014/main" id="{6DE448EC-8F63-1CF6-EEB6-91D37D3E513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6" name="Freeform 76">
                    <a:extLst>
                      <a:ext uri="{FF2B5EF4-FFF2-40B4-BE49-F238E27FC236}">
                        <a16:creationId xmlns:a16="http://schemas.microsoft.com/office/drawing/2014/main" id="{F70C254F-7D19-3124-4192-6B7E5196087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7" name="Freeform 77">
                    <a:extLst>
                      <a:ext uri="{FF2B5EF4-FFF2-40B4-BE49-F238E27FC236}">
                        <a16:creationId xmlns:a16="http://schemas.microsoft.com/office/drawing/2014/main" id="{95125788-59B8-5A47-66D5-979B1828E46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8" name="Freeform 78">
                    <a:extLst>
                      <a:ext uri="{FF2B5EF4-FFF2-40B4-BE49-F238E27FC236}">
                        <a16:creationId xmlns:a16="http://schemas.microsoft.com/office/drawing/2014/main" id="{7207942D-6365-5FED-025B-19F2C0F69E8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9" name="Freeform 79">
                    <a:extLst>
                      <a:ext uri="{FF2B5EF4-FFF2-40B4-BE49-F238E27FC236}">
                        <a16:creationId xmlns:a16="http://schemas.microsoft.com/office/drawing/2014/main" id="{90F873C8-E584-E0CD-3C49-5BA0FDDD050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37" name="WordArt 80">
              <a:extLst>
                <a:ext uri="{FF2B5EF4-FFF2-40B4-BE49-F238E27FC236}">
                  <a16:creationId xmlns:a16="http://schemas.microsoft.com/office/drawing/2014/main" id="{E214CEBC-AD80-D590-DDEA-5C0A99499D7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pic>
        <p:nvPicPr>
          <p:cNvPr id="21613" name="Picture 224" descr="MC900434713[1]">
            <a:extLst>
              <a:ext uri="{FF2B5EF4-FFF2-40B4-BE49-F238E27FC236}">
                <a16:creationId xmlns:a16="http://schemas.microsoft.com/office/drawing/2014/main" id="{775783CB-2DC1-FEE4-86B7-B010BDB46AA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82028" y="1362922"/>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15" name="Line 196">
            <a:extLst>
              <a:ext uri="{FF2B5EF4-FFF2-40B4-BE49-F238E27FC236}">
                <a16:creationId xmlns:a16="http://schemas.microsoft.com/office/drawing/2014/main" id="{682B85EE-A528-D462-8884-3CCF376E470B}"/>
              </a:ext>
            </a:extLst>
          </p:cNvPr>
          <p:cNvSpPr>
            <a:spLocks noChangeShapeType="1"/>
          </p:cNvSpPr>
          <p:nvPr/>
        </p:nvSpPr>
        <p:spPr bwMode="auto">
          <a:xfrm>
            <a:off x="4126966" y="3739217"/>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609" name="Group 202">
            <a:extLst>
              <a:ext uri="{FF2B5EF4-FFF2-40B4-BE49-F238E27FC236}">
                <a16:creationId xmlns:a16="http://schemas.microsoft.com/office/drawing/2014/main" id="{E3906D18-2F50-5A05-3E34-03B92F29A8B0}"/>
              </a:ext>
            </a:extLst>
          </p:cNvPr>
          <p:cNvGrpSpPr>
            <a:grpSpLocks/>
          </p:cNvGrpSpPr>
          <p:nvPr/>
        </p:nvGrpSpPr>
        <p:grpSpPr bwMode="auto">
          <a:xfrm>
            <a:off x="4195187" y="3505261"/>
            <a:ext cx="406400" cy="339725"/>
            <a:chOff x="144" y="3264"/>
            <a:chExt cx="288" cy="240"/>
          </a:xfrm>
        </p:grpSpPr>
        <p:sp>
          <p:nvSpPr>
            <p:cNvPr id="21610" name="Rectangle 203">
              <a:extLst>
                <a:ext uri="{FF2B5EF4-FFF2-40B4-BE49-F238E27FC236}">
                  <a16:creationId xmlns:a16="http://schemas.microsoft.com/office/drawing/2014/main" id="{49460E3C-CF58-5E02-34F5-FAA0A913B91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614" name="Rectangle 204">
              <a:extLst>
                <a:ext uri="{FF2B5EF4-FFF2-40B4-BE49-F238E27FC236}">
                  <a16:creationId xmlns:a16="http://schemas.microsoft.com/office/drawing/2014/main" id="{05CC1E41-560C-D21E-5835-FD37624149D5}"/>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21870" name="Oval 53">
            <a:extLst>
              <a:ext uri="{FF2B5EF4-FFF2-40B4-BE49-F238E27FC236}">
                <a16:creationId xmlns:a16="http://schemas.microsoft.com/office/drawing/2014/main" id="{7005A62F-AD5D-EE8B-2A0A-5C87440AF9E4}"/>
              </a:ext>
            </a:extLst>
          </p:cNvPr>
          <p:cNvSpPr>
            <a:spLocks noChangeArrowheads="1"/>
          </p:cNvSpPr>
          <p:nvPr/>
        </p:nvSpPr>
        <p:spPr bwMode="auto">
          <a:xfrm flipH="1">
            <a:off x="5707907" y="3567987"/>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C</a:t>
            </a:r>
          </a:p>
        </p:txBody>
      </p:sp>
      <p:sp>
        <p:nvSpPr>
          <p:cNvPr id="21616" name="Line 195">
            <a:extLst>
              <a:ext uri="{FF2B5EF4-FFF2-40B4-BE49-F238E27FC236}">
                <a16:creationId xmlns:a16="http://schemas.microsoft.com/office/drawing/2014/main" id="{47E82F42-329D-01ED-9E9E-FE42EE8CF482}"/>
              </a:ext>
            </a:extLst>
          </p:cNvPr>
          <p:cNvSpPr>
            <a:spLocks noChangeShapeType="1"/>
          </p:cNvSpPr>
          <p:nvPr/>
        </p:nvSpPr>
        <p:spPr bwMode="auto">
          <a:xfrm flipH="1">
            <a:off x="3799797" y="2733180"/>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557" name="Group 145">
            <a:extLst>
              <a:ext uri="{FF2B5EF4-FFF2-40B4-BE49-F238E27FC236}">
                <a16:creationId xmlns:a16="http://schemas.microsoft.com/office/drawing/2014/main" id="{BF919D3C-20E0-6995-049F-1A90879A55E7}"/>
              </a:ext>
            </a:extLst>
          </p:cNvPr>
          <p:cNvGrpSpPr>
            <a:grpSpLocks noChangeAspect="1"/>
          </p:cNvGrpSpPr>
          <p:nvPr/>
        </p:nvGrpSpPr>
        <p:grpSpPr bwMode="auto">
          <a:xfrm>
            <a:off x="3427884" y="3438634"/>
            <a:ext cx="723900" cy="460375"/>
            <a:chOff x="3312" y="2160"/>
            <a:chExt cx="960" cy="528"/>
          </a:xfrm>
        </p:grpSpPr>
        <p:grpSp>
          <p:nvGrpSpPr>
            <p:cNvPr id="21558" name="Group 146">
              <a:extLst>
                <a:ext uri="{FF2B5EF4-FFF2-40B4-BE49-F238E27FC236}">
                  <a16:creationId xmlns:a16="http://schemas.microsoft.com/office/drawing/2014/main" id="{C9CE70C1-F449-AE93-732C-5E6C179E02BB}"/>
                </a:ext>
              </a:extLst>
            </p:cNvPr>
            <p:cNvGrpSpPr>
              <a:grpSpLocks noChangeAspect="1"/>
            </p:cNvGrpSpPr>
            <p:nvPr/>
          </p:nvGrpSpPr>
          <p:grpSpPr bwMode="auto">
            <a:xfrm>
              <a:off x="3312" y="2160"/>
              <a:ext cx="960" cy="528"/>
              <a:chOff x="3312" y="2160"/>
              <a:chExt cx="960" cy="528"/>
            </a:xfrm>
          </p:grpSpPr>
          <p:sp>
            <p:nvSpPr>
              <p:cNvPr id="21560" name="AutoShape 147">
                <a:extLst>
                  <a:ext uri="{FF2B5EF4-FFF2-40B4-BE49-F238E27FC236}">
                    <a16:creationId xmlns:a16="http://schemas.microsoft.com/office/drawing/2014/main" id="{BBD55983-EA7E-7368-0DAF-64BB8810A75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61" name="Group 148">
                <a:extLst>
                  <a:ext uri="{FF2B5EF4-FFF2-40B4-BE49-F238E27FC236}">
                    <a16:creationId xmlns:a16="http://schemas.microsoft.com/office/drawing/2014/main" id="{C3039768-403B-52CD-6F45-2125E7C73EA0}"/>
                  </a:ext>
                </a:extLst>
              </p:cNvPr>
              <p:cNvGrpSpPr>
                <a:grpSpLocks noChangeAspect="1"/>
              </p:cNvGrpSpPr>
              <p:nvPr/>
            </p:nvGrpSpPr>
            <p:grpSpPr bwMode="auto">
              <a:xfrm>
                <a:off x="3488" y="2193"/>
                <a:ext cx="599" cy="207"/>
                <a:chOff x="422" y="1632"/>
                <a:chExt cx="829" cy="298"/>
              </a:xfrm>
            </p:grpSpPr>
            <p:grpSp>
              <p:nvGrpSpPr>
                <p:cNvPr id="21562" name="Group 149">
                  <a:extLst>
                    <a:ext uri="{FF2B5EF4-FFF2-40B4-BE49-F238E27FC236}">
                      <a16:creationId xmlns:a16="http://schemas.microsoft.com/office/drawing/2014/main" id="{E886641B-0F23-6D2E-2093-6D498208F740}"/>
                    </a:ext>
                  </a:extLst>
                </p:cNvPr>
                <p:cNvGrpSpPr>
                  <a:grpSpLocks noChangeAspect="1"/>
                </p:cNvGrpSpPr>
                <p:nvPr/>
              </p:nvGrpSpPr>
              <p:grpSpPr bwMode="auto">
                <a:xfrm>
                  <a:off x="422" y="1632"/>
                  <a:ext cx="822" cy="291"/>
                  <a:chOff x="422" y="1632"/>
                  <a:chExt cx="822" cy="291"/>
                </a:xfrm>
              </p:grpSpPr>
              <p:sp>
                <p:nvSpPr>
                  <p:cNvPr id="21572" name="Freeform 150">
                    <a:extLst>
                      <a:ext uri="{FF2B5EF4-FFF2-40B4-BE49-F238E27FC236}">
                        <a16:creationId xmlns:a16="http://schemas.microsoft.com/office/drawing/2014/main" id="{0AB50D13-FC19-907E-059E-A9AF76781C3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3" name="Freeform 151">
                    <a:extLst>
                      <a:ext uri="{FF2B5EF4-FFF2-40B4-BE49-F238E27FC236}">
                        <a16:creationId xmlns:a16="http://schemas.microsoft.com/office/drawing/2014/main" id="{8BBE3B2D-C7C6-96B1-A23E-0E6257BBE8F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4" name="Freeform 152">
                    <a:extLst>
                      <a:ext uri="{FF2B5EF4-FFF2-40B4-BE49-F238E27FC236}">
                        <a16:creationId xmlns:a16="http://schemas.microsoft.com/office/drawing/2014/main" id="{CD1A2776-2147-7B15-D135-616342C7A9CF}"/>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5" name="Freeform 153">
                    <a:extLst>
                      <a:ext uri="{FF2B5EF4-FFF2-40B4-BE49-F238E27FC236}">
                        <a16:creationId xmlns:a16="http://schemas.microsoft.com/office/drawing/2014/main" id="{7291508E-A91D-C72F-42B3-A6A6B653F06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6" name="Freeform 154">
                    <a:extLst>
                      <a:ext uri="{FF2B5EF4-FFF2-40B4-BE49-F238E27FC236}">
                        <a16:creationId xmlns:a16="http://schemas.microsoft.com/office/drawing/2014/main" id="{D545102C-A991-708F-C3B6-FDF24F887C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7" name="Freeform 155">
                    <a:extLst>
                      <a:ext uri="{FF2B5EF4-FFF2-40B4-BE49-F238E27FC236}">
                        <a16:creationId xmlns:a16="http://schemas.microsoft.com/office/drawing/2014/main" id="{A8A0332E-9857-0F7E-7C73-8F7561E0A76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8" name="Freeform 156">
                    <a:extLst>
                      <a:ext uri="{FF2B5EF4-FFF2-40B4-BE49-F238E27FC236}">
                        <a16:creationId xmlns:a16="http://schemas.microsoft.com/office/drawing/2014/main" id="{E29F5E5B-A6B7-40AB-AAE2-FDE57C7119D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9" name="Freeform 157">
                    <a:extLst>
                      <a:ext uri="{FF2B5EF4-FFF2-40B4-BE49-F238E27FC236}">
                        <a16:creationId xmlns:a16="http://schemas.microsoft.com/office/drawing/2014/main" id="{7F143E06-8770-68E2-C462-5E4FABF03F8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63" name="Group 158">
                  <a:extLst>
                    <a:ext uri="{FF2B5EF4-FFF2-40B4-BE49-F238E27FC236}">
                      <a16:creationId xmlns:a16="http://schemas.microsoft.com/office/drawing/2014/main" id="{EE15192C-52AC-F658-7322-8BA6CA520B5C}"/>
                    </a:ext>
                  </a:extLst>
                </p:cNvPr>
                <p:cNvGrpSpPr>
                  <a:grpSpLocks noChangeAspect="1"/>
                </p:cNvGrpSpPr>
                <p:nvPr/>
              </p:nvGrpSpPr>
              <p:grpSpPr bwMode="auto">
                <a:xfrm>
                  <a:off x="429" y="1639"/>
                  <a:ext cx="822" cy="291"/>
                  <a:chOff x="429" y="1639"/>
                  <a:chExt cx="822" cy="291"/>
                </a:xfrm>
              </p:grpSpPr>
              <p:sp>
                <p:nvSpPr>
                  <p:cNvPr id="21564" name="Freeform 159">
                    <a:extLst>
                      <a:ext uri="{FF2B5EF4-FFF2-40B4-BE49-F238E27FC236}">
                        <a16:creationId xmlns:a16="http://schemas.microsoft.com/office/drawing/2014/main" id="{583941F9-7A99-49A8-3C83-BB40C94CB2BB}"/>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5" name="Freeform 160">
                    <a:extLst>
                      <a:ext uri="{FF2B5EF4-FFF2-40B4-BE49-F238E27FC236}">
                        <a16:creationId xmlns:a16="http://schemas.microsoft.com/office/drawing/2014/main" id="{AD496653-94F8-3D91-C9F0-EFAB0FB8A37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6" name="Freeform 161">
                    <a:extLst>
                      <a:ext uri="{FF2B5EF4-FFF2-40B4-BE49-F238E27FC236}">
                        <a16:creationId xmlns:a16="http://schemas.microsoft.com/office/drawing/2014/main" id="{ADCFC04F-5A3A-844B-160D-D18AB530B11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7" name="Freeform 162">
                    <a:extLst>
                      <a:ext uri="{FF2B5EF4-FFF2-40B4-BE49-F238E27FC236}">
                        <a16:creationId xmlns:a16="http://schemas.microsoft.com/office/drawing/2014/main" id="{B96C67A1-C28F-3D18-39A8-02E5608BE231}"/>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8" name="Freeform 163">
                    <a:extLst>
                      <a:ext uri="{FF2B5EF4-FFF2-40B4-BE49-F238E27FC236}">
                        <a16:creationId xmlns:a16="http://schemas.microsoft.com/office/drawing/2014/main" id="{57786466-5584-82CE-1D4A-B091E7A6E01E}"/>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9" name="Freeform 164">
                    <a:extLst>
                      <a:ext uri="{FF2B5EF4-FFF2-40B4-BE49-F238E27FC236}">
                        <a16:creationId xmlns:a16="http://schemas.microsoft.com/office/drawing/2014/main" id="{5D85E2B6-2ABB-1FE7-316E-18CE7F03453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0" name="Freeform 165">
                    <a:extLst>
                      <a:ext uri="{FF2B5EF4-FFF2-40B4-BE49-F238E27FC236}">
                        <a16:creationId xmlns:a16="http://schemas.microsoft.com/office/drawing/2014/main" id="{1D492DA3-5C0F-01A9-DDDB-4D08C73020C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1" name="Freeform 166">
                    <a:extLst>
                      <a:ext uri="{FF2B5EF4-FFF2-40B4-BE49-F238E27FC236}">
                        <a16:creationId xmlns:a16="http://schemas.microsoft.com/office/drawing/2014/main" id="{46FEB88A-78F1-A80C-0696-7D0A202FC76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59" name="WordArt 167">
              <a:extLst>
                <a:ext uri="{FF2B5EF4-FFF2-40B4-BE49-F238E27FC236}">
                  <a16:creationId xmlns:a16="http://schemas.microsoft.com/office/drawing/2014/main" id="{76DD55C0-FCFC-7D17-6781-C8A8930DDDCF}"/>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grpSp>
        <p:nvGrpSpPr>
          <p:cNvPr id="21606" name="Group 199">
            <a:extLst>
              <a:ext uri="{FF2B5EF4-FFF2-40B4-BE49-F238E27FC236}">
                <a16:creationId xmlns:a16="http://schemas.microsoft.com/office/drawing/2014/main" id="{D28881FE-4EE9-F730-33E6-3D242B62C198}"/>
              </a:ext>
            </a:extLst>
          </p:cNvPr>
          <p:cNvGrpSpPr>
            <a:grpSpLocks/>
          </p:cNvGrpSpPr>
          <p:nvPr/>
        </p:nvGrpSpPr>
        <p:grpSpPr bwMode="auto">
          <a:xfrm>
            <a:off x="3591141" y="3035502"/>
            <a:ext cx="406400" cy="339725"/>
            <a:chOff x="144" y="3264"/>
            <a:chExt cx="288" cy="240"/>
          </a:xfrm>
        </p:grpSpPr>
        <p:sp>
          <p:nvSpPr>
            <p:cNvPr id="21607" name="Rectangle 200">
              <a:extLst>
                <a:ext uri="{FF2B5EF4-FFF2-40B4-BE49-F238E27FC236}">
                  <a16:creationId xmlns:a16="http://schemas.microsoft.com/office/drawing/2014/main" id="{DC44C780-AB79-644F-B334-1FAE737E442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608" name="Rectangle 201">
              <a:extLst>
                <a:ext uri="{FF2B5EF4-FFF2-40B4-BE49-F238E27FC236}">
                  <a16:creationId xmlns:a16="http://schemas.microsoft.com/office/drawing/2014/main" id="{EE3A946D-7579-21AD-50B5-B36E26D3E6B4}"/>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pic>
        <p:nvPicPr>
          <p:cNvPr id="21601" name="Picture 45" descr="MC900434713[1]">
            <a:extLst>
              <a:ext uri="{FF2B5EF4-FFF2-40B4-BE49-F238E27FC236}">
                <a16:creationId xmlns:a16="http://schemas.microsoft.com/office/drawing/2014/main" id="{144676CA-BFA2-7F9C-A472-D3A2AB3435A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11169" y="2731099"/>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02" name="Picture 45" descr="MC900434713[1]">
            <a:extLst>
              <a:ext uri="{FF2B5EF4-FFF2-40B4-BE49-F238E27FC236}">
                <a16:creationId xmlns:a16="http://schemas.microsoft.com/office/drawing/2014/main" id="{D608AE80-E4AB-4CF7-689E-BE839F48117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08501" y="3174647"/>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830" name="Group 288">
            <a:extLst>
              <a:ext uri="{FF2B5EF4-FFF2-40B4-BE49-F238E27FC236}">
                <a16:creationId xmlns:a16="http://schemas.microsoft.com/office/drawing/2014/main" id="{64EDE5DD-2317-6B72-EA09-233C96C1AA25}"/>
              </a:ext>
            </a:extLst>
          </p:cNvPr>
          <p:cNvGrpSpPr>
            <a:grpSpLocks/>
          </p:cNvGrpSpPr>
          <p:nvPr/>
        </p:nvGrpSpPr>
        <p:grpSpPr bwMode="auto">
          <a:xfrm>
            <a:off x="3408880" y="3406671"/>
            <a:ext cx="765991" cy="537685"/>
            <a:chOff x="195" y="394"/>
            <a:chExt cx="570" cy="360"/>
          </a:xfrm>
        </p:grpSpPr>
        <p:sp>
          <p:nvSpPr>
            <p:cNvPr id="21831" name="Arc 289">
              <a:extLst>
                <a:ext uri="{FF2B5EF4-FFF2-40B4-BE49-F238E27FC236}">
                  <a16:creationId xmlns:a16="http://schemas.microsoft.com/office/drawing/2014/main" id="{A2219D49-8AAD-3A1C-923D-9CAF06DD73D2}"/>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2" name="Arc 290">
              <a:extLst>
                <a:ext uri="{FF2B5EF4-FFF2-40B4-BE49-F238E27FC236}">
                  <a16:creationId xmlns:a16="http://schemas.microsoft.com/office/drawing/2014/main" id="{DA57AB1D-7DB6-9D1B-F26A-5EFD86AE3015}"/>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33" name="Line 291">
              <a:extLst>
                <a:ext uri="{FF2B5EF4-FFF2-40B4-BE49-F238E27FC236}">
                  <a16:creationId xmlns:a16="http://schemas.microsoft.com/office/drawing/2014/main" id="{70338DA9-A588-58A9-BD43-64977F3B205D}"/>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34" name="Line 292">
              <a:extLst>
                <a:ext uri="{FF2B5EF4-FFF2-40B4-BE49-F238E27FC236}">
                  <a16:creationId xmlns:a16="http://schemas.microsoft.com/office/drawing/2014/main" id="{0529F820-44ED-52B1-73BD-C2C8BD3E56B8}"/>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21593" name="Group 202">
            <a:extLst>
              <a:ext uri="{FF2B5EF4-FFF2-40B4-BE49-F238E27FC236}">
                <a16:creationId xmlns:a16="http://schemas.microsoft.com/office/drawing/2014/main" id="{6DB0A1A6-0EF9-7A7A-6AC1-65FC526E0CA3}"/>
              </a:ext>
            </a:extLst>
          </p:cNvPr>
          <p:cNvGrpSpPr>
            <a:grpSpLocks/>
          </p:cNvGrpSpPr>
          <p:nvPr/>
        </p:nvGrpSpPr>
        <p:grpSpPr bwMode="auto">
          <a:xfrm>
            <a:off x="8020633" y="2153171"/>
            <a:ext cx="406400" cy="339725"/>
            <a:chOff x="144" y="3264"/>
            <a:chExt cx="288" cy="240"/>
          </a:xfrm>
        </p:grpSpPr>
        <p:sp>
          <p:nvSpPr>
            <p:cNvPr id="21594" name="Rectangle 203">
              <a:extLst>
                <a:ext uri="{FF2B5EF4-FFF2-40B4-BE49-F238E27FC236}">
                  <a16:creationId xmlns:a16="http://schemas.microsoft.com/office/drawing/2014/main" id="{5F7E31A3-B8DD-5DF3-0CDE-CA25345D3D3C}"/>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595" name="Rectangle 204">
              <a:extLst>
                <a:ext uri="{FF2B5EF4-FFF2-40B4-BE49-F238E27FC236}">
                  <a16:creationId xmlns:a16="http://schemas.microsoft.com/office/drawing/2014/main" id="{65F3C63F-4823-9B29-9D24-7DB400FE4E26}"/>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1</a:t>
              </a:r>
            </a:p>
          </p:txBody>
        </p:sp>
      </p:grpSp>
      <p:grpSp>
        <p:nvGrpSpPr>
          <p:cNvPr id="21631" name="Group 288">
            <a:extLst>
              <a:ext uri="{FF2B5EF4-FFF2-40B4-BE49-F238E27FC236}">
                <a16:creationId xmlns:a16="http://schemas.microsoft.com/office/drawing/2014/main" id="{E459C70B-65B5-1624-1309-599B3A0B4DAA}"/>
              </a:ext>
            </a:extLst>
          </p:cNvPr>
          <p:cNvGrpSpPr>
            <a:grpSpLocks/>
          </p:cNvGrpSpPr>
          <p:nvPr/>
        </p:nvGrpSpPr>
        <p:grpSpPr bwMode="auto">
          <a:xfrm>
            <a:off x="3425615" y="1603515"/>
            <a:ext cx="765991" cy="537685"/>
            <a:chOff x="195" y="394"/>
            <a:chExt cx="570" cy="360"/>
          </a:xfrm>
        </p:grpSpPr>
        <p:sp>
          <p:nvSpPr>
            <p:cNvPr id="21824" name="Arc 289">
              <a:extLst>
                <a:ext uri="{FF2B5EF4-FFF2-40B4-BE49-F238E27FC236}">
                  <a16:creationId xmlns:a16="http://schemas.microsoft.com/office/drawing/2014/main" id="{CD548DE3-7DB9-C513-0E1E-B8761E13E42E}"/>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25" name="Arc 290">
              <a:extLst>
                <a:ext uri="{FF2B5EF4-FFF2-40B4-BE49-F238E27FC236}">
                  <a16:creationId xmlns:a16="http://schemas.microsoft.com/office/drawing/2014/main" id="{7942C872-0F14-8055-A568-CE88111AFAB2}"/>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21826" name="Line 291">
              <a:extLst>
                <a:ext uri="{FF2B5EF4-FFF2-40B4-BE49-F238E27FC236}">
                  <a16:creationId xmlns:a16="http://schemas.microsoft.com/office/drawing/2014/main" id="{2B12841E-A63C-3C21-ACDA-D7F9F22132C2}"/>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38" name="Line 292">
              <a:extLst>
                <a:ext uri="{FF2B5EF4-FFF2-40B4-BE49-F238E27FC236}">
                  <a16:creationId xmlns:a16="http://schemas.microsoft.com/office/drawing/2014/main" id="{183C2BD7-11A5-113F-A654-A3ABCAF52B16}"/>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21620" name="Group 198">
            <a:extLst>
              <a:ext uri="{FF2B5EF4-FFF2-40B4-BE49-F238E27FC236}">
                <a16:creationId xmlns:a16="http://schemas.microsoft.com/office/drawing/2014/main" id="{5D74B959-BD8E-E9ED-E49D-528CE445E6DB}"/>
              </a:ext>
            </a:extLst>
          </p:cNvPr>
          <p:cNvGrpSpPr>
            <a:grpSpLocks/>
          </p:cNvGrpSpPr>
          <p:nvPr/>
        </p:nvGrpSpPr>
        <p:grpSpPr bwMode="auto">
          <a:xfrm>
            <a:off x="5612671" y="2237532"/>
            <a:ext cx="406400" cy="339725"/>
            <a:chOff x="144" y="3264"/>
            <a:chExt cx="288" cy="240"/>
          </a:xfrm>
        </p:grpSpPr>
        <p:sp>
          <p:nvSpPr>
            <p:cNvPr id="21621" name="Rectangle 199">
              <a:extLst>
                <a:ext uri="{FF2B5EF4-FFF2-40B4-BE49-F238E27FC236}">
                  <a16:creationId xmlns:a16="http://schemas.microsoft.com/office/drawing/2014/main" id="{CE4145F1-13DD-68C2-93B4-7D58E05CD52E}"/>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21622" name="Rectangle 200">
              <a:extLst>
                <a:ext uri="{FF2B5EF4-FFF2-40B4-BE49-F238E27FC236}">
                  <a16:creationId xmlns:a16="http://schemas.microsoft.com/office/drawing/2014/main" id="{8E551EAF-0003-48F8-A5DC-342E99F4EF6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grpSp>
        <p:nvGrpSpPr>
          <p:cNvPr id="21623" name="Group 201">
            <a:extLst>
              <a:ext uri="{FF2B5EF4-FFF2-40B4-BE49-F238E27FC236}">
                <a16:creationId xmlns:a16="http://schemas.microsoft.com/office/drawing/2014/main" id="{2FD1615A-3789-DC13-162F-BE54477A54EC}"/>
              </a:ext>
            </a:extLst>
          </p:cNvPr>
          <p:cNvGrpSpPr>
            <a:grpSpLocks/>
          </p:cNvGrpSpPr>
          <p:nvPr/>
        </p:nvGrpSpPr>
        <p:grpSpPr bwMode="auto">
          <a:xfrm>
            <a:off x="5642941" y="3013257"/>
            <a:ext cx="406400" cy="339725"/>
            <a:chOff x="144" y="3264"/>
            <a:chExt cx="288" cy="240"/>
          </a:xfrm>
        </p:grpSpPr>
        <p:sp>
          <p:nvSpPr>
            <p:cNvPr id="21625" name="Rectangle 203">
              <a:extLst>
                <a:ext uri="{FF2B5EF4-FFF2-40B4-BE49-F238E27FC236}">
                  <a16:creationId xmlns:a16="http://schemas.microsoft.com/office/drawing/2014/main" id="{7DBB3768-4D51-450F-7B02-49E7EBB7318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sp>
          <p:nvSpPr>
            <p:cNvPr id="21624" name="Rectangle 202">
              <a:extLst>
                <a:ext uri="{FF2B5EF4-FFF2-40B4-BE49-F238E27FC236}">
                  <a16:creationId xmlns:a16="http://schemas.microsoft.com/office/drawing/2014/main" id="{EE1BEA27-82B8-01C1-1DCF-85C287C490DA}"/>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grpSp>
      <p:grpSp>
        <p:nvGrpSpPr>
          <p:cNvPr id="21628" name="Group 39">
            <a:extLst>
              <a:ext uri="{FF2B5EF4-FFF2-40B4-BE49-F238E27FC236}">
                <a16:creationId xmlns:a16="http://schemas.microsoft.com/office/drawing/2014/main" id="{A5F79A14-0939-6793-CFAD-84C8143A27BF}"/>
              </a:ext>
            </a:extLst>
          </p:cNvPr>
          <p:cNvGrpSpPr>
            <a:grpSpLocks/>
          </p:cNvGrpSpPr>
          <p:nvPr/>
        </p:nvGrpSpPr>
        <p:grpSpPr bwMode="auto">
          <a:xfrm>
            <a:off x="4211805" y="1722306"/>
            <a:ext cx="406400" cy="339725"/>
            <a:chOff x="144" y="3264"/>
            <a:chExt cx="288" cy="240"/>
          </a:xfrm>
        </p:grpSpPr>
        <p:sp>
          <p:nvSpPr>
            <p:cNvPr id="21629" name="Rectangle 40">
              <a:extLst>
                <a:ext uri="{FF2B5EF4-FFF2-40B4-BE49-F238E27FC236}">
                  <a16:creationId xmlns:a16="http://schemas.microsoft.com/office/drawing/2014/main" id="{0B194F1B-5378-E594-118E-61D268787D8D}"/>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630" name="Rectangle 41">
              <a:extLst>
                <a:ext uri="{FF2B5EF4-FFF2-40B4-BE49-F238E27FC236}">
                  <a16:creationId xmlns:a16="http://schemas.microsoft.com/office/drawing/2014/main" id="{446BDC6A-9308-064D-870D-4CBADFC3E6FF}"/>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21835" name="Group 207">
            <a:extLst>
              <a:ext uri="{FF2B5EF4-FFF2-40B4-BE49-F238E27FC236}">
                <a16:creationId xmlns:a16="http://schemas.microsoft.com/office/drawing/2014/main" id="{5E3BEECB-7F01-33D2-2D22-0E6E007DE457}"/>
              </a:ext>
            </a:extLst>
          </p:cNvPr>
          <p:cNvGrpSpPr>
            <a:grpSpLocks/>
          </p:cNvGrpSpPr>
          <p:nvPr/>
        </p:nvGrpSpPr>
        <p:grpSpPr bwMode="auto">
          <a:xfrm>
            <a:off x="3581462" y="2100458"/>
            <a:ext cx="406400" cy="339725"/>
            <a:chOff x="144" y="3264"/>
            <a:chExt cx="288" cy="240"/>
          </a:xfrm>
        </p:grpSpPr>
        <p:sp>
          <p:nvSpPr>
            <p:cNvPr id="21836" name="Rectangle 208">
              <a:extLst>
                <a:ext uri="{FF2B5EF4-FFF2-40B4-BE49-F238E27FC236}">
                  <a16:creationId xmlns:a16="http://schemas.microsoft.com/office/drawing/2014/main" id="{C284BCF1-2112-74E9-63CE-47259B53C930}"/>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837" name="Rectangle 209">
              <a:extLst>
                <a:ext uri="{FF2B5EF4-FFF2-40B4-BE49-F238E27FC236}">
                  <a16:creationId xmlns:a16="http://schemas.microsoft.com/office/drawing/2014/main" id="{4CB9A370-DA13-23D5-B712-8E499EF4440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21839" name="Line 15">
            <a:extLst>
              <a:ext uri="{FF2B5EF4-FFF2-40B4-BE49-F238E27FC236}">
                <a16:creationId xmlns:a16="http://schemas.microsoft.com/office/drawing/2014/main" id="{C253CDF9-CF27-C4D4-F179-87E14928A532}"/>
              </a:ext>
            </a:extLst>
          </p:cNvPr>
          <p:cNvSpPr>
            <a:spLocks noChangeShapeType="1"/>
          </p:cNvSpPr>
          <p:nvPr/>
        </p:nvSpPr>
        <p:spPr bwMode="auto">
          <a:xfrm flipH="1">
            <a:off x="8344597" y="2770628"/>
            <a:ext cx="885825" cy="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21840" name="Text Box 17">
            <a:extLst>
              <a:ext uri="{FF2B5EF4-FFF2-40B4-BE49-F238E27FC236}">
                <a16:creationId xmlns:a16="http://schemas.microsoft.com/office/drawing/2014/main" id="{9B5446A7-FD5F-1178-917F-7999301AEAA7}"/>
              </a:ext>
            </a:extLst>
          </p:cNvPr>
          <p:cNvSpPr txBox="1">
            <a:spLocks noChangeArrowheads="1"/>
          </p:cNvSpPr>
          <p:nvPr/>
        </p:nvSpPr>
        <p:spPr bwMode="auto">
          <a:xfrm>
            <a:off x="9087547" y="2637278"/>
            <a:ext cx="1095375"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10.0.1.0/24</a:t>
            </a:r>
          </a:p>
        </p:txBody>
      </p:sp>
      <p:sp>
        <p:nvSpPr>
          <p:cNvPr id="21841" name="Line 205">
            <a:extLst>
              <a:ext uri="{FF2B5EF4-FFF2-40B4-BE49-F238E27FC236}">
                <a16:creationId xmlns:a16="http://schemas.microsoft.com/office/drawing/2014/main" id="{9F506E80-3675-7F1D-DDE9-6F3465CFB07F}"/>
              </a:ext>
            </a:extLst>
          </p:cNvPr>
          <p:cNvSpPr>
            <a:spLocks noChangeShapeType="1"/>
          </p:cNvSpPr>
          <p:nvPr/>
        </p:nvSpPr>
        <p:spPr bwMode="auto">
          <a:xfrm flipV="1">
            <a:off x="5854061" y="1139333"/>
            <a:ext cx="0" cy="62071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21842" name="Text Box 206">
            <a:extLst>
              <a:ext uri="{FF2B5EF4-FFF2-40B4-BE49-F238E27FC236}">
                <a16:creationId xmlns:a16="http://schemas.microsoft.com/office/drawing/2014/main" id="{8591A53F-3840-18F2-71FB-B6D533DC06E1}"/>
              </a:ext>
            </a:extLst>
          </p:cNvPr>
          <p:cNvSpPr txBox="1">
            <a:spLocks noChangeArrowheads="1"/>
          </p:cNvSpPr>
          <p:nvPr/>
        </p:nvSpPr>
        <p:spPr bwMode="auto">
          <a:xfrm>
            <a:off x="5306374" y="1034558"/>
            <a:ext cx="1095375"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10.0.0.0/24</a:t>
            </a:r>
          </a:p>
        </p:txBody>
      </p:sp>
      <p:sp>
        <p:nvSpPr>
          <p:cNvPr id="21843" name="Line 227">
            <a:extLst>
              <a:ext uri="{FF2B5EF4-FFF2-40B4-BE49-F238E27FC236}">
                <a16:creationId xmlns:a16="http://schemas.microsoft.com/office/drawing/2014/main" id="{A99FA016-E26A-8D1E-6480-660DB1394EB4}"/>
              </a:ext>
            </a:extLst>
          </p:cNvPr>
          <p:cNvSpPr>
            <a:spLocks noChangeShapeType="1"/>
          </p:cNvSpPr>
          <p:nvPr/>
        </p:nvSpPr>
        <p:spPr bwMode="auto">
          <a:xfrm flipH="1" flipV="1">
            <a:off x="5864070" y="3586663"/>
            <a:ext cx="0" cy="60960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21844" name="Text Box 228">
            <a:extLst>
              <a:ext uri="{FF2B5EF4-FFF2-40B4-BE49-F238E27FC236}">
                <a16:creationId xmlns:a16="http://schemas.microsoft.com/office/drawing/2014/main" id="{A9842F30-CEA5-E938-DFD6-0DC389690635}"/>
              </a:ext>
            </a:extLst>
          </p:cNvPr>
          <p:cNvSpPr txBox="1">
            <a:spLocks noChangeArrowheads="1"/>
          </p:cNvSpPr>
          <p:nvPr/>
        </p:nvSpPr>
        <p:spPr bwMode="auto">
          <a:xfrm>
            <a:off x="5316383" y="4058151"/>
            <a:ext cx="1095375"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10.0.2.0/24</a:t>
            </a:r>
          </a:p>
        </p:txBody>
      </p:sp>
      <p:sp>
        <p:nvSpPr>
          <p:cNvPr id="21845" name="Line 236">
            <a:extLst>
              <a:ext uri="{FF2B5EF4-FFF2-40B4-BE49-F238E27FC236}">
                <a16:creationId xmlns:a16="http://schemas.microsoft.com/office/drawing/2014/main" id="{BC5936C9-BFFC-71E5-6FB3-DF8BC775F1C5}"/>
              </a:ext>
            </a:extLst>
          </p:cNvPr>
          <p:cNvSpPr>
            <a:spLocks noChangeShapeType="1"/>
          </p:cNvSpPr>
          <p:nvPr/>
        </p:nvSpPr>
        <p:spPr bwMode="auto">
          <a:xfrm flipH="1">
            <a:off x="2734393" y="2789254"/>
            <a:ext cx="968375" cy="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21846" name="Text Box 237">
            <a:extLst>
              <a:ext uri="{FF2B5EF4-FFF2-40B4-BE49-F238E27FC236}">
                <a16:creationId xmlns:a16="http://schemas.microsoft.com/office/drawing/2014/main" id="{63F76C50-43B9-873E-E578-B40D44F91E20}"/>
              </a:ext>
            </a:extLst>
          </p:cNvPr>
          <p:cNvSpPr txBox="1">
            <a:spLocks noChangeArrowheads="1"/>
          </p:cNvSpPr>
          <p:nvPr/>
        </p:nvSpPr>
        <p:spPr bwMode="auto">
          <a:xfrm>
            <a:off x="2023193" y="2655904"/>
            <a:ext cx="1095375"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10.0.3.0/24</a:t>
            </a:r>
          </a:p>
        </p:txBody>
      </p:sp>
      <p:sp>
        <p:nvSpPr>
          <p:cNvPr id="21603" name="Oval 263">
            <a:extLst>
              <a:ext uri="{FF2B5EF4-FFF2-40B4-BE49-F238E27FC236}">
                <a16:creationId xmlns:a16="http://schemas.microsoft.com/office/drawing/2014/main" id="{AE2787E8-9B33-A40E-A21C-D4464D80B1E9}"/>
              </a:ext>
            </a:extLst>
          </p:cNvPr>
          <p:cNvSpPr>
            <a:spLocks noChangeArrowheads="1"/>
          </p:cNvSpPr>
          <p:nvPr/>
        </p:nvSpPr>
        <p:spPr bwMode="auto">
          <a:xfrm>
            <a:off x="3559140" y="2571669"/>
            <a:ext cx="481313" cy="455612"/>
          </a:xfrm>
          <a:prstGeom prst="ellipse">
            <a:avLst/>
          </a:pr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868" name="Oval 51">
            <a:extLst>
              <a:ext uri="{FF2B5EF4-FFF2-40B4-BE49-F238E27FC236}">
                <a16:creationId xmlns:a16="http://schemas.microsoft.com/office/drawing/2014/main" id="{D82483F4-E4A6-720E-4DEA-40AE4183B17E}"/>
              </a:ext>
            </a:extLst>
          </p:cNvPr>
          <p:cNvSpPr>
            <a:spLocks noChangeArrowheads="1"/>
          </p:cNvSpPr>
          <p:nvPr/>
        </p:nvSpPr>
        <p:spPr bwMode="auto">
          <a:xfrm flipH="1">
            <a:off x="3641819" y="263727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D</a:t>
            </a:r>
          </a:p>
        </p:txBody>
      </p:sp>
    </p:spTree>
    <p:extLst>
      <p:ext uri="{BB962C8B-B14F-4D97-AF65-F5344CB8AC3E}">
        <p14:creationId xmlns:p14="http://schemas.microsoft.com/office/powerpoint/2010/main" val="1856110314"/>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9" name="Rectangle 162">
            <a:extLst>
              <a:ext uri="{FF2B5EF4-FFF2-40B4-BE49-F238E27FC236}">
                <a16:creationId xmlns:a16="http://schemas.microsoft.com/office/drawing/2014/main" id="{8584387D-BCD0-10AC-7D8D-EC2987806EDE}"/>
              </a:ext>
            </a:extLst>
          </p:cNvPr>
          <p:cNvSpPr>
            <a:spLocks noGrp="1" noChangeArrowheads="1"/>
          </p:cNvSpPr>
          <p:nvPr>
            <p:ph type="title"/>
          </p:nvPr>
        </p:nvSpPr>
        <p:spPr/>
        <p:txBody>
          <a:bodyPr/>
          <a:lstStyle/>
          <a:p>
            <a:pPr eaLnBrk="1" hangingPunct="1"/>
            <a:r>
              <a:rPr lang="it-IT" altLang="it-IT" sz="4000" dirty="0" err="1"/>
              <a:t>ospf’s</a:t>
            </a:r>
            <a:r>
              <a:rPr lang="it-IT" altLang="it-IT" sz="4000" dirty="0"/>
              <a:t> </a:t>
            </a:r>
            <a:r>
              <a:rPr lang="it-IT" altLang="it-IT" sz="4000" dirty="0" err="1"/>
              <a:t>view</a:t>
            </a:r>
            <a:r>
              <a:rPr lang="it-IT" altLang="it-IT" sz="4000" dirty="0"/>
              <a:t> of the network</a:t>
            </a:r>
          </a:p>
        </p:txBody>
      </p:sp>
      <p:sp>
        <p:nvSpPr>
          <p:cNvPr id="2" name="Rectangle 4">
            <a:extLst>
              <a:ext uri="{FF2B5EF4-FFF2-40B4-BE49-F238E27FC236}">
                <a16:creationId xmlns:a16="http://schemas.microsoft.com/office/drawing/2014/main" id="{6CE004DA-5A77-5B87-6A43-BCDFAA7F1A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A2AFE0F-CDE3-53AA-46B9-074CE3A31213}"/>
              </a:ext>
            </a:extLst>
          </p:cNvPr>
          <p:cNvSpPr>
            <a:spLocks noGrp="1" noChangeArrowheads="1"/>
          </p:cNvSpPr>
          <p:nvPr>
            <p:ph type="ftr" sz="quarter" idx="11"/>
          </p:nvPr>
        </p:nvSpPr>
        <p:spPr>
          <a:ln/>
        </p:spPr>
        <p:txBody>
          <a:bodyPr/>
          <a:lstStyle/>
          <a:p>
            <a:r>
              <a:rPr lang="it-IT" altLang="en-IT"/>
              <a:t>kathara – [ labs: ospf_frr ]</a:t>
            </a:r>
          </a:p>
        </p:txBody>
      </p:sp>
      <p:grpSp>
        <p:nvGrpSpPr>
          <p:cNvPr id="21508" name="Group 2">
            <a:extLst>
              <a:ext uri="{FF2B5EF4-FFF2-40B4-BE49-F238E27FC236}">
                <a16:creationId xmlns:a16="http://schemas.microsoft.com/office/drawing/2014/main" id="{2DA97725-4953-C550-1AE7-B08BFB277F90}"/>
              </a:ext>
            </a:extLst>
          </p:cNvPr>
          <p:cNvGrpSpPr>
            <a:grpSpLocks/>
          </p:cNvGrpSpPr>
          <p:nvPr/>
        </p:nvGrpSpPr>
        <p:grpSpPr bwMode="auto">
          <a:xfrm>
            <a:off x="2184722" y="1013216"/>
            <a:ext cx="7655970" cy="3628007"/>
            <a:chOff x="-177" y="1030"/>
            <a:chExt cx="5760" cy="2840"/>
          </a:xfrm>
        </p:grpSpPr>
        <p:grpSp>
          <p:nvGrpSpPr>
            <p:cNvPr id="21537" name="Group 3">
              <a:extLst>
                <a:ext uri="{FF2B5EF4-FFF2-40B4-BE49-F238E27FC236}">
                  <a16:creationId xmlns:a16="http://schemas.microsoft.com/office/drawing/2014/main" id="{E2681DC0-9B50-77BB-239C-DF7BA73E9B3B}"/>
                </a:ext>
              </a:extLst>
            </p:cNvPr>
            <p:cNvGrpSpPr>
              <a:grpSpLocks/>
            </p:cNvGrpSpPr>
            <p:nvPr/>
          </p:nvGrpSpPr>
          <p:grpSpPr bwMode="auto">
            <a:xfrm>
              <a:off x="-177" y="1221"/>
              <a:ext cx="5760" cy="2649"/>
              <a:chOff x="-177" y="1221"/>
              <a:chExt cx="5760" cy="2649"/>
            </a:xfrm>
          </p:grpSpPr>
          <p:sp>
            <p:nvSpPr>
              <p:cNvPr id="21539" name="Oval 4">
                <a:extLst>
                  <a:ext uri="{FF2B5EF4-FFF2-40B4-BE49-F238E27FC236}">
                    <a16:creationId xmlns:a16="http://schemas.microsoft.com/office/drawing/2014/main" id="{B69635C6-E67E-A5FF-F83A-EDD0A07E21AD}"/>
                  </a:ext>
                </a:extLst>
              </p:cNvPr>
              <p:cNvSpPr>
                <a:spLocks noChangeAspect="1" noChangeArrowheads="1"/>
              </p:cNvSpPr>
              <p:nvPr/>
            </p:nvSpPr>
            <p:spPr bwMode="auto">
              <a:xfrm>
                <a:off x="744" y="1221"/>
                <a:ext cx="3960"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0" name="Oval 5">
                <a:extLst>
                  <a:ext uri="{FF2B5EF4-FFF2-40B4-BE49-F238E27FC236}">
                    <a16:creationId xmlns:a16="http://schemas.microsoft.com/office/drawing/2014/main" id="{CD6F14E2-E370-605B-5409-012738BB8ECB}"/>
                  </a:ext>
                </a:extLst>
              </p:cNvPr>
              <p:cNvSpPr>
                <a:spLocks noChangeAspect="1" noChangeArrowheads="1"/>
              </p:cNvSpPr>
              <p:nvPr/>
            </p:nvSpPr>
            <p:spPr bwMode="auto">
              <a:xfrm>
                <a:off x="260" y="1586"/>
                <a:ext cx="2088" cy="94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1" name="Oval 6">
                <a:extLst>
                  <a:ext uri="{FF2B5EF4-FFF2-40B4-BE49-F238E27FC236}">
                    <a16:creationId xmlns:a16="http://schemas.microsoft.com/office/drawing/2014/main" id="{B0991C3C-4720-AA4F-C655-54ADA1D57C12}"/>
                  </a:ext>
                </a:extLst>
              </p:cNvPr>
              <p:cNvSpPr>
                <a:spLocks noChangeAspect="1" noChangeArrowheads="1"/>
              </p:cNvSpPr>
              <p:nvPr/>
            </p:nvSpPr>
            <p:spPr bwMode="auto">
              <a:xfrm>
                <a:off x="-177" y="1897"/>
                <a:ext cx="1208" cy="102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2" name="Oval 7">
                <a:extLst>
                  <a:ext uri="{FF2B5EF4-FFF2-40B4-BE49-F238E27FC236}">
                    <a16:creationId xmlns:a16="http://schemas.microsoft.com/office/drawing/2014/main" id="{45C8B705-A185-D395-872F-2FEC97CFF287}"/>
                  </a:ext>
                </a:extLst>
              </p:cNvPr>
              <p:cNvSpPr>
                <a:spLocks noChangeAspect="1" noChangeArrowheads="1"/>
              </p:cNvSpPr>
              <p:nvPr/>
            </p:nvSpPr>
            <p:spPr bwMode="auto">
              <a:xfrm>
                <a:off x="362" y="2494"/>
                <a:ext cx="1807" cy="83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3" name="Oval 8">
                <a:extLst>
                  <a:ext uri="{FF2B5EF4-FFF2-40B4-BE49-F238E27FC236}">
                    <a16:creationId xmlns:a16="http://schemas.microsoft.com/office/drawing/2014/main" id="{F725B197-4602-ACB5-B8B8-56129D2CDD21}"/>
                  </a:ext>
                </a:extLst>
              </p:cNvPr>
              <p:cNvSpPr>
                <a:spLocks noChangeAspect="1" noChangeArrowheads="1"/>
              </p:cNvSpPr>
              <p:nvPr/>
            </p:nvSpPr>
            <p:spPr bwMode="auto">
              <a:xfrm>
                <a:off x="760" y="2634"/>
                <a:ext cx="3559" cy="1236"/>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4" name="Oval 9">
                <a:extLst>
                  <a:ext uri="{FF2B5EF4-FFF2-40B4-BE49-F238E27FC236}">
                    <a16:creationId xmlns:a16="http://schemas.microsoft.com/office/drawing/2014/main" id="{ACBEF2A0-3712-BAD5-FD1A-C29D5EC8AB13}"/>
                  </a:ext>
                </a:extLst>
              </p:cNvPr>
              <p:cNvSpPr>
                <a:spLocks noChangeAspect="1" noChangeArrowheads="1"/>
              </p:cNvSpPr>
              <p:nvPr/>
            </p:nvSpPr>
            <p:spPr bwMode="auto">
              <a:xfrm>
                <a:off x="3562" y="1744"/>
                <a:ext cx="2021" cy="99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5" name="Oval 10">
                <a:extLst>
                  <a:ext uri="{FF2B5EF4-FFF2-40B4-BE49-F238E27FC236}">
                    <a16:creationId xmlns:a16="http://schemas.microsoft.com/office/drawing/2014/main" id="{E674A691-74D1-1DC0-A014-ADBC3155DCA2}"/>
                  </a:ext>
                </a:extLst>
              </p:cNvPr>
              <p:cNvSpPr>
                <a:spLocks noChangeAspect="1" noChangeArrowheads="1"/>
              </p:cNvSpPr>
              <p:nvPr/>
            </p:nvSpPr>
            <p:spPr bwMode="auto">
              <a:xfrm>
                <a:off x="3868" y="2090"/>
                <a:ext cx="1416" cy="102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6" name="Oval 11">
                <a:extLst>
                  <a:ext uri="{FF2B5EF4-FFF2-40B4-BE49-F238E27FC236}">
                    <a16:creationId xmlns:a16="http://schemas.microsoft.com/office/drawing/2014/main" id="{B83FF4C2-6943-FEFF-00E0-6E588EDA7C0A}"/>
                  </a:ext>
                </a:extLst>
              </p:cNvPr>
              <p:cNvSpPr>
                <a:spLocks noChangeAspect="1" noChangeArrowheads="1"/>
              </p:cNvSpPr>
              <p:nvPr/>
            </p:nvSpPr>
            <p:spPr bwMode="auto">
              <a:xfrm>
                <a:off x="3683" y="2246"/>
                <a:ext cx="948" cy="124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21547" name="Oval 12">
                <a:extLst>
                  <a:ext uri="{FF2B5EF4-FFF2-40B4-BE49-F238E27FC236}">
                    <a16:creationId xmlns:a16="http://schemas.microsoft.com/office/drawing/2014/main" id="{EF32C6C9-82D0-B1E8-DA27-1F3B19138F71}"/>
                  </a:ext>
                </a:extLst>
              </p:cNvPr>
              <p:cNvSpPr>
                <a:spLocks noChangeAspect="1" noChangeArrowheads="1"/>
              </p:cNvSpPr>
              <p:nvPr/>
            </p:nvSpPr>
            <p:spPr bwMode="auto">
              <a:xfrm>
                <a:off x="760" y="1897"/>
                <a:ext cx="4059" cy="121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dirty="0">
                  <a:latin typeface="Arial" panose="020B0604020202020204" pitchFamily="34" charset="0"/>
                </a:endParaRPr>
              </a:p>
            </p:txBody>
          </p:sp>
        </p:grpSp>
        <p:sp>
          <p:nvSpPr>
            <p:cNvPr id="21538" name="Oval 13">
              <a:extLst>
                <a:ext uri="{FF2B5EF4-FFF2-40B4-BE49-F238E27FC236}">
                  <a16:creationId xmlns:a16="http://schemas.microsoft.com/office/drawing/2014/main" id="{6EC22C66-8731-D095-AF4D-2BED9A96CFED}"/>
                </a:ext>
              </a:extLst>
            </p:cNvPr>
            <p:cNvSpPr>
              <a:spLocks noChangeAspect="1" noChangeArrowheads="1"/>
            </p:cNvSpPr>
            <p:nvPr/>
          </p:nvSpPr>
          <p:spPr bwMode="auto">
            <a:xfrm>
              <a:off x="1722" y="1030"/>
              <a:ext cx="2132" cy="1067"/>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grpSp>
        <p:nvGrpSpPr>
          <p:cNvPr id="4" name="Group 3">
            <a:extLst>
              <a:ext uri="{FF2B5EF4-FFF2-40B4-BE49-F238E27FC236}">
                <a16:creationId xmlns:a16="http://schemas.microsoft.com/office/drawing/2014/main" id="{2D42DAB1-303A-3E40-3524-C11468DCB958}"/>
              </a:ext>
            </a:extLst>
          </p:cNvPr>
          <p:cNvGrpSpPr/>
          <p:nvPr/>
        </p:nvGrpSpPr>
        <p:grpSpPr>
          <a:xfrm>
            <a:off x="2780918" y="4408603"/>
            <a:ext cx="6802068" cy="2373047"/>
            <a:chOff x="4778215" y="2378844"/>
            <a:chExt cx="6802068" cy="1993772"/>
          </a:xfrm>
        </p:grpSpPr>
        <p:sp>
          <p:nvSpPr>
            <p:cNvPr id="5" name="Rectangle 4">
              <a:extLst>
                <a:ext uri="{FF2B5EF4-FFF2-40B4-BE49-F238E27FC236}">
                  <a16:creationId xmlns:a16="http://schemas.microsoft.com/office/drawing/2014/main" id="{70361730-5F00-C0BB-08BD-044CC667EEAE}"/>
                </a:ext>
              </a:extLst>
            </p:cNvPr>
            <p:cNvSpPr/>
            <p:nvPr/>
          </p:nvSpPr>
          <p:spPr>
            <a:xfrm>
              <a:off x="4778215" y="2664223"/>
              <a:ext cx="6802068" cy="1708393"/>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en-US" altLang="it-IT" sz="1400" dirty="0">
                  <a:solidFill>
                    <a:schemeClr val="bg1"/>
                  </a:solidFill>
                  <a:latin typeface="Lucida Console" panose="020B0609040504020204" pitchFamily="49" charset="0"/>
                </a:rPr>
                <a:t>root@bb0:~# </a:t>
              </a:r>
              <a:r>
                <a:rPr lang="en-US" altLang="it-IT" sz="1400" dirty="0" err="1">
                  <a:solidFill>
                    <a:schemeClr val="bg1"/>
                  </a:solidFill>
                  <a:latin typeface="Lucida Console" panose="020B0609040504020204" pitchFamily="49" charset="0"/>
                </a:rPr>
                <a:t>vtysh</a:t>
              </a:r>
              <a:r>
                <a:rPr lang="en-US" altLang="it-IT" sz="1400" dirty="0">
                  <a:solidFill>
                    <a:schemeClr val="bg1"/>
                  </a:solidFill>
                  <a:latin typeface="Lucida Console" panose="020B0609040504020204" pitchFamily="49" charset="0"/>
                </a:rPr>
                <a:t> -e "show </a:t>
              </a:r>
              <a:r>
                <a:rPr lang="en-US" altLang="it-IT" sz="1400" dirty="0" err="1">
                  <a:solidFill>
                    <a:schemeClr val="bg1"/>
                  </a:solidFill>
                  <a:latin typeface="Lucida Console" panose="020B0609040504020204" pitchFamily="49" charset="0"/>
                </a:rPr>
                <a:t>ip</a:t>
              </a:r>
              <a:r>
                <a:rPr lang="en-US" altLang="it-IT" sz="1400" dirty="0">
                  <a:solidFill>
                    <a:schemeClr val="bg1"/>
                  </a:solidFill>
                  <a:latin typeface="Lucida Console" panose="020B0609040504020204" pitchFamily="49" charset="0"/>
                </a:rPr>
                <a:t> </a:t>
              </a:r>
              <a:r>
                <a:rPr lang="en-US" altLang="it-IT" sz="1400" dirty="0" err="1">
                  <a:solidFill>
                    <a:schemeClr val="bg1"/>
                  </a:solidFill>
                  <a:latin typeface="Lucida Console" panose="020B0609040504020204" pitchFamily="49" charset="0"/>
                </a:rPr>
                <a:t>ospf</a:t>
              </a:r>
              <a:r>
                <a:rPr lang="en-US" altLang="it-IT" sz="1400" dirty="0">
                  <a:solidFill>
                    <a:schemeClr val="bg1"/>
                  </a:solidFill>
                  <a:latin typeface="Lucida Console" panose="020B0609040504020204" pitchFamily="49" charset="0"/>
                </a:rPr>
                <a:t> interface" | </a:t>
              </a:r>
              <a:r>
                <a:rPr lang="en-US" altLang="it-IT" sz="1400" dirty="0" err="1">
                  <a:solidFill>
                    <a:schemeClr val="bg1"/>
                  </a:solidFill>
                  <a:latin typeface="Lucida Console" panose="020B0609040504020204" pitchFamily="49" charset="0"/>
                </a:rPr>
                <a:t>egrep</a:t>
              </a:r>
              <a:r>
                <a:rPr lang="en-US" altLang="it-IT" sz="1400" dirty="0">
                  <a:solidFill>
                    <a:schemeClr val="bg1"/>
                  </a:solidFill>
                  <a:latin typeface="Lucida Console" panose="020B0609040504020204" pitchFamily="49" charset="0"/>
                </a:rPr>
                <a:t> "</a:t>
              </a:r>
              <a:r>
                <a:rPr lang="en-US" altLang="it-IT" sz="1400" dirty="0" err="1">
                  <a:solidFill>
                    <a:schemeClr val="bg1"/>
                  </a:solidFill>
                  <a:latin typeface="Lucida Console" panose="020B0609040504020204" pitchFamily="49" charset="0"/>
                </a:rPr>
                <a:t>eth|Cost</a:t>
              </a:r>
              <a:r>
                <a:rPr lang="en-US" altLang="it-IT" sz="1400" dirty="0">
                  <a:solidFill>
                    <a:schemeClr val="bg1"/>
                  </a:solidFill>
                  <a:latin typeface="Lucida Console" panose="020B0609040504020204" pitchFamily="49" charset="0"/>
                </a:rPr>
                <a:t>"</a:t>
              </a:r>
            </a:p>
            <a:p>
              <a:pPr eaLnBrk="1" hangingPunct="1"/>
              <a:r>
                <a:rPr lang="en-US" altLang="it-IT" sz="1400" dirty="0">
                  <a:solidFill>
                    <a:schemeClr val="bg1"/>
                  </a:solidFill>
                  <a:latin typeface="Lucida Console" panose="020B0609040504020204" pitchFamily="49" charset="0"/>
                </a:rPr>
                <a:t>eth0 is up</a:t>
              </a:r>
            </a:p>
            <a:p>
              <a:pPr eaLnBrk="1" hangingPunct="1"/>
              <a:r>
                <a:rPr lang="en-US" altLang="it-IT" sz="1400" dirty="0">
                  <a:solidFill>
                    <a:schemeClr val="bg1"/>
                  </a:solidFill>
                  <a:latin typeface="Lucida Console" panose="020B0609040504020204" pitchFamily="49" charset="0"/>
                </a:rPr>
                <a:t>  Router ID 10.0.2.3, Network Type BROADCAST, Cost: 21</a:t>
              </a:r>
            </a:p>
            <a:p>
              <a:pPr eaLnBrk="1" hangingPunct="1"/>
              <a:r>
                <a:rPr lang="en-US" altLang="it-IT" sz="1400" dirty="0">
                  <a:solidFill>
                    <a:schemeClr val="bg1"/>
                  </a:solidFill>
                  <a:latin typeface="Lucida Console" panose="020B0609040504020204" pitchFamily="49" charset="0"/>
                </a:rPr>
                <a:t>eth1 is up</a:t>
              </a:r>
            </a:p>
            <a:p>
              <a:pPr eaLnBrk="1" hangingPunct="1"/>
              <a:r>
                <a:rPr lang="en-US" altLang="it-IT" sz="1400" dirty="0">
                  <a:solidFill>
                    <a:schemeClr val="bg1"/>
                  </a:solidFill>
                  <a:latin typeface="Lucida Console" panose="020B0609040504020204" pitchFamily="49" charset="0"/>
                </a:rPr>
                <a:t>  Router ID 10.0.2.3, Network Type BROADCAST, Cost: 36</a:t>
              </a:r>
            </a:p>
            <a:p>
              <a:pPr eaLnBrk="1" hangingPunct="1"/>
              <a:r>
                <a:rPr lang="en-US" altLang="it-IT" sz="1400" dirty="0">
                  <a:solidFill>
                    <a:schemeClr val="bg1"/>
                  </a:solidFill>
                  <a:latin typeface="Lucida Console" panose="020B0609040504020204" pitchFamily="49" charset="0"/>
                </a:rPr>
                <a:t>█</a:t>
              </a:r>
            </a:p>
          </p:txBody>
        </p:sp>
        <p:sp>
          <p:nvSpPr>
            <p:cNvPr id="6" name="Rectangle 5">
              <a:extLst>
                <a:ext uri="{FF2B5EF4-FFF2-40B4-BE49-F238E27FC236}">
                  <a16:creationId xmlns:a16="http://schemas.microsoft.com/office/drawing/2014/main" id="{E8931EE6-7A3E-795A-0473-EC7653C2A51A}"/>
                </a:ext>
              </a:extLst>
            </p:cNvPr>
            <p:cNvSpPr/>
            <p:nvPr/>
          </p:nvSpPr>
          <p:spPr>
            <a:xfrm>
              <a:off x="4778215" y="2378844"/>
              <a:ext cx="6802064"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7" name="Group 6">
              <a:extLst>
                <a:ext uri="{FF2B5EF4-FFF2-40B4-BE49-F238E27FC236}">
                  <a16:creationId xmlns:a16="http://schemas.microsoft.com/office/drawing/2014/main" id="{2CE8E8BB-74C2-AC0C-E3A5-C38E3B3F0654}"/>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E844A620-6750-B0F9-F8AC-10A7C8E1AC64}"/>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B770B94-AC31-A4C4-6A0F-3E88FAEF025C}"/>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E583634-35BC-41C5-2601-F81456C681CE}"/>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 name="Group 22">
            <a:extLst>
              <a:ext uri="{FF2B5EF4-FFF2-40B4-BE49-F238E27FC236}">
                <a16:creationId xmlns:a16="http://schemas.microsoft.com/office/drawing/2014/main" id="{C2608583-12AC-E963-6C53-601A92694D6E}"/>
              </a:ext>
            </a:extLst>
          </p:cNvPr>
          <p:cNvGrpSpPr>
            <a:grpSpLocks noChangeAspect="1"/>
          </p:cNvGrpSpPr>
          <p:nvPr/>
        </p:nvGrpSpPr>
        <p:grpSpPr bwMode="auto">
          <a:xfrm>
            <a:off x="5453228" y="2573027"/>
            <a:ext cx="723900" cy="460375"/>
            <a:chOff x="3312" y="2160"/>
            <a:chExt cx="960" cy="528"/>
          </a:xfrm>
        </p:grpSpPr>
        <p:grpSp>
          <p:nvGrpSpPr>
            <p:cNvPr id="12" name="Group 23">
              <a:extLst>
                <a:ext uri="{FF2B5EF4-FFF2-40B4-BE49-F238E27FC236}">
                  <a16:creationId xmlns:a16="http://schemas.microsoft.com/office/drawing/2014/main" id="{05DE7858-3636-F599-D79A-DE08964C598A}"/>
                </a:ext>
              </a:extLst>
            </p:cNvPr>
            <p:cNvGrpSpPr>
              <a:grpSpLocks noChangeAspect="1"/>
            </p:cNvGrpSpPr>
            <p:nvPr/>
          </p:nvGrpSpPr>
          <p:grpSpPr bwMode="auto">
            <a:xfrm>
              <a:off x="3312" y="2160"/>
              <a:ext cx="960" cy="528"/>
              <a:chOff x="3312" y="2160"/>
              <a:chExt cx="960" cy="528"/>
            </a:xfrm>
          </p:grpSpPr>
          <p:sp>
            <p:nvSpPr>
              <p:cNvPr id="14" name="AutoShape 24">
                <a:extLst>
                  <a:ext uri="{FF2B5EF4-FFF2-40B4-BE49-F238E27FC236}">
                    <a16:creationId xmlns:a16="http://schemas.microsoft.com/office/drawing/2014/main" id="{D82093E1-53BC-B07A-7C9A-18F8419FEF16}"/>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15" name="Group 25">
                <a:extLst>
                  <a:ext uri="{FF2B5EF4-FFF2-40B4-BE49-F238E27FC236}">
                    <a16:creationId xmlns:a16="http://schemas.microsoft.com/office/drawing/2014/main" id="{C4A8BA6A-BE62-18B2-5E0E-66517D17B67C}"/>
                  </a:ext>
                </a:extLst>
              </p:cNvPr>
              <p:cNvGrpSpPr>
                <a:grpSpLocks noChangeAspect="1"/>
              </p:cNvGrpSpPr>
              <p:nvPr/>
            </p:nvGrpSpPr>
            <p:grpSpPr bwMode="auto">
              <a:xfrm>
                <a:off x="3488" y="2193"/>
                <a:ext cx="599" cy="207"/>
                <a:chOff x="422" y="1632"/>
                <a:chExt cx="829" cy="298"/>
              </a:xfrm>
            </p:grpSpPr>
            <p:grpSp>
              <p:nvGrpSpPr>
                <p:cNvPr id="16" name="Group 26">
                  <a:extLst>
                    <a:ext uri="{FF2B5EF4-FFF2-40B4-BE49-F238E27FC236}">
                      <a16:creationId xmlns:a16="http://schemas.microsoft.com/office/drawing/2014/main" id="{631C4994-E14D-4C79-8905-6CDE1C06FFC4}"/>
                    </a:ext>
                  </a:extLst>
                </p:cNvPr>
                <p:cNvGrpSpPr>
                  <a:grpSpLocks noChangeAspect="1"/>
                </p:cNvGrpSpPr>
                <p:nvPr/>
              </p:nvGrpSpPr>
              <p:grpSpPr bwMode="auto">
                <a:xfrm>
                  <a:off x="422" y="1632"/>
                  <a:ext cx="822" cy="291"/>
                  <a:chOff x="422" y="1632"/>
                  <a:chExt cx="822" cy="291"/>
                </a:xfrm>
              </p:grpSpPr>
              <p:sp>
                <p:nvSpPr>
                  <p:cNvPr id="26" name="Freeform 27">
                    <a:extLst>
                      <a:ext uri="{FF2B5EF4-FFF2-40B4-BE49-F238E27FC236}">
                        <a16:creationId xmlns:a16="http://schemas.microsoft.com/office/drawing/2014/main" id="{B72CA0C7-3842-31B5-A5C3-2BD2DA66DDC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7" name="Freeform 28">
                    <a:extLst>
                      <a:ext uri="{FF2B5EF4-FFF2-40B4-BE49-F238E27FC236}">
                        <a16:creationId xmlns:a16="http://schemas.microsoft.com/office/drawing/2014/main" id="{2B385304-C216-72D0-27B5-82255325C57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8" name="Freeform 29">
                    <a:extLst>
                      <a:ext uri="{FF2B5EF4-FFF2-40B4-BE49-F238E27FC236}">
                        <a16:creationId xmlns:a16="http://schemas.microsoft.com/office/drawing/2014/main" id="{644859A5-014B-D062-F976-1D4659876FD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9" name="Freeform 30">
                    <a:extLst>
                      <a:ext uri="{FF2B5EF4-FFF2-40B4-BE49-F238E27FC236}">
                        <a16:creationId xmlns:a16="http://schemas.microsoft.com/office/drawing/2014/main" id="{30955297-9293-2496-5A1D-665E5962C48D}"/>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0" name="Freeform 31">
                    <a:extLst>
                      <a:ext uri="{FF2B5EF4-FFF2-40B4-BE49-F238E27FC236}">
                        <a16:creationId xmlns:a16="http://schemas.microsoft.com/office/drawing/2014/main" id="{CA45FD37-0134-8E11-D421-53E513B279D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1" name="Freeform 32">
                    <a:extLst>
                      <a:ext uri="{FF2B5EF4-FFF2-40B4-BE49-F238E27FC236}">
                        <a16:creationId xmlns:a16="http://schemas.microsoft.com/office/drawing/2014/main" id="{96F44D29-574C-E754-9DF9-656151B4AB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2" name="Freeform 33">
                    <a:extLst>
                      <a:ext uri="{FF2B5EF4-FFF2-40B4-BE49-F238E27FC236}">
                        <a16:creationId xmlns:a16="http://schemas.microsoft.com/office/drawing/2014/main" id="{1CE6700E-019B-D981-7832-BFB43488209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33" name="Freeform 34">
                    <a:extLst>
                      <a:ext uri="{FF2B5EF4-FFF2-40B4-BE49-F238E27FC236}">
                        <a16:creationId xmlns:a16="http://schemas.microsoft.com/office/drawing/2014/main" id="{2A010FA6-E3B8-72CD-DB39-B8DCD4A2472E}"/>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17" name="Group 35">
                  <a:extLst>
                    <a:ext uri="{FF2B5EF4-FFF2-40B4-BE49-F238E27FC236}">
                      <a16:creationId xmlns:a16="http://schemas.microsoft.com/office/drawing/2014/main" id="{275FBB97-7A1A-0ED0-0AEC-8E293B7B264E}"/>
                    </a:ext>
                  </a:extLst>
                </p:cNvPr>
                <p:cNvGrpSpPr>
                  <a:grpSpLocks noChangeAspect="1"/>
                </p:cNvGrpSpPr>
                <p:nvPr/>
              </p:nvGrpSpPr>
              <p:grpSpPr bwMode="auto">
                <a:xfrm>
                  <a:off x="429" y="1639"/>
                  <a:ext cx="822" cy="291"/>
                  <a:chOff x="429" y="1639"/>
                  <a:chExt cx="822" cy="291"/>
                </a:xfrm>
              </p:grpSpPr>
              <p:sp>
                <p:nvSpPr>
                  <p:cNvPr id="18" name="Freeform 36">
                    <a:extLst>
                      <a:ext uri="{FF2B5EF4-FFF2-40B4-BE49-F238E27FC236}">
                        <a16:creationId xmlns:a16="http://schemas.microsoft.com/office/drawing/2014/main" id="{3603BB32-D199-8485-5124-0522CD0D41D4}"/>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19" name="Freeform 37">
                    <a:extLst>
                      <a:ext uri="{FF2B5EF4-FFF2-40B4-BE49-F238E27FC236}">
                        <a16:creationId xmlns:a16="http://schemas.microsoft.com/office/drawing/2014/main" id="{47991BBD-795C-D6D0-A854-E1975B40A32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0" name="Freeform 38">
                    <a:extLst>
                      <a:ext uri="{FF2B5EF4-FFF2-40B4-BE49-F238E27FC236}">
                        <a16:creationId xmlns:a16="http://schemas.microsoft.com/office/drawing/2014/main" id="{89E1D22B-D401-46CD-FF9C-292A2C62868B}"/>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 name="Freeform 39">
                    <a:extLst>
                      <a:ext uri="{FF2B5EF4-FFF2-40B4-BE49-F238E27FC236}">
                        <a16:creationId xmlns:a16="http://schemas.microsoft.com/office/drawing/2014/main" id="{405C4355-58D5-C734-5656-7772ED4B01E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2" name="Freeform 40">
                    <a:extLst>
                      <a:ext uri="{FF2B5EF4-FFF2-40B4-BE49-F238E27FC236}">
                        <a16:creationId xmlns:a16="http://schemas.microsoft.com/office/drawing/2014/main" id="{72D24D7D-B1EF-253C-DFF4-46915408526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3" name="Freeform 41">
                    <a:extLst>
                      <a:ext uri="{FF2B5EF4-FFF2-40B4-BE49-F238E27FC236}">
                        <a16:creationId xmlns:a16="http://schemas.microsoft.com/office/drawing/2014/main" id="{80844405-3E35-52AD-E5A3-D076DBFB8DF8}"/>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4" name="Freeform 42">
                    <a:extLst>
                      <a:ext uri="{FF2B5EF4-FFF2-40B4-BE49-F238E27FC236}">
                        <a16:creationId xmlns:a16="http://schemas.microsoft.com/office/drawing/2014/main" id="{3D918802-43DC-25A5-ED8A-6BB9A8FDB86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5" name="Freeform 43">
                    <a:extLst>
                      <a:ext uri="{FF2B5EF4-FFF2-40B4-BE49-F238E27FC236}">
                        <a16:creationId xmlns:a16="http://schemas.microsoft.com/office/drawing/2014/main" id="{D2E67DEB-3A2A-F775-921A-839237AB803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13" name="WordArt 44">
              <a:extLst>
                <a:ext uri="{FF2B5EF4-FFF2-40B4-BE49-F238E27FC236}">
                  <a16:creationId xmlns:a16="http://schemas.microsoft.com/office/drawing/2014/main" id="{C52D2E08-E948-AC09-3DAC-C2B50C04E99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34" name="AutoShape 54">
            <a:extLst>
              <a:ext uri="{FF2B5EF4-FFF2-40B4-BE49-F238E27FC236}">
                <a16:creationId xmlns:a16="http://schemas.microsoft.com/office/drawing/2014/main" id="{AB0AF694-8067-C502-B6AB-55D6D79D8F99}"/>
              </a:ext>
            </a:extLst>
          </p:cNvPr>
          <p:cNvSpPr>
            <a:spLocks noChangeArrowheads="1"/>
          </p:cNvSpPr>
          <p:nvPr/>
        </p:nvSpPr>
        <p:spPr bwMode="auto">
          <a:xfrm>
            <a:off x="1843302" y="2058827"/>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dirty="0">
                <a:solidFill>
                  <a:schemeClr val="bg1"/>
                </a:solidFill>
              </a:rPr>
              <a:t>0.0.0.0</a:t>
            </a:r>
          </a:p>
        </p:txBody>
      </p:sp>
      <p:sp>
        <p:nvSpPr>
          <p:cNvPr id="21580" name="AutoShape 182">
            <a:extLst>
              <a:ext uri="{FF2B5EF4-FFF2-40B4-BE49-F238E27FC236}">
                <a16:creationId xmlns:a16="http://schemas.microsoft.com/office/drawing/2014/main" id="{AAF8263B-B0B3-A65D-3DCA-6F87857E6027}"/>
              </a:ext>
            </a:extLst>
          </p:cNvPr>
          <p:cNvSpPr>
            <a:spLocks noChangeArrowheads="1"/>
          </p:cNvSpPr>
          <p:nvPr/>
        </p:nvSpPr>
        <p:spPr bwMode="auto">
          <a:xfrm>
            <a:off x="3267393"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10.0.3.1</a:t>
            </a:r>
          </a:p>
        </p:txBody>
      </p:sp>
      <p:sp>
        <p:nvSpPr>
          <p:cNvPr id="21581" name="AutoShape 183">
            <a:extLst>
              <a:ext uri="{FF2B5EF4-FFF2-40B4-BE49-F238E27FC236}">
                <a16:creationId xmlns:a16="http://schemas.microsoft.com/office/drawing/2014/main" id="{AEBCF5DC-DF62-D732-6A91-8D5C0F660489}"/>
              </a:ext>
            </a:extLst>
          </p:cNvPr>
          <p:cNvSpPr>
            <a:spLocks noChangeArrowheads="1"/>
          </p:cNvSpPr>
          <p:nvPr/>
        </p:nvSpPr>
        <p:spPr bwMode="auto">
          <a:xfrm>
            <a:off x="2932228" y="3929171"/>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10.0.3.2</a:t>
            </a:r>
          </a:p>
        </p:txBody>
      </p:sp>
      <p:sp>
        <p:nvSpPr>
          <p:cNvPr id="21582" name="AutoShape 185">
            <a:extLst>
              <a:ext uri="{FF2B5EF4-FFF2-40B4-BE49-F238E27FC236}">
                <a16:creationId xmlns:a16="http://schemas.microsoft.com/office/drawing/2014/main" id="{1DBEC42A-CBD1-19B7-F25C-8A892BC0FD97}"/>
              </a:ext>
            </a:extLst>
          </p:cNvPr>
          <p:cNvSpPr>
            <a:spLocks noChangeArrowheads="1"/>
          </p:cNvSpPr>
          <p:nvPr/>
        </p:nvSpPr>
        <p:spPr bwMode="auto">
          <a:xfrm>
            <a:off x="7809504" y="4021967"/>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dirty="0">
                <a:latin typeface="Courier New" panose="02070309020205020404" pitchFamily="49" charset="0"/>
              </a:rPr>
              <a:t>10.0.2.2</a:t>
            </a:r>
          </a:p>
        </p:txBody>
      </p:sp>
      <p:sp>
        <p:nvSpPr>
          <p:cNvPr id="21583" name="AutoShape 186">
            <a:extLst>
              <a:ext uri="{FF2B5EF4-FFF2-40B4-BE49-F238E27FC236}">
                <a16:creationId xmlns:a16="http://schemas.microsoft.com/office/drawing/2014/main" id="{90B64B42-6EB8-61B4-CE07-5514EEE6C7B2}"/>
              </a:ext>
            </a:extLst>
          </p:cNvPr>
          <p:cNvSpPr>
            <a:spLocks noChangeArrowheads="1"/>
          </p:cNvSpPr>
          <p:nvPr/>
        </p:nvSpPr>
        <p:spPr bwMode="auto">
          <a:xfrm>
            <a:off x="7621147" y="1305490"/>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10.0.1.1</a:t>
            </a:r>
          </a:p>
        </p:txBody>
      </p:sp>
      <p:sp>
        <p:nvSpPr>
          <p:cNvPr id="21584" name="AutoShape 214">
            <a:extLst>
              <a:ext uri="{FF2B5EF4-FFF2-40B4-BE49-F238E27FC236}">
                <a16:creationId xmlns:a16="http://schemas.microsoft.com/office/drawing/2014/main" id="{8A261A5F-7264-3AC9-C64E-CFA81FE95B65}"/>
              </a:ext>
            </a:extLst>
          </p:cNvPr>
          <p:cNvSpPr>
            <a:spLocks noChangeArrowheads="1"/>
          </p:cNvSpPr>
          <p:nvPr/>
        </p:nvSpPr>
        <p:spPr bwMode="auto">
          <a:xfrm>
            <a:off x="6244202" y="2468145"/>
            <a:ext cx="1035050" cy="307975"/>
          </a:xfrm>
          <a:prstGeom prst="roundRect">
            <a:avLst>
              <a:gd name="adj" fmla="val 16667"/>
            </a:avLst>
          </a:prstGeom>
          <a:solidFill>
            <a:srgbClr val="FF9933"/>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b="1">
                <a:latin typeface="Courier New" panose="02070309020205020404" pitchFamily="49" charset="0"/>
              </a:rPr>
              <a:t>10.0.2.3</a:t>
            </a:r>
          </a:p>
        </p:txBody>
      </p:sp>
      <p:sp>
        <p:nvSpPr>
          <p:cNvPr id="21589" name="Line 201">
            <a:extLst>
              <a:ext uri="{FF2B5EF4-FFF2-40B4-BE49-F238E27FC236}">
                <a16:creationId xmlns:a16="http://schemas.microsoft.com/office/drawing/2014/main" id="{72B10056-8AFD-7A9A-262C-FB1C9781379F}"/>
              </a:ext>
            </a:extLst>
          </p:cNvPr>
          <p:cNvSpPr>
            <a:spLocks noChangeShapeType="1"/>
          </p:cNvSpPr>
          <p:nvPr/>
        </p:nvSpPr>
        <p:spPr bwMode="auto">
          <a:xfrm flipH="1">
            <a:off x="8216844" y="1765331"/>
            <a:ext cx="3175" cy="11430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588" name="Line 197">
            <a:extLst>
              <a:ext uri="{FF2B5EF4-FFF2-40B4-BE49-F238E27FC236}">
                <a16:creationId xmlns:a16="http://schemas.microsoft.com/office/drawing/2014/main" id="{449D53C1-F8EF-C52B-A39F-B223655F8E72}"/>
              </a:ext>
            </a:extLst>
          </p:cNvPr>
          <p:cNvSpPr>
            <a:spLocks noChangeShapeType="1"/>
          </p:cNvSpPr>
          <p:nvPr/>
        </p:nvSpPr>
        <p:spPr bwMode="auto">
          <a:xfrm>
            <a:off x="6009838" y="1872275"/>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8" name="Group 93">
            <a:extLst>
              <a:ext uri="{FF2B5EF4-FFF2-40B4-BE49-F238E27FC236}">
                <a16:creationId xmlns:a16="http://schemas.microsoft.com/office/drawing/2014/main" id="{418C1B97-D8F4-D705-C260-5C64127E9C88}"/>
              </a:ext>
            </a:extLst>
          </p:cNvPr>
          <p:cNvGrpSpPr>
            <a:grpSpLocks noChangeAspect="1"/>
          </p:cNvGrpSpPr>
          <p:nvPr/>
        </p:nvGrpSpPr>
        <p:grpSpPr bwMode="auto">
          <a:xfrm>
            <a:off x="7779897" y="1642040"/>
            <a:ext cx="723900" cy="460375"/>
            <a:chOff x="3312" y="2160"/>
            <a:chExt cx="960" cy="528"/>
          </a:xfrm>
        </p:grpSpPr>
        <p:grpSp>
          <p:nvGrpSpPr>
            <p:cNvPr id="59" name="Group 94">
              <a:extLst>
                <a:ext uri="{FF2B5EF4-FFF2-40B4-BE49-F238E27FC236}">
                  <a16:creationId xmlns:a16="http://schemas.microsoft.com/office/drawing/2014/main" id="{773BB94F-2D19-0B3D-B264-4DE8BB6AA61C}"/>
                </a:ext>
              </a:extLst>
            </p:cNvPr>
            <p:cNvGrpSpPr>
              <a:grpSpLocks noChangeAspect="1"/>
            </p:cNvGrpSpPr>
            <p:nvPr/>
          </p:nvGrpSpPr>
          <p:grpSpPr bwMode="auto">
            <a:xfrm>
              <a:off x="3312" y="2160"/>
              <a:ext cx="960" cy="528"/>
              <a:chOff x="3312" y="2160"/>
              <a:chExt cx="960" cy="528"/>
            </a:xfrm>
          </p:grpSpPr>
          <p:sp>
            <p:nvSpPr>
              <p:cNvPr id="61" name="AutoShape 95">
                <a:extLst>
                  <a:ext uri="{FF2B5EF4-FFF2-40B4-BE49-F238E27FC236}">
                    <a16:creationId xmlns:a16="http://schemas.microsoft.com/office/drawing/2014/main" id="{BF7FCB6B-9D8E-D555-9EC8-1BF8A8AB0B3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2" name="Group 96">
                <a:extLst>
                  <a:ext uri="{FF2B5EF4-FFF2-40B4-BE49-F238E27FC236}">
                    <a16:creationId xmlns:a16="http://schemas.microsoft.com/office/drawing/2014/main" id="{8B791A72-F763-FF26-E734-F9F0707F14FA}"/>
                  </a:ext>
                </a:extLst>
              </p:cNvPr>
              <p:cNvGrpSpPr>
                <a:grpSpLocks noChangeAspect="1"/>
              </p:cNvGrpSpPr>
              <p:nvPr/>
            </p:nvGrpSpPr>
            <p:grpSpPr bwMode="auto">
              <a:xfrm>
                <a:off x="3488" y="2193"/>
                <a:ext cx="599" cy="207"/>
                <a:chOff x="422" y="1632"/>
                <a:chExt cx="829" cy="298"/>
              </a:xfrm>
            </p:grpSpPr>
            <p:grpSp>
              <p:nvGrpSpPr>
                <p:cNvPr id="63" name="Group 97">
                  <a:extLst>
                    <a:ext uri="{FF2B5EF4-FFF2-40B4-BE49-F238E27FC236}">
                      <a16:creationId xmlns:a16="http://schemas.microsoft.com/office/drawing/2014/main" id="{B6288C28-7F15-3D8C-936C-BFD3F0022838}"/>
                    </a:ext>
                  </a:extLst>
                </p:cNvPr>
                <p:cNvGrpSpPr>
                  <a:grpSpLocks noChangeAspect="1"/>
                </p:cNvGrpSpPr>
                <p:nvPr/>
              </p:nvGrpSpPr>
              <p:grpSpPr bwMode="auto">
                <a:xfrm>
                  <a:off x="422" y="1632"/>
                  <a:ext cx="822" cy="291"/>
                  <a:chOff x="422" y="1632"/>
                  <a:chExt cx="822" cy="291"/>
                </a:xfrm>
              </p:grpSpPr>
              <p:sp>
                <p:nvSpPr>
                  <p:cNvPr id="21515" name="Freeform 98">
                    <a:extLst>
                      <a:ext uri="{FF2B5EF4-FFF2-40B4-BE49-F238E27FC236}">
                        <a16:creationId xmlns:a16="http://schemas.microsoft.com/office/drawing/2014/main" id="{37D07775-7ED6-2004-885C-68F583E5EB6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6" name="Freeform 99">
                    <a:extLst>
                      <a:ext uri="{FF2B5EF4-FFF2-40B4-BE49-F238E27FC236}">
                        <a16:creationId xmlns:a16="http://schemas.microsoft.com/office/drawing/2014/main" id="{2E0C03AE-6095-6348-C337-0B867ECCD8F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7" name="Freeform 100">
                    <a:extLst>
                      <a:ext uri="{FF2B5EF4-FFF2-40B4-BE49-F238E27FC236}">
                        <a16:creationId xmlns:a16="http://schemas.microsoft.com/office/drawing/2014/main" id="{6E9CC569-39AD-3E69-C74D-05A952DBCE9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8" name="Freeform 101">
                    <a:extLst>
                      <a:ext uri="{FF2B5EF4-FFF2-40B4-BE49-F238E27FC236}">
                        <a16:creationId xmlns:a16="http://schemas.microsoft.com/office/drawing/2014/main" id="{EA24AFB0-C412-7E33-8487-62E6D51C91A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9" name="Freeform 102">
                    <a:extLst>
                      <a:ext uri="{FF2B5EF4-FFF2-40B4-BE49-F238E27FC236}">
                        <a16:creationId xmlns:a16="http://schemas.microsoft.com/office/drawing/2014/main" id="{C184E451-A74A-D09E-7A07-7737C251948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0" name="Freeform 103">
                    <a:extLst>
                      <a:ext uri="{FF2B5EF4-FFF2-40B4-BE49-F238E27FC236}">
                        <a16:creationId xmlns:a16="http://schemas.microsoft.com/office/drawing/2014/main" id="{6B5618F2-175F-7C92-CA74-E7BF17B2C04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1" name="Freeform 104">
                    <a:extLst>
                      <a:ext uri="{FF2B5EF4-FFF2-40B4-BE49-F238E27FC236}">
                        <a16:creationId xmlns:a16="http://schemas.microsoft.com/office/drawing/2014/main" id="{FA90C331-835F-AFAB-EF04-09ACB29330D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22" name="Freeform 105">
                    <a:extLst>
                      <a:ext uri="{FF2B5EF4-FFF2-40B4-BE49-F238E27FC236}">
                        <a16:creationId xmlns:a16="http://schemas.microsoft.com/office/drawing/2014/main" id="{273104CB-BE03-B839-DBFE-64EC0172095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04" name="Group 106">
                  <a:extLst>
                    <a:ext uri="{FF2B5EF4-FFF2-40B4-BE49-F238E27FC236}">
                      <a16:creationId xmlns:a16="http://schemas.microsoft.com/office/drawing/2014/main" id="{810CC237-2CCA-EF5E-26D8-930609FA46B0}"/>
                    </a:ext>
                  </a:extLst>
                </p:cNvPr>
                <p:cNvGrpSpPr>
                  <a:grpSpLocks noChangeAspect="1"/>
                </p:cNvGrpSpPr>
                <p:nvPr/>
              </p:nvGrpSpPr>
              <p:grpSpPr bwMode="auto">
                <a:xfrm>
                  <a:off x="429" y="1639"/>
                  <a:ext cx="822" cy="291"/>
                  <a:chOff x="429" y="1639"/>
                  <a:chExt cx="822" cy="291"/>
                </a:xfrm>
              </p:grpSpPr>
              <p:sp>
                <p:nvSpPr>
                  <p:cNvPr id="21505" name="Freeform 107">
                    <a:extLst>
                      <a:ext uri="{FF2B5EF4-FFF2-40B4-BE49-F238E27FC236}">
                        <a16:creationId xmlns:a16="http://schemas.microsoft.com/office/drawing/2014/main" id="{0BB9777F-E3DB-3CA0-F9EB-9DE751211E2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6" name="Freeform 108">
                    <a:extLst>
                      <a:ext uri="{FF2B5EF4-FFF2-40B4-BE49-F238E27FC236}">
                        <a16:creationId xmlns:a16="http://schemas.microsoft.com/office/drawing/2014/main" id="{5C3DC2A5-96BA-0DB1-9349-E91C5F06EC1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07" name="Freeform 109">
                    <a:extLst>
                      <a:ext uri="{FF2B5EF4-FFF2-40B4-BE49-F238E27FC236}">
                        <a16:creationId xmlns:a16="http://schemas.microsoft.com/office/drawing/2014/main" id="{798A53BD-E197-4DA8-4F9D-4ABF50A3F36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0" name="Freeform 110">
                    <a:extLst>
                      <a:ext uri="{FF2B5EF4-FFF2-40B4-BE49-F238E27FC236}">
                        <a16:creationId xmlns:a16="http://schemas.microsoft.com/office/drawing/2014/main" id="{A47C46BB-DDBE-A3FF-7A9C-00038106449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1" name="Freeform 111">
                    <a:extLst>
                      <a:ext uri="{FF2B5EF4-FFF2-40B4-BE49-F238E27FC236}">
                        <a16:creationId xmlns:a16="http://schemas.microsoft.com/office/drawing/2014/main" id="{D7B73FD7-F0ED-BAF3-97A0-3A681B1CC88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2" name="Freeform 112">
                    <a:extLst>
                      <a:ext uri="{FF2B5EF4-FFF2-40B4-BE49-F238E27FC236}">
                        <a16:creationId xmlns:a16="http://schemas.microsoft.com/office/drawing/2014/main" id="{3183CA20-7AAE-251D-E72C-F581278880C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3" name="Freeform 113">
                    <a:extLst>
                      <a:ext uri="{FF2B5EF4-FFF2-40B4-BE49-F238E27FC236}">
                        <a16:creationId xmlns:a16="http://schemas.microsoft.com/office/drawing/2014/main" id="{DAD73475-3982-9DB2-45FA-E323CD278A3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14" name="Freeform 114">
                    <a:extLst>
                      <a:ext uri="{FF2B5EF4-FFF2-40B4-BE49-F238E27FC236}">
                        <a16:creationId xmlns:a16="http://schemas.microsoft.com/office/drawing/2014/main" id="{ABF7D543-8176-62CC-BC18-7D36427B740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 name="WordArt 115">
              <a:extLst>
                <a:ext uri="{FF2B5EF4-FFF2-40B4-BE49-F238E27FC236}">
                  <a16:creationId xmlns:a16="http://schemas.microsoft.com/office/drawing/2014/main" id="{DD9E5CCF-F95B-E060-47A2-93478C90550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21590" name="Group 198">
            <a:extLst>
              <a:ext uri="{FF2B5EF4-FFF2-40B4-BE49-F238E27FC236}">
                <a16:creationId xmlns:a16="http://schemas.microsoft.com/office/drawing/2014/main" id="{FD4942BF-5831-3E83-8593-914545B5295D}"/>
              </a:ext>
            </a:extLst>
          </p:cNvPr>
          <p:cNvGrpSpPr>
            <a:grpSpLocks/>
          </p:cNvGrpSpPr>
          <p:nvPr/>
        </p:nvGrpSpPr>
        <p:grpSpPr bwMode="auto">
          <a:xfrm>
            <a:off x="7320136" y="1721123"/>
            <a:ext cx="406400" cy="339725"/>
            <a:chOff x="144" y="3264"/>
            <a:chExt cx="288" cy="240"/>
          </a:xfrm>
        </p:grpSpPr>
        <p:sp>
          <p:nvSpPr>
            <p:cNvPr id="21591" name="Rectangle 199">
              <a:extLst>
                <a:ext uri="{FF2B5EF4-FFF2-40B4-BE49-F238E27FC236}">
                  <a16:creationId xmlns:a16="http://schemas.microsoft.com/office/drawing/2014/main" id="{05840C22-F64F-C1D3-1F36-C620AAD95668}"/>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2" name="Rectangle 200">
              <a:extLst>
                <a:ext uri="{FF2B5EF4-FFF2-40B4-BE49-F238E27FC236}">
                  <a16:creationId xmlns:a16="http://schemas.microsoft.com/office/drawing/2014/main" id="{0C5E50D8-DB18-3D75-D7CA-57A6E81BAFFA}"/>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sp>
        <p:nvSpPr>
          <p:cNvPr id="21585" name="Line 195">
            <a:extLst>
              <a:ext uri="{FF2B5EF4-FFF2-40B4-BE49-F238E27FC236}">
                <a16:creationId xmlns:a16="http://schemas.microsoft.com/office/drawing/2014/main" id="{4449EBA2-8782-2520-EC40-6696A37567B2}"/>
              </a:ext>
            </a:extLst>
          </p:cNvPr>
          <p:cNvSpPr>
            <a:spLocks noChangeShapeType="1"/>
          </p:cNvSpPr>
          <p:nvPr/>
        </p:nvSpPr>
        <p:spPr bwMode="auto">
          <a:xfrm flipH="1">
            <a:off x="8210913" y="2734459"/>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2" name="Line 196">
            <a:extLst>
              <a:ext uri="{FF2B5EF4-FFF2-40B4-BE49-F238E27FC236}">
                <a16:creationId xmlns:a16="http://schemas.microsoft.com/office/drawing/2014/main" id="{8092240D-2054-67E8-81AD-129EEEB07CB2}"/>
              </a:ext>
            </a:extLst>
          </p:cNvPr>
          <p:cNvSpPr>
            <a:spLocks noChangeShapeType="1"/>
          </p:cNvSpPr>
          <p:nvPr/>
        </p:nvSpPr>
        <p:spPr bwMode="auto">
          <a:xfrm>
            <a:off x="5854061" y="3740691"/>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869" name="Oval 52">
            <a:extLst>
              <a:ext uri="{FF2B5EF4-FFF2-40B4-BE49-F238E27FC236}">
                <a16:creationId xmlns:a16="http://schemas.microsoft.com/office/drawing/2014/main" id="{73544B8B-DAD4-372F-26F7-2EC5B2E58FC1}"/>
              </a:ext>
            </a:extLst>
          </p:cNvPr>
          <p:cNvSpPr>
            <a:spLocks noChangeArrowheads="1"/>
          </p:cNvSpPr>
          <p:nvPr/>
        </p:nvSpPr>
        <p:spPr bwMode="auto">
          <a:xfrm flipH="1">
            <a:off x="8063269" y="262900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B</a:t>
            </a:r>
          </a:p>
        </p:txBody>
      </p:sp>
      <p:grpSp>
        <p:nvGrpSpPr>
          <p:cNvPr id="21523" name="Group 122">
            <a:extLst>
              <a:ext uri="{FF2B5EF4-FFF2-40B4-BE49-F238E27FC236}">
                <a16:creationId xmlns:a16="http://schemas.microsoft.com/office/drawing/2014/main" id="{8C636A99-E792-051D-4CC7-0AF4C69A759D}"/>
              </a:ext>
            </a:extLst>
          </p:cNvPr>
          <p:cNvGrpSpPr>
            <a:grpSpLocks noChangeAspect="1"/>
          </p:cNvGrpSpPr>
          <p:nvPr/>
        </p:nvGrpSpPr>
        <p:grpSpPr bwMode="auto">
          <a:xfrm>
            <a:off x="7968254" y="3531430"/>
            <a:ext cx="723900" cy="460375"/>
            <a:chOff x="3312" y="2160"/>
            <a:chExt cx="960" cy="528"/>
          </a:xfrm>
        </p:grpSpPr>
        <p:grpSp>
          <p:nvGrpSpPr>
            <p:cNvPr id="21524" name="Group 123">
              <a:extLst>
                <a:ext uri="{FF2B5EF4-FFF2-40B4-BE49-F238E27FC236}">
                  <a16:creationId xmlns:a16="http://schemas.microsoft.com/office/drawing/2014/main" id="{6B2A8C9A-1810-3936-4A72-CC7C1AD43C13}"/>
                </a:ext>
              </a:extLst>
            </p:cNvPr>
            <p:cNvGrpSpPr>
              <a:grpSpLocks noChangeAspect="1"/>
            </p:cNvGrpSpPr>
            <p:nvPr/>
          </p:nvGrpSpPr>
          <p:grpSpPr bwMode="auto">
            <a:xfrm>
              <a:off x="3312" y="2160"/>
              <a:ext cx="960" cy="528"/>
              <a:chOff x="3312" y="2160"/>
              <a:chExt cx="960" cy="528"/>
            </a:xfrm>
          </p:grpSpPr>
          <p:sp>
            <p:nvSpPr>
              <p:cNvPr id="21526" name="AutoShape 124">
                <a:extLst>
                  <a:ext uri="{FF2B5EF4-FFF2-40B4-BE49-F238E27FC236}">
                    <a16:creationId xmlns:a16="http://schemas.microsoft.com/office/drawing/2014/main" id="{485FEFB7-4F10-7F12-D27E-E08FEF3E737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27" name="Group 125">
                <a:extLst>
                  <a:ext uri="{FF2B5EF4-FFF2-40B4-BE49-F238E27FC236}">
                    <a16:creationId xmlns:a16="http://schemas.microsoft.com/office/drawing/2014/main" id="{BADADAA0-AF61-58FC-0E21-7ACDE28310D3}"/>
                  </a:ext>
                </a:extLst>
              </p:cNvPr>
              <p:cNvGrpSpPr>
                <a:grpSpLocks noChangeAspect="1"/>
              </p:cNvGrpSpPr>
              <p:nvPr/>
            </p:nvGrpSpPr>
            <p:grpSpPr bwMode="auto">
              <a:xfrm>
                <a:off x="3488" y="2193"/>
                <a:ext cx="599" cy="207"/>
                <a:chOff x="422" y="1632"/>
                <a:chExt cx="829" cy="298"/>
              </a:xfrm>
            </p:grpSpPr>
            <p:grpSp>
              <p:nvGrpSpPr>
                <p:cNvPr id="21528" name="Group 126">
                  <a:extLst>
                    <a:ext uri="{FF2B5EF4-FFF2-40B4-BE49-F238E27FC236}">
                      <a16:creationId xmlns:a16="http://schemas.microsoft.com/office/drawing/2014/main" id="{0086B9F0-CA06-8816-E8F2-F95291859CBC}"/>
                    </a:ext>
                  </a:extLst>
                </p:cNvPr>
                <p:cNvGrpSpPr>
                  <a:grpSpLocks noChangeAspect="1"/>
                </p:cNvGrpSpPr>
                <p:nvPr/>
              </p:nvGrpSpPr>
              <p:grpSpPr bwMode="auto">
                <a:xfrm>
                  <a:off x="422" y="1632"/>
                  <a:ext cx="822" cy="291"/>
                  <a:chOff x="422" y="1632"/>
                  <a:chExt cx="822" cy="291"/>
                </a:xfrm>
              </p:grpSpPr>
              <p:sp>
                <p:nvSpPr>
                  <p:cNvPr id="21549" name="Freeform 127">
                    <a:extLst>
                      <a:ext uri="{FF2B5EF4-FFF2-40B4-BE49-F238E27FC236}">
                        <a16:creationId xmlns:a16="http://schemas.microsoft.com/office/drawing/2014/main" id="{6521B9FF-899C-8769-E22C-BEA45397B1D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0" name="Freeform 128">
                    <a:extLst>
                      <a:ext uri="{FF2B5EF4-FFF2-40B4-BE49-F238E27FC236}">
                        <a16:creationId xmlns:a16="http://schemas.microsoft.com/office/drawing/2014/main" id="{498179DD-C74C-4C22-4377-D8410F7C05A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1" name="Freeform 129">
                    <a:extLst>
                      <a:ext uri="{FF2B5EF4-FFF2-40B4-BE49-F238E27FC236}">
                        <a16:creationId xmlns:a16="http://schemas.microsoft.com/office/drawing/2014/main" id="{B3BC125B-F789-6C8B-0D07-F3B2CA79E0F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2" name="Freeform 130">
                    <a:extLst>
                      <a:ext uri="{FF2B5EF4-FFF2-40B4-BE49-F238E27FC236}">
                        <a16:creationId xmlns:a16="http://schemas.microsoft.com/office/drawing/2014/main" id="{4AF925B7-84CA-9B17-BF3C-CECB5E74AE2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3" name="Freeform 131">
                    <a:extLst>
                      <a:ext uri="{FF2B5EF4-FFF2-40B4-BE49-F238E27FC236}">
                        <a16:creationId xmlns:a16="http://schemas.microsoft.com/office/drawing/2014/main" id="{B5CEF5C4-F4A2-2E38-B684-0B930256678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4" name="Freeform 132">
                    <a:extLst>
                      <a:ext uri="{FF2B5EF4-FFF2-40B4-BE49-F238E27FC236}">
                        <a16:creationId xmlns:a16="http://schemas.microsoft.com/office/drawing/2014/main" id="{EC9DD298-3ABA-DFCA-5F8A-02BCFFD48FB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5" name="Freeform 133">
                    <a:extLst>
                      <a:ext uri="{FF2B5EF4-FFF2-40B4-BE49-F238E27FC236}">
                        <a16:creationId xmlns:a16="http://schemas.microsoft.com/office/drawing/2014/main" id="{CE8BAA5D-E48C-F02D-17EB-723E70C0DE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56" name="Freeform 134">
                    <a:extLst>
                      <a:ext uri="{FF2B5EF4-FFF2-40B4-BE49-F238E27FC236}">
                        <a16:creationId xmlns:a16="http://schemas.microsoft.com/office/drawing/2014/main" id="{CFFE74F0-C6EC-DF34-0629-304012756C2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29" name="Group 135">
                  <a:extLst>
                    <a:ext uri="{FF2B5EF4-FFF2-40B4-BE49-F238E27FC236}">
                      <a16:creationId xmlns:a16="http://schemas.microsoft.com/office/drawing/2014/main" id="{57E28F75-7D1B-2B71-94B0-180C572B24C8}"/>
                    </a:ext>
                  </a:extLst>
                </p:cNvPr>
                <p:cNvGrpSpPr>
                  <a:grpSpLocks noChangeAspect="1"/>
                </p:cNvGrpSpPr>
                <p:nvPr/>
              </p:nvGrpSpPr>
              <p:grpSpPr bwMode="auto">
                <a:xfrm>
                  <a:off x="429" y="1639"/>
                  <a:ext cx="822" cy="291"/>
                  <a:chOff x="429" y="1639"/>
                  <a:chExt cx="822" cy="291"/>
                </a:xfrm>
              </p:grpSpPr>
              <p:sp>
                <p:nvSpPr>
                  <p:cNvPr id="21530" name="Freeform 136">
                    <a:extLst>
                      <a:ext uri="{FF2B5EF4-FFF2-40B4-BE49-F238E27FC236}">
                        <a16:creationId xmlns:a16="http://schemas.microsoft.com/office/drawing/2014/main" id="{CA7B053B-50DE-5A57-4E1C-6249BA1316E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1" name="Freeform 137">
                    <a:extLst>
                      <a:ext uri="{FF2B5EF4-FFF2-40B4-BE49-F238E27FC236}">
                        <a16:creationId xmlns:a16="http://schemas.microsoft.com/office/drawing/2014/main" id="{9CE7DBCA-0A4F-AB3F-53E9-CC831C02272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2" name="Freeform 138">
                    <a:extLst>
                      <a:ext uri="{FF2B5EF4-FFF2-40B4-BE49-F238E27FC236}">
                        <a16:creationId xmlns:a16="http://schemas.microsoft.com/office/drawing/2014/main" id="{77DA2937-3DC6-B2AB-062A-61183C0FDA5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3" name="Freeform 139">
                    <a:extLst>
                      <a:ext uri="{FF2B5EF4-FFF2-40B4-BE49-F238E27FC236}">
                        <a16:creationId xmlns:a16="http://schemas.microsoft.com/office/drawing/2014/main" id="{71799DF2-77A1-BBAB-6218-F43FBB08CAB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4" name="Freeform 140">
                    <a:extLst>
                      <a:ext uri="{FF2B5EF4-FFF2-40B4-BE49-F238E27FC236}">
                        <a16:creationId xmlns:a16="http://schemas.microsoft.com/office/drawing/2014/main" id="{267A88ED-03FD-4C0F-33EE-099D205168E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5" name="Freeform 141">
                    <a:extLst>
                      <a:ext uri="{FF2B5EF4-FFF2-40B4-BE49-F238E27FC236}">
                        <a16:creationId xmlns:a16="http://schemas.microsoft.com/office/drawing/2014/main" id="{0664CE1E-0004-20FE-0649-9CA58659392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36" name="Freeform 142">
                    <a:extLst>
                      <a:ext uri="{FF2B5EF4-FFF2-40B4-BE49-F238E27FC236}">
                        <a16:creationId xmlns:a16="http://schemas.microsoft.com/office/drawing/2014/main" id="{F56B102D-508A-B70F-7E3A-330CEC806E4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48" name="Freeform 143">
                    <a:extLst>
                      <a:ext uri="{FF2B5EF4-FFF2-40B4-BE49-F238E27FC236}">
                        <a16:creationId xmlns:a16="http://schemas.microsoft.com/office/drawing/2014/main" id="{57CA6746-97D8-C254-2DB2-99643D44639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25" name="WordArt 144">
              <a:extLst>
                <a:ext uri="{FF2B5EF4-FFF2-40B4-BE49-F238E27FC236}">
                  <a16:creationId xmlns:a16="http://schemas.microsoft.com/office/drawing/2014/main" id="{2EE5B74D-0221-342D-C512-737EA1F8274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grpSp>
        <p:nvGrpSpPr>
          <p:cNvPr id="21586" name="Group 69">
            <a:extLst>
              <a:ext uri="{FF2B5EF4-FFF2-40B4-BE49-F238E27FC236}">
                <a16:creationId xmlns:a16="http://schemas.microsoft.com/office/drawing/2014/main" id="{80D8309C-8E9C-A6AB-2AF1-ADF5045BACA9}"/>
              </a:ext>
            </a:extLst>
          </p:cNvPr>
          <p:cNvGrpSpPr>
            <a:grpSpLocks/>
          </p:cNvGrpSpPr>
          <p:nvPr/>
        </p:nvGrpSpPr>
        <p:grpSpPr bwMode="auto">
          <a:xfrm>
            <a:off x="8011945" y="3118209"/>
            <a:ext cx="406400" cy="339725"/>
            <a:chOff x="144" y="3264"/>
            <a:chExt cx="288" cy="240"/>
          </a:xfrm>
        </p:grpSpPr>
        <p:sp>
          <p:nvSpPr>
            <p:cNvPr id="21587" name="Rectangle 70">
              <a:extLst>
                <a:ext uri="{FF2B5EF4-FFF2-40B4-BE49-F238E27FC236}">
                  <a16:creationId xmlns:a16="http://schemas.microsoft.com/office/drawing/2014/main" id="{E3F70A63-A08C-E7B0-67CC-2E19C3B092E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596" name="Rectangle 71">
              <a:extLst>
                <a:ext uri="{FF2B5EF4-FFF2-40B4-BE49-F238E27FC236}">
                  <a16:creationId xmlns:a16="http://schemas.microsoft.com/office/drawing/2014/main" id="{B1BEBED3-E199-3B15-134F-AA837DCEF14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21597" name="Group 66">
            <a:extLst>
              <a:ext uri="{FF2B5EF4-FFF2-40B4-BE49-F238E27FC236}">
                <a16:creationId xmlns:a16="http://schemas.microsoft.com/office/drawing/2014/main" id="{FC75C2EC-8F4F-434F-44A7-5013FB6A6100}"/>
              </a:ext>
            </a:extLst>
          </p:cNvPr>
          <p:cNvGrpSpPr>
            <a:grpSpLocks/>
          </p:cNvGrpSpPr>
          <p:nvPr/>
        </p:nvGrpSpPr>
        <p:grpSpPr bwMode="auto">
          <a:xfrm>
            <a:off x="7472755" y="3586104"/>
            <a:ext cx="406400" cy="339725"/>
            <a:chOff x="144" y="3264"/>
            <a:chExt cx="288" cy="240"/>
          </a:xfrm>
        </p:grpSpPr>
        <p:sp>
          <p:nvSpPr>
            <p:cNvPr id="21598" name="Rectangle 67">
              <a:extLst>
                <a:ext uri="{FF2B5EF4-FFF2-40B4-BE49-F238E27FC236}">
                  <a16:creationId xmlns:a16="http://schemas.microsoft.com/office/drawing/2014/main" id="{B8296CD7-3D41-8457-4B5D-42FDD0A0C95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21599" name="Rectangle 68">
              <a:extLst>
                <a:ext uri="{FF2B5EF4-FFF2-40B4-BE49-F238E27FC236}">
                  <a16:creationId xmlns:a16="http://schemas.microsoft.com/office/drawing/2014/main" id="{7FF59BF8-F584-D35C-81E6-6ED974075383}"/>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2</a:t>
              </a:r>
            </a:p>
          </p:txBody>
        </p:sp>
      </p:grpSp>
      <p:pic>
        <p:nvPicPr>
          <p:cNvPr id="21600" name="Picture 224" descr="MC900434713[1]">
            <a:extLst>
              <a:ext uri="{FF2B5EF4-FFF2-40B4-BE49-F238E27FC236}">
                <a16:creationId xmlns:a16="http://schemas.microsoft.com/office/drawing/2014/main" id="{397505CB-821C-D7DB-2E2D-7E1A55CD49B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75831" y="2858801"/>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26" name="Line 201">
            <a:extLst>
              <a:ext uri="{FF2B5EF4-FFF2-40B4-BE49-F238E27FC236}">
                <a16:creationId xmlns:a16="http://schemas.microsoft.com/office/drawing/2014/main" id="{E5607226-DF31-C7B9-991C-22535CAD12ED}"/>
              </a:ext>
            </a:extLst>
          </p:cNvPr>
          <p:cNvSpPr>
            <a:spLocks noChangeShapeType="1"/>
          </p:cNvSpPr>
          <p:nvPr/>
        </p:nvSpPr>
        <p:spPr bwMode="auto">
          <a:xfrm flipH="1">
            <a:off x="5864070" y="1791006"/>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27" name="Line 201">
            <a:extLst>
              <a:ext uri="{FF2B5EF4-FFF2-40B4-BE49-F238E27FC236}">
                <a16:creationId xmlns:a16="http://schemas.microsoft.com/office/drawing/2014/main" id="{10E85AED-63EF-9FD6-4D1A-7AF0B7C1C291}"/>
              </a:ext>
            </a:extLst>
          </p:cNvPr>
          <p:cNvSpPr>
            <a:spLocks noChangeShapeType="1"/>
          </p:cNvSpPr>
          <p:nvPr/>
        </p:nvSpPr>
        <p:spPr bwMode="auto">
          <a:xfrm flipH="1">
            <a:off x="5864070" y="3099721"/>
            <a:ext cx="0" cy="69663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8" name="Line 197">
            <a:extLst>
              <a:ext uri="{FF2B5EF4-FFF2-40B4-BE49-F238E27FC236}">
                <a16:creationId xmlns:a16="http://schemas.microsoft.com/office/drawing/2014/main" id="{E7AA2CA8-0A2C-17A6-6D0E-881780AA9938}"/>
              </a:ext>
            </a:extLst>
          </p:cNvPr>
          <p:cNvSpPr>
            <a:spLocks noChangeShapeType="1"/>
          </p:cNvSpPr>
          <p:nvPr/>
        </p:nvSpPr>
        <p:spPr bwMode="auto">
          <a:xfrm>
            <a:off x="3765047" y="1886242"/>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21611" name="Oval 57">
            <a:extLst>
              <a:ext uri="{FF2B5EF4-FFF2-40B4-BE49-F238E27FC236}">
                <a16:creationId xmlns:a16="http://schemas.microsoft.com/office/drawing/2014/main" id="{CE8B9B63-2323-A33C-9694-30482B8E75D5}"/>
              </a:ext>
            </a:extLst>
          </p:cNvPr>
          <p:cNvSpPr>
            <a:spLocks noChangeArrowheads="1"/>
          </p:cNvSpPr>
          <p:nvPr/>
        </p:nvSpPr>
        <p:spPr bwMode="auto">
          <a:xfrm flipH="1">
            <a:off x="5707907" y="171297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A</a:t>
            </a:r>
          </a:p>
        </p:txBody>
      </p:sp>
      <p:sp>
        <p:nvSpPr>
          <p:cNvPr id="21619" name="Line 201">
            <a:extLst>
              <a:ext uri="{FF2B5EF4-FFF2-40B4-BE49-F238E27FC236}">
                <a16:creationId xmlns:a16="http://schemas.microsoft.com/office/drawing/2014/main" id="{90B1BA70-6BCA-0E1F-441A-33026978051D}"/>
              </a:ext>
            </a:extLst>
          </p:cNvPr>
          <p:cNvSpPr>
            <a:spLocks noChangeShapeType="1"/>
          </p:cNvSpPr>
          <p:nvPr/>
        </p:nvSpPr>
        <p:spPr bwMode="auto">
          <a:xfrm flipH="1">
            <a:off x="3809007" y="1862278"/>
            <a:ext cx="0" cy="91577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35" name="Group 58">
            <a:extLst>
              <a:ext uri="{FF2B5EF4-FFF2-40B4-BE49-F238E27FC236}">
                <a16:creationId xmlns:a16="http://schemas.microsoft.com/office/drawing/2014/main" id="{E59B77AC-6891-3FC2-54D5-5DC0F4CA30D2}"/>
              </a:ext>
            </a:extLst>
          </p:cNvPr>
          <p:cNvGrpSpPr>
            <a:grpSpLocks noChangeAspect="1"/>
          </p:cNvGrpSpPr>
          <p:nvPr/>
        </p:nvGrpSpPr>
        <p:grpSpPr bwMode="auto">
          <a:xfrm>
            <a:off x="3418205" y="1642040"/>
            <a:ext cx="723900" cy="460375"/>
            <a:chOff x="3312" y="2160"/>
            <a:chExt cx="960" cy="528"/>
          </a:xfrm>
        </p:grpSpPr>
        <p:grpSp>
          <p:nvGrpSpPr>
            <p:cNvPr id="36" name="Group 59">
              <a:extLst>
                <a:ext uri="{FF2B5EF4-FFF2-40B4-BE49-F238E27FC236}">
                  <a16:creationId xmlns:a16="http://schemas.microsoft.com/office/drawing/2014/main" id="{358B3B2D-E8BA-1E94-14AE-B007D2DA2B53}"/>
                </a:ext>
              </a:extLst>
            </p:cNvPr>
            <p:cNvGrpSpPr>
              <a:grpSpLocks noChangeAspect="1"/>
            </p:cNvGrpSpPr>
            <p:nvPr/>
          </p:nvGrpSpPr>
          <p:grpSpPr bwMode="auto">
            <a:xfrm>
              <a:off x="3312" y="2160"/>
              <a:ext cx="960" cy="528"/>
              <a:chOff x="3312" y="2160"/>
              <a:chExt cx="960" cy="528"/>
            </a:xfrm>
          </p:grpSpPr>
          <p:sp>
            <p:nvSpPr>
              <p:cNvPr id="38" name="AutoShape 60">
                <a:extLst>
                  <a:ext uri="{FF2B5EF4-FFF2-40B4-BE49-F238E27FC236}">
                    <a16:creationId xmlns:a16="http://schemas.microsoft.com/office/drawing/2014/main" id="{B5BD0E12-FF8A-1D07-7047-4D285097916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39" name="Group 61">
                <a:extLst>
                  <a:ext uri="{FF2B5EF4-FFF2-40B4-BE49-F238E27FC236}">
                    <a16:creationId xmlns:a16="http://schemas.microsoft.com/office/drawing/2014/main" id="{3D58A98C-FB1A-914C-C89D-1AB4E97A30CE}"/>
                  </a:ext>
                </a:extLst>
              </p:cNvPr>
              <p:cNvGrpSpPr>
                <a:grpSpLocks noChangeAspect="1"/>
              </p:cNvGrpSpPr>
              <p:nvPr/>
            </p:nvGrpSpPr>
            <p:grpSpPr bwMode="auto">
              <a:xfrm>
                <a:off x="3488" y="2193"/>
                <a:ext cx="599" cy="207"/>
                <a:chOff x="422" y="1632"/>
                <a:chExt cx="829" cy="298"/>
              </a:xfrm>
            </p:grpSpPr>
            <p:grpSp>
              <p:nvGrpSpPr>
                <p:cNvPr id="40" name="Group 62">
                  <a:extLst>
                    <a:ext uri="{FF2B5EF4-FFF2-40B4-BE49-F238E27FC236}">
                      <a16:creationId xmlns:a16="http://schemas.microsoft.com/office/drawing/2014/main" id="{1B435C44-4945-1186-C685-2EBEA0450C98}"/>
                    </a:ext>
                  </a:extLst>
                </p:cNvPr>
                <p:cNvGrpSpPr>
                  <a:grpSpLocks noChangeAspect="1"/>
                </p:cNvGrpSpPr>
                <p:nvPr/>
              </p:nvGrpSpPr>
              <p:grpSpPr bwMode="auto">
                <a:xfrm>
                  <a:off x="422" y="1632"/>
                  <a:ext cx="822" cy="291"/>
                  <a:chOff x="422" y="1632"/>
                  <a:chExt cx="822" cy="291"/>
                </a:xfrm>
              </p:grpSpPr>
              <p:sp>
                <p:nvSpPr>
                  <p:cNvPr id="50" name="Freeform 63">
                    <a:extLst>
                      <a:ext uri="{FF2B5EF4-FFF2-40B4-BE49-F238E27FC236}">
                        <a16:creationId xmlns:a16="http://schemas.microsoft.com/office/drawing/2014/main" id="{B7109261-9C9F-F1C8-BEE5-9E18EAD52D1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1" name="Freeform 64">
                    <a:extLst>
                      <a:ext uri="{FF2B5EF4-FFF2-40B4-BE49-F238E27FC236}">
                        <a16:creationId xmlns:a16="http://schemas.microsoft.com/office/drawing/2014/main" id="{DF07984C-6065-BDC5-F697-56DB089B466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2" name="Freeform 65">
                    <a:extLst>
                      <a:ext uri="{FF2B5EF4-FFF2-40B4-BE49-F238E27FC236}">
                        <a16:creationId xmlns:a16="http://schemas.microsoft.com/office/drawing/2014/main" id="{759D1AB2-789C-7CE3-27B1-6AE8B2C1739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3" name="Freeform 66">
                    <a:extLst>
                      <a:ext uri="{FF2B5EF4-FFF2-40B4-BE49-F238E27FC236}">
                        <a16:creationId xmlns:a16="http://schemas.microsoft.com/office/drawing/2014/main" id="{400C610D-46FF-23B9-0C27-5EBCB41DF37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4" name="Freeform 67">
                    <a:extLst>
                      <a:ext uri="{FF2B5EF4-FFF2-40B4-BE49-F238E27FC236}">
                        <a16:creationId xmlns:a16="http://schemas.microsoft.com/office/drawing/2014/main" id="{B16A48EC-EF7F-4BE0-F6E4-ECCA66E9CD7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5" name="Freeform 68">
                    <a:extLst>
                      <a:ext uri="{FF2B5EF4-FFF2-40B4-BE49-F238E27FC236}">
                        <a16:creationId xmlns:a16="http://schemas.microsoft.com/office/drawing/2014/main" id="{19F1100D-8148-89E6-52E6-125C40AD333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6" name="Freeform 69">
                    <a:extLst>
                      <a:ext uri="{FF2B5EF4-FFF2-40B4-BE49-F238E27FC236}">
                        <a16:creationId xmlns:a16="http://schemas.microsoft.com/office/drawing/2014/main" id="{3CFC53CC-782F-BEF7-6986-BA080261A08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 name="Freeform 70">
                    <a:extLst>
                      <a:ext uri="{FF2B5EF4-FFF2-40B4-BE49-F238E27FC236}">
                        <a16:creationId xmlns:a16="http://schemas.microsoft.com/office/drawing/2014/main" id="{05BCE7A7-0FFB-785E-9573-AF9EADE0A54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41" name="Group 71">
                  <a:extLst>
                    <a:ext uri="{FF2B5EF4-FFF2-40B4-BE49-F238E27FC236}">
                      <a16:creationId xmlns:a16="http://schemas.microsoft.com/office/drawing/2014/main" id="{EDC4A3D8-0EA2-297F-3400-A35F16D6A136}"/>
                    </a:ext>
                  </a:extLst>
                </p:cNvPr>
                <p:cNvGrpSpPr>
                  <a:grpSpLocks noChangeAspect="1"/>
                </p:cNvGrpSpPr>
                <p:nvPr/>
              </p:nvGrpSpPr>
              <p:grpSpPr bwMode="auto">
                <a:xfrm>
                  <a:off x="429" y="1639"/>
                  <a:ext cx="822" cy="291"/>
                  <a:chOff x="429" y="1639"/>
                  <a:chExt cx="822" cy="291"/>
                </a:xfrm>
              </p:grpSpPr>
              <p:sp>
                <p:nvSpPr>
                  <p:cNvPr id="42" name="Freeform 72">
                    <a:extLst>
                      <a:ext uri="{FF2B5EF4-FFF2-40B4-BE49-F238E27FC236}">
                        <a16:creationId xmlns:a16="http://schemas.microsoft.com/office/drawing/2014/main" id="{DFD37556-E148-827E-C941-733AECD2C1B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3" name="Freeform 73">
                    <a:extLst>
                      <a:ext uri="{FF2B5EF4-FFF2-40B4-BE49-F238E27FC236}">
                        <a16:creationId xmlns:a16="http://schemas.microsoft.com/office/drawing/2014/main" id="{7182A070-25A5-C387-18BE-F3B70348A3C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4" name="Freeform 74">
                    <a:extLst>
                      <a:ext uri="{FF2B5EF4-FFF2-40B4-BE49-F238E27FC236}">
                        <a16:creationId xmlns:a16="http://schemas.microsoft.com/office/drawing/2014/main" id="{F19F85A6-9AB0-A771-E0ED-A13F02E7C2F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5" name="Freeform 75">
                    <a:extLst>
                      <a:ext uri="{FF2B5EF4-FFF2-40B4-BE49-F238E27FC236}">
                        <a16:creationId xmlns:a16="http://schemas.microsoft.com/office/drawing/2014/main" id="{6DE448EC-8F63-1CF6-EEB6-91D37D3E513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6" name="Freeform 76">
                    <a:extLst>
                      <a:ext uri="{FF2B5EF4-FFF2-40B4-BE49-F238E27FC236}">
                        <a16:creationId xmlns:a16="http://schemas.microsoft.com/office/drawing/2014/main" id="{F70C254F-7D19-3124-4192-6B7E5196087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7" name="Freeform 77">
                    <a:extLst>
                      <a:ext uri="{FF2B5EF4-FFF2-40B4-BE49-F238E27FC236}">
                        <a16:creationId xmlns:a16="http://schemas.microsoft.com/office/drawing/2014/main" id="{95125788-59B8-5A47-66D5-979B1828E46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8" name="Freeform 78">
                    <a:extLst>
                      <a:ext uri="{FF2B5EF4-FFF2-40B4-BE49-F238E27FC236}">
                        <a16:creationId xmlns:a16="http://schemas.microsoft.com/office/drawing/2014/main" id="{7207942D-6365-5FED-025B-19F2C0F69E8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49" name="Freeform 79">
                    <a:extLst>
                      <a:ext uri="{FF2B5EF4-FFF2-40B4-BE49-F238E27FC236}">
                        <a16:creationId xmlns:a16="http://schemas.microsoft.com/office/drawing/2014/main" id="{90F873C8-E584-E0CD-3C49-5BA0FDDD050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37" name="WordArt 80">
              <a:extLst>
                <a:ext uri="{FF2B5EF4-FFF2-40B4-BE49-F238E27FC236}">
                  <a16:creationId xmlns:a16="http://schemas.microsoft.com/office/drawing/2014/main" id="{E214CEBC-AD80-D590-DDEA-5C0A99499D7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pic>
        <p:nvPicPr>
          <p:cNvPr id="21613" name="Picture 224" descr="MC900434713[1]">
            <a:extLst>
              <a:ext uri="{FF2B5EF4-FFF2-40B4-BE49-F238E27FC236}">
                <a16:creationId xmlns:a16="http://schemas.microsoft.com/office/drawing/2014/main" id="{775783CB-2DC1-FEE4-86B7-B010BDB46AA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82028" y="1362922"/>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15" name="Line 196">
            <a:extLst>
              <a:ext uri="{FF2B5EF4-FFF2-40B4-BE49-F238E27FC236}">
                <a16:creationId xmlns:a16="http://schemas.microsoft.com/office/drawing/2014/main" id="{682B85EE-A528-D462-8884-3CCF376E470B}"/>
              </a:ext>
            </a:extLst>
          </p:cNvPr>
          <p:cNvSpPr>
            <a:spLocks noChangeShapeType="1"/>
          </p:cNvSpPr>
          <p:nvPr/>
        </p:nvSpPr>
        <p:spPr bwMode="auto">
          <a:xfrm>
            <a:off x="4126966" y="3739217"/>
            <a:ext cx="22352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609" name="Group 202">
            <a:extLst>
              <a:ext uri="{FF2B5EF4-FFF2-40B4-BE49-F238E27FC236}">
                <a16:creationId xmlns:a16="http://schemas.microsoft.com/office/drawing/2014/main" id="{E3906D18-2F50-5A05-3E34-03B92F29A8B0}"/>
              </a:ext>
            </a:extLst>
          </p:cNvPr>
          <p:cNvGrpSpPr>
            <a:grpSpLocks/>
          </p:cNvGrpSpPr>
          <p:nvPr/>
        </p:nvGrpSpPr>
        <p:grpSpPr bwMode="auto">
          <a:xfrm>
            <a:off x="4195187" y="3505261"/>
            <a:ext cx="406400" cy="339725"/>
            <a:chOff x="144" y="3264"/>
            <a:chExt cx="288" cy="240"/>
          </a:xfrm>
        </p:grpSpPr>
        <p:sp>
          <p:nvSpPr>
            <p:cNvPr id="21610" name="Rectangle 203">
              <a:extLst>
                <a:ext uri="{FF2B5EF4-FFF2-40B4-BE49-F238E27FC236}">
                  <a16:creationId xmlns:a16="http://schemas.microsoft.com/office/drawing/2014/main" id="{49460E3C-CF58-5E02-34F5-FAA0A913B91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614" name="Rectangle 204">
              <a:extLst>
                <a:ext uri="{FF2B5EF4-FFF2-40B4-BE49-F238E27FC236}">
                  <a16:creationId xmlns:a16="http://schemas.microsoft.com/office/drawing/2014/main" id="{05CC1E41-560C-D21E-5835-FD37624149D5}"/>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21870" name="Oval 53">
            <a:extLst>
              <a:ext uri="{FF2B5EF4-FFF2-40B4-BE49-F238E27FC236}">
                <a16:creationId xmlns:a16="http://schemas.microsoft.com/office/drawing/2014/main" id="{7005A62F-AD5D-EE8B-2A0A-5C87440AF9E4}"/>
              </a:ext>
            </a:extLst>
          </p:cNvPr>
          <p:cNvSpPr>
            <a:spLocks noChangeArrowheads="1"/>
          </p:cNvSpPr>
          <p:nvPr/>
        </p:nvSpPr>
        <p:spPr bwMode="auto">
          <a:xfrm flipH="1">
            <a:off x="5707907" y="3567987"/>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C</a:t>
            </a:r>
          </a:p>
        </p:txBody>
      </p:sp>
      <p:sp>
        <p:nvSpPr>
          <p:cNvPr id="21616" name="Line 195">
            <a:extLst>
              <a:ext uri="{FF2B5EF4-FFF2-40B4-BE49-F238E27FC236}">
                <a16:creationId xmlns:a16="http://schemas.microsoft.com/office/drawing/2014/main" id="{47E82F42-329D-01ED-9E9E-FE42EE8CF482}"/>
              </a:ext>
            </a:extLst>
          </p:cNvPr>
          <p:cNvSpPr>
            <a:spLocks noChangeShapeType="1"/>
          </p:cNvSpPr>
          <p:nvPr/>
        </p:nvSpPr>
        <p:spPr bwMode="auto">
          <a:xfrm flipH="1">
            <a:off x="3799797" y="2733180"/>
            <a:ext cx="0" cy="110856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21557" name="Group 145">
            <a:extLst>
              <a:ext uri="{FF2B5EF4-FFF2-40B4-BE49-F238E27FC236}">
                <a16:creationId xmlns:a16="http://schemas.microsoft.com/office/drawing/2014/main" id="{BF919D3C-20E0-6995-049F-1A90879A55E7}"/>
              </a:ext>
            </a:extLst>
          </p:cNvPr>
          <p:cNvGrpSpPr>
            <a:grpSpLocks noChangeAspect="1"/>
          </p:cNvGrpSpPr>
          <p:nvPr/>
        </p:nvGrpSpPr>
        <p:grpSpPr bwMode="auto">
          <a:xfrm>
            <a:off x="3427884" y="3438634"/>
            <a:ext cx="723900" cy="460375"/>
            <a:chOff x="3312" y="2160"/>
            <a:chExt cx="960" cy="528"/>
          </a:xfrm>
        </p:grpSpPr>
        <p:grpSp>
          <p:nvGrpSpPr>
            <p:cNvPr id="21558" name="Group 146">
              <a:extLst>
                <a:ext uri="{FF2B5EF4-FFF2-40B4-BE49-F238E27FC236}">
                  <a16:creationId xmlns:a16="http://schemas.microsoft.com/office/drawing/2014/main" id="{C9CE70C1-F449-AE93-732C-5E6C179E02BB}"/>
                </a:ext>
              </a:extLst>
            </p:cNvPr>
            <p:cNvGrpSpPr>
              <a:grpSpLocks noChangeAspect="1"/>
            </p:cNvGrpSpPr>
            <p:nvPr/>
          </p:nvGrpSpPr>
          <p:grpSpPr bwMode="auto">
            <a:xfrm>
              <a:off x="3312" y="2160"/>
              <a:ext cx="960" cy="528"/>
              <a:chOff x="3312" y="2160"/>
              <a:chExt cx="960" cy="528"/>
            </a:xfrm>
          </p:grpSpPr>
          <p:sp>
            <p:nvSpPr>
              <p:cNvPr id="21560" name="AutoShape 147">
                <a:extLst>
                  <a:ext uri="{FF2B5EF4-FFF2-40B4-BE49-F238E27FC236}">
                    <a16:creationId xmlns:a16="http://schemas.microsoft.com/office/drawing/2014/main" id="{BBD55983-EA7E-7368-0DAF-64BB8810A75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21561" name="Group 148">
                <a:extLst>
                  <a:ext uri="{FF2B5EF4-FFF2-40B4-BE49-F238E27FC236}">
                    <a16:creationId xmlns:a16="http://schemas.microsoft.com/office/drawing/2014/main" id="{C3039768-403B-52CD-6F45-2125E7C73EA0}"/>
                  </a:ext>
                </a:extLst>
              </p:cNvPr>
              <p:cNvGrpSpPr>
                <a:grpSpLocks noChangeAspect="1"/>
              </p:cNvGrpSpPr>
              <p:nvPr/>
            </p:nvGrpSpPr>
            <p:grpSpPr bwMode="auto">
              <a:xfrm>
                <a:off x="3488" y="2193"/>
                <a:ext cx="599" cy="207"/>
                <a:chOff x="422" y="1632"/>
                <a:chExt cx="829" cy="298"/>
              </a:xfrm>
            </p:grpSpPr>
            <p:grpSp>
              <p:nvGrpSpPr>
                <p:cNvPr id="21562" name="Group 149">
                  <a:extLst>
                    <a:ext uri="{FF2B5EF4-FFF2-40B4-BE49-F238E27FC236}">
                      <a16:creationId xmlns:a16="http://schemas.microsoft.com/office/drawing/2014/main" id="{E886641B-0F23-6D2E-2093-6D498208F740}"/>
                    </a:ext>
                  </a:extLst>
                </p:cNvPr>
                <p:cNvGrpSpPr>
                  <a:grpSpLocks noChangeAspect="1"/>
                </p:cNvGrpSpPr>
                <p:nvPr/>
              </p:nvGrpSpPr>
              <p:grpSpPr bwMode="auto">
                <a:xfrm>
                  <a:off x="422" y="1632"/>
                  <a:ext cx="822" cy="291"/>
                  <a:chOff x="422" y="1632"/>
                  <a:chExt cx="822" cy="291"/>
                </a:xfrm>
              </p:grpSpPr>
              <p:sp>
                <p:nvSpPr>
                  <p:cNvPr id="21572" name="Freeform 150">
                    <a:extLst>
                      <a:ext uri="{FF2B5EF4-FFF2-40B4-BE49-F238E27FC236}">
                        <a16:creationId xmlns:a16="http://schemas.microsoft.com/office/drawing/2014/main" id="{0AB50D13-FC19-907E-059E-A9AF76781C3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3" name="Freeform 151">
                    <a:extLst>
                      <a:ext uri="{FF2B5EF4-FFF2-40B4-BE49-F238E27FC236}">
                        <a16:creationId xmlns:a16="http://schemas.microsoft.com/office/drawing/2014/main" id="{8BBE3B2D-C7C6-96B1-A23E-0E6257BBE8F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4" name="Freeform 152">
                    <a:extLst>
                      <a:ext uri="{FF2B5EF4-FFF2-40B4-BE49-F238E27FC236}">
                        <a16:creationId xmlns:a16="http://schemas.microsoft.com/office/drawing/2014/main" id="{CD1A2776-2147-7B15-D135-616342C7A9CF}"/>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5" name="Freeform 153">
                    <a:extLst>
                      <a:ext uri="{FF2B5EF4-FFF2-40B4-BE49-F238E27FC236}">
                        <a16:creationId xmlns:a16="http://schemas.microsoft.com/office/drawing/2014/main" id="{7291508E-A91D-C72F-42B3-A6A6B653F06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6" name="Freeform 154">
                    <a:extLst>
                      <a:ext uri="{FF2B5EF4-FFF2-40B4-BE49-F238E27FC236}">
                        <a16:creationId xmlns:a16="http://schemas.microsoft.com/office/drawing/2014/main" id="{D545102C-A991-708F-C3B6-FDF24F887C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7" name="Freeform 155">
                    <a:extLst>
                      <a:ext uri="{FF2B5EF4-FFF2-40B4-BE49-F238E27FC236}">
                        <a16:creationId xmlns:a16="http://schemas.microsoft.com/office/drawing/2014/main" id="{A8A0332E-9857-0F7E-7C73-8F7561E0A76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8" name="Freeform 156">
                    <a:extLst>
                      <a:ext uri="{FF2B5EF4-FFF2-40B4-BE49-F238E27FC236}">
                        <a16:creationId xmlns:a16="http://schemas.microsoft.com/office/drawing/2014/main" id="{E29F5E5B-A6B7-40AB-AAE2-FDE57C7119D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9" name="Freeform 157">
                    <a:extLst>
                      <a:ext uri="{FF2B5EF4-FFF2-40B4-BE49-F238E27FC236}">
                        <a16:creationId xmlns:a16="http://schemas.microsoft.com/office/drawing/2014/main" id="{7F143E06-8770-68E2-C462-5E4FABF03F8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21563" name="Group 158">
                  <a:extLst>
                    <a:ext uri="{FF2B5EF4-FFF2-40B4-BE49-F238E27FC236}">
                      <a16:creationId xmlns:a16="http://schemas.microsoft.com/office/drawing/2014/main" id="{EE15192C-52AC-F658-7322-8BA6CA520B5C}"/>
                    </a:ext>
                  </a:extLst>
                </p:cNvPr>
                <p:cNvGrpSpPr>
                  <a:grpSpLocks noChangeAspect="1"/>
                </p:cNvGrpSpPr>
                <p:nvPr/>
              </p:nvGrpSpPr>
              <p:grpSpPr bwMode="auto">
                <a:xfrm>
                  <a:off x="429" y="1639"/>
                  <a:ext cx="822" cy="291"/>
                  <a:chOff x="429" y="1639"/>
                  <a:chExt cx="822" cy="291"/>
                </a:xfrm>
              </p:grpSpPr>
              <p:sp>
                <p:nvSpPr>
                  <p:cNvPr id="21564" name="Freeform 159">
                    <a:extLst>
                      <a:ext uri="{FF2B5EF4-FFF2-40B4-BE49-F238E27FC236}">
                        <a16:creationId xmlns:a16="http://schemas.microsoft.com/office/drawing/2014/main" id="{583941F9-7A99-49A8-3C83-BB40C94CB2BB}"/>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5" name="Freeform 160">
                    <a:extLst>
                      <a:ext uri="{FF2B5EF4-FFF2-40B4-BE49-F238E27FC236}">
                        <a16:creationId xmlns:a16="http://schemas.microsoft.com/office/drawing/2014/main" id="{AD496653-94F8-3D91-C9F0-EFAB0FB8A37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6" name="Freeform 161">
                    <a:extLst>
                      <a:ext uri="{FF2B5EF4-FFF2-40B4-BE49-F238E27FC236}">
                        <a16:creationId xmlns:a16="http://schemas.microsoft.com/office/drawing/2014/main" id="{ADCFC04F-5A3A-844B-160D-D18AB530B11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7" name="Freeform 162">
                    <a:extLst>
                      <a:ext uri="{FF2B5EF4-FFF2-40B4-BE49-F238E27FC236}">
                        <a16:creationId xmlns:a16="http://schemas.microsoft.com/office/drawing/2014/main" id="{B96C67A1-C28F-3D18-39A8-02E5608BE231}"/>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8" name="Freeform 163">
                    <a:extLst>
                      <a:ext uri="{FF2B5EF4-FFF2-40B4-BE49-F238E27FC236}">
                        <a16:creationId xmlns:a16="http://schemas.microsoft.com/office/drawing/2014/main" id="{57786466-5584-82CE-1D4A-B091E7A6E01E}"/>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69" name="Freeform 164">
                    <a:extLst>
                      <a:ext uri="{FF2B5EF4-FFF2-40B4-BE49-F238E27FC236}">
                        <a16:creationId xmlns:a16="http://schemas.microsoft.com/office/drawing/2014/main" id="{5D85E2B6-2ABB-1FE7-316E-18CE7F03453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0" name="Freeform 165">
                    <a:extLst>
                      <a:ext uri="{FF2B5EF4-FFF2-40B4-BE49-F238E27FC236}">
                        <a16:creationId xmlns:a16="http://schemas.microsoft.com/office/drawing/2014/main" id="{1D492DA3-5C0F-01A9-DDDB-4D08C73020C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21571" name="Freeform 166">
                    <a:extLst>
                      <a:ext uri="{FF2B5EF4-FFF2-40B4-BE49-F238E27FC236}">
                        <a16:creationId xmlns:a16="http://schemas.microsoft.com/office/drawing/2014/main" id="{46FEB88A-78F1-A80C-0696-7D0A202FC76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21559" name="WordArt 167">
              <a:extLst>
                <a:ext uri="{FF2B5EF4-FFF2-40B4-BE49-F238E27FC236}">
                  <a16:creationId xmlns:a16="http://schemas.microsoft.com/office/drawing/2014/main" id="{76DD55C0-FCFC-7D17-6781-C8A8930DDDCF}"/>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dirty="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grpSp>
        <p:nvGrpSpPr>
          <p:cNvPr id="21606" name="Group 199">
            <a:extLst>
              <a:ext uri="{FF2B5EF4-FFF2-40B4-BE49-F238E27FC236}">
                <a16:creationId xmlns:a16="http://schemas.microsoft.com/office/drawing/2014/main" id="{D28881FE-4EE9-F730-33E6-3D242B62C198}"/>
              </a:ext>
            </a:extLst>
          </p:cNvPr>
          <p:cNvGrpSpPr>
            <a:grpSpLocks/>
          </p:cNvGrpSpPr>
          <p:nvPr/>
        </p:nvGrpSpPr>
        <p:grpSpPr bwMode="auto">
          <a:xfrm>
            <a:off x="3591141" y="3035502"/>
            <a:ext cx="406400" cy="339725"/>
            <a:chOff x="144" y="3264"/>
            <a:chExt cx="288" cy="240"/>
          </a:xfrm>
        </p:grpSpPr>
        <p:sp>
          <p:nvSpPr>
            <p:cNvPr id="21607" name="Rectangle 200">
              <a:extLst>
                <a:ext uri="{FF2B5EF4-FFF2-40B4-BE49-F238E27FC236}">
                  <a16:creationId xmlns:a16="http://schemas.microsoft.com/office/drawing/2014/main" id="{DC44C780-AB79-644F-B334-1FAE737E442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608" name="Rectangle 201">
              <a:extLst>
                <a:ext uri="{FF2B5EF4-FFF2-40B4-BE49-F238E27FC236}">
                  <a16:creationId xmlns:a16="http://schemas.microsoft.com/office/drawing/2014/main" id="{EE3A946D-7579-21AD-50B5-B36E26D3E6B4}"/>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pic>
        <p:nvPicPr>
          <p:cNvPr id="21601" name="Picture 45" descr="MC900434713[1]">
            <a:extLst>
              <a:ext uri="{FF2B5EF4-FFF2-40B4-BE49-F238E27FC236}">
                <a16:creationId xmlns:a16="http://schemas.microsoft.com/office/drawing/2014/main" id="{144676CA-BFA2-7F9C-A472-D3A2AB3435A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11169" y="2731099"/>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02" name="Picture 45" descr="MC900434713[1]">
            <a:extLst>
              <a:ext uri="{FF2B5EF4-FFF2-40B4-BE49-F238E27FC236}">
                <a16:creationId xmlns:a16="http://schemas.microsoft.com/office/drawing/2014/main" id="{D608AE80-E4AB-4CF7-689E-BE839F48117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08501" y="3174647"/>
            <a:ext cx="4349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593" name="Group 202">
            <a:extLst>
              <a:ext uri="{FF2B5EF4-FFF2-40B4-BE49-F238E27FC236}">
                <a16:creationId xmlns:a16="http://schemas.microsoft.com/office/drawing/2014/main" id="{6DB0A1A6-0EF9-7A7A-6AC1-65FC526E0CA3}"/>
              </a:ext>
            </a:extLst>
          </p:cNvPr>
          <p:cNvGrpSpPr>
            <a:grpSpLocks/>
          </p:cNvGrpSpPr>
          <p:nvPr/>
        </p:nvGrpSpPr>
        <p:grpSpPr bwMode="auto">
          <a:xfrm>
            <a:off x="8020633" y="2153171"/>
            <a:ext cx="406400" cy="339725"/>
            <a:chOff x="144" y="3264"/>
            <a:chExt cx="288" cy="240"/>
          </a:xfrm>
        </p:grpSpPr>
        <p:sp>
          <p:nvSpPr>
            <p:cNvPr id="21594" name="Rectangle 203">
              <a:extLst>
                <a:ext uri="{FF2B5EF4-FFF2-40B4-BE49-F238E27FC236}">
                  <a16:creationId xmlns:a16="http://schemas.microsoft.com/office/drawing/2014/main" id="{5F7E31A3-B8DD-5DF3-0CDE-CA25345D3D3C}"/>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595" name="Rectangle 204">
              <a:extLst>
                <a:ext uri="{FF2B5EF4-FFF2-40B4-BE49-F238E27FC236}">
                  <a16:creationId xmlns:a16="http://schemas.microsoft.com/office/drawing/2014/main" id="{65F3C63F-4823-9B29-9D24-7DB400FE4E26}"/>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1</a:t>
              </a:r>
            </a:p>
          </p:txBody>
        </p:sp>
      </p:grpSp>
      <p:grpSp>
        <p:nvGrpSpPr>
          <p:cNvPr id="21620" name="Group 198">
            <a:extLst>
              <a:ext uri="{FF2B5EF4-FFF2-40B4-BE49-F238E27FC236}">
                <a16:creationId xmlns:a16="http://schemas.microsoft.com/office/drawing/2014/main" id="{5D74B959-BD8E-E9ED-E49D-528CE445E6DB}"/>
              </a:ext>
            </a:extLst>
          </p:cNvPr>
          <p:cNvGrpSpPr>
            <a:grpSpLocks/>
          </p:cNvGrpSpPr>
          <p:nvPr/>
        </p:nvGrpSpPr>
        <p:grpSpPr bwMode="auto">
          <a:xfrm>
            <a:off x="5159896" y="2237532"/>
            <a:ext cx="406400" cy="339725"/>
            <a:chOff x="144" y="3264"/>
            <a:chExt cx="288" cy="240"/>
          </a:xfrm>
        </p:grpSpPr>
        <p:sp>
          <p:nvSpPr>
            <p:cNvPr id="21621" name="Rectangle 199">
              <a:extLst>
                <a:ext uri="{FF2B5EF4-FFF2-40B4-BE49-F238E27FC236}">
                  <a16:creationId xmlns:a16="http://schemas.microsoft.com/office/drawing/2014/main" id="{CE4145F1-13DD-68C2-93B4-7D58E05CD52E}"/>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622" name="Rectangle 200">
              <a:extLst>
                <a:ext uri="{FF2B5EF4-FFF2-40B4-BE49-F238E27FC236}">
                  <a16:creationId xmlns:a16="http://schemas.microsoft.com/office/drawing/2014/main" id="{8E551EAF-0003-48F8-A5DC-342E99F4EF6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grpSp>
        <p:nvGrpSpPr>
          <p:cNvPr id="21623" name="Group 201">
            <a:extLst>
              <a:ext uri="{FF2B5EF4-FFF2-40B4-BE49-F238E27FC236}">
                <a16:creationId xmlns:a16="http://schemas.microsoft.com/office/drawing/2014/main" id="{2FD1615A-3789-DC13-162F-BE54477A54EC}"/>
              </a:ext>
            </a:extLst>
          </p:cNvPr>
          <p:cNvGrpSpPr>
            <a:grpSpLocks/>
          </p:cNvGrpSpPr>
          <p:nvPr/>
        </p:nvGrpSpPr>
        <p:grpSpPr bwMode="auto">
          <a:xfrm>
            <a:off x="5155421" y="3013257"/>
            <a:ext cx="406400" cy="339725"/>
            <a:chOff x="144" y="3264"/>
            <a:chExt cx="288" cy="240"/>
          </a:xfrm>
        </p:grpSpPr>
        <p:sp>
          <p:nvSpPr>
            <p:cNvPr id="21625" name="Rectangle 203">
              <a:extLst>
                <a:ext uri="{FF2B5EF4-FFF2-40B4-BE49-F238E27FC236}">
                  <a16:creationId xmlns:a16="http://schemas.microsoft.com/office/drawing/2014/main" id="{7DBB3768-4D51-450F-7B02-49E7EBB7318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sp>
          <p:nvSpPr>
            <p:cNvPr id="21624" name="Rectangle 202">
              <a:extLst>
                <a:ext uri="{FF2B5EF4-FFF2-40B4-BE49-F238E27FC236}">
                  <a16:creationId xmlns:a16="http://schemas.microsoft.com/office/drawing/2014/main" id="{EE1BEA27-82B8-01C1-1DCF-85C287C490DA}"/>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grpSp>
      <p:grpSp>
        <p:nvGrpSpPr>
          <p:cNvPr id="21628" name="Group 39">
            <a:extLst>
              <a:ext uri="{FF2B5EF4-FFF2-40B4-BE49-F238E27FC236}">
                <a16:creationId xmlns:a16="http://schemas.microsoft.com/office/drawing/2014/main" id="{A5F79A14-0939-6793-CFAD-84C8143A27BF}"/>
              </a:ext>
            </a:extLst>
          </p:cNvPr>
          <p:cNvGrpSpPr>
            <a:grpSpLocks/>
          </p:cNvGrpSpPr>
          <p:nvPr/>
        </p:nvGrpSpPr>
        <p:grpSpPr bwMode="auto">
          <a:xfrm>
            <a:off x="4211805" y="1722306"/>
            <a:ext cx="406400" cy="339725"/>
            <a:chOff x="144" y="3264"/>
            <a:chExt cx="288" cy="240"/>
          </a:xfrm>
        </p:grpSpPr>
        <p:sp>
          <p:nvSpPr>
            <p:cNvPr id="21629" name="Rectangle 40">
              <a:extLst>
                <a:ext uri="{FF2B5EF4-FFF2-40B4-BE49-F238E27FC236}">
                  <a16:creationId xmlns:a16="http://schemas.microsoft.com/office/drawing/2014/main" id="{0B194F1B-5378-E594-118E-61D268787D8D}"/>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eth0</a:t>
              </a:r>
            </a:p>
          </p:txBody>
        </p:sp>
        <p:sp>
          <p:nvSpPr>
            <p:cNvPr id="21630" name="Rectangle 41">
              <a:extLst>
                <a:ext uri="{FF2B5EF4-FFF2-40B4-BE49-F238E27FC236}">
                  <a16:creationId xmlns:a16="http://schemas.microsoft.com/office/drawing/2014/main" id="{446BDC6A-9308-064D-870D-4CBADFC3E6FF}"/>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21835" name="Group 207">
            <a:extLst>
              <a:ext uri="{FF2B5EF4-FFF2-40B4-BE49-F238E27FC236}">
                <a16:creationId xmlns:a16="http://schemas.microsoft.com/office/drawing/2014/main" id="{5E3BEECB-7F01-33D2-2D22-0E6E007DE457}"/>
              </a:ext>
            </a:extLst>
          </p:cNvPr>
          <p:cNvGrpSpPr>
            <a:grpSpLocks/>
          </p:cNvGrpSpPr>
          <p:nvPr/>
        </p:nvGrpSpPr>
        <p:grpSpPr bwMode="auto">
          <a:xfrm>
            <a:off x="3581462" y="2100458"/>
            <a:ext cx="406400" cy="339725"/>
            <a:chOff x="144" y="3264"/>
            <a:chExt cx="288" cy="240"/>
          </a:xfrm>
        </p:grpSpPr>
        <p:sp>
          <p:nvSpPr>
            <p:cNvPr id="21836" name="Rectangle 208">
              <a:extLst>
                <a:ext uri="{FF2B5EF4-FFF2-40B4-BE49-F238E27FC236}">
                  <a16:creationId xmlns:a16="http://schemas.microsoft.com/office/drawing/2014/main" id="{C284BCF1-2112-74E9-63CE-47259B53C930}"/>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dirty="0">
                  <a:latin typeface="Courier New" panose="02070309020205020404" pitchFamily="49" charset="0"/>
                </a:rPr>
                <a:t>eth1</a:t>
              </a:r>
            </a:p>
          </p:txBody>
        </p:sp>
        <p:sp>
          <p:nvSpPr>
            <p:cNvPr id="21837" name="Rectangle 209">
              <a:extLst>
                <a:ext uri="{FF2B5EF4-FFF2-40B4-BE49-F238E27FC236}">
                  <a16:creationId xmlns:a16="http://schemas.microsoft.com/office/drawing/2014/main" id="{4CB9A370-DA13-23D5-B712-8E499EF4440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21839" name="Line 15">
            <a:extLst>
              <a:ext uri="{FF2B5EF4-FFF2-40B4-BE49-F238E27FC236}">
                <a16:creationId xmlns:a16="http://schemas.microsoft.com/office/drawing/2014/main" id="{C253CDF9-CF27-C4D4-F179-87E14928A532}"/>
              </a:ext>
            </a:extLst>
          </p:cNvPr>
          <p:cNvSpPr>
            <a:spLocks noChangeShapeType="1"/>
          </p:cNvSpPr>
          <p:nvPr/>
        </p:nvSpPr>
        <p:spPr bwMode="auto">
          <a:xfrm flipH="1">
            <a:off x="8344597" y="2770628"/>
            <a:ext cx="885825" cy="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21840" name="Text Box 17">
            <a:extLst>
              <a:ext uri="{FF2B5EF4-FFF2-40B4-BE49-F238E27FC236}">
                <a16:creationId xmlns:a16="http://schemas.microsoft.com/office/drawing/2014/main" id="{9B5446A7-FD5F-1178-917F-7999301AEAA7}"/>
              </a:ext>
            </a:extLst>
          </p:cNvPr>
          <p:cNvSpPr txBox="1">
            <a:spLocks noChangeArrowheads="1"/>
          </p:cNvSpPr>
          <p:nvPr/>
        </p:nvSpPr>
        <p:spPr bwMode="auto">
          <a:xfrm>
            <a:off x="9087547" y="2637278"/>
            <a:ext cx="1095375"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10.0.1.0/24</a:t>
            </a:r>
          </a:p>
        </p:txBody>
      </p:sp>
      <p:sp>
        <p:nvSpPr>
          <p:cNvPr id="21841" name="Line 205">
            <a:extLst>
              <a:ext uri="{FF2B5EF4-FFF2-40B4-BE49-F238E27FC236}">
                <a16:creationId xmlns:a16="http://schemas.microsoft.com/office/drawing/2014/main" id="{9F506E80-3675-7F1D-DDE9-6F3465CFB07F}"/>
              </a:ext>
            </a:extLst>
          </p:cNvPr>
          <p:cNvSpPr>
            <a:spLocks noChangeShapeType="1"/>
          </p:cNvSpPr>
          <p:nvPr/>
        </p:nvSpPr>
        <p:spPr bwMode="auto">
          <a:xfrm flipV="1">
            <a:off x="5854061" y="1139333"/>
            <a:ext cx="0" cy="62071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21842" name="Text Box 206">
            <a:extLst>
              <a:ext uri="{FF2B5EF4-FFF2-40B4-BE49-F238E27FC236}">
                <a16:creationId xmlns:a16="http://schemas.microsoft.com/office/drawing/2014/main" id="{8591A53F-3840-18F2-71FB-B6D533DC06E1}"/>
              </a:ext>
            </a:extLst>
          </p:cNvPr>
          <p:cNvSpPr txBox="1">
            <a:spLocks noChangeArrowheads="1"/>
          </p:cNvSpPr>
          <p:nvPr/>
        </p:nvSpPr>
        <p:spPr bwMode="auto">
          <a:xfrm>
            <a:off x="5306374" y="1034558"/>
            <a:ext cx="1095375"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10.0.0.0/24</a:t>
            </a:r>
          </a:p>
        </p:txBody>
      </p:sp>
      <p:sp>
        <p:nvSpPr>
          <p:cNvPr id="21843" name="Line 227">
            <a:extLst>
              <a:ext uri="{FF2B5EF4-FFF2-40B4-BE49-F238E27FC236}">
                <a16:creationId xmlns:a16="http://schemas.microsoft.com/office/drawing/2014/main" id="{A99FA016-E26A-8D1E-6480-660DB1394EB4}"/>
              </a:ext>
            </a:extLst>
          </p:cNvPr>
          <p:cNvSpPr>
            <a:spLocks noChangeShapeType="1"/>
          </p:cNvSpPr>
          <p:nvPr/>
        </p:nvSpPr>
        <p:spPr bwMode="auto">
          <a:xfrm flipH="1" flipV="1">
            <a:off x="5864070" y="3586663"/>
            <a:ext cx="0" cy="60960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21844" name="Text Box 228">
            <a:extLst>
              <a:ext uri="{FF2B5EF4-FFF2-40B4-BE49-F238E27FC236}">
                <a16:creationId xmlns:a16="http://schemas.microsoft.com/office/drawing/2014/main" id="{A9842F30-CEA5-E938-DFD6-0DC389690635}"/>
              </a:ext>
            </a:extLst>
          </p:cNvPr>
          <p:cNvSpPr txBox="1">
            <a:spLocks noChangeArrowheads="1"/>
          </p:cNvSpPr>
          <p:nvPr/>
        </p:nvSpPr>
        <p:spPr bwMode="auto">
          <a:xfrm>
            <a:off x="5316383" y="4058151"/>
            <a:ext cx="1095375"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10.0.2.0/24</a:t>
            </a:r>
          </a:p>
        </p:txBody>
      </p:sp>
      <p:sp>
        <p:nvSpPr>
          <p:cNvPr id="21845" name="Line 236">
            <a:extLst>
              <a:ext uri="{FF2B5EF4-FFF2-40B4-BE49-F238E27FC236}">
                <a16:creationId xmlns:a16="http://schemas.microsoft.com/office/drawing/2014/main" id="{BC5936C9-BFFC-71E5-6FB3-DF8BC775F1C5}"/>
              </a:ext>
            </a:extLst>
          </p:cNvPr>
          <p:cNvSpPr>
            <a:spLocks noChangeShapeType="1"/>
          </p:cNvSpPr>
          <p:nvPr/>
        </p:nvSpPr>
        <p:spPr bwMode="auto">
          <a:xfrm flipH="1">
            <a:off x="2734393" y="2789254"/>
            <a:ext cx="968375" cy="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21846" name="Text Box 237">
            <a:extLst>
              <a:ext uri="{FF2B5EF4-FFF2-40B4-BE49-F238E27FC236}">
                <a16:creationId xmlns:a16="http://schemas.microsoft.com/office/drawing/2014/main" id="{63F76C50-43B9-873E-E578-B40D44F91E20}"/>
              </a:ext>
            </a:extLst>
          </p:cNvPr>
          <p:cNvSpPr txBox="1">
            <a:spLocks noChangeArrowheads="1"/>
          </p:cNvSpPr>
          <p:nvPr/>
        </p:nvSpPr>
        <p:spPr bwMode="auto">
          <a:xfrm>
            <a:off x="2023193" y="2655904"/>
            <a:ext cx="1095375"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10.0.3.0/24</a:t>
            </a:r>
          </a:p>
        </p:txBody>
      </p:sp>
      <p:sp>
        <p:nvSpPr>
          <p:cNvPr id="21868" name="Oval 51">
            <a:extLst>
              <a:ext uri="{FF2B5EF4-FFF2-40B4-BE49-F238E27FC236}">
                <a16:creationId xmlns:a16="http://schemas.microsoft.com/office/drawing/2014/main" id="{D82483F4-E4A6-720E-4DEA-40AE4183B17E}"/>
              </a:ext>
            </a:extLst>
          </p:cNvPr>
          <p:cNvSpPr>
            <a:spLocks noChangeArrowheads="1"/>
          </p:cNvSpPr>
          <p:nvPr/>
        </p:nvSpPr>
        <p:spPr bwMode="auto">
          <a:xfrm flipH="1">
            <a:off x="3641819" y="263727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dirty="0"/>
              <a:t>D</a:t>
            </a:r>
          </a:p>
        </p:txBody>
      </p:sp>
      <p:sp>
        <p:nvSpPr>
          <p:cNvPr id="21604" name="AutoShape 298">
            <a:extLst>
              <a:ext uri="{FF2B5EF4-FFF2-40B4-BE49-F238E27FC236}">
                <a16:creationId xmlns:a16="http://schemas.microsoft.com/office/drawing/2014/main" id="{F62C48D1-32A9-A6F1-CB60-43C908C17C86}"/>
              </a:ext>
            </a:extLst>
          </p:cNvPr>
          <p:cNvSpPr>
            <a:spLocks noChangeArrowheads="1"/>
          </p:cNvSpPr>
          <p:nvPr/>
        </p:nvSpPr>
        <p:spPr bwMode="auto">
          <a:xfrm>
            <a:off x="9790302" y="4408603"/>
            <a:ext cx="2293414" cy="1540677"/>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IT">
                <a:latin typeface="Tahoma" panose="020B0604030504040204" pitchFamily="34" charset="0"/>
              </a:rPr>
              <a:t>ospf interface costs can be queried on all routers</a:t>
            </a:r>
            <a:endParaRPr lang="it-IT" altLang="en-IT" sz="2000">
              <a:latin typeface="Tahoma" panose="020B0604030504040204" pitchFamily="34" charset="0"/>
            </a:endParaRPr>
          </a:p>
        </p:txBody>
      </p:sp>
      <p:sp>
        <p:nvSpPr>
          <p:cNvPr id="21605" name="AutoShape 484">
            <a:extLst>
              <a:ext uri="{FF2B5EF4-FFF2-40B4-BE49-F238E27FC236}">
                <a16:creationId xmlns:a16="http://schemas.microsoft.com/office/drawing/2014/main" id="{126C13FD-F255-D192-7B9D-7C5F1B5AF702}"/>
              </a:ext>
            </a:extLst>
          </p:cNvPr>
          <p:cNvSpPr>
            <a:spLocks noChangeArrowheads="1"/>
          </p:cNvSpPr>
          <p:nvPr/>
        </p:nvSpPr>
        <p:spPr bwMode="auto">
          <a:xfrm>
            <a:off x="7644112" y="5910008"/>
            <a:ext cx="2362200" cy="714375"/>
          </a:xfrm>
          <a:prstGeom prst="wedgeRoundRectCallout">
            <a:avLst>
              <a:gd name="adj1" fmla="val 1947"/>
              <a:gd name="adj2" fmla="val -159334"/>
              <a:gd name="adj3" fmla="val 16667"/>
            </a:avLst>
          </a:prstGeom>
          <a:solidFill>
            <a:schemeClr val="accent2"/>
          </a:solidFill>
          <a:ln w="9525">
            <a:solidFill>
              <a:schemeClr val="tx1"/>
            </a:solidFill>
            <a:miter lim="800000"/>
            <a:headEnd/>
            <a:tailEnd/>
          </a:ln>
          <a:effec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it-IT" altLang="en-IT">
                <a:latin typeface="Tahoma" panose="020B0604030504040204" pitchFamily="34" charset="0"/>
              </a:rPr>
              <a:t>a shortcut to quickly get the cost</a:t>
            </a:r>
          </a:p>
        </p:txBody>
      </p:sp>
      <p:sp>
        <p:nvSpPr>
          <p:cNvPr id="21617" name="Rectangle 482">
            <a:extLst>
              <a:ext uri="{FF2B5EF4-FFF2-40B4-BE49-F238E27FC236}">
                <a16:creationId xmlns:a16="http://schemas.microsoft.com/office/drawing/2014/main" id="{858B5DE3-CC24-6C98-C96D-8C58E0B504FE}"/>
              </a:ext>
            </a:extLst>
          </p:cNvPr>
          <p:cNvSpPr>
            <a:spLocks noChangeArrowheads="1"/>
          </p:cNvSpPr>
          <p:nvPr/>
        </p:nvSpPr>
        <p:spPr bwMode="auto">
          <a:xfrm>
            <a:off x="5734178" y="3033402"/>
            <a:ext cx="295275" cy="227012"/>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dirty="0">
                <a:latin typeface="Arial" panose="020B0604020202020204" pitchFamily="34" charset="0"/>
              </a:rPr>
              <a:t>36</a:t>
            </a:r>
          </a:p>
        </p:txBody>
      </p:sp>
      <p:sp>
        <p:nvSpPr>
          <p:cNvPr id="21828" name="Rectangle 483">
            <a:extLst>
              <a:ext uri="{FF2B5EF4-FFF2-40B4-BE49-F238E27FC236}">
                <a16:creationId xmlns:a16="http://schemas.microsoft.com/office/drawing/2014/main" id="{47ED63C7-D5AA-B784-68BF-C8EF2EB56295}"/>
              </a:ext>
            </a:extLst>
          </p:cNvPr>
          <p:cNvSpPr>
            <a:spLocks noChangeArrowheads="1"/>
          </p:cNvSpPr>
          <p:nvPr/>
        </p:nvSpPr>
        <p:spPr bwMode="auto">
          <a:xfrm>
            <a:off x="5734178" y="2331211"/>
            <a:ext cx="295275" cy="227012"/>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dirty="0">
                <a:latin typeface="Arial" panose="020B0604020202020204" pitchFamily="34" charset="0"/>
              </a:rPr>
              <a:t>21</a:t>
            </a:r>
          </a:p>
        </p:txBody>
      </p:sp>
    </p:spTree>
    <p:extLst>
      <p:ext uri="{BB962C8B-B14F-4D97-AF65-F5344CB8AC3E}">
        <p14:creationId xmlns:p14="http://schemas.microsoft.com/office/powerpoint/2010/main" val="3131096318"/>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4" name="Rectangle 2">
            <a:extLst>
              <a:ext uri="{FF2B5EF4-FFF2-40B4-BE49-F238E27FC236}">
                <a16:creationId xmlns:a16="http://schemas.microsoft.com/office/drawing/2014/main" id="{4B2D76D8-1137-3812-511A-8DEDB2ACBC06}"/>
              </a:ext>
            </a:extLst>
          </p:cNvPr>
          <p:cNvSpPr>
            <a:spLocks noGrp="1" noChangeArrowheads="1"/>
          </p:cNvSpPr>
          <p:nvPr>
            <p:ph type="title"/>
          </p:nvPr>
        </p:nvSpPr>
        <p:spPr/>
        <p:txBody>
          <a:bodyPr/>
          <a:lstStyle/>
          <a:p>
            <a:pPr eaLnBrk="1" hangingPunct="1"/>
            <a:r>
              <a:rPr lang="it-IT" altLang="it-IT"/>
              <a:t>neighborhood</a:t>
            </a:r>
          </a:p>
        </p:txBody>
      </p:sp>
      <p:sp>
        <p:nvSpPr>
          <p:cNvPr id="40965" name="Rectangle 3">
            <a:extLst>
              <a:ext uri="{FF2B5EF4-FFF2-40B4-BE49-F238E27FC236}">
                <a16:creationId xmlns:a16="http://schemas.microsoft.com/office/drawing/2014/main" id="{1BF779AF-4FE3-7601-59D7-227DE60C40FB}"/>
              </a:ext>
            </a:extLst>
          </p:cNvPr>
          <p:cNvSpPr>
            <a:spLocks noGrp="1" noChangeArrowheads="1"/>
          </p:cNvSpPr>
          <p:nvPr>
            <p:ph idx="1"/>
          </p:nvPr>
        </p:nvSpPr>
        <p:spPr/>
        <p:txBody>
          <a:bodyPr/>
          <a:lstStyle/>
          <a:p>
            <a:pPr eaLnBrk="1" hangingPunct="1">
              <a:lnSpc>
                <a:spcPct val="80000"/>
              </a:lnSpc>
            </a:pPr>
            <a:r>
              <a:rPr lang="it-IT" altLang="it-IT" sz="2400" dirty="0"/>
              <a:t>router </a:t>
            </a:r>
            <a:r>
              <a:rPr lang="it-IT" altLang="it-IT" sz="2400" dirty="0" err="1"/>
              <a:t>neighbors</a:t>
            </a:r>
            <a:r>
              <a:rPr lang="it-IT" altLang="it-IT" sz="2400" dirty="0"/>
              <a:t> can be </a:t>
            </a:r>
            <a:r>
              <a:rPr lang="it-IT" altLang="it-IT" sz="2400" dirty="0" err="1"/>
              <a:t>shown</a:t>
            </a:r>
            <a:r>
              <a:rPr lang="it-IT" altLang="it-IT" sz="2400" dirty="0"/>
              <a:t> by </a:t>
            </a:r>
            <a:r>
              <a:rPr lang="it-IT" altLang="it-IT" sz="2400" dirty="0" err="1"/>
              <a:t>using</a:t>
            </a:r>
            <a:r>
              <a:rPr lang="it-IT" altLang="it-IT" sz="2400" dirty="0"/>
              <a:t> the </a:t>
            </a:r>
            <a:r>
              <a:rPr lang="it-IT" altLang="it-IT" sz="2400" b="1" dirty="0">
                <a:latin typeface="Courier New" panose="02070309020205020404" pitchFamily="49" charset="0"/>
              </a:rPr>
              <a:t>show </a:t>
            </a:r>
            <a:r>
              <a:rPr lang="it-IT" altLang="it-IT" sz="2400" b="1" dirty="0" err="1">
                <a:latin typeface="Courier New" panose="02070309020205020404" pitchFamily="49" charset="0"/>
              </a:rPr>
              <a:t>ip</a:t>
            </a:r>
            <a:r>
              <a:rPr lang="it-IT" altLang="it-IT" sz="2400" b="1" dirty="0">
                <a:latin typeface="Courier New" panose="02070309020205020404" pitchFamily="49" charset="0"/>
              </a:rPr>
              <a:t> </a:t>
            </a:r>
            <a:r>
              <a:rPr lang="it-IT" altLang="it-IT" sz="2400" b="1" dirty="0" err="1">
                <a:latin typeface="Courier New" panose="02070309020205020404" pitchFamily="49" charset="0"/>
              </a:rPr>
              <a:t>ospf</a:t>
            </a:r>
            <a:r>
              <a:rPr lang="it-IT" altLang="it-IT" sz="2400" b="1" dirty="0">
                <a:latin typeface="Courier New" panose="02070309020205020404" pitchFamily="49" charset="0"/>
              </a:rPr>
              <a:t> </a:t>
            </a:r>
            <a:r>
              <a:rPr lang="it-IT" altLang="it-IT" sz="2400" b="1" dirty="0" err="1">
                <a:latin typeface="Courier New" panose="02070309020205020404" pitchFamily="49" charset="0"/>
              </a:rPr>
              <a:t>neighbor</a:t>
            </a:r>
            <a:r>
              <a:rPr lang="it-IT" altLang="it-IT" sz="2400" dirty="0"/>
              <a:t> </a:t>
            </a:r>
            <a:r>
              <a:rPr lang="it-IT" altLang="it-IT" sz="2400" dirty="0" err="1"/>
              <a:t>command</a:t>
            </a:r>
            <a:endParaRPr lang="it-IT" altLang="it-IT" sz="2400" dirty="0"/>
          </a:p>
          <a:p>
            <a:pPr eaLnBrk="1" hangingPunct="1">
              <a:lnSpc>
                <a:spcPct val="80000"/>
              </a:lnSpc>
            </a:pPr>
            <a:r>
              <a:rPr lang="it-IT" altLang="it-IT" sz="2400" dirty="0"/>
              <a:t>note: </a:t>
            </a:r>
            <a:r>
              <a:rPr lang="it-IT" altLang="it-IT" sz="2400" dirty="0" err="1"/>
              <a:t>lsas</a:t>
            </a:r>
            <a:r>
              <a:rPr lang="it-IT" altLang="it-IT" sz="2400" dirty="0"/>
              <a:t> are </a:t>
            </a:r>
            <a:r>
              <a:rPr lang="it-IT" altLang="it-IT" sz="2400" dirty="0" err="1"/>
              <a:t>only</a:t>
            </a:r>
            <a:r>
              <a:rPr lang="it-IT" altLang="it-IT" sz="2400" dirty="0"/>
              <a:t> </a:t>
            </a:r>
            <a:r>
              <a:rPr lang="it-IT" altLang="it-IT" sz="2400" dirty="0" err="1"/>
              <a:t>sent</a:t>
            </a:r>
            <a:r>
              <a:rPr lang="it-IT" altLang="it-IT" sz="2400" dirty="0"/>
              <a:t> </a:t>
            </a:r>
            <a:r>
              <a:rPr lang="it-IT" altLang="it-IT" sz="2400" dirty="0" err="1"/>
              <a:t>between</a:t>
            </a:r>
            <a:r>
              <a:rPr lang="it-IT" altLang="it-IT" sz="2400" dirty="0"/>
              <a:t> </a:t>
            </a:r>
            <a:r>
              <a:rPr lang="it-IT" altLang="it-IT" sz="2400" dirty="0" err="1"/>
              <a:t>neighbors</a:t>
            </a:r>
            <a:r>
              <a:rPr lang="it-IT" altLang="it-IT" sz="2400" dirty="0"/>
              <a:t> in </a:t>
            </a:r>
            <a:r>
              <a:rPr lang="it-IT" altLang="it-IT" sz="2400" b="1" dirty="0">
                <a:latin typeface="Courier New" panose="02070309020205020404" pitchFamily="49" charset="0"/>
              </a:rPr>
              <a:t>Full</a:t>
            </a:r>
            <a:r>
              <a:rPr lang="it-IT" altLang="it-IT" sz="2400" dirty="0"/>
              <a:t> state (i.e., </a:t>
            </a:r>
            <a:r>
              <a:rPr lang="it-IT" altLang="it-IT" sz="2400" dirty="0" err="1"/>
              <a:t>capable</a:t>
            </a:r>
            <a:r>
              <a:rPr lang="it-IT" altLang="it-IT" sz="2400" dirty="0"/>
              <a:t> of a </a:t>
            </a:r>
            <a:r>
              <a:rPr lang="it-IT" altLang="it-IT" sz="2400" dirty="0" err="1"/>
              <a:t>bidirectional</a:t>
            </a:r>
            <a:r>
              <a:rPr lang="it-IT" altLang="it-IT" sz="2400" dirty="0"/>
              <a:t> </a:t>
            </a:r>
            <a:r>
              <a:rPr lang="it-IT" altLang="it-IT" sz="2400" dirty="0" err="1"/>
              <a:t>exchange</a:t>
            </a:r>
            <a:r>
              <a:rPr lang="it-IT" altLang="it-IT" sz="2400" dirty="0"/>
              <a:t> of information); </a:t>
            </a:r>
            <a:r>
              <a:rPr lang="it-IT" altLang="it-IT" sz="2400" dirty="0" err="1"/>
              <a:t>reaching</a:t>
            </a:r>
            <a:r>
              <a:rPr lang="it-IT" altLang="it-IT" sz="2400" dirty="0"/>
              <a:t> the </a:t>
            </a:r>
            <a:r>
              <a:rPr lang="it-IT" altLang="it-IT" sz="2400" b="1" dirty="0">
                <a:latin typeface="Courier New" panose="02070309020205020404" pitchFamily="49" charset="0"/>
              </a:rPr>
              <a:t>Full</a:t>
            </a:r>
            <a:r>
              <a:rPr lang="it-IT" altLang="it-IT" sz="2400" dirty="0"/>
              <a:t> state </a:t>
            </a:r>
            <a:r>
              <a:rPr lang="it-IT" altLang="it-IT" sz="2400" dirty="0" err="1"/>
              <a:t>requires</a:t>
            </a:r>
            <a:r>
              <a:rPr lang="it-IT" altLang="it-IT" sz="2400" dirty="0"/>
              <a:t> </a:t>
            </a:r>
            <a:r>
              <a:rPr lang="it-IT" altLang="it-IT" sz="2400" dirty="0" err="1"/>
              <a:t>that</a:t>
            </a:r>
            <a:r>
              <a:rPr lang="it-IT" altLang="it-IT" sz="2400" dirty="0"/>
              <a:t>:</a:t>
            </a:r>
          </a:p>
          <a:p>
            <a:pPr lvl="1" eaLnBrk="1" hangingPunct="1">
              <a:lnSpc>
                <a:spcPct val="80000"/>
              </a:lnSpc>
            </a:pPr>
            <a:r>
              <a:rPr lang="it-IT" altLang="it-IT" sz="2000" dirty="0" err="1"/>
              <a:t>neighbors</a:t>
            </a:r>
            <a:r>
              <a:rPr lang="it-IT" altLang="it-IT" sz="2000" dirty="0"/>
              <a:t> </a:t>
            </a:r>
            <a:r>
              <a:rPr lang="it-IT" altLang="it-IT" sz="2000" dirty="0" err="1"/>
              <a:t>have</a:t>
            </a:r>
            <a:r>
              <a:rPr lang="it-IT" altLang="it-IT" sz="2000" dirty="0"/>
              <a:t> </a:t>
            </a:r>
            <a:r>
              <a:rPr lang="it-IT" altLang="it-IT" sz="2000" dirty="0" err="1"/>
              <a:t>been</a:t>
            </a:r>
            <a:r>
              <a:rPr lang="it-IT" altLang="it-IT" sz="2000" dirty="0"/>
              <a:t> </a:t>
            </a:r>
            <a:r>
              <a:rPr lang="it-IT" altLang="it-IT" sz="2000" dirty="0" err="1"/>
              <a:t>discovered</a:t>
            </a:r>
            <a:r>
              <a:rPr lang="it-IT" altLang="it-IT" sz="2000" dirty="0"/>
              <a:t> (</a:t>
            </a:r>
            <a:r>
              <a:rPr lang="it-IT" altLang="it-IT" sz="2000" dirty="0" err="1"/>
              <a:t>using</a:t>
            </a:r>
            <a:r>
              <a:rPr lang="it-IT" altLang="it-IT" sz="2000" dirty="0"/>
              <a:t> hello </a:t>
            </a:r>
            <a:r>
              <a:rPr lang="it-IT" altLang="it-IT" sz="2000" dirty="0" err="1"/>
              <a:t>packets</a:t>
            </a:r>
            <a:r>
              <a:rPr lang="it-IT" altLang="it-IT" sz="2000" dirty="0"/>
              <a:t>)</a:t>
            </a:r>
          </a:p>
          <a:p>
            <a:pPr lvl="1" eaLnBrk="1" hangingPunct="1">
              <a:lnSpc>
                <a:spcPct val="80000"/>
              </a:lnSpc>
            </a:pPr>
            <a:r>
              <a:rPr lang="it-IT" altLang="it-IT" sz="2000" dirty="0" err="1"/>
              <a:t>bidirectional</a:t>
            </a:r>
            <a:r>
              <a:rPr lang="it-IT" altLang="it-IT" sz="2000" dirty="0"/>
              <a:t> </a:t>
            </a:r>
            <a:r>
              <a:rPr lang="it-IT" altLang="it-IT" sz="2000" dirty="0" err="1"/>
              <a:t>communication</a:t>
            </a:r>
            <a:r>
              <a:rPr lang="it-IT" altLang="it-IT" sz="2000" dirty="0"/>
              <a:t> </a:t>
            </a:r>
            <a:r>
              <a:rPr lang="it-IT" altLang="it-IT" sz="2000" dirty="0" err="1"/>
              <a:t>is</a:t>
            </a:r>
            <a:r>
              <a:rPr lang="it-IT" altLang="it-IT" sz="2000" dirty="0"/>
              <a:t> </a:t>
            </a:r>
            <a:r>
              <a:rPr lang="it-IT" altLang="it-IT" sz="2000" dirty="0" err="1"/>
              <a:t>possible</a:t>
            </a:r>
            <a:endParaRPr lang="it-IT" altLang="it-IT" sz="2000" dirty="0"/>
          </a:p>
          <a:p>
            <a:pPr lvl="1" eaLnBrk="1" hangingPunct="1">
              <a:lnSpc>
                <a:spcPct val="80000"/>
              </a:lnSpc>
            </a:pPr>
            <a:r>
              <a:rPr lang="it-IT" altLang="it-IT" sz="2000" dirty="0"/>
              <a:t>a </a:t>
            </a:r>
            <a:r>
              <a:rPr lang="it-IT" altLang="it-IT" sz="2000" dirty="0" err="1"/>
              <a:t>designated</a:t>
            </a:r>
            <a:r>
              <a:rPr lang="it-IT" altLang="it-IT" sz="2000" dirty="0"/>
              <a:t> router </a:t>
            </a:r>
            <a:r>
              <a:rPr lang="it-IT" altLang="it-IT" sz="2000" dirty="0" err="1"/>
              <a:t>has</a:t>
            </a:r>
            <a:r>
              <a:rPr lang="it-IT" altLang="it-IT" sz="2000" dirty="0"/>
              <a:t> </a:t>
            </a:r>
            <a:r>
              <a:rPr lang="it-IT" altLang="it-IT" sz="2000" dirty="0" err="1"/>
              <a:t>been</a:t>
            </a:r>
            <a:r>
              <a:rPr lang="it-IT" altLang="it-IT" sz="2000" dirty="0"/>
              <a:t> </a:t>
            </a:r>
            <a:r>
              <a:rPr lang="it-IT" altLang="it-IT" sz="2000" dirty="0" err="1"/>
              <a:t>elected</a:t>
            </a:r>
            <a:endParaRPr lang="it-IT" altLang="it-IT" sz="2000" dirty="0"/>
          </a:p>
          <a:p>
            <a:pPr eaLnBrk="1" hangingPunct="1">
              <a:lnSpc>
                <a:spcPct val="80000"/>
              </a:lnSpc>
            </a:pPr>
            <a:r>
              <a:rPr lang="it-IT" altLang="it-IT" sz="2400" dirty="0"/>
              <a:t>once </a:t>
            </a:r>
            <a:r>
              <a:rPr lang="it-IT" altLang="it-IT" sz="2400" dirty="0" err="1"/>
              <a:t>reached</a:t>
            </a:r>
            <a:r>
              <a:rPr lang="it-IT" altLang="it-IT" sz="2400" dirty="0"/>
              <a:t>, routers </a:t>
            </a:r>
            <a:r>
              <a:rPr lang="it-IT" altLang="it-IT" sz="2400" dirty="0" err="1"/>
              <a:t>immediately</a:t>
            </a:r>
            <a:r>
              <a:rPr lang="it-IT" altLang="it-IT" sz="2400" dirty="0"/>
              <a:t> </a:t>
            </a:r>
            <a:r>
              <a:rPr lang="it-IT" altLang="it-IT" sz="2400" dirty="0" err="1"/>
              <a:t>synchronize</a:t>
            </a:r>
            <a:r>
              <a:rPr lang="it-IT" altLang="it-IT" sz="2400" dirty="0"/>
              <a:t> </a:t>
            </a:r>
            <a:r>
              <a:rPr lang="it-IT" altLang="it-IT" sz="2400" dirty="0" err="1"/>
              <a:t>their</a:t>
            </a:r>
            <a:r>
              <a:rPr lang="it-IT" altLang="it-IT" sz="2400" dirty="0"/>
              <a:t> </a:t>
            </a:r>
            <a:r>
              <a:rPr lang="it-IT" altLang="it-IT" sz="2400" dirty="0" err="1"/>
              <a:t>lsdbs</a:t>
            </a:r>
            <a:endParaRPr lang="it-IT" altLang="it-IT" sz="2400" dirty="0"/>
          </a:p>
        </p:txBody>
      </p:sp>
      <p:sp>
        <p:nvSpPr>
          <p:cNvPr id="2" name="Rectangle 4">
            <a:extLst>
              <a:ext uri="{FF2B5EF4-FFF2-40B4-BE49-F238E27FC236}">
                <a16:creationId xmlns:a16="http://schemas.microsoft.com/office/drawing/2014/main" id="{0D407E92-618C-140E-2002-EF7970B176A7}"/>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A6BB1938-0A73-8167-E82D-EE25A9B86F02}"/>
              </a:ext>
            </a:extLst>
          </p:cNvPr>
          <p:cNvSpPr>
            <a:spLocks noGrp="1" noChangeArrowheads="1"/>
          </p:cNvSpPr>
          <p:nvPr>
            <p:ph type="ftr" sz="quarter" idx="11"/>
          </p:nvPr>
        </p:nvSpPr>
        <p:spPr>
          <a:ln/>
        </p:spPr>
        <p:txBody>
          <a:bodyPr/>
          <a:lstStyle/>
          <a:p>
            <a:r>
              <a:rPr lang="it-IT" altLang="en-IT"/>
              <a:t>kathara – [ labs: ospf_frr ]</a:t>
            </a:r>
          </a:p>
        </p:txBody>
      </p:sp>
      <p:grpSp>
        <p:nvGrpSpPr>
          <p:cNvPr id="4" name="Group 3">
            <a:extLst>
              <a:ext uri="{FF2B5EF4-FFF2-40B4-BE49-F238E27FC236}">
                <a16:creationId xmlns:a16="http://schemas.microsoft.com/office/drawing/2014/main" id="{FEA3B9E5-5EF7-3AE8-1E48-E0BCBC2C6CEE}"/>
              </a:ext>
            </a:extLst>
          </p:cNvPr>
          <p:cNvGrpSpPr/>
          <p:nvPr/>
        </p:nvGrpSpPr>
        <p:grpSpPr>
          <a:xfrm>
            <a:off x="1271464" y="4368321"/>
            <a:ext cx="9967706" cy="2373047"/>
            <a:chOff x="1612577" y="2378844"/>
            <a:chExt cx="9967706" cy="1993772"/>
          </a:xfrm>
        </p:grpSpPr>
        <p:sp>
          <p:nvSpPr>
            <p:cNvPr id="5" name="Rectangle 4">
              <a:extLst>
                <a:ext uri="{FF2B5EF4-FFF2-40B4-BE49-F238E27FC236}">
                  <a16:creationId xmlns:a16="http://schemas.microsoft.com/office/drawing/2014/main" id="{7F4B8054-E86F-A62F-D9A4-FC444448A461}"/>
                </a:ext>
              </a:extLst>
            </p:cNvPr>
            <p:cNvSpPr/>
            <p:nvPr/>
          </p:nvSpPr>
          <p:spPr>
            <a:xfrm>
              <a:off x="1612577" y="2664223"/>
              <a:ext cx="9967706" cy="1708393"/>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en-US" altLang="it-IT" sz="1400" dirty="0">
                  <a:solidFill>
                    <a:schemeClr val="bg1"/>
                  </a:solidFill>
                  <a:latin typeface="Lucida Console" panose="020B0609040504020204" pitchFamily="49" charset="0"/>
                </a:rPr>
                <a:t>bb0# show </a:t>
              </a:r>
              <a:r>
                <a:rPr lang="en-US" altLang="it-IT" sz="1400" dirty="0" err="1">
                  <a:solidFill>
                    <a:schemeClr val="bg1"/>
                  </a:solidFill>
                  <a:latin typeface="Lucida Console" panose="020B0609040504020204" pitchFamily="49" charset="0"/>
                </a:rPr>
                <a:t>ip</a:t>
              </a:r>
              <a:r>
                <a:rPr lang="en-US" altLang="it-IT" sz="1400" dirty="0">
                  <a:solidFill>
                    <a:schemeClr val="bg1"/>
                  </a:solidFill>
                  <a:latin typeface="Lucida Console" panose="020B0609040504020204" pitchFamily="49" charset="0"/>
                </a:rPr>
                <a:t> </a:t>
              </a:r>
              <a:r>
                <a:rPr lang="en-US" altLang="it-IT" sz="1400" dirty="0" err="1">
                  <a:solidFill>
                    <a:schemeClr val="bg1"/>
                  </a:solidFill>
                  <a:latin typeface="Lucida Console" panose="020B0609040504020204" pitchFamily="49" charset="0"/>
                </a:rPr>
                <a:t>ospf</a:t>
              </a:r>
              <a:r>
                <a:rPr lang="en-US" altLang="it-IT" sz="1400" dirty="0">
                  <a:solidFill>
                    <a:schemeClr val="bg1"/>
                  </a:solidFill>
                  <a:latin typeface="Lucida Console" panose="020B0609040504020204" pitchFamily="49" charset="0"/>
                </a:rPr>
                <a:t> neighbor </a:t>
              </a:r>
            </a:p>
            <a:p>
              <a:pPr eaLnBrk="1" hangingPunct="1"/>
              <a:endParaRPr lang="en-US" altLang="it-IT" sz="1400" dirty="0">
                <a:solidFill>
                  <a:schemeClr val="bg1"/>
                </a:solidFill>
                <a:latin typeface="Lucida Console" panose="020B0609040504020204" pitchFamily="49" charset="0"/>
              </a:endParaRPr>
            </a:p>
            <a:p>
              <a:pPr eaLnBrk="1" hangingPunct="1"/>
              <a:r>
                <a:rPr lang="en-US" altLang="it-IT" sz="1400" dirty="0">
                  <a:solidFill>
                    <a:schemeClr val="bg1"/>
                  </a:solidFill>
                  <a:latin typeface="Lucida Console" panose="020B0609040504020204" pitchFamily="49" charset="0"/>
                </a:rPr>
                <a:t>    Neighbor ID </a:t>
              </a:r>
              <a:r>
                <a:rPr lang="en-US" altLang="it-IT" sz="1400" dirty="0" err="1">
                  <a:solidFill>
                    <a:schemeClr val="bg1"/>
                  </a:solidFill>
                  <a:latin typeface="Lucida Console" panose="020B0609040504020204" pitchFamily="49" charset="0"/>
                </a:rPr>
                <a:t>Pri</a:t>
              </a:r>
              <a:r>
                <a:rPr lang="en-US" altLang="it-IT" sz="1400" dirty="0">
                  <a:solidFill>
                    <a:schemeClr val="bg1"/>
                  </a:solidFill>
                  <a:latin typeface="Lucida Console" panose="020B0609040504020204" pitchFamily="49" charset="0"/>
                </a:rPr>
                <a:t> State         Dead Time Address     Interface        </a:t>
              </a:r>
              <a:r>
                <a:rPr lang="en-US" altLang="it-IT" sz="1400" dirty="0" err="1">
                  <a:solidFill>
                    <a:schemeClr val="bg1"/>
                  </a:solidFill>
                  <a:latin typeface="Lucida Console" panose="020B0609040504020204" pitchFamily="49" charset="0"/>
                </a:rPr>
                <a:t>RXmtL</a:t>
              </a:r>
              <a:r>
                <a:rPr lang="en-US" altLang="it-IT" sz="1400" dirty="0">
                  <a:solidFill>
                    <a:schemeClr val="bg1"/>
                  </a:solidFill>
                  <a:latin typeface="Lucida Console" panose="020B0609040504020204" pitchFamily="49" charset="0"/>
                </a:rPr>
                <a:t> </a:t>
              </a:r>
              <a:r>
                <a:rPr lang="en-US" altLang="it-IT" sz="1400" dirty="0" err="1">
                  <a:solidFill>
                    <a:schemeClr val="bg1"/>
                  </a:solidFill>
                  <a:latin typeface="Lucida Console" panose="020B0609040504020204" pitchFamily="49" charset="0"/>
                </a:rPr>
                <a:t>RqstL</a:t>
              </a:r>
              <a:r>
                <a:rPr lang="en-US" altLang="it-IT" sz="1400" dirty="0">
                  <a:solidFill>
                    <a:schemeClr val="bg1"/>
                  </a:solidFill>
                  <a:latin typeface="Lucida Console" panose="020B0609040504020204" pitchFamily="49" charset="0"/>
                </a:rPr>
                <a:t> </a:t>
              </a:r>
              <a:r>
                <a:rPr lang="en-US" altLang="it-IT" sz="1400" dirty="0" err="1">
                  <a:solidFill>
                    <a:schemeClr val="bg1"/>
                  </a:solidFill>
                  <a:latin typeface="Lucida Console" panose="020B0609040504020204" pitchFamily="49" charset="0"/>
                </a:rPr>
                <a:t>DBsmL</a:t>
              </a:r>
              <a:endParaRPr lang="en-US" altLang="it-IT" sz="1400" dirty="0">
                <a:solidFill>
                  <a:schemeClr val="bg1"/>
                </a:solidFill>
                <a:latin typeface="Lucida Console" panose="020B0609040504020204" pitchFamily="49" charset="0"/>
              </a:endParaRPr>
            </a:p>
            <a:p>
              <a:pPr eaLnBrk="1" hangingPunct="1"/>
              <a:r>
                <a:rPr lang="en-US" altLang="it-IT" sz="1400" dirty="0">
                  <a:solidFill>
                    <a:schemeClr val="bg1"/>
                  </a:solidFill>
                  <a:latin typeface="Lucida Console" panose="020B0609040504020204" pitchFamily="49" charset="0"/>
                </a:rPr>
                <a:t>10.0.3.1          1 Full/DR         30.462s 10.0.0.1    eth0:10.0.0.3        0     0     0</a:t>
              </a:r>
            </a:p>
            <a:p>
              <a:pPr eaLnBrk="1" hangingPunct="1"/>
              <a:r>
                <a:rPr lang="en-US" altLang="it-IT" sz="1400" dirty="0">
                  <a:solidFill>
                    <a:schemeClr val="bg1"/>
                  </a:solidFill>
                  <a:latin typeface="Lucida Console" panose="020B0609040504020204" pitchFamily="49" charset="0"/>
                </a:rPr>
                <a:t>10.0.1.1          1 Full/</a:t>
              </a:r>
              <a:r>
                <a:rPr lang="en-US" altLang="it-IT" sz="1400" dirty="0" err="1">
                  <a:solidFill>
                    <a:schemeClr val="bg1"/>
                  </a:solidFill>
                  <a:latin typeface="Lucida Console" panose="020B0609040504020204" pitchFamily="49" charset="0"/>
                </a:rPr>
                <a:t>DROther</a:t>
              </a:r>
              <a:r>
                <a:rPr lang="en-US" altLang="it-IT" sz="1400" dirty="0">
                  <a:solidFill>
                    <a:schemeClr val="bg1"/>
                  </a:solidFill>
                  <a:latin typeface="Lucida Console" panose="020B0609040504020204" pitchFamily="49" charset="0"/>
                </a:rPr>
                <a:t>    30.462s 10.0.0.2    eth0:10.0.0.3        0     0     0</a:t>
              </a:r>
            </a:p>
            <a:p>
              <a:pPr eaLnBrk="1" hangingPunct="1"/>
              <a:r>
                <a:rPr lang="en-US" altLang="it-IT" sz="1400" dirty="0">
                  <a:solidFill>
                    <a:schemeClr val="bg1"/>
                  </a:solidFill>
                  <a:latin typeface="Lucida Console" panose="020B0609040504020204" pitchFamily="49" charset="0"/>
                </a:rPr>
                <a:t>10.0.3.2          1 Full/DR         31.587s 10.0.2.1    eth1:10.0.2.3        0     0     0</a:t>
              </a:r>
            </a:p>
            <a:p>
              <a:pPr eaLnBrk="1" hangingPunct="1"/>
              <a:r>
                <a:rPr lang="en-US" altLang="it-IT" sz="1400" dirty="0">
                  <a:solidFill>
                    <a:schemeClr val="bg1"/>
                  </a:solidFill>
                  <a:latin typeface="Lucida Console" panose="020B0609040504020204" pitchFamily="49" charset="0"/>
                </a:rPr>
                <a:t>10.0.2.2          1 Full/</a:t>
              </a:r>
              <a:r>
                <a:rPr lang="en-US" altLang="it-IT" sz="1400" dirty="0" err="1">
                  <a:solidFill>
                    <a:schemeClr val="bg1"/>
                  </a:solidFill>
                  <a:latin typeface="Lucida Console" panose="020B0609040504020204" pitchFamily="49" charset="0"/>
                </a:rPr>
                <a:t>DROther</a:t>
              </a:r>
              <a:r>
                <a:rPr lang="en-US" altLang="it-IT" sz="1400" dirty="0">
                  <a:solidFill>
                    <a:schemeClr val="bg1"/>
                  </a:solidFill>
                  <a:latin typeface="Lucida Console" panose="020B0609040504020204" pitchFamily="49" charset="0"/>
                </a:rPr>
                <a:t>    31.586s 10.0.2.2    eth1:10.0.2.3        0     0     0</a:t>
              </a:r>
            </a:p>
            <a:p>
              <a:pPr eaLnBrk="1" hangingPunct="1"/>
              <a:r>
                <a:rPr lang="en-US" altLang="it-IT" sz="1400" dirty="0">
                  <a:solidFill>
                    <a:schemeClr val="bg1"/>
                  </a:solidFill>
                  <a:latin typeface="Lucida Console" panose="020B0609040504020204" pitchFamily="49" charset="0"/>
                </a:rPr>
                <a:t>bb0-frr# █</a:t>
              </a:r>
            </a:p>
          </p:txBody>
        </p:sp>
        <p:sp>
          <p:nvSpPr>
            <p:cNvPr id="6" name="Rectangle 5">
              <a:extLst>
                <a:ext uri="{FF2B5EF4-FFF2-40B4-BE49-F238E27FC236}">
                  <a16:creationId xmlns:a16="http://schemas.microsoft.com/office/drawing/2014/main" id="{B89488DA-0C66-53E0-BE3C-7E3A0AF8011F}"/>
                </a:ext>
              </a:extLst>
            </p:cNvPr>
            <p:cNvSpPr/>
            <p:nvPr/>
          </p:nvSpPr>
          <p:spPr>
            <a:xfrm>
              <a:off x="1612577" y="2378844"/>
              <a:ext cx="9967702"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7" name="Group 6">
              <a:extLst>
                <a:ext uri="{FF2B5EF4-FFF2-40B4-BE49-F238E27FC236}">
                  <a16:creationId xmlns:a16="http://schemas.microsoft.com/office/drawing/2014/main" id="{F1CEC355-DE62-32E0-31F5-BD90C244D8C1}"/>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121E56C3-C68C-0B8F-8BB1-39C66A1F4766}"/>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04A07CE3-701A-33D4-076B-05637A7B8CF0}"/>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BA8EFA62-F506-3D46-15AD-AB7BF6EFC2B4}"/>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8" name="Rectangle 2">
            <a:extLst>
              <a:ext uri="{FF2B5EF4-FFF2-40B4-BE49-F238E27FC236}">
                <a16:creationId xmlns:a16="http://schemas.microsoft.com/office/drawing/2014/main" id="{A18C4DA0-26E0-BE65-7B40-AD5E8B296535}"/>
              </a:ext>
            </a:extLst>
          </p:cNvPr>
          <p:cNvSpPr>
            <a:spLocks noGrp="1" noChangeArrowheads="1"/>
          </p:cNvSpPr>
          <p:nvPr>
            <p:ph type="title"/>
          </p:nvPr>
        </p:nvSpPr>
        <p:spPr/>
        <p:txBody>
          <a:bodyPr/>
          <a:lstStyle/>
          <a:p>
            <a:pPr eaLnBrk="1" hangingPunct="1"/>
            <a:r>
              <a:rPr lang="it-IT" altLang="it-IT" dirty="0" err="1"/>
              <a:t>ospf</a:t>
            </a:r>
            <a:r>
              <a:rPr lang="it-IT" altLang="it-IT" dirty="0"/>
              <a:t> </a:t>
            </a:r>
            <a:r>
              <a:rPr lang="it-IT" altLang="it-IT" dirty="0" err="1"/>
              <a:t>routing</a:t>
            </a:r>
            <a:r>
              <a:rPr lang="it-IT" altLang="it-IT" dirty="0"/>
              <a:t> </a:t>
            </a:r>
            <a:r>
              <a:rPr lang="it-IT" altLang="it-IT" dirty="0" err="1"/>
              <a:t>table</a:t>
            </a:r>
            <a:endParaRPr lang="it-IT" altLang="it-IT" dirty="0"/>
          </a:p>
        </p:txBody>
      </p:sp>
      <p:sp>
        <p:nvSpPr>
          <p:cNvPr id="41989" name="Rectangle 3">
            <a:extLst>
              <a:ext uri="{FF2B5EF4-FFF2-40B4-BE49-F238E27FC236}">
                <a16:creationId xmlns:a16="http://schemas.microsoft.com/office/drawing/2014/main" id="{6C328480-21C2-A113-2DC9-860ABBC5F03A}"/>
              </a:ext>
            </a:extLst>
          </p:cNvPr>
          <p:cNvSpPr>
            <a:spLocks noGrp="1" noChangeArrowheads="1"/>
          </p:cNvSpPr>
          <p:nvPr>
            <p:ph idx="1"/>
          </p:nvPr>
        </p:nvSpPr>
        <p:spPr/>
        <p:txBody>
          <a:bodyPr/>
          <a:lstStyle/>
          <a:p>
            <a:pPr eaLnBrk="1" hangingPunct="1"/>
            <a:r>
              <a:rPr lang="it-IT" altLang="it-IT" sz="2800" dirty="0"/>
              <a:t>To </a:t>
            </a:r>
            <a:r>
              <a:rPr lang="it-IT" altLang="it-IT" sz="2800" dirty="0" err="1"/>
              <a:t>dump</a:t>
            </a:r>
            <a:r>
              <a:rPr lang="it-IT" altLang="it-IT" sz="2800" dirty="0"/>
              <a:t> the </a:t>
            </a:r>
            <a:r>
              <a:rPr lang="it-IT" altLang="it-IT" sz="2800" dirty="0" err="1"/>
              <a:t>ospf</a:t>
            </a:r>
            <a:r>
              <a:rPr lang="it-IT" altLang="it-IT" sz="2800" dirty="0"/>
              <a:t> </a:t>
            </a:r>
            <a:r>
              <a:rPr lang="it-IT" altLang="it-IT" sz="2800" dirty="0" err="1"/>
              <a:t>routing</a:t>
            </a:r>
            <a:r>
              <a:rPr lang="it-IT" altLang="it-IT" sz="2800" dirty="0"/>
              <a:t> </a:t>
            </a:r>
            <a:r>
              <a:rPr lang="it-IT" altLang="it-IT" sz="2800" dirty="0" err="1"/>
              <a:t>table</a:t>
            </a:r>
            <a:r>
              <a:rPr lang="it-IT" altLang="it-IT" sz="2800" dirty="0"/>
              <a:t> use </a:t>
            </a:r>
            <a:r>
              <a:rPr lang="it-IT" altLang="it-IT" sz="2800" b="1" dirty="0">
                <a:latin typeface="Courier New" panose="02070309020205020404" pitchFamily="49" charset="0"/>
              </a:rPr>
              <a:t>show </a:t>
            </a:r>
            <a:r>
              <a:rPr lang="it-IT" altLang="it-IT" sz="2800" b="1" dirty="0" err="1">
                <a:latin typeface="Courier New" panose="02070309020205020404" pitchFamily="49" charset="0"/>
              </a:rPr>
              <a:t>ip</a:t>
            </a:r>
            <a:r>
              <a:rPr lang="it-IT" altLang="it-IT" sz="2800" b="1" dirty="0">
                <a:latin typeface="Courier New" panose="02070309020205020404" pitchFamily="49" charset="0"/>
              </a:rPr>
              <a:t> </a:t>
            </a:r>
            <a:r>
              <a:rPr lang="it-IT" altLang="it-IT" sz="2800" b="1" dirty="0" err="1">
                <a:latin typeface="Courier New" panose="02070309020205020404" pitchFamily="49" charset="0"/>
              </a:rPr>
              <a:t>ospf</a:t>
            </a:r>
            <a:r>
              <a:rPr lang="it-IT" altLang="it-IT" sz="2800" b="1" dirty="0">
                <a:latin typeface="Courier New" panose="02070309020205020404" pitchFamily="49" charset="0"/>
              </a:rPr>
              <a:t> </a:t>
            </a:r>
            <a:r>
              <a:rPr lang="it-IT" altLang="it-IT" sz="2800" b="1" dirty="0" err="1">
                <a:latin typeface="Courier New" panose="02070309020205020404" pitchFamily="49" charset="0"/>
              </a:rPr>
              <a:t>route</a:t>
            </a:r>
            <a:endParaRPr lang="it-IT" altLang="it-IT" sz="2800" dirty="0"/>
          </a:p>
        </p:txBody>
      </p:sp>
      <p:sp>
        <p:nvSpPr>
          <p:cNvPr id="2" name="Rectangle 4">
            <a:extLst>
              <a:ext uri="{FF2B5EF4-FFF2-40B4-BE49-F238E27FC236}">
                <a16:creationId xmlns:a16="http://schemas.microsoft.com/office/drawing/2014/main" id="{E6248BE7-81F2-D7C0-D0E5-4B72932E4358}"/>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1A55337B-9CE6-317D-63C7-5E3FB20A66D9}"/>
              </a:ext>
            </a:extLst>
          </p:cNvPr>
          <p:cNvSpPr>
            <a:spLocks noGrp="1" noChangeArrowheads="1"/>
          </p:cNvSpPr>
          <p:nvPr>
            <p:ph type="ftr" sz="quarter" idx="11"/>
          </p:nvPr>
        </p:nvSpPr>
        <p:spPr>
          <a:ln/>
        </p:spPr>
        <p:txBody>
          <a:bodyPr/>
          <a:lstStyle/>
          <a:p>
            <a:r>
              <a:rPr lang="it-IT" altLang="en-IT"/>
              <a:t>kathara – [ labs: ospf_frr ]</a:t>
            </a:r>
          </a:p>
        </p:txBody>
      </p:sp>
      <p:grpSp>
        <p:nvGrpSpPr>
          <p:cNvPr id="6" name="Group 3">
            <a:extLst>
              <a:ext uri="{FF2B5EF4-FFF2-40B4-BE49-F238E27FC236}">
                <a16:creationId xmlns:a16="http://schemas.microsoft.com/office/drawing/2014/main" id="{F1F7B215-F4F7-5BE2-58BC-5C3060C8ECDC}"/>
              </a:ext>
            </a:extLst>
          </p:cNvPr>
          <p:cNvGrpSpPr/>
          <p:nvPr/>
        </p:nvGrpSpPr>
        <p:grpSpPr>
          <a:xfrm>
            <a:off x="2909123" y="2027979"/>
            <a:ext cx="6072374" cy="3201221"/>
            <a:chOff x="5507909" y="2378844"/>
            <a:chExt cx="6072374" cy="2689582"/>
          </a:xfrm>
        </p:grpSpPr>
        <p:sp>
          <p:nvSpPr>
            <p:cNvPr id="7" name="Rectangle 4">
              <a:extLst>
                <a:ext uri="{FF2B5EF4-FFF2-40B4-BE49-F238E27FC236}">
                  <a16:creationId xmlns:a16="http://schemas.microsoft.com/office/drawing/2014/main" id="{A00B1E7F-44F0-45C4-623E-96A3C7910D43}"/>
                </a:ext>
              </a:extLst>
            </p:cNvPr>
            <p:cNvSpPr/>
            <p:nvPr/>
          </p:nvSpPr>
          <p:spPr>
            <a:xfrm>
              <a:off x="5507913" y="2664221"/>
              <a:ext cx="6072370" cy="2404205"/>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en-US" altLang="it-IT" sz="1400" dirty="0">
                  <a:solidFill>
                    <a:schemeClr val="bg1"/>
                  </a:solidFill>
                  <a:latin typeface="Lucida Console" panose="020B0609040504020204" pitchFamily="49" charset="0"/>
                </a:rPr>
                <a:t>bb0# show </a:t>
              </a:r>
              <a:r>
                <a:rPr lang="en-US" altLang="it-IT" sz="1400" dirty="0" err="1">
                  <a:solidFill>
                    <a:schemeClr val="bg1"/>
                  </a:solidFill>
                  <a:latin typeface="Lucida Console" panose="020B0609040504020204" pitchFamily="49" charset="0"/>
                </a:rPr>
                <a:t>ip</a:t>
              </a:r>
              <a:r>
                <a:rPr lang="en-US" altLang="it-IT" sz="1400" dirty="0">
                  <a:solidFill>
                    <a:schemeClr val="bg1"/>
                  </a:solidFill>
                  <a:latin typeface="Lucida Console" panose="020B0609040504020204" pitchFamily="49" charset="0"/>
                </a:rPr>
                <a:t> </a:t>
              </a:r>
              <a:r>
                <a:rPr lang="en-US" altLang="it-IT" sz="1400" dirty="0" err="1">
                  <a:solidFill>
                    <a:schemeClr val="bg1"/>
                  </a:solidFill>
                  <a:latin typeface="Lucida Console" panose="020B0609040504020204" pitchFamily="49" charset="0"/>
                </a:rPr>
                <a:t>ospf</a:t>
              </a:r>
              <a:r>
                <a:rPr lang="en-US" altLang="it-IT" sz="1400" dirty="0">
                  <a:solidFill>
                    <a:schemeClr val="bg1"/>
                  </a:solidFill>
                  <a:latin typeface="Lucida Console" panose="020B0609040504020204" pitchFamily="49" charset="0"/>
                </a:rPr>
                <a:t> route</a:t>
              </a:r>
            </a:p>
            <a:p>
              <a:pPr eaLnBrk="1" hangingPunct="1"/>
              <a:r>
                <a:rPr lang="en-US" altLang="it-IT" sz="1400" dirty="0">
                  <a:solidFill>
                    <a:schemeClr val="bg1"/>
                  </a:solidFill>
                  <a:latin typeface="Lucida Console" panose="020B0609040504020204" pitchFamily="49" charset="0"/>
                </a:rPr>
                <a:t>============ OSPF network routing table ============</a:t>
              </a:r>
            </a:p>
            <a:p>
              <a:pPr eaLnBrk="1" hangingPunct="1"/>
              <a:r>
                <a:rPr lang="en-US" altLang="it-IT" sz="1400" dirty="0">
                  <a:solidFill>
                    <a:schemeClr val="bg1"/>
                  </a:solidFill>
                  <a:latin typeface="Lucida Console" panose="020B0609040504020204" pitchFamily="49" charset="0"/>
                </a:rPr>
                <a:t>N    10.0.0.0/24           [21] area: 0.0.0.0</a:t>
              </a:r>
            </a:p>
            <a:p>
              <a:pPr eaLnBrk="1" hangingPunct="1"/>
              <a:r>
                <a:rPr lang="en-US" altLang="it-IT" sz="1400" dirty="0">
                  <a:solidFill>
                    <a:schemeClr val="bg1"/>
                  </a:solidFill>
                  <a:latin typeface="Lucida Console" panose="020B0609040504020204" pitchFamily="49" charset="0"/>
                </a:rPr>
                <a:t>                           directly attached to eth0</a:t>
              </a:r>
            </a:p>
            <a:p>
              <a:pPr eaLnBrk="1" hangingPunct="1"/>
              <a:r>
                <a:rPr lang="en-US" altLang="it-IT" sz="1400" dirty="0">
                  <a:solidFill>
                    <a:schemeClr val="bg1"/>
                  </a:solidFill>
                  <a:latin typeface="Lucida Console" panose="020B0609040504020204" pitchFamily="49" charset="0"/>
                </a:rPr>
                <a:t>N    10.0.1.0/24           [31] area: 0.0.0.0</a:t>
              </a:r>
            </a:p>
            <a:p>
              <a:pPr eaLnBrk="1" hangingPunct="1"/>
              <a:r>
                <a:rPr lang="en-US" altLang="it-IT" sz="1400" dirty="0">
                  <a:solidFill>
                    <a:schemeClr val="bg1"/>
                  </a:solidFill>
                  <a:latin typeface="Lucida Console" panose="020B0609040504020204" pitchFamily="49" charset="0"/>
                </a:rPr>
                <a:t>                           via 10.0.0.2, eth0</a:t>
              </a:r>
            </a:p>
            <a:p>
              <a:pPr eaLnBrk="1" hangingPunct="1"/>
              <a:r>
                <a:rPr lang="en-US" altLang="it-IT" sz="1400" dirty="0">
                  <a:solidFill>
                    <a:schemeClr val="bg1"/>
                  </a:solidFill>
                  <a:latin typeface="Lucida Console" panose="020B0609040504020204" pitchFamily="49" charset="0"/>
                </a:rPr>
                <a:t>N    10.0.2.0/24           [36] area: 0.0.0.0</a:t>
              </a:r>
            </a:p>
            <a:p>
              <a:pPr eaLnBrk="1" hangingPunct="1"/>
              <a:r>
                <a:rPr lang="en-US" altLang="it-IT" sz="1400" dirty="0">
                  <a:solidFill>
                    <a:schemeClr val="bg1"/>
                  </a:solidFill>
                  <a:latin typeface="Lucida Console" panose="020B0609040504020204" pitchFamily="49" charset="0"/>
                </a:rPr>
                <a:t>                           directly attached to eth1</a:t>
              </a:r>
            </a:p>
            <a:p>
              <a:pPr eaLnBrk="1" hangingPunct="1"/>
              <a:r>
                <a:rPr lang="en-US" altLang="it-IT" sz="1400" dirty="0">
                  <a:solidFill>
                    <a:schemeClr val="bg1"/>
                  </a:solidFill>
                  <a:latin typeface="Lucida Console" panose="020B0609040504020204" pitchFamily="49" charset="0"/>
                </a:rPr>
                <a:t>N    10.0.3.0/24           [46] area: 0.0.0.0</a:t>
              </a:r>
            </a:p>
            <a:p>
              <a:pPr eaLnBrk="1" hangingPunct="1"/>
              <a:r>
                <a:rPr lang="en-US" altLang="it-IT" sz="1400" dirty="0">
                  <a:solidFill>
                    <a:schemeClr val="bg1"/>
                  </a:solidFill>
                  <a:latin typeface="Lucida Console" panose="020B0609040504020204" pitchFamily="49" charset="0"/>
                </a:rPr>
                <a:t>                           via 10.0.2.1, eth1</a:t>
              </a:r>
            </a:p>
            <a:p>
              <a:pPr eaLnBrk="1" hangingPunct="1"/>
              <a:r>
                <a:rPr lang="en-US" altLang="it-IT" sz="1400" dirty="0">
                  <a:solidFill>
                    <a:schemeClr val="bg1"/>
                  </a:solidFill>
                  <a:latin typeface="Lucida Console" panose="020B0609040504020204" pitchFamily="49" charset="0"/>
                </a:rPr>
                <a:t>============ OSPF router routing table =============</a:t>
              </a:r>
            </a:p>
            <a:p>
              <a:pPr eaLnBrk="1" hangingPunct="1"/>
              <a:r>
                <a:rPr lang="en-US" altLang="it-IT" sz="1400" dirty="0">
                  <a:solidFill>
                    <a:schemeClr val="bg1"/>
                  </a:solidFill>
                  <a:latin typeface="Lucida Console" panose="020B0609040504020204" pitchFamily="49" charset="0"/>
                </a:rPr>
                <a:t>============ OSPF external routing table ===========</a:t>
              </a:r>
            </a:p>
          </p:txBody>
        </p:sp>
        <p:sp>
          <p:nvSpPr>
            <p:cNvPr id="8" name="Rectangle 5">
              <a:extLst>
                <a:ext uri="{FF2B5EF4-FFF2-40B4-BE49-F238E27FC236}">
                  <a16:creationId xmlns:a16="http://schemas.microsoft.com/office/drawing/2014/main" id="{C8FEDCC5-1EDA-DA4C-7F7D-141BEA3664EC}"/>
                </a:ext>
              </a:extLst>
            </p:cNvPr>
            <p:cNvSpPr/>
            <p:nvPr/>
          </p:nvSpPr>
          <p:spPr>
            <a:xfrm>
              <a:off x="5507909" y="2378844"/>
              <a:ext cx="6072370"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9" name="Group 6">
              <a:extLst>
                <a:ext uri="{FF2B5EF4-FFF2-40B4-BE49-F238E27FC236}">
                  <a16:creationId xmlns:a16="http://schemas.microsoft.com/office/drawing/2014/main" id="{726052D2-34C8-2DFB-3E20-9C8421568022}"/>
                </a:ext>
              </a:extLst>
            </p:cNvPr>
            <p:cNvGrpSpPr/>
            <p:nvPr/>
          </p:nvGrpSpPr>
          <p:grpSpPr>
            <a:xfrm>
              <a:off x="10920536" y="2466851"/>
              <a:ext cx="581348" cy="126235"/>
              <a:chOff x="8092857" y="2115830"/>
              <a:chExt cx="581348" cy="126235"/>
            </a:xfrm>
          </p:grpSpPr>
          <p:sp>
            <p:nvSpPr>
              <p:cNvPr id="10" name="Rectangle 7">
                <a:extLst>
                  <a:ext uri="{FF2B5EF4-FFF2-40B4-BE49-F238E27FC236}">
                    <a16:creationId xmlns:a16="http://schemas.microsoft.com/office/drawing/2014/main" id="{8F89B45A-A6E8-D205-5B53-B6850A3D1AB4}"/>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11" name="Rectangle 8">
                <a:extLst>
                  <a:ext uri="{FF2B5EF4-FFF2-40B4-BE49-F238E27FC236}">
                    <a16:creationId xmlns:a16="http://schemas.microsoft.com/office/drawing/2014/main" id="{338431ED-EC6B-D7AB-FA18-D2F05132C82D}"/>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 name="Rectangle 9">
                <a:extLst>
                  <a:ext uri="{FF2B5EF4-FFF2-40B4-BE49-F238E27FC236}">
                    <a16:creationId xmlns:a16="http://schemas.microsoft.com/office/drawing/2014/main" id="{C53F0DBB-563B-1231-9436-9FAA755BCD26}"/>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3385065451"/>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0EC449-81C7-A067-3222-317404A084F5}"/>
            </a:ext>
          </a:extLst>
        </p:cNvPr>
        <p:cNvGrpSpPr/>
        <p:nvPr/>
      </p:nvGrpSpPr>
      <p:grpSpPr>
        <a:xfrm>
          <a:off x="0" y="0"/>
          <a:ext cx="0" cy="0"/>
          <a:chOff x="0" y="0"/>
          <a:chExt cx="0" cy="0"/>
        </a:xfrm>
      </p:grpSpPr>
      <p:sp>
        <p:nvSpPr>
          <p:cNvPr id="41988" name="Rectangle 2">
            <a:extLst>
              <a:ext uri="{FF2B5EF4-FFF2-40B4-BE49-F238E27FC236}">
                <a16:creationId xmlns:a16="http://schemas.microsoft.com/office/drawing/2014/main" id="{C092CA96-42E8-A5A9-5728-B37EB2A89D0F}"/>
              </a:ext>
            </a:extLst>
          </p:cNvPr>
          <p:cNvSpPr>
            <a:spLocks noGrp="1" noChangeArrowheads="1"/>
          </p:cNvSpPr>
          <p:nvPr>
            <p:ph type="title"/>
          </p:nvPr>
        </p:nvSpPr>
        <p:spPr/>
        <p:txBody>
          <a:bodyPr/>
          <a:lstStyle/>
          <a:p>
            <a:pPr eaLnBrk="1" hangingPunct="1"/>
            <a:r>
              <a:rPr lang="it-IT" altLang="it-IT" dirty="0" err="1"/>
              <a:t>ospf</a:t>
            </a:r>
            <a:r>
              <a:rPr lang="it-IT" altLang="it-IT" dirty="0"/>
              <a:t> </a:t>
            </a:r>
            <a:r>
              <a:rPr lang="it-IT" altLang="it-IT" dirty="0" err="1"/>
              <a:t>routing</a:t>
            </a:r>
            <a:r>
              <a:rPr lang="it-IT" altLang="it-IT" dirty="0"/>
              <a:t> </a:t>
            </a:r>
            <a:r>
              <a:rPr lang="it-IT" altLang="it-IT" dirty="0" err="1"/>
              <a:t>table</a:t>
            </a:r>
            <a:endParaRPr lang="it-IT" altLang="it-IT" dirty="0"/>
          </a:p>
        </p:txBody>
      </p:sp>
      <p:sp>
        <p:nvSpPr>
          <p:cNvPr id="41989" name="Rectangle 3">
            <a:extLst>
              <a:ext uri="{FF2B5EF4-FFF2-40B4-BE49-F238E27FC236}">
                <a16:creationId xmlns:a16="http://schemas.microsoft.com/office/drawing/2014/main" id="{75B55BA3-612B-243C-7A1F-AEB22B4304A9}"/>
              </a:ext>
            </a:extLst>
          </p:cNvPr>
          <p:cNvSpPr>
            <a:spLocks noGrp="1" noChangeArrowheads="1"/>
          </p:cNvSpPr>
          <p:nvPr>
            <p:ph idx="1"/>
          </p:nvPr>
        </p:nvSpPr>
        <p:spPr/>
        <p:txBody>
          <a:bodyPr/>
          <a:lstStyle/>
          <a:p>
            <a:pPr eaLnBrk="1" hangingPunct="1"/>
            <a:r>
              <a:rPr lang="it-IT" altLang="it-IT" sz="2800" dirty="0"/>
              <a:t>To </a:t>
            </a:r>
            <a:r>
              <a:rPr lang="it-IT" altLang="it-IT" sz="2800" dirty="0" err="1"/>
              <a:t>dump</a:t>
            </a:r>
            <a:r>
              <a:rPr lang="it-IT" altLang="it-IT" sz="2800" dirty="0"/>
              <a:t> the </a:t>
            </a:r>
            <a:r>
              <a:rPr lang="it-IT" altLang="it-IT" sz="2800" dirty="0" err="1"/>
              <a:t>ospf</a:t>
            </a:r>
            <a:r>
              <a:rPr lang="it-IT" altLang="it-IT" sz="2800" dirty="0"/>
              <a:t> </a:t>
            </a:r>
            <a:r>
              <a:rPr lang="it-IT" altLang="it-IT" sz="2800" dirty="0" err="1"/>
              <a:t>routing</a:t>
            </a:r>
            <a:r>
              <a:rPr lang="it-IT" altLang="it-IT" sz="2800" dirty="0"/>
              <a:t> </a:t>
            </a:r>
            <a:r>
              <a:rPr lang="it-IT" altLang="it-IT" sz="2800" dirty="0" err="1"/>
              <a:t>table</a:t>
            </a:r>
            <a:r>
              <a:rPr lang="it-IT" altLang="it-IT" sz="2800" dirty="0"/>
              <a:t> use </a:t>
            </a:r>
            <a:r>
              <a:rPr lang="it-IT" altLang="it-IT" sz="2800" b="1" dirty="0">
                <a:latin typeface="Courier New" panose="02070309020205020404" pitchFamily="49" charset="0"/>
              </a:rPr>
              <a:t>show </a:t>
            </a:r>
            <a:r>
              <a:rPr lang="it-IT" altLang="it-IT" sz="2800" b="1" dirty="0" err="1">
                <a:latin typeface="Courier New" panose="02070309020205020404" pitchFamily="49" charset="0"/>
              </a:rPr>
              <a:t>ip</a:t>
            </a:r>
            <a:r>
              <a:rPr lang="it-IT" altLang="it-IT" sz="2800" b="1" dirty="0">
                <a:latin typeface="Courier New" panose="02070309020205020404" pitchFamily="49" charset="0"/>
              </a:rPr>
              <a:t> </a:t>
            </a:r>
            <a:r>
              <a:rPr lang="it-IT" altLang="it-IT" sz="2800" b="1" dirty="0" err="1">
                <a:latin typeface="Courier New" panose="02070309020205020404" pitchFamily="49" charset="0"/>
              </a:rPr>
              <a:t>ospf</a:t>
            </a:r>
            <a:r>
              <a:rPr lang="it-IT" altLang="it-IT" sz="2800" b="1" dirty="0">
                <a:latin typeface="Courier New" panose="02070309020205020404" pitchFamily="49" charset="0"/>
              </a:rPr>
              <a:t> </a:t>
            </a:r>
            <a:r>
              <a:rPr lang="it-IT" altLang="it-IT" sz="2800" b="1" dirty="0" err="1">
                <a:latin typeface="Courier New" panose="02070309020205020404" pitchFamily="49" charset="0"/>
              </a:rPr>
              <a:t>route</a:t>
            </a:r>
            <a:endParaRPr lang="it-IT" altLang="it-IT" sz="2800" dirty="0"/>
          </a:p>
        </p:txBody>
      </p:sp>
      <p:sp>
        <p:nvSpPr>
          <p:cNvPr id="2" name="Rectangle 4">
            <a:extLst>
              <a:ext uri="{FF2B5EF4-FFF2-40B4-BE49-F238E27FC236}">
                <a16:creationId xmlns:a16="http://schemas.microsoft.com/office/drawing/2014/main" id="{B73B13C5-B6C6-CCE4-225F-E19DE72DDD9A}"/>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46A1F1B0-841A-F1E9-5C07-550C6411EC32}"/>
              </a:ext>
            </a:extLst>
          </p:cNvPr>
          <p:cNvSpPr>
            <a:spLocks noGrp="1" noChangeArrowheads="1"/>
          </p:cNvSpPr>
          <p:nvPr>
            <p:ph type="ftr" sz="quarter" idx="11"/>
          </p:nvPr>
        </p:nvSpPr>
        <p:spPr>
          <a:ln/>
        </p:spPr>
        <p:txBody>
          <a:bodyPr/>
          <a:lstStyle/>
          <a:p>
            <a:r>
              <a:rPr lang="it-IT" altLang="en-IT"/>
              <a:t>kathara – [ labs: ospf_frr ]</a:t>
            </a:r>
          </a:p>
        </p:txBody>
      </p:sp>
      <p:grpSp>
        <p:nvGrpSpPr>
          <p:cNvPr id="6" name="Group 3">
            <a:extLst>
              <a:ext uri="{FF2B5EF4-FFF2-40B4-BE49-F238E27FC236}">
                <a16:creationId xmlns:a16="http://schemas.microsoft.com/office/drawing/2014/main" id="{62235CB0-C047-2A5C-5DFD-32CB7C08DF0A}"/>
              </a:ext>
            </a:extLst>
          </p:cNvPr>
          <p:cNvGrpSpPr/>
          <p:nvPr/>
        </p:nvGrpSpPr>
        <p:grpSpPr>
          <a:xfrm>
            <a:off x="2909123" y="2027979"/>
            <a:ext cx="6072374" cy="3201221"/>
            <a:chOff x="5507909" y="2378844"/>
            <a:chExt cx="6072374" cy="2689582"/>
          </a:xfrm>
        </p:grpSpPr>
        <p:sp>
          <p:nvSpPr>
            <p:cNvPr id="7" name="Rectangle 4">
              <a:extLst>
                <a:ext uri="{FF2B5EF4-FFF2-40B4-BE49-F238E27FC236}">
                  <a16:creationId xmlns:a16="http://schemas.microsoft.com/office/drawing/2014/main" id="{10F8052B-ED0A-9A23-9E95-B7C9E87F3215}"/>
                </a:ext>
              </a:extLst>
            </p:cNvPr>
            <p:cNvSpPr/>
            <p:nvPr/>
          </p:nvSpPr>
          <p:spPr>
            <a:xfrm>
              <a:off x="5507913" y="2664221"/>
              <a:ext cx="6072370" cy="2404205"/>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en-US" altLang="it-IT" sz="1400" dirty="0">
                  <a:solidFill>
                    <a:schemeClr val="bg1"/>
                  </a:solidFill>
                  <a:latin typeface="Lucida Console" panose="020B0609040504020204" pitchFamily="49" charset="0"/>
                </a:rPr>
                <a:t>bb0# show </a:t>
              </a:r>
              <a:r>
                <a:rPr lang="en-US" altLang="it-IT" sz="1400" dirty="0" err="1">
                  <a:solidFill>
                    <a:schemeClr val="bg1"/>
                  </a:solidFill>
                  <a:latin typeface="Lucida Console" panose="020B0609040504020204" pitchFamily="49" charset="0"/>
                </a:rPr>
                <a:t>ip</a:t>
              </a:r>
              <a:r>
                <a:rPr lang="en-US" altLang="it-IT" sz="1400" dirty="0">
                  <a:solidFill>
                    <a:schemeClr val="bg1"/>
                  </a:solidFill>
                  <a:latin typeface="Lucida Console" panose="020B0609040504020204" pitchFamily="49" charset="0"/>
                </a:rPr>
                <a:t> </a:t>
              </a:r>
              <a:r>
                <a:rPr lang="en-US" altLang="it-IT" sz="1400" dirty="0" err="1">
                  <a:solidFill>
                    <a:schemeClr val="bg1"/>
                  </a:solidFill>
                  <a:latin typeface="Lucida Console" panose="020B0609040504020204" pitchFamily="49" charset="0"/>
                </a:rPr>
                <a:t>ospf</a:t>
              </a:r>
              <a:r>
                <a:rPr lang="en-US" altLang="it-IT" sz="1400" dirty="0">
                  <a:solidFill>
                    <a:schemeClr val="bg1"/>
                  </a:solidFill>
                  <a:latin typeface="Lucida Console" panose="020B0609040504020204" pitchFamily="49" charset="0"/>
                </a:rPr>
                <a:t> route</a:t>
              </a:r>
            </a:p>
            <a:p>
              <a:pPr eaLnBrk="1" hangingPunct="1"/>
              <a:r>
                <a:rPr lang="en-US" altLang="it-IT" sz="1400" dirty="0">
                  <a:solidFill>
                    <a:schemeClr val="bg1"/>
                  </a:solidFill>
                  <a:latin typeface="Lucida Console" panose="020B0609040504020204" pitchFamily="49" charset="0"/>
                </a:rPr>
                <a:t>============ OSPF network routing table ============</a:t>
              </a:r>
            </a:p>
            <a:p>
              <a:pPr eaLnBrk="1" hangingPunct="1"/>
              <a:r>
                <a:rPr lang="en-US" altLang="it-IT" sz="1400" dirty="0">
                  <a:solidFill>
                    <a:schemeClr val="bg1"/>
                  </a:solidFill>
                  <a:latin typeface="Lucida Console" panose="020B0609040504020204" pitchFamily="49" charset="0"/>
                </a:rPr>
                <a:t>N    10.0.0.0/24           [21] area: 0.0.0.0</a:t>
              </a:r>
            </a:p>
            <a:p>
              <a:pPr eaLnBrk="1" hangingPunct="1"/>
              <a:r>
                <a:rPr lang="en-US" altLang="it-IT" sz="1400" dirty="0">
                  <a:solidFill>
                    <a:schemeClr val="bg1"/>
                  </a:solidFill>
                  <a:latin typeface="Lucida Console" panose="020B0609040504020204" pitchFamily="49" charset="0"/>
                </a:rPr>
                <a:t>                           directly attached to eth0</a:t>
              </a:r>
            </a:p>
            <a:p>
              <a:pPr eaLnBrk="1" hangingPunct="1"/>
              <a:r>
                <a:rPr lang="en-US" altLang="it-IT" sz="1400" dirty="0">
                  <a:solidFill>
                    <a:schemeClr val="bg1"/>
                  </a:solidFill>
                  <a:latin typeface="Lucida Console" panose="020B0609040504020204" pitchFamily="49" charset="0"/>
                </a:rPr>
                <a:t>N    10.0.1.0/24           [31] area: 0.0.0.0</a:t>
              </a:r>
            </a:p>
            <a:p>
              <a:pPr eaLnBrk="1" hangingPunct="1"/>
              <a:r>
                <a:rPr lang="en-US" altLang="it-IT" sz="1400" dirty="0">
                  <a:solidFill>
                    <a:schemeClr val="bg1"/>
                  </a:solidFill>
                  <a:latin typeface="Lucida Console" panose="020B0609040504020204" pitchFamily="49" charset="0"/>
                </a:rPr>
                <a:t>                           via 10.0.0.2, eth0</a:t>
              </a:r>
            </a:p>
            <a:p>
              <a:pPr eaLnBrk="1" hangingPunct="1"/>
              <a:r>
                <a:rPr lang="en-US" altLang="it-IT" sz="1400" dirty="0">
                  <a:solidFill>
                    <a:schemeClr val="bg1"/>
                  </a:solidFill>
                  <a:latin typeface="Lucida Console" panose="020B0609040504020204" pitchFamily="49" charset="0"/>
                </a:rPr>
                <a:t>N    10.0.2.0/24           [36] area: 0.0.0.0</a:t>
              </a:r>
            </a:p>
            <a:p>
              <a:pPr eaLnBrk="1" hangingPunct="1"/>
              <a:r>
                <a:rPr lang="en-US" altLang="it-IT" sz="1400" dirty="0">
                  <a:solidFill>
                    <a:schemeClr val="bg1"/>
                  </a:solidFill>
                  <a:latin typeface="Lucida Console" panose="020B0609040504020204" pitchFamily="49" charset="0"/>
                </a:rPr>
                <a:t>                           directly attached to eth1</a:t>
              </a:r>
            </a:p>
            <a:p>
              <a:pPr eaLnBrk="1" hangingPunct="1"/>
              <a:r>
                <a:rPr lang="en-US" altLang="it-IT" sz="1400" dirty="0">
                  <a:solidFill>
                    <a:schemeClr val="bg1"/>
                  </a:solidFill>
                  <a:latin typeface="Lucida Console" panose="020B0609040504020204" pitchFamily="49" charset="0"/>
                </a:rPr>
                <a:t>N    10.0.3.0/24           [46] area: 0.0.0.0</a:t>
              </a:r>
            </a:p>
            <a:p>
              <a:pPr eaLnBrk="1" hangingPunct="1"/>
              <a:r>
                <a:rPr lang="en-US" altLang="it-IT" sz="1400" dirty="0">
                  <a:solidFill>
                    <a:schemeClr val="bg1"/>
                  </a:solidFill>
                  <a:latin typeface="Lucida Console" panose="020B0609040504020204" pitchFamily="49" charset="0"/>
                </a:rPr>
                <a:t>                           via 10.0.2.1, eth1</a:t>
              </a:r>
            </a:p>
            <a:p>
              <a:pPr eaLnBrk="1" hangingPunct="1"/>
              <a:r>
                <a:rPr lang="en-US" altLang="it-IT" sz="1400" dirty="0">
                  <a:solidFill>
                    <a:schemeClr val="bg1"/>
                  </a:solidFill>
                  <a:latin typeface="Lucida Console" panose="020B0609040504020204" pitchFamily="49" charset="0"/>
                </a:rPr>
                <a:t>============ OSPF router routing table =============</a:t>
              </a:r>
            </a:p>
            <a:p>
              <a:pPr eaLnBrk="1" hangingPunct="1"/>
              <a:r>
                <a:rPr lang="en-US" altLang="it-IT" sz="1400" dirty="0">
                  <a:solidFill>
                    <a:schemeClr val="bg1"/>
                  </a:solidFill>
                  <a:latin typeface="Lucida Console" panose="020B0609040504020204" pitchFamily="49" charset="0"/>
                </a:rPr>
                <a:t>============ OSPF external routing table ===========</a:t>
              </a:r>
            </a:p>
          </p:txBody>
        </p:sp>
        <p:sp>
          <p:nvSpPr>
            <p:cNvPr id="8" name="Rectangle 5">
              <a:extLst>
                <a:ext uri="{FF2B5EF4-FFF2-40B4-BE49-F238E27FC236}">
                  <a16:creationId xmlns:a16="http://schemas.microsoft.com/office/drawing/2014/main" id="{EB1C677D-F66F-2E10-36F6-D670131228CF}"/>
                </a:ext>
              </a:extLst>
            </p:cNvPr>
            <p:cNvSpPr/>
            <p:nvPr/>
          </p:nvSpPr>
          <p:spPr>
            <a:xfrm>
              <a:off x="5507909" y="2378844"/>
              <a:ext cx="6072370"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bb0</a:t>
              </a:r>
            </a:p>
          </p:txBody>
        </p:sp>
        <p:grpSp>
          <p:nvGrpSpPr>
            <p:cNvPr id="9" name="Group 6">
              <a:extLst>
                <a:ext uri="{FF2B5EF4-FFF2-40B4-BE49-F238E27FC236}">
                  <a16:creationId xmlns:a16="http://schemas.microsoft.com/office/drawing/2014/main" id="{CD90C0CE-C8F3-9455-EAB5-B46CC35CC8EB}"/>
                </a:ext>
              </a:extLst>
            </p:cNvPr>
            <p:cNvGrpSpPr/>
            <p:nvPr/>
          </p:nvGrpSpPr>
          <p:grpSpPr>
            <a:xfrm>
              <a:off x="10920536" y="2466851"/>
              <a:ext cx="581348" cy="126235"/>
              <a:chOff x="8092857" y="2115830"/>
              <a:chExt cx="581348" cy="126235"/>
            </a:xfrm>
          </p:grpSpPr>
          <p:sp>
            <p:nvSpPr>
              <p:cNvPr id="10" name="Rectangle 7">
                <a:extLst>
                  <a:ext uri="{FF2B5EF4-FFF2-40B4-BE49-F238E27FC236}">
                    <a16:creationId xmlns:a16="http://schemas.microsoft.com/office/drawing/2014/main" id="{2E99A664-6E91-E7B8-D288-029B50F1AC3B}"/>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11" name="Rectangle 8">
                <a:extLst>
                  <a:ext uri="{FF2B5EF4-FFF2-40B4-BE49-F238E27FC236}">
                    <a16:creationId xmlns:a16="http://schemas.microsoft.com/office/drawing/2014/main" id="{5D88C7B4-A435-F9E8-50FC-3F00D248ACBE}"/>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 name="Rectangle 9">
                <a:extLst>
                  <a:ext uri="{FF2B5EF4-FFF2-40B4-BE49-F238E27FC236}">
                    <a16:creationId xmlns:a16="http://schemas.microsoft.com/office/drawing/2014/main" id="{23227962-7012-B71A-A68F-CE0EBD8B5D80}"/>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 name="AutoShape 32">
            <a:extLst>
              <a:ext uri="{FF2B5EF4-FFF2-40B4-BE49-F238E27FC236}">
                <a16:creationId xmlns:a16="http://schemas.microsoft.com/office/drawing/2014/main" id="{237493DA-8F94-328D-8BFA-7458B3E74DF5}"/>
              </a:ext>
            </a:extLst>
          </p:cNvPr>
          <p:cNvSpPr>
            <a:spLocks noChangeArrowheads="1"/>
          </p:cNvSpPr>
          <p:nvPr/>
        </p:nvSpPr>
        <p:spPr bwMode="auto">
          <a:xfrm>
            <a:off x="1847528" y="4207970"/>
            <a:ext cx="1184275" cy="968375"/>
          </a:xfrm>
          <a:prstGeom prst="wedgeRoundRectCallout">
            <a:avLst>
              <a:gd name="adj1" fmla="val 286731"/>
              <a:gd name="adj2" fmla="val -47051"/>
              <a:gd name="adj3" fmla="val 16667"/>
            </a:avLst>
          </a:prstGeom>
          <a:solidFill>
            <a:schemeClr val="accent2"/>
          </a:solidFill>
          <a:ln w="9525">
            <a:solidFill>
              <a:schemeClr val="tx1"/>
            </a:solidFill>
            <a:miter lim="800000"/>
            <a:headEnd/>
            <a:tailEnd/>
          </a:ln>
          <a:effec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it-IT" altLang="en-IT" sz="2400">
                <a:latin typeface="Tahoma" panose="020B0604030504040204" pitchFamily="34" charset="0"/>
              </a:rPr>
              <a:t>route cost</a:t>
            </a:r>
          </a:p>
        </p:txBody>
      </p:sp>
    </p:spTree>
    <p:extLst>
      <p:ext uri="{BB962C8B-B14F-4D97-AF65-F5344CB8AC3E}">
        <p14:creationId xmlns:p14="http://schemas.microsoft.com/office/powerpoint/2010/main" val="3052017957"/>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2" name="Rectangle 2">
            <a:extLst>
              <a:ext uri="{FF2B5EF4-FFF2-40B4-BE49-F238E27FC236}">
                <a16:creationId xmlns:a16="http://schemas.microsoft.com/office/drawing/2014/main" id="{8B280191-67D6-60C3-C5F9-138B6AAB36DC}"/>
              </a:ext>
            </a:extLst>
          </p:cNvPr>
          <p:cNvSpPr>
            <a:spLocks noGrp="1" noChangeArrowheads="1"/>
          </p:cNvSpPr>
          <p:nvPr>
            <p:ph type="title"/>
          </p:nvPr>
        </p:nvSpPr>
        <p:spPr/>
        <p:txBody>
          <a:bodyPr/>
          <a:lstStyle/>
          <a:p>
            <a:pPr eaLnBrk="1" hangingPunct="1"/>
            <a:r>
              <a:rPr lang="it-IT" altLang="it-IT" dirty="0" err="1"/>
              <a:t>experiments</a:t>
            </a:r>
            <a:endParaRPr lang="it-IT" altLang="it-IT" dirty="0"/>
          </a:p>
        </p:txBody>
      </p:sp>
      <p:sp>
        <p:nvSpPr>
          <p:cNvPr id="43013" name="Rectangle 3">
            <a:extLst>
              <a:ext uri="{FF2B5EF4-FFF2-40B4-BE49-F238E27FC236}">
                <a16:creationId xmlns:a16="http://schemas.microsoft.com/office/drawing/2014/main" id="{C7AF8ACF-F90C-C976-FFB9-84C01A1D77B4}"/>
              </a:ext>
            </a:extLst>
          </p:cNvPr>
          <p:cNvSpPr>
            <a:spLocks noGrp="1" noChangeArrowheads="1"/>
          </p:cNvSpPr>
          <p:nvPr>
            <p:ph idx="1"/>
          </p:nvPr>
        </p:nvSpPr>
        <p:spPr/>
        <p:txBody>
          <a:bodyPr/>
          <a:lstStyle/>
          <a:p>
            <a:pPr eaLnBrk="1" hangingPunct="1"/>
            <a:r>
              <a:rPr lang="it-IT" altLang="it-IT" dirty="0" err="1"/>
              <a:t>issue</a:t>
            </a:r>
            <a:r>
              <a:rPr lang="it-IT" altLang="it-IT" dirty="0"/>
              <a:t> the </a:t>
            </a:r>
            <a:r>
              <a:rPr lang="it-IT" altLang="it-IT" b="1" dirty="0">
                <a:latin typeface="Courier New" panose="02070309020205020404" pitchFamily="49" charset="0"/>
              </a:rPr>
              <a:t>show </a:t>
            </a:r>
            <a:r>
              <a:rPr lang="it-IT" altLang="it-IT" b="1" dirty="0" err="1">
                <a:latin typeface="Courier New" panose="02070309020205020404" pitchFamily="49" charset="0"/>
              </a:rPr>
              <a:t>ip</a:t>
            </a:r>
            <a:r>
              <a:rPr lang="it-IT" altLang="it-IT" b="1" dirty="0">
                <a:latin typeface="Courier New" panose="02070309020205020404" pitchFamily="49" charset="0"/>
              </a:rPr>
              <a:t> </a:t>
            </a:r>
            <a:r>
              <a:rPr lang="it-IT" altLang="it-IT" b="1" dirty="0" err="1">
                <a:latin typeface="Courier New" panose="02070309020205020404" pitchFamily="49" charset="0"/>
              </a:rPr>
              <a:t>ospf</a:t>
            </a:r>
            <a:r>
              <a:rPr lang="it-IT" altLang="it-IT" b="1" dirty="0">
                <a:latin typeface="Courier New" panose="02070309020205020404" pitchFamily="49" charset="0"/>
              </a:rPr>
              <a:t> database</a:t>
            </a:r>
            <a:r>
              <a:rPr lang="it-IT" altLang="it-IT" dirty="0"/>
              <a:t> and </a:t>
            </a:r>
            <a:r>
              <a:rPr lang="it-IT" altLang="it-IT" b="1" dirty="0">
                <a:latin typeface="Courier New" panose="02070309020205020404" pitchFamily="49" charset="0"/>
              </a:rPr>
              <a:t>show </a:t>
            </a:r>
            <a:r>
              <a:rPr lang="it-IT" altLang="it-IT" b="1" dirty="0" err="1">
                <a:latin typeface="Courier New" panose="02070309020205020404" pitchFamily="49" charset="0"/>
              </a:rPr>
              <a:t>ip</a:t>
            </a:r>
            <a:r>
              <a:rPr lang="it-IT" altLang="it-IT" b="1" dirty="0">
                <a:latin typeface="Courier New" panose="02070309020205020404" pitchFamily="49" charset="0"/>
              </a:rPr>
              <a:t> </a:t>
            </a:r>
            <a:r>
              <a:rPr lang="it-IT" altLang="it-IT" b="1" dirty="0" err="1">
                <a:latin typeface="Courier New" panose="02070309020205020404" pitchFamily="49" charset="0"/>
              </a:rPr>
              <a:t>ospf</a:t>
            </a:r>
            <a:r>
              <a:rPr lang="it-IT" altLang="it-IT" b="1" dirty="0">
                <a:latin typeface="Courier New" panose="02070309020205020404" pitchFamily="49" charset="0"/>
              </a:rPr>
              <a:t> </a:t>
            </a:r>
            <a:r>
              <a:rPr lang="it-IT" altLang="it-IT" b="1" dirty="0" err="1">
                <a:latin typeface="Courier New" panose="02070309020205020404" pitchFamily="49" charset="0"/>
              </a:rPr>
              <a:t>neighbor</a:t>
            </a:r>
            <a:r>
              <a:rPr lang="it-IT" altLang="it-IT" dirty="0"/>
              <a:t> </a:t>
            </a:r>
            <a:r>
              <a:rPr lang="it-IT" altLang="it-IT" dirty="0" err="1"/>
              <a:t>commands</a:t>
            </a:r>
            <a:r>
              <a:rPr lang="it-IT" altLang="it-IT" dirty="0"/>
              <a:t> on </a:t>
            </a:r>
            <a:r>
              <a:rPr lang="it-IT" altLang="it-IT" dirty="0" err="1"/>
              <a:t>different</a:t>
            </a:r>
            <a:r>
              <a:rPr lang="it-IT" altLang="it-IT" dirty="0"/>
              <a:t> routers</a:t>
            </a:r>
          </a:p>
          <a:p>
            <a:pPr eaLnBrk="1" hangingPunct="1"/>
            <a:r>
              <a:rPr lang="it-IT" altLang="it-IT" dirty="0" err="1"/>
              <a:t>capture</a:t>
            </a:r>
            <a:r>
              <a:rPr lang="it-IT" altLang="it-IT" dirty="0"/>
              <a:t> and look </a:t>
            </a:r>
            <a:r>
              <a:rPr lang="it-IT" altLang="it-IT" dirty="0" err="1"/>
              <a:t>at</a:t>
            </a:r>
            <a:r>
              <a:rPr lang="it-IT" altLang="it-IT" dirty="0"/>
              <a:t> </a:t>
            </a:r>
            <a:r>
              <a:rPr lang="it-IT" altLang="it-IT" dirty="0" err="1"/>
              <a:t>exchanged</a:t>
            </a:r>
            <a:r>
              <a:rPr lang="it-IT" altLang="it-IT" dirty="0"/>
              <a:t> </a:t>
            </a:r>
            <a:r>
              <a:rPr lang="it-IT" altLang="it-IT" dirty="0" err="1"/>
              <a:t>ospf</a:t>
            </a:r>
            <a:r>
              <a:rPr lang="it-IT" altLang="it-IT" dirty="0"/>
              <a:t> </a:t>
            </a:r>
            <a:r>
              <a:rPr lang="it-IT" altLang="it-IT" dirty="0" err="1"/>
              <a:t>packets</a:t>
            </a:r>
            <a:r>
              <a:rPr lang="it-IT" altLang="it-IT" dirty="0"/>
              <a:t> </a:t>
            </a:r>
            <a:r>
              <a:rPr lang="it-IT" altLang="it-IT" dirty="0" err="1"/>
              <a:t>using</a:t>
            </a:r>
            <a:r>
              <a:rPr lang="it-IT" altLang="it-IT" dirty="0"/>
              <a:t> </a:t>
            </a:r>
            <a:r>
              <a:rPr lang="it-IT" altLang="it-IT" b="1" dirty="0" err="1">
                <a:latin typeface="Courier New" panose="02070309020205020404" pitchFamily="49" charset="0"/>
              </a:rPr>
              <a:t>tcpdump</a:t>
            </a:r>
            <a:endParaRPr lang="it-IT" altLang="it-IT" b="1" dirty="0">
              <a:latin typeface="Courier New" panose="02070309020205020404" pitchFamily="49" charset="0"/>
            </a:endParaRPr>
          </a:p>
          <a:p>
            <a:pPr lvl="1" eaLnBrk="1" hangingPunct="1"/>
            <a:endParaRPr lang="it-IT" altLang="it-IT" dirty="0"/>
          </a:p>
        </p:txBody>
      </p:sp>
      <p:sp>
        <p:nvSpPr>
          <p:cNvPr id="2" name="Rectangle 4">
            <a:extLst>
              <a:ext uri="{FF2B5EF4-FFF2-40B4-BE49-F238E27FC236}">
                <a16:creationId xmlns:a16="http://schemas.microsoft.com/office/drawing/2014/main" id="{AADEDC0A-1740-712C-0F76-C78CB8B4A774}"/>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E2C82613-1E2E-1A23-DEF9-44986AA650E6}"/>
              </a:ext>
            </a:extLst>
          </p:cNvPr>
          <p:cNvSpPr>
            <a:spLocks noGrp="1" noChangeArrowheads="1"/>
          </p:cNvSpPr>
          <p:nvPr>
            <p:ph type="ftr" sz="quarter" idx="11"/>
          </p:nvPr>
        </p:nvSpPr>
        <p:spPr>
          <a:ln/>
        </p:spPr>
        <p:txBody>
          <a:bodyPr/>
          <a:lstStyle/>
          <a:p>
            <a:r>
              <a:rPr lang="it-IT" altLang="en-IT"/>
              <a:t>kathara – [ labs: ospf_frr ]</a:t>
            </a: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6" name="Picture 2">
            <a:extLst>
              <a:ext uri="{FF2B5EF4-FFF2-40B4-BE49-F238E27FC236}">
                <a16:creationId xmlns:a16="http://schemas.microsoft.com/office/drawing/2014/main" id="{3AEBFC41-0A7B-F965-98F2-1CEE286F3B6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107234" y="908720"/>
            <a:ext cx="2592288" cy="15657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37" name="Rectangle 3">
            <a:extLst>
              <a:ext uri="{FF2B5EF4-FFF2-40B4-BE49-F238E27FC236}">
                <a16:creationId xmlns:a16="http://schemas.microsoft.com/office/drawing/2014/main" id="{C5FD76EF-7A0B-742A-D718-EEB5DF4C9D2E}"/>
              </a:ext>
            </a:extLst>
          </p:cNvPr>
          <p:cNvSpPr>
            <a:spLocks noGrp="1" noChangeArrowheads="1"/>
          </p:cNvSpPr>
          <p:nvPr>
            <p:ph type="title"/>
          </p:nvPr>
        </p:nvSpPr>
        <p:spPr>
          <a:xfrm>
            <a:off x="609600" y="116632"/>
            <a:ext cx="10972800" cy="1143000"/>
          </a:xfrm>
        </p:spPr>
        <p:txBody>
          <a:bodyPr/>
          <a:lstStyle/>
          <a:p>
            <a:pPr eaLnBrk="1" hangingPunct="1"/>
            <a:r>
              <a:rPr lang="en-GB" altLang="it-IT" sz="4000" dirty="0" err="1"/>
              <a:t>ospf</a:t>
            </a:r>
            <a:r>
              <a:rPr lang="en-GB" altLang="it-IT" sz="4000" dirty="0"/>
              <a:t> is fast at detecting topology changes</a:t>
            </a:r>
          </a:p>
        </p:txBody>
      </p:sp>
      <p:sp>
        <p:nvSpPr>
          <p:cNvPr id="44038" name="Rectangle 4">
            <a:extLst>
              <a:ext uri="{FF2B5EF4-FFF2-40B4-BE49-F238E27FC236}">
                <a16:creationId xmlns:a16="http://schemas.microsoft.com/office/drawing/2014/main" id="{E7F63AB2-E64C-B542-F03C-056AF4CD44C0}"/>
              </a:ext>
            </a:extLst>
          </p:cNvPr>
          <p:cNvSpPr>
            <a:spLocks noGrp="1" noChangeArrowheads="1"/>
          </p:cNvSpPr>
          <p:nvPr>
            <p:ph idx="1"/>
          </p:nvPr>
        </p:nvSpPr>
        <p:spPr/>
        <p:txBody>
          <a:bodyPr/>
          <a:lstStyle/>
          <a:p>
            <a:pPr eaLnBrk="1" hangingPunct="1"/>
            <a:r>
              <a:rPr lang="it-IT" altLang="it-IT" dirty="0"/>
              <a:t>case #1: link fault</a:t>
            </a:r>
          </a:p>
          <a:p>
            <a:pPr lvl="1" eaLnBrk="1" hangingPunct="1"/>
            <a:r>
              <a:rPr lang="it-IT" altLang="it-IT" dirty="0" err="1"/>
              <a:t>bring</a:t>
            </a:r>
            <a:r>
              <a:rPr lang="it-IT" altLang="it-IT" dirty="0"/>
              <a:t> down a single network </a:t>
            </a:r>
            <a:r>
              <a:rPr lang="it-IT" altLang="it-IT" dirty="0" err="1"/>
              <a:t>interface</a:t>
            </a:r>
            <a:r>
              <a:rPr lang="it-IT" altLang="it-IT" dirty="0"/>
              <a:t> </a:t>
            </a:r>
            <a:r>
              <a:rPr lang="it-IT" altLang="it-IT" dirty="0" err="1"/>
              <a:t>using</a:t>
            </a:r>
            <a:r>
              <a:rPr lang="it-IT" altLang="it-IT" dirty="0"/>
              <a:t> </a:t>
            </a:r>
            <a:r>
              <a:rPr lang="it-IT" altLang="it-IT" b="1" dirty="0" err="1">
                <a:latin typeface="Courier New" panose="02070309020205020404" pitchFamily="49" charset="0"/>
              </a:rPr>
              <a:t>ip</a:t>
            </a:r>
            <a:r>
              <a:rPr lang="it-IT" altLang="it-IT" b="1" dirty="0">
                <a:latin typeface="Courier New" panose="02070309020205020404" pitchFamily="49" charset="0"/>
              </a:rPr>
              <a:t> link</a:t>
            </a:r>
            <a:endParaRPr lang="it-IT" altLang="it-IT" dirty="0"/>
          </a:p>
          <a:p>
            <a:pPr lvl="2" eaLnBrk="1" hangingPunct="1"/>
            <a:r>
              <a:rPr lang="it-IT" altLang="it-IT" dirty="0"/>
              <a:t>the </a:t>
            </a:r>
            <a:r>
              <a:rPr lang="it-IT" altLang="it-IT" dirty="0" err="1"/>
              <a:t>change</a:t>
            </a:r>
            <a:r>
              <a:rPr lang="it-IT" altLang="it-IT" dirty="0"/>
              <a:t> </a:t>
            </a:r>
            <a:r>
              <a:rPr lang="it-IT" altLang="it-IT" dirty="0" err="1"/>
              <a:t>is</a:t>
            </a:r>
            <a:r>
              <a:rPr lang="it-IT" altLang="it-IT" dirty="0"/>
              <a:t> </a:t>
            </a:r>
            <a:r>
              <a:rPr lang="it-IT" altLang="it-IT" dirty="0" err="1">
                <a:solidFill>
                  <a:schemeClr val="accent1"/>
                </a:solidFill>
              </a:rPr>
              <a:t>immediately</a:t>
            </a:r>
            <a:r>
              <a:rPr lang="it-IT" altLang="it-IT" dirty="0"/>
              <a:t> </a:t>
            </a:r>
            <a:r>
              <a:rPr lang="it-IT" altLang="it-IT" dirty="0" err="1"/>
              <a:t>propagated</a:t>
            </a:r>
            <a:r>
              <a:rPr lang="it-IT" altLang="it-IT" dirty="0"/>
              <a:t> by the router inside </a:t>
            </a:r>
            <a:r>
              <a:rPr lang="it-IT" altLang="it-IT" dirty="0" err="1"/>
              <a:t>lsa</a:t>
            </a:r>
            <a:r>
              <a:rPr lang="it-IT" altLang="it-IT" dirty="0"/>
              <a:t> </a:t>
            </a:r>
            <a:r>
              <a:rPr lang="it-IT" altLang="it-IT" dirty="0" err="1"/>
              <a:t>packets</a:t>
            </a:r>
            <a:endParaRPr lang="it-IT" altLang="it-IT" dirty="0"/>
          </a:p>
          <a:p>
            <a:pPr lvl="2" eaLnBrk="1" hangingPunct="1"/>
            <a:r>
              <a:rPr lang="it-IT" altLang="it-IT" dirty="0" err="1"/>
              <a:t>routing</a:t>
            </a:r>
            <a:r>
              <a:rPr lang="it-IT" altLang="it-IT" dirty="0"/>
              <a:t> </a:t>
            </a:r>
            <a:r>
              <a:rPr lang="it-IT" altLang="it-IT" dirty="0" err="1"/>
              <a:t>tables</a:t>
            </a:r>
            <a:r>
              <a:rPr lang="it-IT" altLang="it-IT" dirty="0"/>
              <a:t> are </a:t>
            </a:r>
            <a:r>
              <a:rPr lang="it-IT" altLang="it-IT" dirty="0" err="1">
                <a:solidFill>
                  <a:schemeClr val="accent1"/>
                </a:solidFill>
              </a:rPr>
              <a:t>immediately</a:t>
            </a:r>
            <a:r>
              <a:rPr lang="it-IT" altLang="it-IT" dirty="0"/>
              <a:t> </a:t>
            </a:r>
            <a:r>
              <a:rPr lang="it-IT" altLang="it-IT" dirty="0" err="1"/>
              <a:t>updated</a:t>
            </a:r>
            <a:br>
              <a:rPr lang="it-IT" altLang="it-IT" dirty="0"/>
            </a:br>
            <a:r>
              <a:rPr lang="it-IT" altLang="it-IT" dirty="0"/>
              <a:t>(</a:t>
            </a:r>
            <a:r>
              <a:rPr lang="it-IT" altLang="it-IT" b="1" dirty="0">
                <a:latin typeface="Courier New" panose="02070309020205020404" pitchFamily="49" charset="0"/>
              </a:rPr>
              <a:t>show </a:t>
            </a:r>
            <a:r>
              <a:rPr lang="it-IT" altLang="it-IT" b="1" dirty="0" err="1">
                <a:latin typeface="Courier New" panose="02070309020205020404" pitchFamily="49" charset="0"/>
              </a:rPr>
              <a:t>ip</a:t>
            </a:r>
            <a:r>
              <a:rPr lang="it-IT" altLang="it-IT" b="1" dirty="0">
                <a:latin typeface="Courier New" panose="02070309020205020404" pitchFamily="49" charset="0"/>
              </a:rPr>
              <a:t> </a:t>
            </a:r>
            <a:r>
              <a:rPr lang="it-IT" altLang="it-IT" b="1" dirty="0" err="1">
                <a:latin typeface="Courier New" panose="02070309020205020404" pitchFamily="49" charset="0"/>
              </a:rPr>
              <a:t>ospf</a:t>
            </a:r>
            <a:r>
              <a:rPr lang="it-IT" altLang="it-IT" b="1" dirty="0">
                <a:latin typeface="Courier New" panose="02070309020205020404" pitchFamily="49" charset="0"/>
              </a:rPr>
              <a:t> </a:t>
            </a:r>
            <a:r>
              <a:rPr lang="it-IT" altLang="it-IT" b="1" dirty="0" err="1">
                <a:latin typeface="Courier New" panose="02070309020205020404" pitchFamily="49" charset="0"/>
              </a:rPr>
              <a:t>route</a:t>
            </a:r>
            <a:r>
              <a:rPr lang="it-IT" altLang="it-IT" dirty="0"/>
              <a:t>)</a:t>
            </a:r>
          </a:p>
        </p:txBody>
      </p:sp>
      <p:sp>
        <p:nvSpPr>
          <p:cNvPr id="2" name="Rectangle 4">
            <a:extLst>
              <a:ext uri="{FF2B5EF4-FFF2-40B4-BE49-F238E27FC236}">
                <a16:creationId xmlns:a16="http://schemas.microsoft.com/office/drawing/2014/main" id="{215960DC-C920-2BD2-3983-1115D27AD7C2}"/>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E2EC93B4-C44C-302B-8FE7-0770730D3C8D}"/>
              </a:ext>
            </a:extLst>
          </p:cNvPr>
          <p:cNvSpPr>
            <a:spLocks noGrp="1" noChangeArrowheads="1"/>
          </p:cNvSpPr>
          <p:nvPr>
            <p:ph type="ftr" sz="quarter" idx="11"/>
          </p:nvPr>
        </p:nvSpPr>
        <p:spPr>
          <a:ln/>
        </p:spPr>
        <p:txBody>
          <a:bodyPr/>
          <a:lstStyle/>
          <a:p>
            <a:r>
              <a:rPr lang="it-IT" altLang="en-IT"/>
              <a:t>kathara – [ labs: ospf_frr ]</a:t>
            </a:r>
          </a:p>
        </p:txBody>
      </p:sp>
      <p:pic>
        <p:nvPicPr>
          <p:cNvPr id="44039" name="Picture 5">
            <a:extLst>
              <a:ext uri="{FF2B5EF4-FFF2-40B4-BE49-F238E27FC236}">
                <a16:creationId xmlns:a16="http://schemas.microsoft.com/office/drawing/2014/main" id="{715133B7-03D3-2259-3B15-E9D6769DC263}"/>
              </a:ext>
            </a:extLst>
          </p:cNvPr>
          <p:cNvPicPr>
            <a:picLocks noChangeAspect="1" noChangeArrowheads="1"/>
          </p:cNvPicPr>
          <p:nvPr/>
        </p:nvPicPr>
        <p:blipFill>
          <a:blip r:embed="rId3">
            <a:clrChange>
              <a:clrFrom>
                <a:srgbClr val="000000"/>
              </a:clrFrom>
              <a:clrTo>
                <a:srgbClr val="000000">
                  <a:alpha val="0"/>
                </a:srgbClr>
              </a:clrTo>
            </a:clrChange>
            <a:extLst>
              <a:ext uri="{28A0092B-C50C-407E-A947-70E740481C1C}">
                <a14:useLocalDpi xmlns:a14="http://schemas.microsoft.com/office/drawing/2010/main" val="0"/>
              </a:ext>
            </a:extLst>
          </a:blip>
          <a:srcRect/>
          <a:stretch>
            <a:fillRect/>
          </a:stretch>
        </p:blipFill>
        <p:spPr bwMode="auto">
          <a:xfrm>
            <a:off x="5395913" y="4868863"/>
            <a:ext cx="1401762" cy="1439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a:extLst>
              <a:ext uri="{FF2B5EF4-FFF2-40B4-BE49-F238E27FC236}">
                <a16:creationId xmlns:a16="http://schemas.microsoft.com/office/drawing/2014/main" id="{4310D1C6-F7E6-9DC4-A709-E27E5282068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107234" y="908720"/>
            <a:ext cx="2592288" cy="15657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061" name="Rectangle 3">
            <a:extLst>
              <a:ext uri="{FF2B5EF4-FFF2-40B4-BE49-F238E27FC236}">
                <a16:creationId xmlns:a16="http://schemas.microsoft.com/office/drawing/2014/main" id="{FB0A68F4-B616-28AD-A289-17468E43D249}"/>
              </a:ext>
            </a:extLst>
          </p:cNvPr>
          <p:cNvSpPr>
            <a:spLocks noGrp="1" noChangeArrowheads="1"/>
          </p:cNvSpPr>
          <p:nvPr>
            <p:ph type="title"/>
          </p:nvPr>
        </p:nvSpPr>
        <p:spPr/>
        <p:txBody>
          <a:bodyPr/>
          <a:lstStyle/>
          <a:p>
            <a:pPr eaLnBrk="1" hangingPunct="1"/>
            <a:r>
              <a:rPr lang="it-IT" altLang="it-IT" sz="4000"/>
              <a:t>ospf is fast at detecting topology changes</a:t>
            </a:r>
          </a:p>
        </p:txBody>
      </p:sp>
      <p:sp>
        <p:nvSpPr>
          <p:cNvPr id="45062" name="Rectangle 4">
            <a:extLst>
              <a:ext uri="{FF2B5EF4-FFF2-40B4-BE49-F238E27FC236}">
                <a16:creationId xmlns:a16="http://schemas.microsoft.com/office/drawing/2014/main" id="{58639A1A-9D9B-8BEE-ECC4-59134A5B9DA5}"/>
              </a:ext>
            </a:extLst>
          </p:cNvPr>
          <p:cNvSpPr>
            <a:spLocks noGrp="1" noChangeArrowheads="1"/>
          </p:cNvSpPr>
          <p:nvPr>
            <p:ph idx="1"/>
          </p:nvPr>
        </p:nvSpPr>
        <p:spPr/>
        <p:txBody>
          <a:bodyPr/>
          <a:lstStyle/>
          <a:p>
            <a:pPr eaLnBrk="1" hangingPunct="1"/>
            <a:r>
              <a:rPr lang="it-IT" altLang="it-IT" dirty="0"/>
              <a:t>case #1: link fault</a:t>
            </a:r>
          </a:p>
          <a:p>
            <a:pPr lvl="1" eaLnBrk="1" hangingPunct="1"/>
            <a:r>
              <a:rPr lang="it-IT" altLang="it-IT" dirty="0" err="1"/>
              <a:t>bring</a:t>
            </a:r>
            <a:r>
              <a:rPr lang="it-IT" altLang="it-IT" dirty="0"/>
              <a:t> down a single network </a:t>
            </a:r>
            <a:r>
              <a:rPr lang="it-IT" altLang="it-IT" dirty="0" err="1"/>
              <a:t>interface</a:t>
            </a:r>
            <a:r>
              <a:rPr lang="it-IT" altLang="it-IT" dirty="0"/>
              <a:t> </a:t>
            </a:r>
            <a:r>
              <a:rPr lang="it-IT" altLang="it-IT" dirty="0" err="1"/>
              <a:t>using</a:t>
            </a:r>
            <a:r>
              <a:rPr lang="it-IT" altLang="it-IT" dirty="0"/>
              <a:t> </a:t>
            </a:r>
            <a:r>
              <a:rPr lang="it-IT" altLang="it-IT" b="1" dirty="0" err="1">
                <a:latin typeface="Courier New" panose="02070309020205020404" pitchFamily="49" charset="0"/>
              </a:rPr>
              <a:t>ip</a:t>
            </a:r>
            <a:r>
              <a:rPr lang="it-IT" altLang="it-IT" b="1" dirty="0">
                <a:latin typeface="Courier New" panose="02070309020205020404" pitchFamily="49" charset="0"/>
              </a:rPr>
              <a:t> link</a:t>
            </a:r>
            <a:endParaRPr lang="it-IT" altLang="it-IT" dirty="0"/>
          </a:p>
          <a:p>
            <a:pPr lvl="2" eaLnBrk="1" hangingPunct="1"/>
            <a:r>
              <a:rPr lang="it-IT" altLang="it-IT" dirty="0"/>
              <a:t>the </a:t>
            </a:r>
            <a:r>
              <a:rPr lang="it-IT" altLang="it-IT" dirty="0" err="1"/>
              <a:t>change</a:t>
            </a:r>
            <a:r>
              <a:rPr lang="it-IT" altLang="it-IT" dirty="0"/>
              <a:t> </a:t>
            </a:r>
            <a:r>
              <a:rPr lang="it-IT" altLang="it-IT" dirty="0" err="1"/>
              <a:t>is</a:t>
            </a:r>
            <a:r>
              <a:rPr lang="it-IT" altLang="it-IT" dirty="0"/>
              <a:t> </a:t>
            </a:r>
            <a:r>
              <a:rPr lang="it-IT" altLang="it-IT" dirty="0" err="1">
                <a:solidFill>
                  <a:schemeClr val="accent1"/>
                </a:solidFill>
              </a:rPr>
              <a:t>immediately</a:t>
            </a:r>
            <a:r>
              <a:rPr lang="it-IT" altLang="it-IT" dirty="0"/>
              <a:t> </a:t>
            </a:r>
            <a:r>
              <a:rPr lang="it-IT" altLang="it-IT" dirty="0" err="1"/>
              <a:t>propagated</a:t>
            </a:r>
            <a:r>
              <a:rPr lang="it-IT" altLang="it-IT" dirty="0"/>
              <a:t> by the router inside </a:t>
            </a:r>
            <a:r>
              <a:rPr lang="it-IT" altLang="it-IT" dirty="0" err="1"/>
              <a:t>lsa</a:t>
            </a:r>
            <a:r>
              <a:rPr lang="it-IT" altLang="it-IT" dirty="0"/>
              <a:t> </a:t>
            </a:r>
            <a:r>
              <a:rPr lang="it-IT" altLang="it-IT" dirty="0" err="1"/>
              <a:t>packets</a:t>
            </a:r>
            <a:endParaRPr lang="it-IT" altLang="it-IT" dirty="0"/>
          </a:p>
          <a:p>
            <a:pPr lvl="2" eaLnBrk="1" hangingPunct="1"/>
            <a:r>
              <a:rPr lang="it-IT" altLang="it-IT" dirty="0" err="1"/>
              <a:t>routing</a:t>
            </a:r>
            <a:r>
              <a:rPr lang="it-IT" altLang="it-IT" dirty="0"/>
              <a:t> </a:t>
            </a:r>
            <a:r>
              <a:rPr lang="it-IT" altLang="it-IT" dirty="0" err="1"/>
              <a:t>tables</a:t>
            </a:r>
            <a:r>
              <a:rPr lang="it-IT" altLang="it-IT" dirty="0"/>
              <a:t> are </a:t>
            </a:r>
            <a:r>
              <a:rPr lang="it-IT" altLang="it-IT" dirty="0" err="1">
                <a:solidFill>
                  <a:schemeClr val="accent1"/>
                </a:solidFill>
              </a:rPr>
              <a:t>immediately</a:t>
            </a:r>
            <a:r>
              <a:rPr lang="it-IT" altLang="it-IT" dirty="0"/>
              <a:t> </a:t>
            </a:r>
            <a:r>
              <a:rPr lang="it-IT" altLang="it-IT" dirty="0" err="1"/>
              <a:t>updated</a:t>
            </a:r>
            <a:br>
              <a:rPr lang="it-IT" altLang="it-IT" dirty="0"/>
            </a:br>
            <a:r>
              <a:rPr lang="it-IT" altLang="it-IT" dirty="0"/>
              <a:t>(</a:t>
            </a:r>
            <a:r>
              <a:rPr lang="it-IT" altLang="it-IT" b="1" dirty="0">
                <a:latin typeface="Courier New" panose="02070309020205020404" pitchFamily="49" charset="0"/>
              </a:rPr>
              <a:t>show </a:t>
            </a:r>
            <a:r>
              <a:rPr lang="it-IT" altLang="it-IT" b="1" dirty="0" err="1">
                <a:latin typeface="Courier New" panose="02070309020205020404" pitchFamily="49" charset="0"/>
              </a:rPr>
              <a:t>ip</a:t>
            </a:r>
            <a:r>
              <a:rPr lang="it-IT" altLang="it-IT" b="1" dirty="0">
                <a:latin typeface="Courier New" panose="02070309020205020404" pitchFamily="49" charset="0"/>
              </a:rPr>
              <a:t> </a:t>
            </a:r>
            <a:r>
              <a:rPr lang="it-IT" altLang="it-IT" b="1" dirty="0" err="1">
                <a:latin typeface="Courier New" panose="02070309020205020404" pitchFamily="49" charset="0"/>
              </a:rPr>
              <a:t>ospf</a:t>
            </a:r>
            <a:r>
              <a:rPr lang="it-IT" altLang="it-IT" b="1" dirty="0">
                <a:latin typeface="Courier New" panose="02070309020205020404" pitchFamily="49" charset="0"/>
              </a:rPr>
              <a:t> </a:t>
            </a:r>
            <a:r>
              <a:rPr lang="it-IT" altLang="it-IT" b="1" dirty="0" err="1">
                <a:latin typeface="Courier New" panose="02070309020205020404" pitchFamily="49" charset="0"/>
              </a:rPr>
              <a:t>route</a:t>
            </a:r>
            <a:r>
              <a:rPr lang="it-IT" altLang="it-IT" dirty="0"/>
              <a:t>)</a:t>
            </a:r>
          </a:p>
          <a:p>
            <a:pPr lvl="2" eaLnBrk="1" hangingPunct="1"/>
            <a:r>
              <a:rPr lang="it-IT" altLang="it-IT" dirty="0"/>
              <a:t>the </a:t>
            </a:r>
            <a:r>
              <a:rPr lang="it-IT" altLang="it-IT" dirty="0" err="1"/>
              <a:t>lsdb</a:t>
            </a:r>
            <a:r>
              <a:rPr lang="it-IT" altLang="it-IT" dirty="0"/>
              <a:t> </a:t>
            </a:r>
            <a:r>
              <a:rPr lang="it-IT" altLang="it-IT" dirty="0" err="1"/>
              <a:t>is</a:t>
            </a:r>
            <a:r>
              <a:rPr lang="it-IT" altLang="it-IT" dirty="0"/>
              <a:t> </a:t>
            </a:r>
            <a:r>
              <a:rPr lang="it-IT" altLang="it-IT" dirty="0" err="1"/>
              <a:t>handled</a:t>
            </a:r>
            <a:r>
              <a:rPr lang="it-IT" altLang="it-IT" dirty="0"/>
              <a:t> a </a:t>
            </a:r>
            <a:r>
              <a:rPr lang="it-IT" altLang="it-IT" dirty="0" err="1"/>
              <a:t>little</a:t>
            </a:r>
            <a:r>
              <a:rPr lang="it-IT" altLang="it-IT" dirty="0"/>
              <a:t> </a:t>
            </a:r>
            <a:r>
              <a:rPr lang="it-IT" altLang="it-IT" dirty="0" err="1"/>
              <a:t>differently</a:t>
            </a:r>
            <a:r>
              <a:rPr lang="it-IT" altLang="it-IT" dirty="0"/>
              <a:t>...</a:t>
            </a:r>
          </a:p>
        </p:txBody>
      </p:sp>
      <p:sp>
        <p:nvSpPr>
          <p:cNvPr id="2" name="Rectangle 4">
            <a:extLst>
              <a:ext uri="{FF2B5EF4-FFF2-40B4-BE49-F238E27FC236}">
                <a16:creationId xmlns:a16="http://schemas.microsoft.com/office/drawing/2014/main" id="{2DF6093F-0885-CC75-D11F-5B37DE4B955F}"/>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3CAF09CD-EA73-DC01-7CB8-4499AB27C2FA}"/>
              </a:ext>
            </a:extLst>
          </p:cNvPr>
          <p:cNvSpPr>
            <a:spLocks noGrp="1" noChangeArrowheads="1"/>
          </p:cNvSpPr>
          <p:nvPr>
            <p:ph type="ftr" sz="quarter" idx="11"/>
          </p:nvPr>
        </p:nvSpPr>
        <p:spPr>
          <a:ln/>
        </p:spPr>
        <p:txBody>
          <a:bodyPr/>
          <a:lstStyle/>
          <a:p>
            <a:r>
              <a:rPr lang="it-IT" altLang="en-IT"/>
              <a:t>kathara – [ labs: ospf_frr ]</a:t>
            </a:r>
          </a:p>
        </p:txBody>
      </p:sp>
      <p:pic>
        <p:nvPicPr>
          <p:cNvPr id="5" name="Picture 5">
            <a:extLst>
              <a:ext uri="{FF2B5EF4-FFF2-40B4-BE49-F238E27FC236}">
                <a16:creationId xmlns:a16="http://schemas.microsoft.com/office/drawing/2014/main" id="{5D71BFFC-091B-90A1-9232-F3E3AB6614E8}"/>
              </a:ext>
            </a:extLst>
          </p:cNvPr>
          <p:cNvPicPr>
            <a:picLocks noChangeAspect="1" noChangeArrowheads="1"/>
          </p:cNvPicPr>
          <p:nvPr/>
        </p:nvPicPr>
        <p:blipFill>
          <a:blip r:embed="rId3">
            <a:clrChange>
              <a:clrFrom>
                <a:srgbClr val="000000"/>
              </a:clrFrom>
              <a:clrTo>
                <a:srgbClr val="000000">
                  <a:alpha val="0"/>
                </a:srgbClr>
              </a:clrTo>
            </a:clrChange>
            <a:extLst>
              <a:ext uri="{28A0092B-C50C-407E-A947-70E740481C1C}">
                <a14:useLocalDpi xmlns:a14="http://schemas.microsoft.com/office/drawing/2010/main" val="0"/>
              </a:ext>
            </a:extLst>
          </a:blip>
          <a:srcRect/>
          <a:stretch>
            <a:fillRect/>
          </a:stretch>
        </p:blipFill>
        <p:spPr bwMode="auto">
          <a:xfrm>
            <a:off x="5395913" y="4868863"/>
            <a:ext cx="1401762" cy="1439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a:extLst>
              <a:ext uri="{FF2B5EF4-FFF2-40B4-BE49-F238E27FC236}">
                <a16:creationId xmlns:a16="http://schemas.microsoft.com/office/drawing/2014/main" id="{007A1FFA-A311-F9AD-1B3D-5CDE8AAC11B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107234" y="908720"/>
            <a:ext cx="2592288" cy="15657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086" name="Rectangle 2">
            <a:extLst>
              <a:ext uri="{FF2B5EF4-FFF2-40B4-BE49-F238E27FC236}">
                <a16:creationId xmlns:a16="http://schemas.microsoft.com/office/drawing/2014/main" id="{66750DA4-9D23-F920-C3BA-3D1016174BEA}"/>
              </a:ext>
            </a:extLst>
          </p:cNvPr>
          <p:cNvSpPr>
            <a:spLocks noGrp="1" noChangeArrowheads="1"/>
          </p:cNvSpPr>
          <p:nvPr>
            <p:ph type="title"/>
          </p:nvPr>
        </p:nvSpPr>
        <p:spPr/>
        <p:txBody>
          <a:bodyPr/>
          <a:lstStyle/>
          <a:p>
            <a:pPr eaLnBrk="1" hangingPunct="1"/>
            <a:r>
              <a:rPr lang="it-IT" altLang="it-IT" sz="4000"/>
              <a:t>ospf is fast at detecting topology changes</a:t>
            </a:r>
          </a:p>
        </p:txBody>
      </p:sp>
      <p:sp>
        <p:nvSpPr>
          <p:cNvPr id="46087" name="Rectangle 3">
            <a:extLst>
              <a:ext uri="{FF2B5EF4-FFF2-40B4-BE49-F238E27FC236}">
                <a16:creationId xmlns:a16="http://schemas.microsoft.com/office/drawing/2014/main" id="{DA448E86-3F25-CC7E-74C0-6A9CED7C3B72}"/>
              </a:ext>
            </a:extLst>
          </p:cNvPr>
          <p:cNvSpPr>
            <a:spLocks noGrp="1" noChangeArrowheads="1"/>
          </p:cNvSpPr>
          <p:nvPr>
            <p:ph idx="1"/>
          </p:nvPr>
        </p:nvSpPr>
        <p:spPr/>
        <p:txBody>
          <a:bodyPr/>
          <a:lstStyle/>
          <a:p>
            <a:pPr eaLnBrk="1" hangingPunct="1"/>
            <a:r>
              <a:rPr lang="it-IT" altLang="it-IT" dirty="0"/>
              <a:t>case #1: link fault</a:t>
            </a:r>
          </a:p>
          <a:p>
            <a:pPr lvl="1" eaLnBrk="1" hangingPunct="1"/>
            <a:r>
              <a:rPr lang="it-IT" altLang="it-IT" dirty="0" err="1"/>
              <a:t>bring</a:t>
            </a:r>
            <a:r>
              <a:rPr lang="it-IT" altLang="it-IT" dirty="0"/>
              <a:t> down a single network </a:t>
            </a:r>
            <a:r>
              <a:rPr lang="it-IT" altLang="it-IT" dirty="0" err="1"/>
              <a:t>interface</a:t>
            </a:r>
            <a:r>
              <a:rPr lang="it-IT" altLang="it-IT" dirty="0"/>
              <a:t> </a:t>
            </a:r>
            <a:r>
              <a:rPr lang="it-IT" altLang="it-IT" dirty="0" err="1"/>
              <a:t>using</a:t>
            </a:r>
            <a:r>
              <a:rPr lang="it-IT" altLang="it-IT" dirty="0"/>
              <a:t> </a:t>
            </a:r>
            <a:r>
              <a:rPr lang="it-IT" altLang="it-IT" b="1" dirty="0" err="1">
                <a:latin typeface="Courier New" panose="02070309020205020404" pitchFamily="49" charset="0"/>
              </a:rPr>
              <a:t>ip</a:t>
            </a:r>
            <a:r>
              <a:rPr lang="it-IT" altLang="it-IT" b="1" dirty="0">
                <a:latin typeface="Courier New" panose="02070309020205020404" pitchFamily="49" charset="0"/>
              </a:rPr>
              <a:t> link</a:t>
            </a:r>
            <a:endParaRPr lang="it-IT" altLang="it-IT" dirty="0"/>
          </a:p>
          <a:p>
            <a:pPr lvl="2" eaLnBrk="1" hangingPunct="1"/>
            <a:r>
              <a:rPr lang="it-IT" altLang="it-IT" dirty="0" err="1"/>
              <a:t>if</a:t>
            </a:r>
            <a:r>
              <a:rPr lang="it-IT" altLang="it-IT" dirty="0"/>
              <a:t> </a:t>
            </a:r>
            <a:r>
              <a:rPr lang="it-IT" altLang="it-IT" dirty="0" err="1"/>
              <a:t>this</a:t>
            </a:r>
            <a:r>
              <a:rPr lang="it-IT" altLang="it-IT" dirty="0"/>
              <a:t> </a:t>
            </a:r>
            <a:r>
              <a:rPr lang="it-IT" altLang="it-IT" dirty="0" err="1"/>
              <a:t>brings</a:t>
            </a:r>
            <a:r>
              <a:rPr lang="it-IT" altLang="it-IT" dirty="0"/>
              <a:t> down a dr, the information </a:t>
            </a:r>
            <a:r>
              <a:rPr lang="it-IT" altLang="it-IT" dirty="0" err="1"/>
              <a:t>is</a:t>
            </a:r>
            <a:r>
              <a:rPr lang="it-IT" altLang="it-IT" dirty="0"/>
              <a:t> </a:t>
            </a:r>
            <a:r>
              <a:rPr lang="it-IT" altLang="it-IT" dirty="0" err="1"/>
              <a:t>immediately</a:t>
            </a:r>
            <a:r>
              <a:rPr lang="it-IT" altLang="it-IT" dirty="0"/>
              <a:t> </a:t>
            </a:r>
            <a:r>
              <a:rPr lang="it-IT" altLang="it-IT" dirty="0" err="1"/>
              <a:t>flushed</a:t>
            </a:r>
            <a:r>
              <a:rPr lang="it-IT" altLang="it-IT" dirty="0"/>
              <a:t> from the </a:t>
            </a:r>
            <a:r>
              <a:rPr lang="it-IT" altLang="it-IT" dirty="0" err="1"/>
              <a:t>lsdb</a:t>
            </a:r>
            <a:r>
              <a:rPr lang="it-IT" altLang="it-IT" dirty="0"/>
              <a:t>(s)...</a:t>
            </a:r>
          </a:p>
          <a:p>
            <a:pPr lvl="3" eaLnBrk="1" hangingPunct="1"/>
            <a:r>
              <a:rPr lang="it-IT" altLang="it-IT" dirty="0"/>
              <a:t>...and </a:t>
            </a:r>
            <a:r>
              <a:rPr lang="it-IT" altLang="it-IT" dirty="0" err="1"/>
              <a:t>eventually</a:t>
            </a:r>
            <a:r>
              <a:rPr lang="it-IT" altLang="it-IT" dirty="0"/>
              <a:t> </a:t>
            </a:r>
            <a:r>
              <a:rPr lang="it-IT" altLang="it-IT" dirty="0" err="1"/>
              <a:t>reannounced</a:t>
            </a:r>
            <a:r>
              <a:rPr lang="it-IT" altLang="it-IT" dirty="0"/>
              <a:t> </a:t>
            </a:r>
            <a:r>
              <a:rPr lang="it-IT" altLang="it-IT" dirty="0" err="1"/>
              <a:t>when</a:t>
            </a:r>
            <a:r>
              <a:rPr lang="it-IT" altLang="it-IT" dirty="0"/>
              <a:t> a dr </a:t>
            </a:r>
            <a:r>
              <a:rPr lang="it-IT" altLang="it-IT" dirty="0" err="1"/>
              <a:t>is</a:t>
            </a:r>
            <a:r>
              <a:rPr lang="it-IT" altLang="it-IT" dirty="0"/>
              <a:t> re-</a:t>
            </a:r>
            <a:r>
              <a:rPr lang="it-IT" altLang="it-IT" dirty="0" err="1"/>
              <a:t>elected</a:t>
            </a:r>
            <a:endParaRPr lang="it-IT" altLang="it-IT" dirty="0"/>
          </a:p>
          <a:p>
            <a:pPr lvl="2" eaLnBrk="1" hangingPunct="1"/>
            <a:r>
              <a:rPr lang="it-IT" altLang="it-IT" dirty="0" err="1"/>
              <a:t>otherwise</a:t>
            </a:r>
            <a:r>
              <a:rPr lang="it-IT" altLang="it-IT" dirty="0"/>
              <a:t>, </a:t>
            </a:r>
            <a:r>
              <a:rPr lang="it-IT" altLang="it-IT" dirty="0" err="1"/>
              <a:t>ospf</a:t>
            </a:r>
            <a:r>
              <a:rPr lang="it-IT" altLang="it-IT" dirty="0"/>
              <a:t> </a:t>
            </a:r>
            <a:r>
              <a:rPr lang="it-IT" altLang="it-IT" dirty="0" err="1"/>
              <a:t>waits</a:t>
            </a:r>
            <a:r>
              <a:rPr lang="it-IT" altLang="it-IT" dirty="0"/>
              <a:t> </a:t>
            </a:r>
            <a:r>
              <a:rPr lang="it-IT" altLang="it-IT" dirty="0" err="1"/>
              <a:t>expiry</a:t>
            </a:r>
            <a:r>
              <a:rPr lang="it-IT" altLang="it-IT" dirty="0"/>
              <a:t> of the </a:t>
            </a:r>
            <a:r>
              <a:rPr lang="it-IT" altLang="it-IT" dirty="0" err="1">
                <a:latin typeface="Lucida Console" panose="020B0609040504020204" pitchFamily="49" charset="0"/>
              </a:rPr>
              <a:t>RouterDeadInterval</a:t>
            </a:r>
            <a:r>
              <a:rPr lang="it-IT" altLang="it-IT" dirty="0"/>
              <a:t> timer (default: 40s) </a:t>
            </a:r>
            <a:r>
              <a:rPr lang="it-IT" altLang="it-IT" dirty="0" err="1"/>
              <a:t>before</a:t>
            </a:r>
            <a:r>
              <a:rPr lang="it-IT" altLang="it-IT" dirty="0"/>
              <a:t> </a:t>
            </a:r>
            <a:r>
              <a:rPr lang="it-IT" altLang="it-IT" dirty="0" err="1"/>
              <a:t>removing</a:t>
            </a:r>
            <a:r>
              <a:rPr lang="it-IT" altLang="it-IT" dirty="0"/>
              <a:t> the </a:t>
            </a:r>
            <a:r>
              <a:rPr lang="it-IT" altLang="it-IT" dirty="0" err="1"/>
              <a:t>adjacency</a:t>
            </a:r>
            <a:r>
              <a:rPr lang="it-IT" altLang="it-IT" dirty="0"/>
              <a:t> from the </a:t>
            </a:r>
            <a:r>
              <a:rPr lang="it-IT" altLang="it-IT" dirty="0" err="1"/>
              <a:t>lsdb</a:t>
            </a:r>
            <a:br>
              <a:rPr lang="it-IT" altLang="it-IT" dirty="0"/>
            </a:br>
            <a:r>
              <a:rPr lang="it-IT" altLang="it-IT" dirty="0"/>
              <a:t>(</a:t>
            </a:r>
            <a:r>
              <a:rPr lang="it-IT" altLang="it-IT" b="1" dirty="0">
                <a:latin typeface="Courier New" panose="02070309020205020404" pitchFamily="49" charset="0"/>
              </a:rPr>
              <a:t>show </a:t>
            </a:r>
            <a:r>
              <a:rPr lang="it-IT" altLang="it-IT" b="1" dirty="0" err="1">
                <a:latin typeface="Courier New" panose="02070309020205020404" pitchFamily="49" charset="0"/>
              </a:rPr>
              <a:t>ip</a:t>
            </a:r>
            <a:r>
              <a:rPr lang="it-IT" altLang="it-IT" b="1" dirty="0">
                <a:latin typeface="Courier New" panose="02070309020205020404" pitchFamily="49" charset="0"/>
              </a:rPr>
              <a:t> </a:t>
            </a:r>
            <a:r>
              <a:rPr lang="it-IT" altLang="it-IT" b="1" dirty="0" err="1">
                <a:latin typeface="Courier New" panose="02070309020205020404" pitchFamily="49" charset="0"/>
              </a:rPr>
              <a:t>ospf</a:t>
            </a:r>
            <a:r>
              <a:rPr lang="it-IT" altLang="it-IT" b="1" dirty="0">
                <a:latin typeface="Courier New" panose="02070309020205020404" pitchFamily="49" charset="0"/>
              </a:rPr>
              <a:t> database network</a:t>
            </a:r>
            <a:r>
              <a:rPr lang="it-IT" altLang="it-IT" dirty="0"/>
              <a:t>)</a:t>
            </a:r>
          </a:p>
          <a:p>
            <a:pPr lvl="3" eaLnBrk="1" hangingPunct="1"/>
            <a:r>
              <a:rPr lang="it-IT" altLang="it-IT" dirty="0"/>
              <a:t>note: networks </a:t>
            </a:r>
            <a:r>
              <a:rPr lang="it-IT" altLang="it-IT" dirty="0" err="1"/>
              <a:t>that</a:t>
            </a:r>
            <a:r>
              <a:rPr lang="it-IT" altLang="it-IT" dirty="0"/>
              <a:t> are </a:t>
            </a:r>
            <a:r>
              <a:rPr lang="it-IT" altLang="it-IT" dirty="0" err="1"/>
              <a:t>connected</a:t>
            </a:r>
            <a:r>
              <a:rPr lang="it-IT" altLang="it-IT" dirty="0"/>
              <a:t> to one router </a:t>
            </a:r>
            <a:r>
              <a:rPr lang="it-IT" altLang="it-IT" dirty="0" err="1"/>
              <a:t>only</a:t>
            </a:r>
            <a:r>
              <a:rPr lang="it-IT" altLang="it-IT" dirty="0"/>
              <a:t>, </a:t>
            </a:r>
            <a:r>
              <a:rPr lang="it-IT" altLang="it-IT" dirty="0" err="1"/>
              <a:t>called</a:t>
            </a:r>
            <a:r>
              <a:rPr lang="it-IT" altLang="it-IT" dirty="0"/>
              <a:t> </a:t>
            </a:r>
            <a:r>
              <a:rPr lang="it-IT" altLang="it-IT" dirty="0" err="1">
                <a:solidFill>
                  <a:schemeClr val="accent1"/>
                </a:solidFill>
              </a:rPr>
              <a:t>stub</a:t>
            </a:r>
            <a:r>
              <a:rPr lang="it-IT" altLang="it-IT" dirty="0">
                <a:solidFill>
                  <a:schemeClr val="accent1"/>
                </a:solidFill>
              </a:rPr>
              <a:t> networks</a:t>
            </a:r>
            <a:r>
              <a:rPr lang="it-IT" altLang="it-IT" dirty="0"/>
              <a:t>, are </a:t>
            </a:r>
            <a:r>
              <a:rPr lang="it-IT" altLang="it-IT" dirty="0" err="1"/>
              <a:t>only</a:t>
            </a:r>
            <a:r>
              <a:rPr lang="it-IT" altLang="it-IT" dirty="0"/>
              <a:t> </a:t>
            </a:r>
            <a:r>
              <a:rPr lang="it-IT" altLang="it-IT" dirty="0" err="1"/>
              <a:t>visible</a:t>
            </a:r>
            <a:r>
              <a:rPr lang="it-IT" altLang="it-IT" dirty="0"/>
              <a:t> </a:t>
            </a:r>
            <a:r>
              <a:rPr lang="it-IT" altLang="it-IT" dirty="0" err="1"/>
              <a:t>using</a:t>
            </a:r>
            <a:r>
              <a:rPr lang="it-IT" altLang="it-IT" dirty="0"/>
              <a:t> </a:t>
            </a:r>
            <a:r>
              <a:rPr lang="it-IT" altLang="it-IT" b="1" dirty="0">
                <a:latin typeface="Courier New" panose="02070309020205020404" pitchFamily="49" charset="0"/>
              </a:rPr>
              <a:t>show </a:t>
            </a:r>
            <a:r>
              <a:rPr lang="it-IT" altLang="it-IT" b="1" dirty="0" err="1">
                <a:latin typeface="Courier New" panose="02070309020205020404" pitchFamily="49" charset="0"/>
              </a:rPr>
              <a:t>ip</a:t>
            </a:r>
            <a:r>
              <a:rPr lang="it-IT" altLang="it-IT" b="1" dirty="0">
                <a:latin typeface="Courier New" panose="02070309020205020404" pitchFamily="49" charset="0"/>
              </a:rPr>
              <a:t> </a:t>
            </a:r>
            <a:r>
              <a:rPr lang="it-IT" altLang="it-IT" b="1" dirty="0" err="1">
                <a:latin typeface="Courier New" panose="02070309020205020404" pitchFamily="49" charset="0"/>
              </a:rPr>
              <a:t>ospf</a:t>
            </a:r>
            <a:r>
              <a:rPr lang="it-IT" altLang="it-IT" b="1" dirty="0">
                <a:latin typeface="Courier New" panose="02070309020205020404" pitchFamily="49" charset="0"/>
              </a:rPr>
              <a:t> database router</a:t>
            </a:r>
            <a:endParaRPr lang="it-IT" altLang="it-IT" dirty="0"/>
          </a:p>
        </p:txBody>
      </p:sp>
      <p:sp>
        <p:nvSpPr>
          <p:cNvPr id="2" name="Rectangle 4">
            <a:extLst>
              <a:ext uri="{FF2B5EF4-FFF2-40B4-BE49-F238E27FC236}">
                <a16:creationId xmlns:a16="http://schemas.microsoft.com/office/drawing/2014/main" id="{57E5B559-FA00-F893-EA94-DD33EB0E6D6D}"/>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676B2A04-7FA3-A4EB-0266-E382CB6F38A5}"/>
              </a:ext>
            </a:extLst>
          </p:cNvPr>
          <p:cNvSpPr>
            <a:spLocks noGrp="1" noChangeArrowheads="1"/>
          </p:cNvSpPr>
          <p:nvPr>
            <p:ph type="ftr" sz="quarter" idx="11"/>
          </p:nvPr>
        </p:nvSpPr>
        <p:spPr>
          <a:ln/>
        </p:spPr>
        <p:txBody>
          <a:bodyPr/>
          <a:lstStyle/>
          <a:p>
            <a:r>
              <a:rPr lang="it-IT" altLang="en-IT"/>
              <a:t>kathara – [ labs: ospf_frr ]</a:t>
            </a: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2">
            <a:extLst>
              <a:ext uri="{FF2B5EF4-FFF2-40B4-BE49-F238E27FC236}">
                <a16:creationId xmlns:a16="http://schemas.microsoft.com/office/drawing/2014/main" id="{1D147D90-F4A4-95BA-78E4-A12E96AB151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107234" y="908720"/>
            <a:ext cx="2592288" cy="15657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109" name="Rectangle 4">
            <a:extLst>
              <a:ext uri="{FF2B5EF4-FFF2-40B4-BE49-F238E27FC236}">
                <a16:creationId xmlns:a16="http://schemas.microsoft.com/office/drawing/2014/main" id="{64233E35-C9C9-407B-0E54-6AABED5294E1}"/>
              </a:ext>
            </a:extLst>
          </p:cNvPr>
          <p:cNvSpPr>
            <a:spLocks noGrp="1" noChangeArrowheads="1"/>
          </p:cNvSpPr>
          <p:nvPr>
            <p:ph type="title"/>
          </p:nvPr>
        </p:nvSpPr>
        <p:spPr/>
        <p:txBody>
          <a:bodyPr/>
          <a:lstStyle/>
          <a:p>
            <a:pPr eaLnBrk="1" hangingPunct="1"/>
            <a:r>
              <a:rPr lang="it-IT" altLang="it-IT" sz="4000"/>
              <a:t>ospf is fast at detecting topology changes</a:t>
            </a:r>
          </a:p>
        </p:txBody>
      </p:sp>
      <p:sp>
        <p:nvSpPr>
          <p:cNvPr id="47110" name="Rectangle 5">
            <a:extLst>
              <a:ext uri="{FF2B5EF4-FFF2-40B4-BE49-F238E27FC236}">
                <a16:creationId xmlns:a16="http://schemas.microsoft.com/office/drawing/2014/main" id="{FCDC15B5-CE6F-A297-0985-F4BA5497422E}"/>
              </a:ext>
            </a:extLst>
          </p:cNvPr>
          <p:cNvSpPr>
            <a:spLocks noGrp="1" noChangeArrowheads="1"/>
          </p:cNvSpPr>
          <p:nvPr>
            <p:ph idx="1"/>
          </p:nvPr>
        </p:nvSpPr>
        <p:spPr/>
        <p:txBody>
          <a:bodyPr/>
          <a:lstStyle/>
          <a:p>
            <a:pPr eaLnBrk="1" hangingPunct="1"/>
            <a:r>
              <a:rPr lang="it-IT" altLang="it-IT" dirty="0"/>
              <a:t>case #1: link fault</a:t>
            </a:r>
          </a:p>
          <a:p>
            <a:pPr lvl="1" eaLnBrk="1" hangingPunct="1"/>
            <a:r>
              <a:rPr lang="it-IT" altLang="it-IT" dirty="0" err="1"/>
              <a:t>bring</a:t>
            </a:r>
            <a:r>
              <a:rPr lang="it-IT" altLang="it-IT" dirty="0"/>
              <a:t> down a single network </a:t>
            </a:r>
            <a:r>
              <a:rPr lang="it-IT" altLang="it-IT" dirty="0" err="1"/>
              <a:t>interface</a:t>
            </a:r>
            <a:r>
              <a:rPr lang="it-IT" altLang="it-IT" dirty="0"/>
              <a:t> </a:t>
            </a:r>
            <a:r>
              <a:rPr lang="it-IT" altLang="it-IT" dirty="0" err="1"/>
              <a:t>using</a:t>
            </a:r>
            <a:r>
              <a:rPr lang="it-IT" altLang="it-IT" dirty="0"/>
              <a:t> </a:t>
            </a:r>
            <a:r>
              <a:rPr lang="it-IT" altLang="it-IT" b="1" dirty="0" err="1">
                <a:latin typeface="Courier New" panose="02070309020205020404" pitchFamily="49" charset="0"/>
              </a:rPr>
              <a:t>ip</a:t>
            </a:r>
            <a:r>
              <a:rPr lang="it-IT" altLang="it-IT" b="1" dirty="0">
                <a:latin typeface="Courier New" panose="02070309020205020404" pitchFamily="49" charset="0"/>
              </a:rPr>
              <a:t> link</a:t>
            </a:r>
            <a:endParaRPr lang="it-IT" altLang="it-IT" dirty="0"/>
          </a:p>
        </p:txBody>
      </p:sp>
      <p:sp>
        <p:nvSpPr>
          <p:cNvPr id="3" name="Rectangle 4">
            <a:extLst>
              <a:ext uri="{FF2B5EF4-FFF2-40B4-BE49-F238E27FC236}">
                <a16:creationId xmlns:a16="http://schemas.microsoft.com/office/drawing/2014/main" id="{314AAD59-1B1A-E14B-896C-4E636452546F}"/>
              </a:ext>
            </a:extLst>
          </p:cNvPr>
          <p:cNvSpPr>
            <a:spLocks noGrp="1" noChangeArrowheads="1"/>
          </p:cNvSpPr>
          <p:nvPr>
            <p:ph type="dt" sz="half" idx="10"/>
          </p:nvPr>
        </p:nvSpPr>
        <p:spPr>
          <a:ln/>
        </p:spPr>
        <p:txBody>
          <a:bodyPr/>
          <a:lstStyle/>
          <a:p>
            <a:r>
              <a:rPr lang="it-IT" altLang="en-IT"/>
              <a:t>last update: Oct 2023</a:t>
            </a:r>
          </a:p>
        </p:txBody>
      </p:sp>
      <p:sp>
        <p:nvSpPr>
          <p:cNvPr id="4" name="Rectangle 5">
            <a:extLst>
              <a:ext uri="{FF2B5EF4-FFF2-40B4-BE49-F238E27FC236}">
                <a16:creationId xmlns:a16="http://schemas.microsoft.com/office/drawing/2014/main" id="{35DE76F8-8CDB-DDCD-41A3-1AC080F0D5E3}"/>
              </a:ext>
            </a:extLst>
          </p:cNvPr>
          <p:cNvSpPr>
            <a:spLocks noGrp="1" noChangeArrowheads="1"/>
          </p:cNvSpPr>
          <p:nvPr>
            <p:ph type="ftr" sz="quarter" idx="11"/>
          </p:nvPr>
        </p:nvSpPr>
        <p:spPr>
          <a:ln/>
        </p:spPr>
        <p:txBody>
          <a:bodyPr/>
          <a:lstStyle/>
          <a:p>
            <a:r>
              <a:rPr lang="it-IT" altLang="en-IT"/>
              <a:t>kathara – [ labs: ospf_frr ]</a:t>
            </a:r>
          </a:p>
        </p:txBody>
      </p:sp>
      <p:sp>
        <p:nvSpPr>
          <p:cNvPr id="47111" name="Text Box 6">
            <a:extLst>
              <a:ext uri="{FF2B5EF4-FFF2-40B4-BE49-F238E27FC236}">
                <a16:creationId xmlns:a16="http://schemas.microsoft.com/office/drawing/2014/main" id="{7B23F047-5389-F55C-1A11-96B293CB831F}"/>
              </a:ext>
            </a:extLst>
          </p:cNvPr>
          <p:cNvSpPr txBox="1">
            <a:spLocks noChangeArrowheads="1"/>
          </p:cNvSpPr>
          <p:nvPr/>
        </p:nvSpPr>
        <p:spPr bwMode="auto">
          <a:xfrm>
            <a:off x="3432176" y="3573463"/>
            <a:ext cx="532447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50000"/>
              </a:spcBef>
              <a:buClrTx/>
              <a:buSzTx/>
              <a:buFontTx/>
              <a:buNone/>
            </a:pPr>
            <a:r>
              <a:rPr lang="it-IT" altLang="it-IT" sz="2800"/>
              <a:t>overall reaction time (estimated)</a:t>
            </a:r>
          </a:p>
        </p:txBody>
      </p:sp>
      <p:grpSp>
        <p:nvGrpSpPr>
          <p:cNvPr id="2" name="Group 16">
            <a:extLst>
              <a:ext uri="{FF2B5EF4-FFF2-40B4-BE49-F238E27FC236}">
                <a16:creationId xmlns:a16="http://schemas.microsoft.com/office/drawing/2014/main" id="{F2E164D6-6475-CA57-EFF0-B9B2090F2113}"/>
              </a:ext>
            </a:extLst>
          </p:cNvPr>
          <p:cNvGrpSpPr>
            <a:grpSpLocks/>
          </p:cNvGrpSpPr>
          <p:nvPr/>
        </p:nvGrpSpPr>
        <p:grpSpPr bwMode="auto">
          <a:xfrm>
            <a:off x="3790951" y="4340226"/>
            <a:ext cx="5762625" cy="1433513"/>
            <a:chOff x="1428" y="2734"/>
            <a:chExt cx="3630" cy="903"/>
          </a:xfrm>
        </p:grpSpPr>
        <p:grpSp>
          <p:nvGrpSpPr>
            <p:cNvPr id="47113" name="Group 15">
              <a:extLst>
                <a:ext uri="{FF2B5EF4-FFF2-40B4-BE49-F238E27FC236}">
                  <a16:creationId xmlns:a16="http://schemas.microsoft.com/office/drawing/2014/main" id="{D1DD3FE8-A276-0E2D-8F3E-23B737495F6E}"/>
                </a:ext>
              </a:extLst>
            </p:cNvPr>
            <p:cNvGrpSpPr>
              <a:grpSpLocks/>
            </p:cNvGrpSpPr>
            <p:nvPr/>
          </p:nvGrpSpPr>
          <p:grpSpPr bwMode="auto">
            <a:xfrm>
              <a:off x="1655" y="3022"/>
              <a:ext cx="2450" cy="327"/>
              <a:chOff x="1156" y="3022"/>
              <a:chExt cx="2450" cy="327"/>
            </a:xfrm>
          </p:grpSpPr>
          <p:sp>
            <p:nvSpPr>
              <p:cNvPr id="47118" name="Line 7">
                <a:extLst>
                  <a:ext uri="{FF2B5EF4-FFF2-40B4-BE49-F238E27FC236}">
                    <a16:creationId xmlns:a16="http://schemas.microsoft.com/office/drawing/2014/main" id="{C35A8611-F05A-5717-A39B-332D41F879E1}"/>
                  </a:ext>
                </a:extLst>
              </p:cNvPr>
              <p:cNvSpPr>
                <a:spLocks noChangeShapeType="1"/>
              </p:cNvSpPr>
              <p:nvPr/>
            </p:nvSpPr>
            <p:spPr bwMode="auto">
              <a:xfrm>
                <a:off x="1156" y="3022"/>
                <a:ext cx="0" cy="327"/>
              </a:xfrm>
              <a:prstGeom prst="line">
                <a:avLst/>
              </a:prstGeom>
              <a:noFill/>
              <a:ln w="381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47119" name="Line 8">
                <a:extLst>
                  <a:ext uri="{FF2B5EF4-FFF2-40B4-BE49-F238E27FC236}">
                    <a16:creationId xmlns:a16="http://schemas.microsoft.com/office/drawing/2014/main" id="{BF299C6A-83FF-D0D3-F3A2-A55A8C567E27}"/>
                  </a:ext>
                </a:extLst>
              </p:cNvPr>
              <p:cNvSpPr>
                <a:spLocks noChangeShapeType="1"/>
              </p:cNvSpPr>
              <p:nvPr/>
            </p:nvSpPr>
            <p:spPr bwMode="auto">
              <a:xfrm>
                <a:off x="3606" y="3022"/>
                <a:ext cx="0" cy="327"/>
              </a:xfrm>
              <a:prstGeom prst="line">
                <a:avLst/>
              </a:prstGeom>
              <a:noFill/>
              <a:ln w="381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47120" name="Line 9">
                <a:extLst>
                  <a:ext uri="{FF2B5EF4-FFF2-40B4-BE49-F238E27FC236}">
                    <a16:creationId xmlns:a16="http://schemas.microsoft.com/office/drawing/2014/main" id="{DBA0C9CF-218B-E1FF-102C-4DCEF7D63672}"/>
                  </a:ext>
                </a:extLst>
              </p:cNvPr>
              <p:cNvSpPr>
                <a:spLocks noChangeShapeType="1"/>
              </p:cNvSpPr>
              <p:nvPr/>
            </p:nvSpPr>
            <p:spPr bwMode="auto">
              <a:xfrm>
                <a:off x="1156" y="3186"/>
                <a:ext cx="2450" cy="0"/>
              </a:xfrm>
              <a:prstGeom prst="line">
                <a:avLst/>
              </a:prstGeom>
              <a:noFill/>
              <a:ln w="381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GB"/>
              </a:p>
            </p:txBody>
          </p:sp>
        </p:grpSp>
        <p:sp>
          <p:nvSpPr>
            <p:cNvPr id="47114" name="Text Box 10">
              <a:extLst>
                <a:ext uri="{FF2B5EF4-FFF2-40B4-BE49-F238E27FC236}">
                  <a16:creationId xmlns:a16="http://schemas.microsoft.com/office/drawing/2014/main" id="{79997BEA-A076-E475-4690-3B3B08C3DD41}"/>
                </a:ext>
              </a:extLst>
            </p:cNvPr>
            <p:cNvSpPr txBox="1">
              <a:spLocks noChangeArrowheads="1"/>
            </p:cNvSpPr>
            <p:nvPr/>
          </p:nvSpPr>
          <p:spPr bwMode="auto">
            <a:xfrm>
              <a:off x="1428" y="3349"/>
              <a:ext cx="45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50000"/>
                </a:spcBef>
                <a:buClrTx/>
                <a:buSzTx/>
                <a:buFontTx/>
                <a:buNone/>
              </a:pPr>
              <a:r>
                <a:rPr lang="it-IT" altLang="it-IT" sz="2400"/>
                <a:t>min</a:t>
              </a:r>
            </a:p>
          </p:txBody>
        </p:sp>
        <p:sp>
          <p:nvSpPr>
            <p:cNvPr id="47115" name="Text Box 11">
              <a:extLst>
                <a:ext uri="{FF2B5EF4-FFF2-40B4-BE49-F238E27FC236}">
                  <a16:creationId xmlns:a16="http://schemas.microsoft.com/office/drawing/2014/main" id="{87827467-C361-E84B-AFB3-DF755FD8FD44}"/>
                </a:ext>
              </a:extLst>
            </p:cNvPr>
            <p:cNvSpPr txBox="1">
              <a:spLocks noChangeArrowheads="1"/>
            </p:cNvSpPr>
            <p:nvPr/>
          </p:nvSpPr>
          <p:spPr bwMode="auto">
            <a:xfrm>
              <a:off x="3787" y="3349"/>
              <a:ext cx="6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50000"/>
                </a:spcBef>
                <a:buClrTx/>
                <a:buSzTx/>
                <a:buFontTx/>
                <a:buNone/>
              </a:pPr>
              <a:r>
                <a:rPr lang="it-IT" altLang="it-IT" sz="2400"/>
                <a:t>max</a:t>
              </a:r>
            </a:p>
          </p:txBody>
        </p:sp>
        <p:sp>
          <p:nvSpPr>
            <p:cNvPr id="47116" name="Text Box 12">
              <a:extLst>
                <a:ext uri="{FF2B5EF4-FFF2-40B4-BE49-F238E27FC236}">
                  <a16:creationId xmlns:a16="http://schemas.microsoft.com/office/drawing/2014/main" id="{19725CFE-F60A-5B87-BBBE-E7D5886FFAFE}"/>
                </a:ext>
              </a:extLst>
            </p:cNvPr>
            <p:cNvSpPr txBox="1">
              <a:spLocks noChangeArrowheads="1"/>
            </p:cNvSpPr>
            <p:nvPr/>
          </p:nvSpPr>
          <p:spPr bwMode="auto">
            <a:xfrm>
              <a:off x="1428" y="2734"/>
              <a:ext cx="45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50000"/>
                </a:spcBef>
                <a:buClrTx/>
                <a:buSzTx/>
                <a:buFontTx/>
                <a:buNone/>
              </a:pPr>
              <a:r>
                <a:rPr lang="it-IT" altLang="it-IT" sz="2400"/>
                <a:t>0</a:t>
              </a:r>
            </a:p>
          </p:txBody>
        </p:sp>
        <p:sp>
          <p:nvSpPr>
            <p:cNvPr id="47117" name="Text Box 13">
              <a:extLst>
                <a:ext uri="{FF2B5EF4-FFF2-40B4-BE49-F238E27FC236}">
                  <a16:creationId xmlns:a16="http://schemas.microsoft.com/office/drawing/2014/main" id="{76EDF2BE-DAD0-3B7C-A1DF-9FF084CD35B2}"/>
                </a:ext>
              </a:extLst>
            </p:cNvPr>
            <p:cNvSpPr txBox="1">
              <a:spLocks noChangeArrowheads="1"/>
            </p:cNvSpPr>
            <p:nvPr/>
          </p:nvSpPr>
          <p:spPr bwMode="auto">
            <a:xfrm>
              <a:off x="3152" y="2795"/>
              <a:ext cx="190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50000"/>
                </a:spcBef>
                <a:buClrTx/>
                <a:buSzTx/>
                <a:buFontTx/>
                <a:buNone/>
              </a:pPr>
              <a:r>
                <a:rPr lang="it-IT" altLang="it-IT" sz="2000">
                  <a:latin typeface="Lucida Console" panose="020B0609040504020204" pitchFamily="49" charset="0"/>
                </a:rPr>
                <a:t>RouterDeadInterval</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3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4" name="Rectangle 3">
            <a:extLst>
              <a:ext uri="{FF2B5EF4-FFF2-40B4-BE49-F238E27FC236}">
                <a16:creationId xmlns:a16="http://schemas.microsoft.com/office/drawing/2014/main" id="{CA21EDB3-A417-E73D-47A5-D63C80985BFD}"/>
              </a:ext>
            </a:extLst>
          </p:cNvPr>
          <p:cNvSpPr>
            <a:spLocks noGrp="1" noChangeArrowheads="1"/>
          </p:cNvSpPr>
          <p:nvPr>
            <p:ph type="title"/>
          </p:nvPr>
        </p:nvSpPr>
        <p:spPr/>
        <p:txBody>
          <a:bodyPr/>
          <a:lstStyle/>
          <a:p>
            <a:pPr eaLnBrk="1" hangingPunct="1"/>
            <a:r>
              <a:rPr lang="it-IT" altLang="it-IT" sz="4000" dirty="0" err="1"/>
              <a:t>ospf</a:t>
            </a:r>
            <a:r>
              <a:rPr lang="it-IT" altLang="it-IT" sz="4000" dirty="0"/>
              <a:t> </a:t>
            </a:r>
            <a:r>
              <a:rPr lang="it-IT" altLang="it-IT" sz="4000" dirty="0" err="1"/>
              <a:t>is</a:t>
            </a:r>
            <a:r>
              <a:rPr lang="it-IT" altLang="it-IT" sz="4000" dirty="0"/>
              <a:t> (</a:t>
            </a:r>
            <a:r>
              <a:rPr lang="it-IT" altLang="it-IT" sz="4000" dirty="0" err="1"/>
              <a:t>often</a:t>
            </a:r>
            <a:r>
              <a:rPr lang="it-IT" altLang="it-IT" sz="4000" dirty="0"/>
              <a:t>) fast </a:t>
            </a:r>
            <a:r>
              <a:rPr lang="it-IT" altLang="it-IT" sz="4000" dirty="0" err="1"/>
              <a:t>at</a:t>
            </a:r>
            <a:r>
              <a:rPr lang="it-IT" altLang="it-IT" sz="4000" dirty="0"/>
              <a:t> </a:t>
            </a:r>
            <a:r>
              <a:rPr lang="it-IT" altLang="it-IT" sz="4000" dirty="0" err="1"/>
              <a:t>detecting</a:t>
            </a:r>
            <a:r>
              <a:rPr lang="it-IT" altLang="it-IT" sz="4000" dirty="0"/>
              <a:t> </a:t>
            </a:r>
            <a:r>
              <a:rPr lang="it-IT" altLang="it-IT" sz="4000" dirty="0" err="1"/>
              <a:t>topology</a:t>
            </a:r>
            <a:r>
              <a:rPr lang="it-IT" altLang="it-IT" sz="4000" dirty="0"/>
              <a:t> </a:t>
            </a:r>
            <a:r>
              <a:rPr lang="it-IT" altLang="it-IT" sz="4000" dirty="0" err="1"/>
              <a:t>changes</a:t>
            </a:r>
            <a:endParaRPr lang="it-IT" altLang="it-IT" sz="4000" dirty="0"/>
          </a:p>
        </p:txBody>
      </p:sp>
      <p:sp>
        <p:nvSpPr>
          <p:cNvPr id="48135" name="Rectangle 4">
            <a:extLst>
              <a:ext uri="{FF2B5EF4-FFF2-40B4-BE49-F238E27FC236}">
                <a16:creationId xmlns:a16="http://schemas.microsoft.com/office/drawing/2014/main" id="{6E365B26-F979-9AB4-AC24-F3FE82B5D43C}"/>
              </a:ext>
            </a:extLst>
          </p:cNvPr>
          <p:cNvSpPr>
            <a:spLocks noGrp="1" noChangeArrowheads="1"/>
          </p:cNvSpPr>
          <p:nvPr>
            <p:ph idx="1"/>
          </p:nvPr>
        </p:nvSpPr>
        <p:spPr>
          <a:xfrm>
            <a:off x="609600" y="1412875"/>
            <a:ext cx="10972800" cy="4713292"/>
          </a:xfrm>
        </p:spPr>
        <p:txBody>
          <a:bodyPr/>
          <a:lstStyle/>
          <a:p>
            <a:pPr eaLnBrk="1" hangingPunct="1"/>
            <a:r>
              <a:rPr lang="it-IT" altLang="it-IT" dirty="0"/>
              <a:t>case #2: router fault</a:t>
            </a:r>
          </a:p>
          <a:p>
            <a:pPr lvl="1" eaLnBrk="1" hangingPunct="1"/>
            <a:r>
              <a:rPr lang="it-IT" altLang="it-IT" dirty="0" err="1"/>
              <a:t>bring</a:t>
            </a:r>
            <a:r>
              <a:rPr lang="it-IT" altLang="it-IT" dirty="0"/>
              <a:t> down a router (by </a:t>
            </a:r>
            <a:r>
              <a:rPr lang="it-IT" altLang="it-IT" dirty="0" err="1"/>
              <a:t>crashing</a:t>
            </a:r>
            <a:r>
              <a:rPr lang="it-IT" altLang="it-IT" dirty="0"/>
              <a:t> </a:t>
            </a:r>
            <a:r>
              <a:rPr lang="it-IT" altLang="it-IT" dirty="0" err="1"/>
              <a:t>it</a:t>
            </a:r>
            <a:r>
              <a:rPr lang="it-IT" altLang="it-IT" dirty="0"/>
              <a:t> or by </a:t>
            </a:r>
            <a:r>
              <a:rPr lang="it-IT" altLang="it-IT" dirty="0" err="1"/>
              <a:t>shutting</a:t>
            </a:r>
            <a:r>
              <a:rPr lang="it-IT" altLang="it-IT" dirty="0"/>
              <a:t> down </a:t>
            </a:r>
            <a:r>
              <a:rPr lang="it-IT" altLang="it-IT" dirty="0" err="1"/>
              <a:t>all</a:t>
            </a:r>
            <a:r>
              <a:rPr lang="it-IT" altLang="it-IT" dirty="0"/>
              <a:t> </a:t>
            </a:r>
            <a:r>
              <a:rPr lang="it-IT" altLang="it-IT" dirty="0" err="1"/>
              <a:t>its</a:t>
            </a:r>
            <a:r>
              <a:rPr lang="it-IT" altLang="it-IT" dirty="0"/>
              <a:t> </a:t>
            </a:r>
            <a:r>
              <a:rPr lang="it-IT" altLang="it-IT" dirty="0" err="1"/>
              <a:t>interfaces</a:t>
            </a:r>
            <a:r>
              <a:rPr lang="it-IT" altLang="it-IT" dirty="0"/>
              <a:t> </a:t>
            </a:r>
            <a:r>
              <a:rPr lang="it-IT" altLang="it-IT" dirty="0" err="1"/>
              <a:t>simultaneously</a:t>
            </a:r>
            <a:r>
              <a:rPr lang="it-IT" altLang="it-IT" dirty="0"/>
              <a:t>)</a:t>
            </a:r>
          </a:p>
          <a:p>
            <a:pPr lvl="1" eaLnBrk="1" hangingPunct="1"/>
            <a:r>
              <a:rPr lang="it-IT" altLang="it-IT" dirty="0"/>
              <a:t>the router </a:t>
            </a:r>
            <a:r>
              <a:rPr lang="it-IT" altLang="it-IT" dirty="0" err="1"/>
              <a:t>has</a:t>
            </a:r>
            <a:r>
              <a:rPr lang="it-IT" altLang="it-IT" dirty="0"/>
              <a:t> no chance to propagate </a:t>
            </a:r>
            <a:r>
              <a:rPr lang="it-IT" altLang="it-IT" dirty="0" err="1"/>
              <a:t>lsas</a:t>
            </a:r>
            <a:endParaRPr lang="it-IT" altLang="it-IT" dirty="0"/>
          </a:p>
          <a:p>
            <a:pPr lvl="2" eaLnBrk="1" hangingPunct="1"/>
            <a:r>
              <a:rPr lang="it-IT" altLang="it-IT" dirty="0"/>
              <a:t>the </a:t>
            </a:r>
            <a:r>
              <a:rPr lang="it-IT" altLang="it-IT" dirty="0" err="1"/>
              <a:t>change</a:t>
            </a:r>
            <a:r>
              <a:rPr lang="it-IT" altLang="it-IT" dirty="0"/>
              <a:t> </a:t>
            </a:r>
            <a:r>
              <a:rPr lang="it-IT" altLang="it-IT" i="1" dirty="0" err="1"/>
              <a:t>cannot</a:t>
            </a:r>
            <a:r>
              <a:rPr lang="it-IT" altLang="it-IT" dirty="0"/>
              <a:t> be </a:t>
            </a:r>
            <a:r>
              <a:rPr lang="it-IT" altLang="it-IT" dirty="0" err="1"/>
              <a:t>immediately</a:t>
            </a:r>
            <a:r>
              <a:rPr lang="it-IT" altLang="it-IT" dirty="0"/>
              <a:t> </a:t>
            </a:r>
            <a:r>
              <a:rPr lang="it-IT" altLang="it-IT" dirty="0" err="1"/>
              <a:t>propagated</a:t>
            </a:r>
            <a:endParaRPr lang="it-IT" altLang="it-IT" dirty="0"/>
          </a:p>
          <a:p>
            <a:pPr lvl="2" eaLnBrk="1" hangingPunct="1"/>
            <a:r>
              <a:rPr lang="it-IT" altLang="it-IT" dirty="0" err="1"/>
              <a:t>neighboring</a:t>
            </a:r>
            <a:r>
              <a:rPr lang="it-IT" altLang="it-IT" dirty="0"/>
              <a:t> routers can </a:t>
            </a:r>
            <a:r>
              <a:rPr lang="it-IT" altLang="it-IT" dirty="0" err="1"/>
              <a:t>only</a:t>
            </a:r>
            <a:r>
              <a:rPr lang="it-IT" altLang="it-IT" dirty="0"/>
              <a:t> </a:t>
            </a:r>
            <a:r>
              <a:rPr lang="it-IT" altLang="it-IT" dirty="0" err="1"/>
              <a:t>realize</a:t>
            </a:r>
            <a:r>
              <a:rPr lang="it-IT" altLang="it-IT" dirty="0"/>
              <a:t> </a:t>
            </a:r>
            <a:r>
              <a:rPr lang="it-IT" altLang="it-IT" dirty="0" err="1"/>
              <a:t>it</a:t>
            </a:r>
            <a:r>
              <a:rPr lang="it-IT" altLang="it-IT" dirty="0"/>
              <a:t> (and update </a:t>
            </a:r>
            <a:r>
              <a:rPr lang="it-IT" altLang="it-IT" dirty="0" err="1"/>
              <a:t>routing</a:t>
            </a:r>
            <a:r>
              <a:rPr lang="it-IT" altLang="it-IT" dirty="0"/>
              <a:t> </a:t>
            </a:r>
            <a:r>
              <a:rPr lang="it-IT" altLang="it-IT" dirty="0" err="1"/>
              <a:t>tables</a:t>
            </a:r>
            <a:r>
              <a:rPr lang="it-IT" altLang="it-IT" dirty="0"/>
              <a:t>) after </a:t>
            </a:r>
            <a:r>
              <a:rPr lang="it-IT" altLang="it-IT" dirty="0" err="1"/>
              <a:t>expiry</a:t>
            </a:r>
            <a:r>
              <a:rPr lang="it-IT" altLang="it-IT" dirty="0"/>
              <a:t> of the </a:t>
            </a:r>
            <a:r>
              <a:rPr lang="it-IT" altLang="it-IT" dirty="0" err="1">
                <a:latin typeface="Lucida Console" panose="020B0609040504020204" pitchFamily="49" charset="0"/>
              </a:rPr>
              <a:t>RouterDeadInterval</a:t>
            </a:r>
            <a:r>
              <a:rPr lang="it-IT" altLang="it-IT" dirty="0"/>
              <a:t> timer</a:t>
            </a:r>
          </a:p>
        </p:txBody>
      </p:sp>
      <p:sp>
        <p:nvSpPr>
          <p:cNvPr id="2" name="Rectangle 4">
            <a:extLst>
              <a:ext uri="{FF2B5EF4-FFF2-40B4-BE49-F238E27FC236}">
                <a16:creationId xmlns:a16="http://schemas.microsoft.com/office/drawing/2014/main" id="{BF01A544-76F2-3D7D-88F6-978DCE1D7A6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5A90B7F1-B72F-C961-4057-024F598089AA}"/>
              </a:ext>
            </a:extLst>
          </p:cNvPr>
          <p:cNvSpPr>
            <a:spLocks noGrp="1" noChangeArrowheads="1"/>
          </p:cNvSpPr>
          <p:nvPr>
            <p:ph type="ftr" sz="quarter" idx="11"/>
          </p:nvPr>
        </p:nvSpPr>
        <p:spPr>
          <a:ln/>
        </p:spPr>
        <p:txBody>
          <a:bodyPr/>
          <a:lstStyle/>
          <a:p>
            <a:r>
              <a:rPr lang="it-IT" altLang="en-IT"/>
              <a:t>kathara – [ labs: ospf_frr ]</a:t>
            </a: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8" name="Rectangle 4">
            <a:extLst>
              <a:ext uri="{FF2B5EF4-FFF2-40B4-BE49-F238E27FC236}">
                <a16:creationId xmlns:a16="http://schemas.microsoft.com/office/drawing/2014/main" id="{9604FE93-71E9-9D48-13AF-B0491910E898}"/>
              </a:ext>
            </a:extLst>
          </p:cNvPr>
          <p:cNvSpPr>
            <a:spLocks noGrp="1" noChangeArrowheads="1"/>
          </p:cNvSpPr>
          <p:nvPr>
            <p:ph type="title"/>
          </p:nvPr>
        </p:nvSpPr>
        <p:spPr/>
        <p:txBody>
          <a:bodyPr/>
          <a:lstStyle/>
          <a:p>
            <a:pPr eaLnBrk="1" hangingPunct="1"/>
            <a:r>
              <a:rPr lang="it-IT" altLang="it-IT" sz="4000"/>
              <a:t>ospf is (often) fast at detecting topology changes</a:t>
            </a:r>
          </a:p>
        </p:txBody>
      </p:sp>
      <p:sp>
        <p:nvSpPr>
          <p:cNvPr id="49159" name="Rectangle 5">
            <a:extLst>
              <a:ext uri="{FF2B5EF4-FFF2-40B4-BE49-F238E27FC236}">
                <a16:creationId xmlns:a16="http://schemas.microsoft.com/office/drawing/2014/main" id="{A9E01664-30DC-F5B3-FF83-2F92FC5CAF24}"/>
              </a:ext>
            </a:extLst>
          </p:cNvPr>
          <p:cNvSpPr>
            <a:spLocks noGrp="1" noChangeArrowheads="1"/>
          </p:cNvSpPr>
          <p:nvPr>
            <p:ph idx="1"/>
          </p:nvPr>
        </p:nvSpPr>
        <p:spPr/>
        <p:txBody>
          <a:bodyPr/>
          <a:lstStyle/>
          <a:p>
            <a:pPr eaLnBrk="1" hangingPunct="1"/>
            <a:r>
              <a:rPr lang="it-IT" altLang="it-IT" dirty="0"/>
              <a:t>case #2: router fault</a:t>
            </a:r>
          </a:p>
          <a:p>
            <a:pPr lvl="1" eaLnBrk="1" hangingPunct="1"/>
            <a:r>
              <a:rPr lang="it-IT" altLang="it-IT" dirty="0" err="1"/>
              <a:t>bring</a:t>
            </a:r>
            <a:r>
              <a:rPr lang="it-IT" altLang="it-IT" dirty="0"/>
              <a:t> down a router (by </a:t>
            </a:r>
            <a:r>
              <a:rPr lang="it-IT" altLang="it-IT" dirty="0" err="1"/>
              <a:t>crashing</a:t>
            </a:r>
            <a:r>
              <a:rPr lang="it-IT" altLang="it-IT" dirty="0"/>
              <a:t> </a:t>
            </a:r>
            <a:r>
              <a:rPr lang="it-IT" altLang="it-IT" dirty="0" err="1"/>
              <a:t>it</a:t>
            </a:r>
            <a:r>
              <a:rPr lang="it-IT" altLang="it-IT" dirty="0"/>
              <a:t> or by </a:t>
            </a:r>
            <a:r>
              <a:rPr lang="it-IT" altLang="it-IT" dirty="0" err="1"/>
              <a:t>shutting</a:t>
            </a:r>
            <a:r>
              <a:rPr lang="it-IT" altLang="it-IT" dirty="0"/>
              <a:t> down </a:t>
            </a:r>
            <a:r>
              <a:rPr lang="it-IT" altLang="it-IT" dirty="0" err="1"/>
              <a:t>all</a:t>
            </a:r>
            <a:r>
              <a:rPr lang="it-IT" altLang="it-IT" dirty="0"/>
              <a:t> </a:t>
            </a:r>
            <a:r>
              <a:rPr lang="it-IT" altLang="it-IT" dirty="0" err="1"/>
              <a:t>its</a:t>
            </a:r>
            <a:r>
              <a:rPr lang="it-IT" altLang="it-IT" dirty="0"/>
              <a:t> </a:t>
            </a:r>
            <a:r>
              <a:rPr lang="it-IT" altLang="it-IT" dirty="0" err="1"/>
              <a:t>interfaces</a:t>
            </a:r>
            <a:r>
              <a:rPr lang="it-IT" altLang="it-IT" dirty="0"/>
              <a:t> </a:t>
            </a:r>
            <a:r>
              <a:rPr lang="it-IT" altLang="it-IT" dirty="0" err="1"/>
              <a:t>simultaneously</a:t>
            </a:r>
            <a:r>
              <a:rPr lang="it-IT" altLang="it-IT" dirty="0"/>
              <a:t>)</a:t>
            </a:r>
          </a:p>
          <a:p>
            <a:pPr lvl="1" eaLnBrk="1" hangingPunct="1"/>
            <a:r>
              <a:rPr lang="it-IT" altLang="it-IT" dirty="0"/>
              <a:t>after the </a:t>
            </a:r>
            <a:r>
              <a:rPr lang="it-IT" altLang="it-IT" dirty="0" err="1"/>
              <a:t>change</a:t>
            </a:r>
            <a:r>
              <a:rPr lang="it-IT" altLang="it-IT" dirty="0"/>
              <a:t> </a:t>
            </a:r>
            <a:r>
              <a:rPr lang="it-IT" altLang="it-IT" dirty="0" err="1"/>
              <a:t>has</a:t>
            </a:r>
            <a:r>
              <a:rPr lang="it-IT" altLang="it-IT" dirty="0"/>
              <a:t> </a:t>
            </a:r>
            <a:r>
              <a:rPr lang="it-IT" altLang="it-IT" dirty="0" err="1"/>
              <a:t>been</a:t>
            </a:r>
            <a:r>
              <a:rPr lang="it-IT" altLang="it-IT" dirty="0"/>
              <a:t> </a:t>
            </a:r>
            <a:r>
              <a:rPr lang="it-IT" altLang="it-IT" dirty="0" err="1"/>
              <a:t>propagated</a:t>
            </a:r>
            <a:r>
              <a:rPr lang="it-IT" altLang="it-IT" dirty="0"/>
              <a:t>...</a:t>
            </a:r>
          </a:p>
          <a:p>
            <a:pPr lvl="2" eaLnBrk="1" hangingPunct="1"/>
            <a:r>
              <a:rPr lang="it-IT" altLang="it-IT" dirty="0"/>
              <a:t>...</a:t>
            </a:r>
            <a:r>
              <a:rPr lang="it-IT" altLang="it-IT" dirty="0" err="1"/>
              <a:t>lsdb</a:t>
            </a:r>
            <a:r>
              <a:rPr lang="it-IT" altLang="it-IT" dirty="0"/>
              <a:t> information </a:t>
            </a:r>
            <a:r>
              <a:rPr lang="it-IT" altLang="it-IT" dirty="0" err="1"/>
              <a:t>about</a:t>
            </a:r>
            <a:r>
              <a:rPr lang="it-IT" altLang="it-IT" dirty="0"/>
              <a:t> networks for </a:t>
            </a:r>
            <a:r>
              <a:rPr lang="it-IT" altLang="it-IT" dirty="0" err="1"/>
              <a:t>which</a:t>
            </a:r>
            <a:r>
              <a:rPr lang="it-IT" altLang="it-IT" dirty="0"/>
              <a:t> the </a:t>
            </a:r>
            <a:r>
              <a:rPr lang="it-IT" altLang="it-IT" dirty="0" err="1"/>
              <a:t>failed</a:t>
            </a:r>
            <a:r>
              <a:rPr lang="it-IT" altLang="it-IT" dirty="0"/>
              <a:t> router </a:t>
            </a:r>
            <a:r>
              <a:rPr lang="it-IT" altLang="it-IT" dirty="0" err="1"/>
              <a:t>was</a:t>
            </a:r>
            <a:r>
              <a:rPr lang="it-IT" altLang="it-IT" dirty="0"/>
              <a:t> </a:t>
            </a:r>
            <a:r>
              <a:rPr lang="it-IT" altLang="it-IT" dirty="0" err="1"/>
              <a:t>not</a:t>
            </a:r>
            <a:r>
              <a:rPr lang="it-IT" altLang="it-IT" dirty="0"/>
              <a:t> dr </a:t>
            </a:r>
            <a:r>
              <a:rPr lang="it-IT" altLang="it-IT" dirty="0" err="1"/>
              <a:t>is</a:t>
            </a:r>
            <a:r>
              <a:rPr lang="it-IT" altLang="it-IT" dirty="0"/>
              <a:t> </a:t>
            </a:r>
            <a:r>
              <a:rPr lang="it-IT" altLang="it-IT" dirty="0" err="1"/>
              <a:t>immediately</a:t>
            </a:r>
            <a:r>
              <a:rPr lang="it-IT" altLang="it-IT" dirty="0"/>
              <a:t> </a:t>
            </a:r>
            <a:r>
              <a:rPr lang="it-IT" altLang="it-IT" dirty="0" err="1"/>
              <a:t>flushed</a:t>
            </a:r>
            <a:r>
              <a:rPr lang="it-IT" altLang="it-IT" dirty="0"/>
              <a:t> from </a:t>
            </a:r>
            <a:r>
              <a:rPr lang="it-IT" altLang="it-IT" dirty="0" err="1"/>
              <a:t>other</a:t>
            </a:r>
            <a:r>
              <a:rPr lang="it-IT" altLang="it-IT" dirty="0"/>
              <a:t> routers’ </a:t>
            </a:r>
            <a:r>
              <a:rPr lang="it-IT" altLang="it-IT" dirty="0" err="1"/>
              <a:t>lsdbs</a:t>
            </a:r>
            <a:endParaRPr lang="it-IT" altLang="it-IT" dirty="0"/>
          </a:p>
          <a:p>
            <a:pPr lvl="3" eaLnBrk="1" hangingPunct="1"/>
            <a:r>
              <a:rPr lang="it-IT" altLang="it-IT" dirty="0"/>
              <a:t>the dr takes care of </a:t>
            </a:r>
            <a:r>
              <a:rPr lang="it-IT" altLang="it-IT" dirty="0" err="1"/>
              <a:t>sending</a:t>
            </a:r>
            <a:r>
              <a:rPr lang="it-IT" altLang="it-IT" dirty="0"/>
              <a:t> appropriate </a:t>
            </a:r>
            <a:r>
              <a:rPr lang="it-IT" altLang="it-IT" dirty="0" err="1"/>
              <a:t>lsas</a:t>
            </a:r>
            <a:endParaRPr lang="it-IT" altLang="it-IT" dirty="0"/>
          </a:p>
          <a:p>
            <a:pPr lvl="2" eaLnBrk="1" hangingPunct="1"/>
            <a:r>
              <a:rPr lang="it-IT" altLang="it-IT" dirty="0"/>
              <a:t>...</a:t>
            </a:r>
            <a:r>
              <a:rPr lang="it-IT" altLang="it-IT" dirty="0" err="1"/>
              <a:t>lsdb</a:t>
            </a:r>
            <a:r>
              <a:rPr lang="it-IT" altLang="it-IT" dirty="0"/>
              <a:t> information </a:t>
            </a:r>
            <a:r>
              <a:rPr lang="it-IT" altLang="it-IT" dirty="0" err="1"/>
              <a:t>about</a:t>
            </a:r>
            <a:r>
              <a:rPr lang="it-IT" altLang="it-IT" dirty="0"/>
              <a:t> networks for </a:t>
            </a:r>
            <a:r>
              <a:rPr lang="it-IT" altLang="it-IT" dirty="0" err="1"/>
              <a:t>which</a:t>
            </a:r>
            <a:r>
              <a:rPr lang="it-IT" altLang="it-IT" dirty="0"/>
              <a:t> the </a:t>
            </a:r>
            <a:r>
              <a:rPr lang="it-IT" altLang="it-IT" dirty="0" err="1"/>
              <a:t>failed</a:t>
            </a:r>
            <a:r>
              <a:rPr lang="it-IT" altLang="it-IT" dirty="0"/>
              <a:t> router </a:t>
            </a:r>
            <a:r>
              <a:rPr lang="it-IT" altLang="it-IT" dirty="0" err="1"/>
              <a:t>was</a:t>
            </a:r>
            <a:r>
              <a:rPr lang="it-IT" altLang="it-IT" dirty="0"/>
              <a:t> dr (</a:t>
            </a:r>
            <a:r>
              <a:rPr lang="it-IT" altLang="it-IT" dirty="0" err="1"/>
              <a:t>including</a:t>
            </a:r>
            <a:r>
              <a:rPr lang="it-IT" altLang="it-IT" dirty="0"/>
              <a:t> </a:t>
            </a:r>
            <a:r>
              <a:rPr lang="it-IT" altLang="it-IT" dirty="0" err="1"/>
              <a:t>those</a:t>
            </a:r>
            <a:r>
              <a:rPr lang="it-IT" altLang="it-IT" dirty="0"/>
              <a:t> </a:t>
            </a:r>
            <a:r>
              <a:rPr lang="it-IT" altLang="it-IT" dirty="0" err="1"/>
              <a:t>where</a:t>
            </a:r>
            <a:r>
              <a:rPr lang="it-IT" altLang="it-IT" dirty="0"/>
              <a:t> a dr </a:t>
            </a:r>
            <a:r>
              <a:rPr lang="it-IT" altLang="it-IT" dirty="0" err="1"/>
              <a:t>will</a:t>
            </a:r>
            <a:r>
              <a:rPr lang="it-IT" altLang="it-IT" dirty="0"/>
              <a:t> be re-</a:t>
            </a:r>
            <a:r>
              <a:rPr lang="it-IT" altLang="it-IT" dirty="0" err="1"/>
              <a:t>elected</a:t>
            </a:r>
            <a:r>
              <a:rPr lang="it-IT" altLang="it-IT" dirty="0"/>
              <a:t>) and </a:t>
            </a:r>
            <a:r>
              <a:rPr lang="it-IT" altLang="it-IT" dirty="0" err="1"/>
              <a:t>about</a:t>
            </a:r>
            <a:r>
              <a:rPr lang="it-IT" altLang="it-IT" dirty="0"/>
              <a:t> routers </a:t>
            </a:r>
            <a:r>
              <a:rPr lang="it-IT" altLang="it-IT" dirty="0" err="1"/>
              <a:t>is</a:t>
            </a:r>
            <a:r>
              <a:rPr lang="it-IT" altLang="it-IT" dirty="0"/>
              <a:t> more “</a:t>
            </a:r>
            <a:r>
              <a:rPr lang="it-IT" altLang="it-IT" dirty="0" err="1"/>
              <a:t>tough</a:t>
            </a:r>
            <a:r>
              <a:rPr lang="it-IT" altLang="it-IT" dirty="0"/>
              <a:t>”</a:t>
            </a:r>
          </a:p>
          <a:p>
            <a:pPr lvl="3" eaLnBrk="1" hangingPunct="1"/>
            <a:r>
              <a:rPr lang="it-IT" altLang="it-IT" dirty="0" err="1"/>
              <a:t>ospf</a:t>
            </a:r>
            <a:r>
              <a:rPr lang="it-IT" altLang="it-IT" dirty="0"/>
              <a:t> </a:t>
            </a:r>
            <a:r>
              <a:rPr lang="it-IT" altLang="it-IT" dirty="0" err="1"/>
              <a:t>waits</a:t>
            </a:r>
            <a:r>
              <a:rPr lang="it-IT" altLang="it-IT" dirty="0"/>
              <a:t> for the </a:t>
            </a:r>
            <a:r>
              <a:rPr lang="it-IT" altLang="it-IT" dirty="0" err="1"/>
              <a:t>lsa</a:t>
            </a:r>
            <a:r>
              <a:rPr lang="it-IT" altLang="it-IT" dirty="0"/>
              <a:t> to </a:t>
            </a:r>
            <a:r>
              <a:rPr lang="it-IT" altLang="it-IT" dirty="0" err="1"/>
              <a:t>expire</a:t>
            </a:r>
            <a:r>
              <a:rPr lang="it-IT" altLang="it-IT" dirty="0"/>
              <a:t> (</a:t>
            </a:r>
            <a:r>
              <a:rPr lang="it-IT" altLang="it-IT" dirty="0" err="1"/>
              <a:t>expiration</a:t>
            </a:r>
            <a:r>
              <a:rPr lang="it-IT" altLang="it-IT" dirty="0"/>
              <a:t> </a:t>
            </a:r>
            <a:r>
              <a:rPr lang="it-IT" altLang="it-IT" dirty="0" err="1"/>
              <a:t>happens</a:t>
            </a:r>
            <a:r>
              <a:rPr lang="it-IT" altLang="it-IT" dirty="0"/>
              <a:t> </a:t>
            </a:r>
            <a:r>
              <a:rPr lang="it-IT" altLang="it-IT" dirty="0" err="1"/>
              <a:t>when</a:t>
            </a:r>
            <a:r>
              <a:rPr lang="it-IT" altLang="it-IT" dirty="0"/>
              <a:t> the age of the </a:t>
            </a:r>
            <a:r>
              <a:rPr lang="it-IT" altLang="it-IT" dirty="0" err="1"/>
              <a:t>lsa</a:t>
            </a:r>
            <a:r>
              <a:rPr lang="it-IT" altLang="it-IT" dirty="0"/>
              <a:t> </a:t>
            </a:r>
            <a:r>
              <a:rPr lang="it-IT" altLang="it-IT" dirty="0" err="1"/>
              <a:t>reaches</a:t>
            </a:r>
            <a:r>
              <a:rPr lang="it-IT" altLang="it-IT" dirty="0"/>
              <a:t> the </a:t>
            </a:r>
            <a:r>
              <a:rPr lang="it-IT" altLang="it-IT" dirty="0" err="1">
                <a:latin typeface="Lucida Console" panose="020B0609040504020204" pitchFamily="49" charset="0"/>
              </a:rPr>
              <a:t>MaxAge</a:t>
            </a:r>
            <a:r>
              <a:rPr lang="it-IT" altLang="it-IT" dirty="0"/>
              <a:t> </a:t>
            </a:r>
            <a:r>
              <a:rPr lang="it-IT" altLang="it-IT" dirty="0" err="1"/>
              <a:t>value</a:t>
            </a:r>
            <a:r>
              <a:rPr lang="it-IT" altLang="it-IT" dirty="0"/>
              <a:t> of </a:t>
            </a:r>
            <a:r>
              <a:rPr lang="it-IT" altLang="it-IT" dirty="0">
                <a:solidFill>
                  <a:schemeClr val="tx2"/>
                </a:solidFill>
              </a:rPr>
              <a:t>1 hour</a:t>
            </a:r>
            <a:r>
              <a:rPr lang="it-IT" altLang="it-IT" dirty="0"/>
              <a:t>) </a:t>
            </a:r>
            <a:r>
              <a:rPr lang="it-IT" altLang="it-IT" dirty="0" err="1"/>
              <a:t>before</a:t>
            </a:r>
            <a:r>
              <a:rPr lang="it-IT" altLang="it-IT" dirty="0"/>
              <a:t> </a:t>
            </a:r>
            <a:r>
              <a:rPr lang="it-IT" altLang="it-IT" dirty="0" err="1"/>
              <a:t>taking</a:t>
            </a:r>
            <a:r>
              <a:rPr lang="it-IT" altLang="it-IT" dirty="0"/>
              <a:t> </a:t>
            </a:r>
            <a:r>
              <a:rPr lang="it-IT" altLang="it-IT" dirty="0" err="1"/>
              <a:t>any</a:t>
            </a:r>
            <a:r>
              <a:rPr lang="it-IT" altLang="it-IT" dirty="0"/>
              <a:t> actions</a:t>
            </a:r>
          </a:p>
        </p:txBody>
      </p:sp>
      <p:sp>
        <p:nvSpPr>
          <p:cNvPr id="2" name="Rectangle 4">
            <a:extLst>
              <a:ext uri="{FF2B5EF4-FFF2-40B4-BE49-F238E27FC236}">
                <a16:creationId xmlns:a16="http://schemas.microsoft.com/office/drawing/2014/main" id="{5D0E55B4-D8CF-D5B4-2079-35999350E308}"/>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A5A46052-87E8-F306-7591-458D1BDB5C7C}"/>
              </a:ext>
            </a:extLst>
          </p:cNvPr>
          <p:cNvSpPr>
            <a:spLocks noGrp="1" noChangeArrowheads="1"/>
          </p:cNvSpPr>
          <p:nvPr>
            <p:ph type="ftr" sz="quarter" idx="11"/>
          </p:nvPr>
        </p:nvSpPr>
        <p:spPr>
          <a:ln/>
        </p:spPr>
        <p:txBody>
          <a:bodyPr/>
          <a:lstStyle/>
          <a:p>
            <a:r>
              <a:rPr lang="it-IT" altLang="en-IT"/>
              <a:t>kathara – [ labs: ospf_frr ]</a:t>
            </a:r>
          </a:p>
        </p:txBody>
      </p:sp>
      <p:sp>
        <p:nvSpPr>
          <p:cNvPr id="6" name="Segnaposto data 3">
            <a:extLst>
              <a:ext uri="{FF2B5EF4-FFF2-40B4-BE49-F238E27FC236}">
                <a16:creationId xmlns:a16="http://schemas.microsoft.com/office/drawing/2014/main" id="{00D42340-7997-4E4F-B17E-77F880E402AB}"/>
              </a:ext>
            </a:extLst>
          </p:cNvPr>
          <p:cNvSpPr txBox="1">
            <a:spLocks noGrp="1"/>
          </p:cNvSpPr>
          <p:nvPr/>
        </p:nvSpPr>
        <p:spPr bwMode="auto">
          <a:xfrm>
            <a:off x="8472488" y="6453189"/>
            <a:ext cx="2087562" cy="333375"/>
          </a:xfrm>
          <a:prstGeom prst="rect">
            <a:avLst/>
          </a:prstGeom>
          <a:noFill/>
          <a:ln>
            <a:miter lim="800000"/>
            <a:headEnd/>
            <a:tailEnd/>
          </a:ln>
        </p:spPr>
        <p:txBody>
          <a:bodyPr/>
          <a:lstStyle/>
          <a:p>
            <a:pPr algn="r" eaLnBrk="1" hangingPunct="1">
              <a:defRPr/>
            </a:pPr>
            <a:r>
              <a:rPr lang="it-IT" sz="1400" dirty="0">
                <a:latin typeface="+mn-lt"/>
              </a:rPr>
              <a:t>last update: </a:t>
            </a:r>
            <a:r>
              <a:rPr lang="it-IT" sz="1400" dirty="0" err="1">
                <a:latin typeface="+mn-lt"/>
              </a:rPr>
              <a:t>Nov</a:t>
            </a:r>
            <a:r>
              <a:rPr lang="it-IT" sz="1400" dirty="0">
                <a:latin typeface="+mn-lt"/>
              </a:rPr>
              <a:t> 2018</a:t>
            </a: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81" name="Rectangle 3">
            <a:extLst>
              <a:ext uri="{FF2B5EF4-FFF2-40B4-BE49-F238E27FC236}">
                <a16:creationId xmlns:a16="http://schemas.microsoft.com/office/drawing/2014/main" id="{814AC243-CAE4-3823-954C-5D71A9E84E68}"/>
              </a:ext>
            </a:extLst>
          </p:cNvPr>
          <p:cNvSpPr>
            <a:spLocks noGrp="1" noChangeArrowheads="1"/>
          </p:cNvSpPr>
          <p:nvPr>
            <p:ph type="title"/>
          </p:nvPr>
        </p:nvSpPr>
        <p:spPr/>
        <p:txBody>
          <a:bodyPr/>
          <a:lstStyle/>
          <a:p>
            <a:pPr eaLnBrk="1" hangingPunct="1"/>
            <a:r>
              <a:rPr lang="it-IT" altLang="it-IT" sz="4000"/>
              <a:t>ospf is (often) fast at detecting topology changes</a:t>
            </a:r>
          </a:p>
        </p:txBody>
      </p:sp>
      <p:sp>
        <p:nvSpPr>
          <p:cNvPr id="50182" name="Rectangle 4">
            <a:extLst>
              <a:ext uri="{FF2B5EF4-FFF2-40B4-BE49-F238E27FC236}">
                <a16:creationId xmlns:a16="http://schemas.microsoft.com/office/drawing/2014/main" id="{31C6EFB5-9059-8C2B-5AB9-9B758B517F4C}"/>
              </a:ext>
            </a:extLst>
          </p:cNvPr>
          <p:cNvSpPr>
            <a:spLocks noGrp="1" noChangeArrowheads="1"/>
          </p:cNvSpPr>
          <p:nvPr>
            <p:ph idx="1"/>
          </p:nvPr>
        </p:nvSpPr>
        <p:spPr/>
        <p:txBody>
          <a:bodyPr/>
          <a:lstStyle/>
          <a:p>
            <a:pPr eaLnBrk="1" hangingPunct="1"/>
            <a:r>
              <a:rPr lang="it-IT" altLang="it-IT" dirty="0"/>
              <a:t>case #2: router fault</a:t>
            </a:r>
          </a:p>
          <a:p>
            <a:pPr lvl="1" eaLnBrk="1" hangingPunct="1"/>
            <a:r>
              <a:rPr lang="it-IT" altLang="it-IT" dirty="0" err="1"/>
              <a:t>bring</a:t>
            </a:r>
            <a:r>
              <a:rPr lang="it-IT" altLang="it-IT" dirty="0"/>
              <a:t> down a router (by </a:t>
            </a:r>
            <a:r>
              <a:rPr lang="it-IT" altLang="it-IT" dirty="0" err="1"/>
              <a:t>crashing</a:t>
            </a:r>
            <a:r>
              <a:rPr lang="it-IT" altLang="it-IT" dirty="0"/>
              <a:t> </a:t>
            </a:r>
            <a:r>
              <a:rPr lang="it-IT" altLang="it-IT" dirty="0" err="1"/>
              <a:t>it</a:t>
            </a:r>
            <a:r>
              <a:rPr lang="it-IT" altLang="it-IT" dirty="0"/>
              <a:t> or by </a:t>
            </a:r>
            <a:r>
              <a:rPr lang="it-IT" altLang="it-IT" dirty="0" err="1"/>
              <a:t>shutting</a:t>
            </a:r>
            <a:r>
              <a:rPr lang="it-IT" altLang="it-IT" dirty="0"/>
              <a:t> down </a:t>
            </a:r>
            <a:r>
              <a:rPr lang="it-IT" altLang="it-IT" dirty="0" err="1"/>
              <a:t>all</a:t>
            </a:r>
            <a:r>
              <a:rPr lang="it-IT" altLang="it-IT" dirty="0"/>
              <a:t> </a:t>
            </a:r>
            <a:r>
              <a:rPr lang="it-IT" altLang="it-IT" dirty="0" err="1"/>
              <a:t>its</a:t>
            </a:r>
            <a:r>
              <a:rPr lang="it-IT" altLang="it-IT" dirty="0"/>
              <a:t> </a:t>
            </a:r>
            <a:r>
              <a:rPr lang="it-IT" altLang="it-IT" dirty="0" err="1"/>
              <a:t>interfaces</a:t>
            </a:r>
            <a:r>
              <a:rPr lang="it-IT" altLang="it-IT" dirty="0"/>
              <a:t> </a:t>
            </a:r>
            <a:r>
              <a:rPr lang="it-IT" altLang="it-IT" dirty="0" err="1"/>
              <a:t>simultaneously</a:t>
            </a:r>
            <a:r>
              <a:rPr lang="it-IT" altLang="it-IT" dirty="0"/>
              <a:t>)</a:t>
            </a:r>
          </a:p>
          <a:p>
            <a:pPr eaLnBrk="1" hangingPunct="1"/>
            <a:endParaRPr lang="it-IT" altLang="it-IT" dirty="0"/>
          </a:p>
        </p:txBody>
      </p:sp>
      <p:sp>
        <p:nvSpPr>
          <p:cNvPr id="3" name="Rectangle 4">
            <a:extLst>
              <a:ext uri="{FF2B5EF4-FFF2-40B4-BE49-F238E27FC236}">
                <a16:creationId xmlns:a16="http://schemas.microsoft.com/office/drawing/2014/main" id="{62976248-B4E5-DE98-FAE2-FA4789CAA532}"/>
              </a:ext>
            </a:extLst>
          </p:cNvPr>
          <p:cNvSpPr>
            <a:spLocks noGrp="1" noChangeArrowheads="1"/>
          </p:cNvSpPr>
          <p:nvPr>
            <p:ph type="dt" sz="half" idx="10"/>
          </p:nvPr>
        </p:nvSpPr>
        <p:spPr>
          <a:ln/>
        </p:spPr>
        <p:txBody>
          <a:bodyPr/>
          <a:lstStyle/>
          <a:p>
            <a:r>
              <a:rPr lang="it-IT" altLang="en-IT"/>
              <a:t>last update: Oct 2023</a:t>
            </a:r>
          </a:p>
        </p:txBody>
      </p:sp>
      <p:sp>
        <p:nvSpPr>
          <p:cNvPr id="4" name="Rectangle 5">
            <a:extLst>
              <a:ext uri="{FF2B5EF4-FFF2-40B4-BE49-F238E27FC236}">
                <a16:creationId xmlns:a16="http://schemas.microsoft.com/office/drawing/2014/main" id="{BB048B61-26C8-F8DF-67EE-9A463736A826}"/>
              </a:ext>
            </a:extLst>
          </p:cNvPr>
          <p:cNvSpPr>
            <a:spLocks noGrp="1" noChangeArrowheads="1"/>
          </p:cNvSpPr>
          <p:nvPr>
            <p:ph type="ftr" sz="quarter" idx="11"/>
          </p:nvPr>
        </p:nvSpPr>
        <p:spPr>
          <a:ln/>
        </p:spPr>
        <p:txBody>
          <a:bodyPr/>
          <a:lstStyle/>
          <a:p>
            <a:r>
              <a:rPr lang="it-IT" altLang="en-IT"/>
              <a:t>kathara – [ labs: ospf_frr ]</a:t>
            </a:r>
          </a:p>
        </p:txBody>
      </p:sp>
      <p:sp>
        <p:nvSpPr>
          <p:cNvPr id="50183" name="Text Box 5">
            <a:extLst>
              <a:ext uri="{FF2B5EF4-FFF2-40B4-BE49-F238E27FC236}">
                <a16:creationId xmlns:a16="http://schemas.microsoft.com/office/drawing/2014/main" id="{1416008E-7A95-8726-9750-A7390267F536}"/>
              </a:ext>
            </a:extLst>
          </p:cNvPr>
          <p:cNvSpPr txBox="1">
            <a:spLocks noChangeArrowheads="1"/>
          </p:cNvSpPr>
          <p:nvPr/>
        </p:nvSpPr>
        <p:spPr bwMode="auto">
          <a:xfrm>
            <a:off x="3432176" y="3573463"/>
            <a:ext cx="532447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50000"/>
              </a:spcBef>
              <a:buClrTx/>
              <a:buSzTx/>
              <a:buFontTx/>
              <a:buNone/>
            </a:pPr>
            <a:r>
              <a:rPr lang="it-IT" altLang="it-IT" sz="2800"/>
              <a:t>overall reaction time (estimated)</a:t>
            </a:r>
          </a:p>
        </p:txBody>
      </p:sp>
      <p:grpSp>
        <p:nvGrpSpPr>
          <p:cNvPr id="2" name="Group 15">
            <a:extLst>
              <a:ext uri="{FF2B5EF4-FFF2-40B4-BE49-F238E27FC236}">
                <a16:creationId xmlns:a16="http://schemas.microsoft.com/office/drawing/2014/main" id="{E2A0B690-C6FD-AFE6-5609-375F8E07145E}"/>
              </a:ext>
            </a:extLst>
          </p:cNvPr>
          <p:cNvGrpSpPr>
            <a:grpSpLocks/>
          </p:cNvGrpSpPr>
          <p:nvPr/>
        </p:nvGrpSpPr>
        <p:grpSpPr bwMode="auto">
          <a:xfrm>
            <a:off x="2566988" y="4437064"/>
            <a:ext cx="6265862" cy="1336675"/>
            <a:chOff x="657" y="2795"/>
            <a:chExt cx="3947" cy="842"/>
          </a:xfrm>
        </p:grpSpPr>
        <p:grpSp>
          <p:nvGrpSpPr>
            <p:cNvPr id="50185" name="Group 7">
              <a:extLst>
                <a:ext uri="{FF2B5EF4-FFF2-40B4-BE49-F238E27FC236}">
                  <a16:creationId xmlns:a16="http://schemas.microsoft.com/office/drawing/2014/main" id="{F5C2799C-C535-81B7-6856-0059A0F5B71A}"/>
                </a:ext>
              </a:extLst>
            </p:cNvPr>
            <p:cNvGrpSpPr>
              <a:grpSpLocks/>
            </p:cNvGrpSpPr>
            <p:nvPr/>
          </p:nvGrpSpPr>
          <p:grpSpPr bwMode="auto">
            <a:xfrm>
              <a:off x="1655" y="3022"/>
              <a:ext cx="2450" cy="327"/>
              <a:chOff x="1156" y="3022"/>
              <a:chExt cx="2450" cy="327"/>
            </a:xfrm>
          </p:grpSpPr>
          <p:sp>
            <p:nvSpPr>
              <p:cNvPr id="50190" name="Line 8">
                <a:extLst>
                  <a:ext uri="{FF2B5EF4-FFF2-40B4-BE49-F238E27FC236}">
                    <a16:creationId xmlns:a16="http://schemas.microsoft.com/office/drawing/2014/main" id="{F08A5334-581B-521C-6645-1E2F8D6CDBBA}"/>
                  </a:ext>
                </a:extLst>
              </p:cNvPr>
              <p:cNvSpPr>
                <a:spLocks noChangeShapeType="1"/>
              </p:cNvSpPr>
              <p:nvPr/>
            </p:nvSpPr>
            <p:spPr bwMode="auto">
              <a:xfrm>
                <a:off x="1156" y="3022"/>
                <a:ext cx="0" cy="327"/>
              </a:xfrm>
              <a:prstGeom prst="line">
                <a:avLst/>
              </a:prstGeom>
              <a:noFill/>
              <a:ln w="381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50191" name="Line 9">
                <a:extLst>
                  <a:ext uri="{FF2B5EF4-FFF2-40B4-BE49-F238E27FC236}">
                    <a16:creationId xmlns:a16="http://schemas.microsoft.com/office/drawing/2014/main" id="{AD80154E-83AE-30F2-0B65-4C67BF38CA08}"/>
                  </a:ext>
                </a:extLst>
              </p:cNvPr>
              <p:cNvSpPr>
                <a:spLocks noChangeShapeType="1"/>
              </p:cNvSpPr>
              <p:nvPr/>
            </p:nvSpPr>
            <p:spPr bwMode="auto">
              <a:xfrm>
                <a:off x="3606" y="3022"/>
                <a:ext cx="0" cy="327"/>
              </a:xfrm>
              <a:prstGeom prst="line">
                <a:avLst/>
              </a:prstGeom>
              <a:noFill/>
              <a:ln w="381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50192" name="Line 10">
                <a:extLst>
                  <a:ext uri="{FF2B5EF4-FFF2-40B4-BE49-F238E27FC236}">
                    <a16:creationId xmlns:a16="http://schemas.microsoft.com/office/drawing/2014/main" id="{49BE58A5-C791-2037-D38E-F37C97A99594}"/>
                  </a:ext>
                </a:extLst>
              </p:cNvPr>
              <p:cNvSpPr>
                <a:spLocks noChangeShapeType="1"/>
              </p:cNvSpPr>
              <p:nvPr/>
            </p:nvSpPr>
            <p:spPr bwMode="auto">
              <a:xfrm>
                <a:off x="1156" y="3186"/>
                <a:ext cx="2450" cy="0"/>
              </a:xfrm>
              <a:prstGeom prst="line">
                <a:avLst/>
              </a:prstGeom>
              <a:noFill/>
              <a:ln w="381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GB"/>
              </a:p>
            </p:txBody>
          </p:sp>
        </p:grpSp>
        <p:sp>
          <p:nvSpPr>
            <p:cNvPr id="50186" name="Text Box 11">
              <a:extLst>
                <a:ext uri="{FF2B5EF4-FFF2-40B4-BE49-F238E27FC236}">
                  <a16:creationId xmlns:a16="http://schemas.microsoft.com/office/drawing/2014/main" id="{DE44BA06-C1EF-9A21-FCBE-4BAA0845D270}"/>
                </a:ext>
              </a:extLst>
            </p:cNvPr>
            <p:cNvSpPr txBox="1">
              <a:spLocks noChangeArrowheads="1"/>
            </p:cNvSpPr>
            <p:nvPr/>
          </p:nvSpPr>
          <p:spPr bwMode="auto">
            <a:xfrm>
              <a:off x="1428" y="3349"/>
              <a:ext cx="45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50000"/>
                </a:spcBef>
                <a:buClrTx/>
                <a:buSzTx/>
                <a:buFontTx/>
                <a:buNone/>
              </a:pPr>
              <a:r>
                <a:rPr lang="it-IT" altLang="it-IT" sz="2400"/>
                <a:t>min</a:t>
              </a:r>
            </a:p>
          </p:txBody>
        </p:sp>
        <p:sp>
          <p:nvSpPr>
            <p:cNvPr id="50187" name="Text Box 12">
              <a:extLst>
                <a:ext uri="{FF2B5EF4-FFF2-40B4-BE49-F238E27FC236}">
                  <a16:creationId xmlns:a16="http://schemas.microsoft.com/office/drawing/2014/main" id="{28ECE4A5-F689-D7F9-AE41-8BA5FF3D0E9E}"/>
                </a:ext>
              </a:extLst>
            </p:cNvPr>
            <p:cNvSpPr txBox="1">
              <a:spLocks noChangeArrowheads="1"/>
            </p:cNvSpPr>
            <p:nvPr/>
          </p:nvSpPr>
          <p:spPr bwMode="auto">
            <a:xfrm>
              <a:off x="3787" y="3349"/>
              <a:ext cx="6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50000"/>
                </a:spcBef>
                <a:buClrTx/>
                <a:buSzTx/>
                <a:buFontTx/>
                <a:buNone/>
              </a:pPr>
              <a:r>
                <a:rPr lang="it-IT" altLang="it-IT" sz="2400"/>
                <a:t>max</a:t>
              </a:r>
            </a:p>
          </p:txBody>
        </p:sp>
        <p:sp>
          <p:nvSpPr>
            <p:cNvPr id="50188" name="Text Box 13">
              <a:extLst>
                <a:ext uri="{FF2B5EF4-FFF2-40B4-BE49-F238E27FC236}">
                  <a16:creationId xmlns:a16="http://schemas.microsoft.com/office/drawing/2014/main" id="{B7F5CDEE-7DA5-8CB6-04C9-0C24CEE01C16}"/>
                </a:ext>
              </a:extLst>
            </p:cNvPr>
            <p:cNvSpPr txBox="1">
              <a:spLocks noChangeArrowheads="1"/>
            </p:cNvSpPr>
            <p:nvPr/>
          </p:nvSpPr>
          <p:spPr bwMode="auto">
            <a:xfrm>
              <a:off x="657" y="2795"/>
              <a:ext cx="19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50000"/>
                </a:spcBef>
                <a:buClrTx/>
                <a:buSzTx/>
                <a:buFontTx/>
                <a:buNone/>
              </a:pPr>
              <a:r>
                <a:rPr lang="it-IT" altLang="it-IT" sz="2000">
                  <a:latin typeface="Lucida Console" panose="020B0609040504020204" pitchFamily="49" charset="0"/>
                </a:rPr>
                <a:t>RouterDeadInterval</a:t>
              </a:r>
            </a:p>
          </p:txBody>
        </p:sp>
        <p:sp>
          <p:nvSpPr>
            <p:cNvPr id="50189" name="Text Box 14">
              <a:extLst>
                <a:ext uri="{FF2B5EF4-FFF2-40B4-BE49-F238E27FC236}">
                  <a16:creationId xmlns:a16="http://schemas.microsoft.com/office/drawing/2014/main" id="{4D0F2481-56AA-8C10-BEF4-8391193789F2}"/>
                </a:ext>
              </a:extLst>
            </p:cNvPr>
            <p:cNvSpPr txBox="1">
              <a:spLocks noChangeArrowheads="1"/>
            </p:cNvSpPr>
            <p:nvPr/>
          </p:nvSpPr>
          <p:spPr bwMode="auto">
            <a:xfrm>
              <a:off x="3606" y="2795"/>
              <a:ext cx="99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50000"/>
                </a:spcBef>
                <a:buClrTx/>
                <a:buSzTx/>
                <a:buFontTx/>
                <a:buNone/>
              </a:pPr>
              <a:r>
                <a:rPr lang="it-IT" altLang="it-IT" sz="2000">
                  <a:latin typeface="Lucida Console" panose="020B0609040504020204" pitchFamily="49" charset="0"/>
                </a:rPr>
                <a:t>MaxAge</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3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2">
            <a:extLst>
              <a:ext uri="{FF2B5EF4-FFF2-40B4-BE49-F238E27FC236}">
                <a16:creationId xmlns:a16="http://schemas.microsoft.com/office/drawing/2014/main" id="{E1A3DAF1-12A1-C8E9-9BCD-598FC2D281FD}"/>
              </a:ext>
            </a:extLst>
          </p:cNvPr>
          <p:cNvSpPr>
            <a:spLocks noGrp="1" noChangeArrowheads="1"/>
          </p:cNvSpPr>
          <p:nvPr>
            <p:ph type="ctrTitle"/>
          </p:nvPr>
        </p:nvSpPr>
        <p:spPr/>
        <p:txBody>
          <a:bodyPr/>
          <a:lstStyle/>
          <a:p>
            <a:pPr eaLnBrk="1" hangingPunct="1"/>
            <a:r>
              <a:rPr lang="it-IT" altLang="it-IT" sz="4800"/>
              <a:t>lab: ospf-multiarea</a:t>
            </a:r>
            <a:endParaRPr lang="it-IT" altLang="it-IT" sz="4800" dirty="0"/>
          </a:p>
        </p:txBody>
      </p:sp>
      <p:sp>
        <p:nvSpPr>
          <p:cNvPr id="2" name="Sottotitolo 1">
            <a:extLst>
              <a:ext uri="{FF2B5EF4-FFF2-40B4-BE49-F238E27FC236}">
                <a16:creationId xmlns:a16="http://schemas.microsoft.com/office/drawing/2014/main" id="{9859D1B0-A02F-F3F3-AD60-2C71D9F3827C}"/>
              </a:ext>
            </a:extLst>
          </p:cNvPr>
          <p:cNvSpPr>
            <a:spLocks noGrp="1"/>
          </p:cNvSpPr>
          <p:nvPr>
            <p:ph type="subTitle" idx="1"/>
          </p:nvPr>
        </p:nvSpPr>
        <p:spPr/>
        <p:txBody>
          <a:bodyPr/>
          <a:lstStyle/>
          <a:p>
            <a:endParaRPr lang="en-US"/>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8" name="Rectangle 2">
            <a:extLst>
              <a:ext uri="{FF2B5EF4-FFF2-40B4-BE49-F238E27FC236}">
                <a16:creationId xmlns:a16="http://schemas.microsoft.com/office/drawing/2014/main" id="{63272796-29F5-A0F0-D23E-E4F8822B7014}"/>
              </a:ext>
            </a:extLst>
          </p:cNvPr>
          <p:cNvSpPr>
            <a:spLocks noGrp="1" noChangeArrowheads="1"/>
          </p:cNvSpPr>
          <p:nvPr>
            <p:ph type="title"/>
          </p:nvPr>
        </p:nvSpPr>
        <p:spPr/>
        <p:txBody>
          <a:bodyPr/>
          <a:lstStyle/>
          <a:p>
            <a:pPr eaLnBrk="1" hangingPunct="1"/>
            <a:r>
              <a:rPr lang="it-IT" altLang="it-IT"/>
              <a:t>ospf areas</a:t>
            </a:r>
          </a:p>
        </p:txBody>
      </p:sp>
      <p:sp>
        <p:nvSpPr>
          <p:cNvPr id="52229" name="Rectangle 3">
            <a:extLst>
              <a:ext uri="{FF2B5EF4-FFF2-40B4-BE49-F238E27FC236}">
                <a16:creationId xmlns:a16="http://schemas.microsoft.com/office/drawing/2014/main" id="{EE218CE9-5B29-FF7A-F5DC-BF162460AFF9}"/>
              </a:ext>
            </a:extLst>
          </p:cNvPr>
          <p:cNvSpPr>
            <a:spLocks noGrp="1" noChangeArrowheads="1"/>
          </p:cNvSpPr>
          <p:nvPr>
            <p:ph idx="1"/>
          </p:nvPr>
        </p:nvSpPr>
        <p:spPr/>
        <p:txBody>
          <a:bodyPr/>
          <a:lstStyle/>
          <a:p>
            <a:pPr eaLnBrk="1" hangingPunct="1">
              <a:lnSpc>
                <a:spcPct val="90000"/>
              </a:lnSpc>
            </a:pPr>
            <a:r>
              <a:rPr lang="it-IT" altLang="it-IT"/>
              <a:t>an abstraction that simplifies</a:t>
            </a:r>
            <a:br>
              <a:rPr lang="it-IT" altLang="it-IT"/>
            </a:br>
            <a:r>
              <a:rPr lang="it-IT" altLang="it-IT"/>
              <a:t>administration and improves scalability</a:t>
            </a:r>
          </a:p>
          <a:p>
            <a:pPr lvl="1" eaLnBrk="1" hangingPunct="1">
              <a:lnSpc>
                <a:spcPct val="90000"/>
              </a:lnSpc>
            </a:pPr>
            <a:r>
              <a:rPr lang="it-IT" altLang="it-IT"/>
              <a:t>the topology of an area is invisible from the outside</a:t>
            </a:r>
          </a:p>
          <a:p>
            <a:pPr lvl="1" eaLnBrk="1" hangingPunct="1">
              <a:lnSpc>
                <a:spcPct val="90000"/>
              </a:lnSpc>
            </a:pPr>
            <a:r>
              <a:rPr lang="it-IT" altLang="it-IT"/>
              <a:t>routers internal to a given area don’t see the detailed external topology</a:t>
            </a:r>
          </a:p>
          <a:p>
            <a:pPr eaLnBrk="1" hangingPunct="1">
              <a:lnSpc>
                <a:spcPct val="90000"/>
              </a:lnSpc>
            </a:pPr>
            <a:r>
              <a:rPr lang="it-IT" altLang="it-IT"/>
              <a:t>each area runs a separate instance of the link state routing algorithm</a:t>
            </a:r>
          </a:p>
          <a:p>
            <a:pPr lvl="1" eaLnBrk="1" hangingPunct="1">
              <a:lnSpc>
                <a:spcPct val="90000"/>
              </a:lnSpc>
            </a:pPr>
            <a:r>
              <a:rPr lang="it-IT" altLang="it-IT"/>
              <a:t>all routers in an area construct the same lsdb</a:t>
            </a:r>
          </a:p>
          <a:p>
            <a:pPr lvl="1" eaLnBrk="1" hangingPunct="1">
              <a:lnSpc>
                <a:spcPct val="90000"/>
              </a:lnSpc>
            </a:pPr>
            <a:r>
              <a:rPr lang="it-IT" altLang="it-IT"/>
              <a:t>each router keeps a distinct lsdb for each area it belongs to</a:t>
            </a:r>
          </a:p>
        </p:txBody>
      </p:sp>
      <p:sp>
        <p:nvSpPr>
          <p:cNvPr id="2" name="Rectangle 4">
            <a:extLst>
              <a:ext uri="{FF2B5EF4-FFF2-40B4-BE49-F238E27FC236}">
                <a16:creationId xmlns:a16="http://schemas.microsoft.com/office/drawing/2014/main" id="{A6E28B43-BD19-4F22-7A8E-70ED23291E11}"/>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0805E3C6-0E7D-74A9-65E3-1B692837D230}"/>
              </a:ext>
            </a:extLst>
          </p:cNvPr>
          <p:cNvSpPr>
            <a:spLocks noGrp="1" noChangeArrowheads="1"/>
          </p:cNvSpPr>
          <p:nvPr>
            <p:ph type="ftr" sz="quarter" idx="11"/>
          </p:nvPr>
        </p:nvSpPr>
        <p:spPr>
          <a:ln/>
        </p:spPr>
        <p:txBody>
          <a:bodyPr/>
          <a:lstStyle/>
          <a:p>
            <a:r>
              <a:rPr lang="it-IT" altLang="en-IT"/>
              <a:t>kathara – [ labs: ospf_frr ]</a:t>
            </a:r>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2" name="Rectangle 2">
            <a:extLst>
              <a:ext uri="{FF2B5EF4-FFF2-40B4-BE49-F238E27FC236}">
                <a16:creationId xmlns:a16="http://schemas.microsoft.com/office/drawing/2014/main" id="{EABC4B54-D32F-C669-F986-A6CF799C6A54}"/>
              </a:ext>
            </a:extLst>
          </p:cNvPr>
          <p:cNvSpPr>
            <a:spLocks noGrp="1" noChangeArrowheads="1"/>
          </p:cNvSpPr>
          <p:nvPr>
            <p:ph type="title"/>
          </p:nvPr>
        </p:nvSpPr>
        <p:spPr/>
        <p:txBody>
          <a:bodyPr/>
          <a:lstStyle/>
          <a:p>
            <a:pPr eaLnBrk="1" hangingPunct="1"/>
            <a:r>
              <a:rPr lang="it-IT" altLang="it-IT"/>
              <a:t>ospf areas</a:t>
            </a:r>
          </a:p>
        </p:txBody>
      </p:sp>
      <p:sp>
        <p:nvSpPr>
          <p:cNvPr id="53253" name="Rectangle 3">
            <a:extLst>
              <a:ext uri="{FF2B5EF4-FFF2-40B4-BE49-F238E27FC236}">
                <a16:creationId xmlns:a16="http://schemas.microsoft.com/office/drawing/2014/main" id="{FF0C57AA-EF52-3322-DB9C-477943C966CA}"/>
              </a:ext>
            </a:extLst>
          </p:cNvPr>
          <p:cNvSpPr>
            <a:spLocks noGrp="1" noChangeArrowheads="1"/>
          </p:cNvSpPr>
          <p:nvPr>
            <p:ph idx="1"/>
          </p:nvPr>
        </p:nvSpPr>
        <p:spPr/>
        <p:txBody>
          <a:bodyPr/>
          <a:lstStyle/>
          <a:p>
            <a:pPr eaLnBrk="1" hangingPunct="1"/>
            <a:r>
              <a:rPr lang="it-IT" altLang="it-IT"/>
              <a:t>identified by a 32-bit number,</a:t>
            </a:r>
            <a:br>
              <a:rPr lang="it-IT" altLang="it-IT"/>
            </a:br>
            <a:r>
              <a:rPr lang="it-IT" altLang="it-IT"/>
              <a:t>often in dotted decimal notation (1.2.3.4)</a:t>
            </a:r>
          </a:p>
          <a:p>
            <a:pPr lvl="1" eaLnBrk="1" hangingPunct="1"/>
            <a:r>
              <a:rPr lang="it-IT" altLang="it-IT"/>
              <a:t>different interfaces of the same router can be assigned to different areas</a:t>
            </a:r>
          </a:p>
          <a:p>
            <a:pPr lvl="1" eaLnBrk="1" hangingPunct="1"/>
            <a:r>
              <a:rPr lang="it-IT" altLang="it-IT"/>
              <a:t>each</a:t>
            </a:r>
          </a:p>
          <a:p>
            <a:pPr lvl="2" eaLnBrk="1" hangingPunct="1"/>
            <a:r>
              <a:rPr lang="it-IT" altLang="it-IT"/>
              <a:t>router interface...</a:t>
            </a:r>
          </a:p>
          <a:p>
            <a:pPr lvl="2" eaLnBrk="1" hangingPunct="1"/>
            <a:r>
              <a:rPr lang="it-IT" altLang="it-IT"/>
              <a:t>network...</a:t>
            </a:r>
          </a:p>
          <a:p>
            <a:pPr lvl="2" eaLnBrk="1" hangingPunct="1"/>
            <a:r>
              <a:rPr lang="it-IT" altLang="it-IT"/>
              <a:t>router adjacency...</a:t>
            </a:r>
          </a:p>
          <a:p>
            <a:pPr lvl="1" eaLnBrk="1" hangingPunct="1">
              <a:buFont typeface="Wingdings" pitchFamily="2" charset="2"/>
              <a:buNone/>
            </a:pPr>
            <a:r>
              <a:rPr lang="it-IT" altLang="it-IT"/>
              <a:t>	...is associated with a single area</a:t>
            </a:r>
          </a:p>
          <a:p>
            <a:pPr lvl="1" eaLnBrk="1" hangingPunct="1"/>
            <a:endParaRPr lang="it-IT" altLang="it-IT"/>
          </a:p>
        </p:txBody>
      </p:sp>
      <p:sp>
        <p:nvSpPr>
          <p:cNvPr id="2" name="Rectangle 4">
            <a:extLst>
              <a:ext uri="{FF2B5EF4-FFF2-40B4-BE49-F238E27FC236}">
                <a16:creationId xmlns:a16="http://schemas.microsoft.com/office/drawing/2014/main" id="{D7F39A15-6895-D2E9-BBF3-F82E290E1556}"/>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D2C2F20C-FD03-8CC5-BA63-7482937BEB86}"/>
              </a:ext>
            </a:extLst>
          </p:cNvPr>
          <p:cNvSpPr>
            <a:spLocks noGrp="1" noChangeArrowheads="1"/>
          </p:cNvSpPr>
          <p:nvPr>
            <p:ph type="ftr" sz="quarter" idx="11"/>
          </p:nvPr>
        </p:nvSpPr>
        <p:spPr>
          <a:ln/>
        </p:spPr>
        <p:txBody>
          <a:bodyPr/>
          <a:lstStyle/>
          <a:p>
            <a:r>
              <a:rPr lang="it-IT" altLang="en-IT"/>
              <a:t>kathara – [ labs: ospf_frr ]</a:t>
            </a: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6" name="Rectangle 2">
            <a:extLst>
              <a:ext uri="{FF2B5EF4-FFF2-40B4-BE49-F238E27FC236}">
                <a16:creationId xmlns:a16="http://schemas.microsoft.com/office/drawing/2014/main" id="{13799A0F-A6BE-8EBD-3304-C09D0FEB0E8C}"/>
              </a:ext>
            </a:extLst>
          </p:cNvPr>
          <p:cNvSpPr>
            <a:spLocks noGrp="1" noChangeArrowheads="1"/>
          </p:cNvSpPr>
          <p:nvPr>
            <p:ph type="title"/>
          </p:nvPr>
        </p:nvSpPr>
        <p:spPr/>
        <p:txBody>
          <a:bodyPr/>
          <a:lstStyle/>
          <a:p>
            <a:pPr eaLnBrk="1" hangingPunct="1"/>
            <a:r>
              <a:rPr lang="it-IT" altLang="it-IT"/>
              <a:t>area types</a:t>
            </a:r>
          </a:p>
        </p:txBody>
      </p:sp>
      <p:sp>
        <p:nvSpPr>
          <p:cNvPr id="54277" name="Rectangle 3">
            <a:extLst>
              <a:ext uri="{FF2B5EF4-FFF2-40B4-BE49-F238E27FC236}">
                <a16:creationId xmlns:a16="http://schemas.microsoft.com/office/drawing/2014/main" id="{30ED99B5-0EEF-095E-DCCC-E5B84F619D0A}"/>
              </a:ext>
            </a:extLst>
          </p:cNvPr>
          <p:cNvSpPr>
            <a:spLocks noGrp="1" noChangeArrowheads="1"/>
          </p:cNvSpPr>
          <p:nvPr>
            <p:ph idx="1"/>
          </p:nvPr>
        </p:nvSpPr>
        <p:spPr/>
        <p:txBody>
          <a:bodyPr/>
          <a:lstStyle/>
          <a:p>
            <a:pPr eaLnBrk="1" hangingPunct="1">
              <a:lnSpc>
                <a:spcPct val="80000"/>
              </a:lnSpc>
            </a:pPr>
            <a:r>
              <a:rPr lang="it-IT" altLang="it-IT" sz="2800">
                <a:solidFill>
                  <a:schemeClr val="accent1"/>
                </a:solidFill>
              </a:rPr>
              <a:t>backbone (0.0.0.0)</a:t>
            </a:r>
          </a:p>
          <a:p>
            <a:pPr lvl="1" eaLnBrk="1" hangingPunct="1">
              <a:lnSpc>
                <a:spcPct val="80000"/>
              </a:lnSpc>
            </a:pPr>
            <a:r>
              <a:rPr lang="it-IT" altLang="it-IT" sz="2400"/>
              <a:t>must be (virtually) connected</a:t>
            </a:r>
          </a:p>
          <a:p>
            <a:pPr lvl="1" eaLnBrk="1" hangingPunct="1">
              <a:lnSpc>
                <a:spcPct val="80000"/>
              </a:lnSpc>
            </a:pPr>
            <a:r>
              <a:rPr lang="it-IT" altLang="it-IT" sz="2400"/>
              <a:t>all other areas are connected to it</a:t>
            </a:r>
          </a:p>
          <a:p>
            <a:pPr lvl="1" eaLnBrk="1" hangingPunct="1">
              <a:lnSpc>
                <a:spcPct val="80000"/>
              </a:lnSpc>
            </a:pPr>
            <a:r>
              <a:rPr lang="it-IT" altLang="it-IT" sz="2400"/>
              <a:t>contains all the area border routers</a:t>
            </a:r>
          </a:p>
          <a:p>
            <a:pPr eaLnBrk="1" hangingPunct="1">
              <a:lnSpc>
                <a:spcPct val="80000"/>
              </a:lnSpc>
            </a:pPr>
            <a:r>
              <a:rPr lang="it-IT" altLang="it-IT" sz="2800">
                <a:solidFill>
                  <a:schemeClr val="accent1"/>
                </a:solidFill>
              </a:rPr>
              <a:t>stub</a:t>
            </a:r>
          </a:p>
          <a:p>
            <a:pPr lvl="1" eaLnBrk="1" hangingPunct="1">
              <a:lnSpc>
                <a:spcPct val="80000"/>
              </a:lnSpc>
            </a:pPr>
            <a:r>
              <a:rPr lang="it-IT" altLang="it-IT" sz="2400"/>
              <a:t>does not receive advertisements of external routes</a:t>
            </a:r>
          </a:p>
          <a:p>
            <a:pPr lvl="1" eaLnBrk="1" hangingPunct="1">
              <a:lnSpc>
                <a:spcPct val="80000"/>
              </a:lnSpc>
            </a:pPr>
            <a:r>
              <a:rPr lang="it-IT" altLang="it-IT" sz="2400"/>
              <a:t>internal nodes are offered a default route</a:t>
            </a:r>
          </a:p>
          <a:p>
            <a:pPr lvl="1" eaLnBrk="1" hangingPunct="1">
              <a:lnSpc>
                <a:spcPct val="80000"/>
              </a:lnSpc>
            </a:pPr>
            <a:r>
              <a:rPr lang="it-IT" altLang="it-IT" sz="2400"/>
              <a:t>cannot contain autonomous system boundary routers</a:t>
            </a:r>
          </a:p>
          <a:p>
            <a:pPr lvl="1" eaLnBrk="1" hangingPunct="1">
              <a:lnSpc>
                <a:spcPct val="80000"/>
              </a:lnSpc>
            </a:pPr>
            <a:r>
              <a:rPr lang="it-IT" altLang="it-IT" sz="2400"/>
              <a:t>the backbone can’t be a stub area</a:t>
            </a:r>
          </a:p>
          <a:p>
            <a:pPr eaLnBrk="1" hangingPunct="1">
              <a:lnSpc>
                <a:spcPct val="80000"/>
              </a:lnSpc>
            </a:pPr>
            <a:r>
              <a:rPr lang="it-IT" altLang="it-IT" sz="2800">
                <a:solidFill>
                  <a:schemeClr val="accent1"/>
                </a:solidFill>
              </a:rPr>
              <a:t>transit</a:t>
            </a:r>
          </a:p>
          <a:p>
            <a:pPr lvl="1" eaLnBrk="1" hangingPunct="1">
              <a:lnSpc>
                <a:spcPct val="80000"/>
              </a:lnSpc>
            </a:pPr>
            <a:r>
              <a:rPr lang="it-IT" altLang="it-IT" sz="2400"/>
              <a:t>used to pass traffic from one adjacent area to another, via virtual links</a:t>
            </a:r>
          </a:p>
        </p:txBody>
      </p:sp>
      <p:sp>
        <p:nvSpPr>
          <p:cNvPr id="2" name="Rectangle 4">
            <a:extLst>
              <a:ext uri="{FF2B5EF4-FFF2-40B4-BE49-F238E27FC236}">
                <a16:creationId xmlns:a16="http://schemas.microsoft.com/office/drawing/2014/main" id="{F82F9447-F8C1-EF1D-CEED-24EE3A573167}"/>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A922BAA2-65CD-E330-3D2C-ED1B2CBCA9AE}"/>
              </a:ext>
            </a:extLst>
          </p:cNvPr>
          <p:cNvSpPr>
            <a:spLocks noGrp="1" noChangeArrowheads="1"/>
          </p:cNvSpPr>
          <p:nvPr>
            <p:ph type="ftr" sz="quarter" idx="11"/>
          </p:nvPr>
        </p:nvSpPr>
        <p:spPr>
          <a:ln/>
        </p:spPr>
        <p:txBody>
          <a:bodyPr/>
          <a:lstStyle/>
          <a:p>
            <a:r>
              <a:rPr lang="it-IT" altLang="en-IT"/>
              <a:t>kathara – [ labs: ospf_frr ]</a:t>
            </a: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C248B102-47A4-5084-E3B5-311D74777572}"/>
              </a:ext>
            </a:extLst>
          </p:cNvPr>
          <p:cNvSpPr>
            <a:spLocks noGrp="1" noChangeArrowheads="1"/>
          </p:cNvSpPr>
          <p:nvPr>
            <p:ph type="dt" sz="half" idx="10"/>
          </p:nvPr>
        </p:nvSpPr>
        <p:spPr>
          <a:ln/>
        </p:spPr>
        <p:txBody>
          <a:bodyPr/>
          <a:lstStyle/>
          <a:p>
            <a:r>
              <a:rPr lang="it-IT" altLang="en-IT"/>
              <a:t>last update: Oct 2023</a:t>
            </a:r>
          </a:p>
        </p:txBody>
      </p:sp>
      <p:sp>
        <p:nvSpPr>
          <p:cNvPr id="26" name="Segnaposto data 1">
            <a:extLst>
              <a:ext uri="{FF2B5EF4-FFF2-40B4-BE49-F238E27FC236}">
                <a16:creationId xmlns:a16="http://schemas.microsoft.com/office/drawing/2014/main" id="{26E2D2BB-4C1F-45E5-8F73-42708559063B}"/>
              </a:ext>
            </a:extLst>
          </p:cNvPr>
          <p:cNvSpPr txBox="1">
            <a:spLocks noGrp="1"/>
          </p:cNvSpPr>
          <p:nvPr/>
        </p:nvSpPr>
        <p:spPr bwMode="auto">
          <a:xfrm>
            <a:off x="8472488" y="6453189"/>
            <a:ext cx="2087562" cy="333375"/>
          </a:xfrm>
          <a:prstGeom prst="rect">
            <a:avLst/>
          </a:prstGeom>
          <a:noFill/>
          <a:ln>
            <a:miter lim="800000"/>
            <a:headEnd/>
            <a:tailEnd/>
          </a:ln>
        </p:spPr>
        <p:txBody>
          <a:bodyPr/>
          <a:lstStyle/>
          <a:p>
            <a:pPr algn="r" eaLnBrk="1" hangingPunct="1">
              <a:defRPr/>
            </a:pPr>
            <a:r>
              <a:rPr lang="it-IT" sz="1400" dirty="0">
                <a:latin typeface="+mn-lt"/>
              </a:rPr>
              <a:t>last update: </a:t>
            </a:r>
            <a:r>
              <a:rPr lang="it-IT" sz="1400" dirty="0" err="1">
                <a:latin typeface="+mn-lt"/>
              </a:rPr>
              <a:t>Nov</a:t>
            </a:r>
            <a:r>
              <a:rPr lang="it-IT" sz="1400" dirty="0">
                <a:latin typeface="+mn-lt"/>
              </a:rPr>
              <a:t> 2018</a:t>
            </a:r>
          </a:p>
        </p:txBody>
      </p:sp>
      <p:grpSp>
        <p:nvGrpSpPr>
          <p:cNvPr id="55301" name="Group 3">
            <a:extLst>
              <a:ext uri="{FF2B5EF4-FFF2-40B4-BE49-F238E27FC236}">
                <a16:creationId xmlns:a16="http://schemas.microsoft.com/office/drawing/2014/main" id="{4D3C3D4C-C323-9EE2-7110-2FE68BBB0436}"/>
              </a:ext>
            </a:extLst>
          </p:cNvPr>
          <p:cNvGrpSpPr>
            <a:grpSpLocks/>
          </p:cNvGrpSpPr>
          <p:nvPr/>
        </p:nvGrpSpPr>
        <p:grpSpPr bwMode="auto">
          <a:xfrm>
            <a:off x="2894014" y="3603626"/>
            <a:ext cx="6510337" cy="3209925"/>
            <a:chOff x="863" y="2270"/>
            <a:chExt cx="4101" cy="2022"/>
          </a:xfrm>
        </p:grpSpPr>
        <p:grpSp>
          <p:nvGrpSpPr>
            <p:cNvPr id="55313" name="Group 4">
              <a:extLst>
                <a:ext uri="{FF2B5EF4-FFF2-40B4-BE49-F238E27FC236}">
                  <a16:creationId xmlns:a16="http://schemas.microsoft.com/office/drawing/2014/main" id="{9DF45C2E-943F-8AAB-EA60-EA1A03094332}"/>
                </a:ext>
              </a:extLst>
            </p:cNvPr>
            <p:cNvGrpSpPr>
              <a:grpSpLocks/>
            </p:cNvGrpSpPr>
            <p:nvPr/>
          </p:nvGrpSpPr>
          <p:grpSpPr bwMode="auto">
            <a:xfrm>
              <a:off x="863" y="2406"/>
              <a:ext cx="4101" cy="1886"/>
              <a:chOff x="863" y="2406"/>
              <a:chExt cx="4101" cy="1886"/>
            </a:xfrm>
          </p:grpSpPr>
          <p:sp>
            <p:nvSpPr>
              <p:cNvPr id="55315" name="Oval 5">
                <a:extLst>
                  <a:ext uri="{FF2B5EF4-FFF2-40B4-BE49-F238E27FC236}">
                    <a16:creationId xmlns:a16="http://schemas.microsoft.com/office/drawing/2014/main" id="{07E98059-A824-46BF-8E89-28B38C29663E}"/>
                  </a:ext>
                </a:extLst>
              </p:cNvPr>
              <p:cNvSpPr>
                <a:spLocks noChangeAspect="1" noChangeArrowheads="1"/>
              </p:cNvSpPr>
              <p:nvPr/>
            </p:nvSpPr>
            <p:spPr bwMode="auto">
              <a:xfrm>
                <a:off x="1519" y="2406"/>
                <a:ext cx="2819" cy="76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5316" name="Oval 6">
                <a:extLst>
                  <a:ext uri="{FF2B5EF4-FFF2-40B4-BE49-F238E27FC236}">
                    <a16:creationId xmlns:a16="http://schemas.microsoft.com/office/drawing/2014/main" id="{E4E393BF-76DF-0391-161C-9BF1629DCF54}"/>
                  </a:ext>
                </a:extLst>
              </p:cNvPr>
              <p:cNvSpPr>
                <a:spLocks noChangeAspect="1" noChangeArrowheads="1"/>
              </p:cNvSpPr>
              <p:nvPr/>
            </p:nvSpPr>
            <p:spPr bwMode="auto">
              <a:xfrm>
                <a:off x="1174" y="2666"/>
                <a:ext cx="1487" cy="673"/>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5317" name="Oval 7">
                <a:extLst>
                  <a:ext uri="{FF2B5EF4-FFF2-40B4-BE49-F238E27FC236}">
                    <a16:creationId xmlns:a16="http://schemas.microsoft.com/office/drawing/2014/main" id="{A5332BBE-742A-F7A6-25B1-327F3CCD4F85}"/>
                  </a:ext>
                </a:extLst>
              </p:cNvPr>
              <p:cNvSpPr>
                <a:spLocks noChangeAspect="1" noChangeArrowheads="1"/>
              </p:cNvSpPr>
              <p:nvPr/>
            </p:nvSpPr>
            <p:spPr bwMode="auto">
              <a:xfrm>
                <a:off x="863" y="2887"/>
                <a:ext cx="860" cy="733"/>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5318" name="Oval 8">
                <a:extLst>
                  <a:ext uri="{FF2B5EF4-FFF2-40B4-BE49-F238E27FC236}">
                    <a16:creationId xmlns:a16="http://schemas.microsoft.com/office/drawing/2014/main" id="{76BC681E-D3A1-D604-A6E1-D02777C8D5DF}"/>
                  </a:ext>
                </a:extLst>
              </p:cNvPr>
              <p:cNvSpPr>
                <a:spLocks noChangeAspect="1" noChangeArrowheads="1"/>
              </p:cNvSpPr>
              <p:nvPr/>
            </p:nvSpPr>
            <p:spPr bwMode="auto">
              <a:xfrm>
                <a:off x="1247" y="3312"/>
                <a:ext cx="1286" cy="59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5319" name="Oval 9">
                <a:extLst>
                  <a:ext uri="{FF2B5EF4-FFF2-40B4-BE49-F238E27FC236}">
                    <a16:creationId xmlns:a16="http://schemas.microsoft.com/office/drawing/2014/main" id="{1E0344EB-AF68-B84D-A836-FEA70D4FC81B}"/>
                  </a:ext>
                </a:extLst>
              </p:cNvPr>
              <p:cNvSpPr>
                <a:spLocks noChangeAspect="1" noChangeArrowheads="1"/>
              </p:cNvSpPr>
              <p:nvPr/>
            </p:nvSpPr>
            <p:spPr bwMode="auto">
              <a:xfrm>
                <a:off x="1530" y="3412"/>
                <a:ext cx="2534" cy="88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5320" name="Oval 10">
                <a:extLst>
                  <a:ext uri="{FF2B5EF4-FFF2-40B4-BE49-F238E27FC236}">
                    <a16:creationId xmlns:a16="http://schemas.microsoft.com/office/drawing/2014/main" id="{C8CA3D4A-4E01-0C7E-1D1B-085EA6877F88}"/>
                  </a:ext>
                </a:extLst>
              </p:cNvPr>
              <p:cNvSpPr>
                <a:spLocks noChangeAspect="1" noChangeArrowheads="1"/>
              </p:cNvSpPr>
              <p:nvPr/>
            </p:nvSpPr>
            <p:spPr bwMode="auto">
              <a:xfrm>
                <a:off x="3525" y="2685"/>
                <a:ext cx="1439" cy="71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5321" name="Oval 11">
                <a:extLst>
                  <a:ext uri="{FF2B5EF4-FFF2-40B4-BE49-F238E27FC236}">
                    <a16:creationId xmlns:a16="http://schemas.microsoft.com/office/drawing/2014/main" id="{D5C9E986-A618-A8FA-7F3A-803F353DC2AC}"/>
                  </a:ext>
                </a:extLst>
              </p:cNvPr>
              <p:cNvSpPr>
                <a:spLocks noChangeAspect="1" noChangeArrowheads="1"/>
              </p:cNvSpPr>
              <p:nvPr/>
            </p:nvSpPr>
            <p:spPr bwMode="auto">
              <a:xfrm>
                <a:off x="3743" y="3025"/>
                <a:ext cx="826" cy="59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5322" name="Oval 12">
                <a:extLst>
                  <a:ext uri="{FF2B5EF4-FFF2-40B4-BE49-F238E27FC236}">
                    <a16:creationId xmlns:a16="http://schemas.microsoft.com/office/drawing/2014/main" id="{70E63C1B-5657-6040-00F4-EC73C3C83F88}"/>
                  </a:ext>
                </a:extLst>
              </p:cNvPr>
              <p:cNvSpPr>
                <a:spLocks noChangeAspect="1" noChangeArrowheads="1"/>
              </p:cNvSpPr>
              <p:nvPr/>
            </p:nvSpPr>
            <p:spPr bwMode="auto">
              <a:xfrm>
                <a:off x="3611" y="3136"/>
                <a:ext cx="675" cy="88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5323" name="Oval 13">
                <a:extLst>
                  <a:ext uri="{FF2B5EF4-FFF2-40B4-BE49-F238E27FC236}">
                    <a16:creationId xmlns:a16="http://schemas.microsoft.com/office/drawing/2014/main" id="{8EDCE0ED-3961-FD74-AD5D-85C10FF52A9D}"/>
                  </a:ext>
                </a:extLst>
              </p:cNvPr>
              <p:cNvSpPr>
                <a:spLocks noChangeAspect="1" noChangeArrowheads="1"/>
              </p:cNvSpPr>
              <p:nvPr/>
            </p:nvSpPr>
            <p:spPr bwMode="auto">
              <a:xfrm>
                <a:off x="1530" y="2887"/>
                <a:ext cx="2890" cy="868"/>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55314" name="Oval 14">
              <a:extLst>
                <a:ext uri="{FF2B5EF4-FFF2-40B4-BE49-F238E27FC236}">
                  <a16:creationId xmlns:a16="http://schemas.microsoft.com/office/drawing/2014/main" id="{1A542FE4-56D2-B2E1-CB1C-6AB2E29E357A}"/>
                </a:ext>
              </a:extLst>
            </p:cNvPr>
            <p:cNvSpPr>
              <a:spLocks noChangeAspect="1" noChangeArrowheads="1"/>
            </p:cNvSpPr>
            <p:nvPr/>
          </p:nvSpPr>
          <p:spPr bwMode="auto">
            <a:xfrm>
              <a:off x="2215" y="2270"/>
              <a:ext cx="1518" cy="76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55302" name="Freeform 15">
            <a:extLst>
              <a:ext uri="{FF2B5EF4-FFF2-40B4-BE49-F238E27FC236}">
                <a16:creationId xmlns:a16="http://schemas.microsoft.com/office/drawing/2014/main" id="{AF915079-A093-5B0F-45B0-AC6F2568EAA9}"/>
              </a:ext>
            </a:extLst>
          </p:cNvPr>
          <p:cNvSpPr>
            <a:spLocks/>
          </p:cNvSpPr>
          <p:nvPr/>
        </p:nvSpPr>
        <p:spPr bwMode="auto">
          <a:xfrm>
            <a:off x="7224713" y="49213"/>
            <a:ext cx="3371850" cy="3886200"/>
          </a:xfrm>
          <a:custGeom>
            <a:avLst/>
            <a:gdLst>
              <a:gd name="T0" fmla="*/ 168849675 w 2124"/>
              <a:gd name="T1" fmla="*/ 2147483646 h 2448"/>
              <a:gd name="T2" fmla="*/ 572074675 w 2124"/>
              <a:gd name="T3" fmla="*/ 2147483646 h 2448"/>
              <a:gd name="T4" fmla="*/ 841732188 w 2124"/>
              <a:gd name="T5" fmla="*/ 2147483646 h 2448"/>
              <a:gd name="T6" fmla="*/ 587195613 w 2124"/>
              <a:gd name="T7" fmla="*/ 2147483646 h 2448"/>
              <a:gd name="T8" fmla="*/ 1081146238 w 2124"/>
              <a:gd name="T9" fmla="*/ 2147483646 h 2448"/>
              <a:gd name="T10" fmla="*/ 2069047488 w 2124"/>
              <a:gd name="T11" fmla="*/ 2147483646 h 2448"/>
              <a:gd name="T12" fmla="*/ 2147483646 w 2124"/>
              <a:gd name="T13" fmla="*/ 2147483646 h 2448"/>
              <a:gd name="T14" fmla="*/ 2147483646 w 2124"/>
              <a:gd name="T15" fmla="*/ 2147483646 h 2448"/>
              <a:gd name="T16" fmla="*/ 2147483646 w 2124"/>
              <a:gd name="T17" fmla="*/ 2147483646 h 2448"/>
              <a:gd name="T18" fmla="*/ 2147483646 w 2124"/>
              <a:gd name="T19" fmla="*/ 1708665938 h 2448"/>
              <a:gd name="T20" fmla="*/ 2147483646 w 2124"/>
              <a:gd name="T21" fmla="*/ 282257500 h 2448"/>
              <a:gd name="T22" fmla="*/ 2147483646 w 2124"/>
              <a:gd name="T23" fmla="*/ 70564375 h 2448"/>
              <a:gd name="T24" fmla="*/ 423386250 w 2124"/>
              <a:gd name="T25" fmla="*/ 176410938 h 2448"/>
              <a:gd name="T26" fmla="*/ 302418750 w 2124"/>
              <a:gd name="T27" fmla="*/ 1134070313 h 2448"/>
              <a:gd name="T28" fmla="*/ 511590925 w 2124"/>
              <a:gd name="T29" fmla="*/ 1688504688 h 2448"/>
              <a:gd name="T30" fmla="*/ 168849675 w 2124"/>
              <a:gd name="T31" fmla="*/ 2147483646 h 24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124"/>
              <a:gd name="T49" fmla="*/ 0 h 2448"/>
              <a:gd name="T50" fmla="*/ 2124 w 2124"/>
              <a:gd name="T51" fmla="*/ 2448 h 244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124" h="2448">
                <a:moveTo>
                  <a:pt x="67" y="990"/>
                </a:moveTo>
                <a:cubicBezTo>
                  <a:pt x="27" y="1066"/>
                  <a:pt x="183" y="1206"/>
                  <a:pt x="227" y="1359"/>
                </a:cubicBezTo>
                <a:cubicBezTo>
                  <a:pt x="271" y="1512"/>
                  <a:pt x="333" y="1748"/>
                  <a:pt x="334" y="1911"/>
                </a:cubicBezTo>
                <a:cubicBezTo>
                  <a:pt x="335" y="2074"/>
                  <a:pt x="217" y="2249"/>
                  <a:pt x="233" y="2338"/>
                </a:cubicBezTo>
                <a:cubicBezTo>
                  <a:pt x="249" y="2427"/>
                  <a:pt x="331" y="2448"/>
                  <a:pt x="429" y="2445"/>
                </a:cubicBezTo>
                <a:cubicBezTo>
                  <a:pt x="527" y="2442"/>
                  <a:pt x="679" y="2351"/>
                  <a:pt x="821" y="2321"/>
                </a:cubicBezTo>
                <a:cubicBezTo>
                  <a:pt x="963" y="2291"/>
                  <a:pt x="1110" y="2289"/>
                  <a:pt x="1285" y="2265"/>
                </a:cubicBezTo>
                <a:cubicBezTo>
                  <a:pt x="1460" y="2241"/>
                  <a:pt x="1738" y="2250"/>
                  <a:pt x="1874" y="2174"/>
                </a:cubicBezTo>
                <a:cubicBezTo>
                  <a:pt x="2010" y="2098"/>
                  <a:pt x="2078" y="2060"/>
                  <a:pt x="2101" y="1811"/>
                </a:cubicBezTo>
                <a:cubicBezTo>
                  <a:pt x="2124" y="1562"/>
                  <a:pt x="2044" y="961"/>
                  <a:pt x="2011" y="678"/>
                </a:cubicBezTo>
                <a:cubicBezTo>
                  <a:pt x="1978" y="395"/>
                  <a:pt x="2049" y="220"/>
                  <a:pt x="1902" y="112"/>
                </a:cubicBezTo>
                <a:cubicBezTo>
                  <a:pt x="1755" y="4"/>
                  <a:pt x="1419" y="35"/>
                  <a:pt x="1130" y="28"/>
                </a:cubicBezTo>
                <a:cubicBezTo>
                  <a:pt x="841" y="21"/>
                  <a:pt x="336" y="0"/>
                  <a:pt x="168" y="70"/>
                </a:cubicBezTo>
                <a:cubicBezTo>
                  <a:pt x="0" y="140"/>
                  <a:pt x="114" y="350"/>
                  <a:pt x="120" y="450"/>
                </a:cubicBezTo>
                <a:cubicBezTo>
                  <a:pt x="126" y="550"/>
                  <a:pt x="212" y="580"/>
                  <a:pt x="203" y="670"/>
                </a:cubicBezTo>
                <a:cubicBezTo>
                  <a:pt x="194" y="760"/>
                  <a:pt x="95" y="923"/>
                  <a:pt x="67" y="990"/>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endParaRPr lang="en-GB"/>
          </a:p>
        </p:txBody>
      </p:sp>
      <p:sp>
        <p:nvSpPr>
          <p:cNvPr id="55303" name="Freeform 16">
            <a:extLst>
              <a:ext uri="{FF2B5EF4-FFF2-40B4-BE49-F238E27FC236}">
                <a16:creationId xmlns:a16="http://schemas.microsoft.com/office/drawing/2014/main" id="{52D34B7F-D47C-3BA3-EDF7-B796C173F1AA}"/>
              </a:ext>
            </a:extLst>
          </p:cNvPr>
          <p:cNvSpPr>
            <a:spLocks/>
          </p:cNvSpPr>
          <p:nvPr/>
        </p:nvSpPr>
        <p:spPr bwMode="auto">
          <a:xfrm>
            <a:off x="4737101" y="52389"/>
            <a:ext cx="2828925" cy="3748087"/>
          </a:xfrm>
          <a:custGeom>
            <a:avLst/>
            <a:gdLst>
              <a:gd name="T0" fmla="*/ 332660625 w 1782"/>
              <a:gd name="T1" fmla="*/ 1577617602 h 2361"/>
              <a:gd name="T2" fmla="*/ 614918125 w 1782"/>
              <a:gd name="T3" fmla="*/ 1083667043 h 2361"/>
              <a:gd name="T4" fmla="*/ 975301263 w 1782"/>
              <a:gd name="T5" fmla="*/ 859372373 h 2361"/>
              <a:gd name="T6" fmla="*/ 1355844063 w 1782"/>
              <a:gd name="T7" fmla="*/ 559474613 h 2361"/>
              <a:gd name="T8" fmla="*/ 2147483646 w 1782"/>
              <a:gd name="T9" fmla="*/ 80644989 h 2361"/>
              <a:gd name="T10" fmla="*/ 2147483646 w 1782"/>
              <a:gd name="T11" fmla="*/ 110886860 h 2361"/>
              <a:gd name="T12" fmla="*/ 2147483646 w 1782"/>
              <a:gd name="T13" fmla="*/ 740925839 h 2361"/>
              <a:gd name="T14" fmla="*/ 2147483646 w 1782"/>
              <a:gd name="T15" fmla="*/ 1607859473 h 2361"/>
              <a:gd name="T16" fmla="*/ 2147483646 w 1782"/>
              <a:gd name="T17" fmla="*/ 2147483646 h 2361"/>
              <a:gd name="T18" fmla="*/ 2147483646 w 1782"/>
              <a:gd name="T19" fmla="*/ 2147483646 h 2361"/>
              <a:gd name="T20" fmla="*/ 2147483646 w 1782"/>
              <a:gd name="T21" fmla="*/ 2147483646 h 2361"/>
              <a:gd name="T22" fmla="*/ 2147483646 w 1782"/>
              <a:gd name="T23" fmla="*/ 2147483646 h 2361"/>
              <a:gd name="T24" fmla="*/ 2147483646 w 1782"/>
              <a:gd name="T25" fmla="*/ 2147483646 h 2361"/>
              <a:gd name="T26" fmla="*/ 2147483646 w 1782"/>
              <a:gd name="T27" fmla="*/ 2147483646 h 2361"/>
              <a:gd name="T28" fmla="*/ 1514614700 w 1782"/>
              <a:gd name="T29" fmla="*/ 2147483646 h 2361"/>
              <a:gd name="T30" fmla="*/ 1305440938 w 1782"/>
              <a:gd name="T31" fmla="*/ 2147483646 h 2361"/>
              <a:gd name="T32" fmla="*/ 645160000 w 1782"/>
              <a:gd name="T33" fmla="*/ 2147483646 h 2361"/>
              <a:gd name="T34" fmla="*/ 599797188 w 1782"/>
              <a:gd name="T35" fmla="*/ 2147483646 h 2361"/>
              <a:gd name="T36" fmla="*/ 93246575 w 1782"/>
              <a:gd name="T37" fmla="*/ 2147483646 h 2361"/>
              <a:gd name="T38" fmla="*/ 47883763 w 1782"/>
              <a:gd name="T39" fmla="*/ 2147483646 h 2361"/>
              <a:gd name="T40" fmla="*/ 332660625 w 1782"/>
              <a:gd name="T41" fmla="*/ 1577617602 h 236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82"/>
              <a:gd name="T64" fmla="*/ 0 h 2361"/>
              <a:gd name="T65" fmla="*/ 1782 w 1782"/>
              <a:gd name="T66" fmla="*/ 2361 h 236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82" h="2361">
                <a:moveTo>
                  <a:pt x="132" y="626"/>
                </a:moveTo>
                <a:cubicBezTo>
                  <a:pt x="170" y="530"/>
                  <a:pt x="202" y="477"/>
                  <a:pt x="244" y="430"/>
                </a:cubicBezTo>
                <a:cubicBezTo>
                  <a:pt x="286" y="383"/>
                  <a:pt x="338" y="376"/>
                  <a:pt x="387" y="341"/>
                </a:cubicBezTo>
                <a:cubicBezTo>
                  <a:pt x="436" y="306"/>
                  <a:pt x="456" y="273"/>
                  <a:pt x="538" y="222"/>
                </a:cubicBezTo>
                <a:cubicBezTo>
                  <a:pt x="620" y="171"/>
                  <a:pt x="745" y="62"/>
                  <a:pt x="880" y="32"/>
                </a:cubicBezTo>
                <a:cubicBezTo>
                  <a:pt x="1015" y="2"/>
                  <a:pt x="1243" y="0"/>
                  <a:pt x="1349" y="44"/>
                </a:cubicBezTo>
                <a:cubicBezTo>
                  <a:pt x="1455" y="88"/>
                  <a:pt x="1469" y="195"/>
                  <a:pt x="1515" y="294"/>
                </a:cubicBezTo>
                <a:cubicBezTo>
                  <a:pt x="1561" y="393"/>
                  <a:pt x="1629" y="523"/>
                  <a:pt x="1628" y="638"/>
                </a:cubicBezTo>
                <a:cubicBezTo>
                  <a:pt x="1627" y="753"/>
                  <a:pt x="1501" y="860"/>
                  <a:pt x="1509" y="982"/>
                </a:cubicBezTo>
                <a:cubicBezTo>
                  <a:pt x="1517" y="1104"/>
                  <a:pt x="1630" y="1221"/>
                  <a:pt x="1675" y="1368"/>
                </a:cubicBezTo>
                <a:cubicBezTo>
                  <a:pt x="1720" y="1515"/>
                  <a:pt x="1782" y="1717"/>
                  <a:pt x="1782" y="1867"/>
                </a:cubicBezTo>
                <a:cubicBezTo>
                  <a:pt x="1782" y="2017"/>
                  <a:pt x="1746" y="2209"/>
                  <a:pt x="1675" y="2271"/>
                </a:cubicBezTo>
                <a:cubicBezTo>
                  <a:pt x="1604" y="2333"/>
                  <a:pt x="1424" y="2303"/>
                  <a:pt x="1355" y="2241"/>
                </a:cubicBezTo>
                <a:cubicBezTo>
                  <a:pt x="1286" y="2179"/>
                  <a:pt x="1426" y="1921"/>
                  <a:pt x="1260" y="1897"/>
                </a:cubicBezTo>
                <a:cubicBezTo>
                  <a:pt x="1094" y="1873"/>
                  <a:pt x="708" y="1885"/>
                  <a:pt x="601" y="1909"/>
                </a:cubicBezTo>
                <a:cubicBezTo>
                  <a:pt x="494" y="1933"/>
                  <a:pt x="575" y="2222"/>
                  <a:pt x="518" y="2283"/>
                </a:cubicBezTo>
                <a:cubicBezTo>
                  <a:pt x="465" y="2345"/>
                  <a:pt x="303" y="2361"/>
                  <a:pt x="256" y="2277"/>
                </a:cubicBezTo>
                <a:cubicBezTo>
                  <a:pt x="209" y="2193"/>
                  <a:pt x="274" y="1910"/>
                  <a:pt x="238" y="1778"/>
                </a:cubicBezTo>
                <a:cubicBezTo>
                  <a:pt x="202" y="1646"/>
                  <a:pt x="74" y="1616"/>
                  <a:pt x="37" y="1487"/>
                </a:cubicBezTo>
                <a:cubicBezTo>
                  <a:pt x="0" y="1358"/>
                  <a:pt x="3" y="1149"/>
                  <a:pt x="19" y="1006"/>
                </a:cubicBezTo>
                <a:cubicBezTo>
                  <a:pt x="35" y="863"/>
                  <a:pt x="94" y="710"/>
                  <a:pt x="132" y="626"/>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endParaRPr lang="en-GB"/>
          </a:p>
        </p:txBody>
      </p:sp>
      <p:sp>
        <p:nvSpPr>
          <p:cNvPr id="55304" name="Freeform 17">
            <a:extLst>
              <a:ext uri="{FF2B5EF4-FFF2-40B4-BE49-F238E27FC236}">
                <a16:creationId xmlns:a16="http://schemas.microsoft.com/office/drawing/2014/main" id="{BA89132B-5451-74C0-5922-15648020A6F2}"/>
              </a:ext>
            </a:extLst>
          </p:cNvPr>
          <p:cNvSpPr>
            <a:spLocks/>
          </p:cNvSpPr>
          <p:nvPr/>
        </p:nvSpPr>
        <p:spPr bwMode="auto">
          <a:xfrm>
            <a:off x="1770063" y="66675"/>
            <a:ext cx="3784600" cy="3708400"/>
          </a:xfrm>
          <a:custGeom>
            <a:avLst/>
            <a:gdLst>
              <a:gd name="T0" fmla="*/ 2147483646 w 2384"/>
              <a:gd name="T1" fmla="*/ 2147483646 h 2336"/>
              <a:gd name="T2" fmla="*/ 2147483646 w 2384"/>
              <a:gd name="T3" fmla="*/ 2147483646 h 2336"/>
              <a:gd name="T4" fmla="*/ 2147483646 w 2384"/>
              <a:gd name="T5" fmla="*/ 2147483646 h 2336"/>
              <a:gd name="T6" fmla="*/ 2147483646 w 2384"/>
              <a:gd name="T7" fmla="*/ 2147483646 h 2336"/>
              <a:gd name="T8" fmla="*/ 2147483646 w 2384"/>
              <a:gd name="T9" fmla="*/ 2147483646 h 2336"/>
              <a:gd name="T10" fmla="*/ 2147483646 w 2384"/>
              <a:gd name="T11" fmla="*/ 1436489063 h 2336"/>
              <a:gd name="T12" fmla="*/ 2147483646 w 2384"/>
              <a:gd name="T13" fmla="*/ 688003450 h 2336"/>
              <a:gd name="T14" fmla="*/ 2147483646 w 2384"/>
              <a:gd name="T15" fmla="*/ 642639050 h 2336"/>
              <a:gd name="T16" fmla="*/ 2147483646 w 2384"/>
              <a:gd name="T17" fmla="*/ 118446550 h 2336"/>
              <a:gd name="T18" fmla="*/ 2147483646 w 2384"/>
              <a:gd name="T19" fmla="*/ 88206263 h 2336"/>
              <a:gd name="T20" fmla="*/ 1391126250 w 2384"/>
              <a:gd name="T21" fmla="*/ 209172175 h 2336"/>
              <a:gd name="T22" fmla="*/ 466228113 w 2384"/>
              <a:gd name="T23" fmla="*/ 1335682813 h 2336"/>
              <a:gd name="T24" fmla="*/ 352821875 w 2384"/>
              <a:gd name="T25" fmla="*/ 2147483646 h 2336"/>
              <a:gd name="T26" fmla="*/ 118446550 w 2384"/>
              <a:gd name="T27" fmla="*/ 2147483646 h 2336"/>
              <a:gd name="T28" fmla="*/ 1060984988 w 2384"/>
              <a:gd name="T29" fmla="*/ 2147483646 h 2336"/>
              <a:gd name="T30" fmla="*/ 1630540300 w 2384"/>
              <a:gd name="T31" fmla="*/ 2147483646 h 2336"/>
              <a:gd name="T32" fmla="*/ 2147483646 w 2384"/>
              <a:gd name="T33" fmla="*/ 2147483646 h 2336"/>
              <a:gd name="T34" fmla="*/ 2147483646 w 2384"/>
              <a:gd name="T35" fmla="*/ 2147483646 h 23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384"/>
              <a:gd name="T55" fmla="*/ 0 h 2336"/>
              <a:gd name="T56" fmla="*/ 2384 w 2384"/>
              <a:gd name="T57" fmla="*/ 2336 h 23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384" h="2336">
                <a:moveTo>
                  <a:pt x="1401" y="2054"/>
                </a:moveTo>
                <a:cubicBezTo>
                  <a:pt x="1552" y="2098"/>
                  <a:pt x="1676" y="2257"/>
                  <a:pt x="1787" y="2292"/>
                </a:cubicBezTo>
                <a:cubicBezTo>
                  <a:pt x="1898" y="2327"/>
                  <a:pt x="2023" y="2336"/>
                  <a:pt x="2066" y="2262"/>
                </a:cubicBezTo>
                <a:cubicBezTo>
                  <a:pt x="2109" y="2188"/>
                  <a:pt x="2098" y="1979"/>
                  <a:pt x="2048" y="1846"/>
                </a:cubicBezTo>
                <a:cubicBezTo>
                  <a:pt x="1998" y="1713"/>
                  <a:pt x="1789" y="1673"/>
                  <a:pt x="1763" y="1460"/>
                </a:cubicBezTo>
                <a:cubicBezTo>
                  <a:pt x="1737" y="1247"/>
                  <a:pt x="1816" y="768"/>
                  <a:pt x="1894" y="570"/>
                </a:cubicBezTo>
                <a:cubicBezTo>
                  <a:pt x="1972" y="372"/>
                  <a:pt x="2173" y="325"/>
                  <a:pt x="2232" y="273"/>
                </a:cubicBezTo>
                <a:cubicBezTo>
                  <a:pt x="2291" y="221"/>
                  <a:pt x="2246" y="293"/>
                  <a:pt x="2250" y="255"/>
                </a:cubicBezTo>
                <a:cubicBezTo>
                  <a:pt x="2254" y="217"/>
                  <a:pt x="2384" y="84"/>
                  <a:pt x="2256" y="47"/>
                </a:cubicBezTo>
                <a:cubicBezTo>
                  <a:pt x="2128" y="10"/>
                  <a:pt x="1768" y="29"/>
                  <a:pt x="1484" y="35"/>
                </a:cubicBezTo>
                <a:cubicBezTo>
                  <a:pt x="1200" y="41"/>
                  <a:pt x="769" y="0"/>
                  <a:pt x="552" y="83"/>
                </a:cubicBezTo>
                <a:cubicBezTo>
                  <a:pt x="335" y="166"/>
                  <a:pt x="254" y="380"/>
                  <a:pt x="185" y="530"/>
                </a:cubicBezTo>
                <a:cubicBezTo>
                  <a:pt x="116" y="680"/>
                  <a:pt x="163" y="777"/>
                  <a:pt x="140" y="984"/>
                </a:cubicBezTo>
                <a:cubicBezTo>
                  <a:pt x="117" y="1191"/>
                  <a:pt x="0" y="1628"/>
                  <a:pt x="47" y="1775"/>
                </a:cubicBezTo>
                <a:cubicBezTo>
                  <a:pt x="94" y="1922"/>
                  <a:pt x="321" y="1833"/>
                  <a:pt x="421" y="1864"/>
                </a:cubicBezTo>
                <a:cubicBezTo>
                  <a:pt x="521" y="1895"/>
                  <a:pt x="571" y="1931"/>
                  <a:pt x="647" y="1959"/>
                </a:cubicBezTo>
                <a:cubicBezTo>
                  <a:pt x="723" y="1987"/>
                  <a:pt x="752" y="2014"/>
                  <a:pt x="878" y="2030"/>
                </a:cubicBezTo>
                <a:cubicBezTo>
                  <a:pt x="1004" y="2046"/>
                  <a:pt x="1292" y="2049"/>
                  <a:pt x="1401" y="2054"/>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a:lstStyle/>
          <a:p>
            <a:endParaRPr lang="en-GB"/>
          </a:p>
        </p:txBody>
      </p:sp>
      <p:sp>
        <p:nvSpPr>
          <p:cNvPr id="55305" name="AutoShape 95">
            <a:extLst>
              <a:ext uri="{FF2B5EF4-FFF2-40B4-BE49-F238E27FC236}">
                <a16:creationId xmlns:a16="http://schemas.microsoft.com/office/drawing/2014/main" id="{480A30A5-7301-0FD3-8EA1-E7636393777E}"/>
              </a:ext>
            </a:extLst>
          </p:cNvPr>
          <p:cNvSpPr>
            <a:spLocks noChangeArrowheads="1"/>
          </p:cNvSpPr>
          <p:nvPr/>
        </p:nvSpPr>
        <p:spPr bwMode="auto">
          <a:xfrm>
            <a:off x="3503614" y="3876676"/>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0.0.0.0</a:t>
            </a:r>
          </a:p>
        </p:txBody>
      </p:sp>
      <p:sp>
        <p:nvSpPr>
          <p:cNvPr id="55306" name="AutoShape 106">
            <a:extLst>
              <a:ext uri="{FF2B5EF4-FFF2-40B4-BE49-F238E27FC236}">
                <a16:creationId xmlns:a16="http://schemas.microsoft.com/office/drawing/2014/main" id="{59675112-CE85-286E-11B8-7D0BB948344C}"/>
              </a:ext>
            </a:extLst>
          </p:cNvPr>
          <p:cNvSpPr>
            <a:spLocks noChangeArrowheads="1"/>
          </p:cNvSpPr>
          <p:nvPr/>
        </p:nvSpPr>
        <p:spPr bwMode="auto">
          <a:xfrm>
            <a:off x="2868614" y="157164"/>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1.1.1.1</a:t>
            </a:r>
          </a:p>
        </p:txBody>
      </p:sp>
      <p:sp>
        <p:nvSpPr>
          <p:cNvPr id="55307" name="AutoShape 107">
            <a:extLst>
              <a:ext uri="{FF2B5EF4-FFF2-40B4-BE49-F238E27FC236}">
                <a16:creationId xmlns:a16="http://schemas.microsoft.com/office/drawing/2014/main" id="{C251A82B-30D4-2AEA-6BD5-53E72C316B65}"/>
              </a:ext>
            </a:extLst>
          </p:cNvPr>
          <p:cNvSpPr>
            <a:spLocks noChangeArrowheads="1"/>
          </p:cNvSpPr>
          <p:nvPr/>
        </p:nvSpPr>
        <p:spPr bwMode="auto">
          <a:xfrm>
            <a:off x="5927725" y="225426"/>
            <a:ext cx="1011238"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2.2.2.2</a:t>
            </a:r>
          </a:p>
        </p:txBody>
      </p:sp>
      <p:sp>
        <p:nvSpPr>
          <p:cNvPr id="55308" name="AutoShape 108">
            <a:extLst>
              <a:ext uri="{FF2B5EF4-FFF2-40B4-BE49-F238E27FC236}">
                <a16:creationId xmlns:a16="http://schemas.microsoft.com/office/drawing/2014/main" id="{C0B7ABB4-A075-54F0-A765-4F96D4BC0015}"/>
              </a:ext>
            </a:extLst>
          </p:cNvPr>
          <p:cNvSpPr>
            <a:spLocks noChangeArrowheads="1"/>
          </p:cNvSpPr>
          <p:nvPr/>
        </p:nvSpPr>
        <p:spPr bwMode="auto">
          <a:xfrm>
            <a:off x="9551989" y="44451"/>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3.3.3.3</a:t>
            </a:r>
          </a:p>
        </p:txBody>
      </p:sp>
      <p:sp>
        <p:nvSpPr>
          <p:cNvPr id="55309" name="Text Box 465">
            <a:extLst>
              <a:ext uri="{FF2B5EF4-FFF2-40B4-BE49-F238E27FC236}">
                <a16:creationId xmlns:a16="http://schemas.microsoft.com/office/drawing/2014/main" id="{2FE7C88A-31E0-0F5C-2A34-84A3F2A423BC}"/>
              </a:ext>
            </a:extLst>
          </p:cNvPr>
          <p:cNvSpPr txBox="1">
            <a:spLocks noChangeArrowheads="1"/>
          </p:cNvSpPr>
          <p:nvPr/>
        </p:nvSpPr>
        <p:spPr bwMode="auto">
          <a:xfrm>
            <a:off x="4948239" y="4937125"/>
            <a:ext cx="2111375"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3600"/>
              <a:t>backbone</a:t>
            </a:r>
          </a:p>
        </p:txBody>
      </p:sp>
      <p:sp>
        <p:nvSpPr>
          <p:cNvPr id="55310" name="Text Box 466">
            <a:extLst>
              <a:ext uri="{FF2B5EF4-FFF2-40B4-BE49-F238E27FC236}">
                <a16:creationId xmlns:a16="http://schemas.microsoft.com/office/drawing/2014/main" id="{1D254657-8C95-C25A-1893-078FF146DD19}"/>
              </a:ext>
            </a:extLst>
          </p:cNvPr>
          <p:cNvSpPr txBox="1">
            <a:spLocks noChangeArrowheads="1"/>
          </p:cNvSpPr>
          <p:nvPr/>
        </p:nvSpPr>
        <p:spPr bwMode="auto">
          <a:xfrm>
            <a:off x="2903539" y="1341438"/>
            <a:ext cx="1049337"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3600"/>
              <a:t>stub</a:t>
            </a:r>
          </a:p>
        </p:txBody>
      </p:sp>
      <p:sp>
        <p:nvSpPr>
          <p:cNvPr id="55311" name="Text Box 467">
            <a:extLst>
              <a:ext uri="{FF2B5EF4-FFF2-40B4-BE49-F238E27FC236}">
                <a16:creationId xmlns:a16="http://schemas.microsoft.com/office/drawing/2014/main" id="{71587285-BD68-4D1D-0529-3F9D6F272BA5}"/>
              </a:ext>
            </a:extLst>
          </p:cNvPr>
          <p:cNvSpPr txBox="1">
            <a:spLocks noChangeArrowheads="1"/>
          </p:cNvSpPr>
          <p:nvPr/>
        </p:nvSpPr>
        <p:spPr bwMode="auto">
          <a:xfrm>
            <a:off x="5545139" y="1341438"/>
            <a:ext cx="1049337"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3600"/>
              <a:t>stub</a:t>
            </a:r>
          </a:p>
        </p:txBody>
      </p:sp>
      <p:sp>
        <p:nvSpPr>
          <p:cNvPr id="55312" name="Text Box 468">
            <a:extLst>
              <a:ext uri="{FF2B5EF4-FFF2-40B4-BE49-F238E27FC236}">
                <a16:creationId xmlns:a16="http://schemas.microsoft.com/office/drawing/2014/main" id="{DFF01CA8-CDA0-B97F-28FA-E84E07A32167}"/>
              </a:ext>
            </a:extLst>
          </p:cNvPr>
          <p:cNvSpPr txBox="1">
            <a:spLocks noChangeArrowheads="1"/>
          </p:cNvSpPr>
          <p:nvPr/>
        </p:nvSpPr>
        <p:spPr bwMode="auto">
          <a:xfrm>
            <a:off x="8502650" y="1341438"/>
            <a:ext cx="1049338"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r>
              <a:rPr lang="it-IT" altLang="it-IT" sz="3600"/>
              <a:t>stub</a:t>
            </a:r>
          </a:p>
        </p:txBody>
      </p:sp>
      <p:sp>
        <p:nvSpPr>
          <p:cNvPr id="3" name="Footer Placeholder 2">
            <a:extLst>
              <a:ext uri="{FF2B5EF4-FFF2-40B4-BE49-F238E27FC236}">
                <a16:creationId xmlns:a16="http://schemas.microsoft.com/office/drawing/2014/main" id="{26F7C95C-F752-97B1-71A6-ECB7030772D5}"/>
              </a:ext>
            </a:extLst>
          </p:cNvPr>
          <p:cNvSpPr>
            <a:spLocks noGrp="1"/>
          </p:cNvSpPr>
          <p:nvPr>
            <p:ph type="ftr" sz="quarter" idx="11"/>
          </p:nvPr>
        </p:nvSpPr>
        <p:spPr/>
        <p:txBody>
          <a:bodyPr/>
          <a:lstStyle/>
          <a:p>
            <a:r>
              <a:rPr lang="it-IT" altLang="en-IT"/>
              <a:t>kathara – [ labs: ospf_frr ]</a:t>
            </a: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4" name="Rectangle 2">
            <a:extLst>
              <a:ext uri="{FF2B5EF4-FFF2-40B4-BE49-F238E27FC236}">
                <a16:creationId xmlns:a16="http://schemas.microsoft.com/office/drawing/2014/main" id="{6A4FF597-F101-6CC2-624B-208B606980F9}"/>
              </a:ext>
            </a:extLst>
          </p:cNvPr>
          <p:cNvSpPr>
            <a:spLocks noGrp="1" noChangeArrowheads="1"/>
          </p:cNvSpPr>
          <p:nvPr>
            <p:ph type="title"/>
          </p:nvPr>
        </p:nvSpPr>
        <p:spPr/>
        <p:txBody>
          <a:bodyPr/>
          <a:lstStyle/>
          <a:p>
            <a:pPr eaLnBrk="1" hangingPunct="1"/>
            <a:r>
              <a:rPr lang="it-IT" altLang="it-IT"/>
              <a:t>router types</a:t>
            </a:r>
          </a:p>
        </p:txBody>
      </p:sp>
      <p:sp>
        <p:nvSpPr>
          <p:cNvPr id="56325" name="Rectangle 3">
            <a:extLst>
              <a:ext uri="{FF2B5EF4-FFF2-40B4-BE49-F238E27FC236}">
                <a16:creationId xmlns:a16="http://schemas.microsoft.com/office/drawing/2014/main" id="{052D99F2-FF1D-BB38-4A6B-00BF7A800BBB}"/>
              </a:ext>
            </a:extLst>
          </p:cNvPr>
          <p:cNvSpPr>
            <a:spLocks noGrp="1" noChangeArrowheads="1"/>
          </p:cNvSpPr>
          <p:nvPr>
            <p:ph idx="1"/>
          </p:nvPr>
        </p:nvSpPr>
        <p:spPr/>
        <p:txBody>
          <a:bodyPr/>
          <a:lstStyle/>
          <a:p>
            <a:pPr eaLnBrk="1" hangingPunct="1">
              <a:lnSpc>
                <a:spcPct val="80000"/>
              </a:lnSpc>
            </a:pPr>
            <a:r>
              <a:rPr lang="it-IT" altLang="it-IT" sz="2800">
                <a:solidFill>
                  <a:schemeClr val="accent1"/>
                </a:solidFill>
              </a:rPr>
              <a:t>internal router</a:t>
            </a:r>
          </a:p>
          <a:p>
            <a:pPr lvl="1" eaLnBrk="1" hangingPunct="1">
              <a:lnSpc>
                <a:spcPct val="80000"/>
              </a:lnSpc>
            </a:pPr>
            <a:r>
              <a:rPr lang="it-IT" altLang="it-IT" sz="2400"/>
              <a:t>all interfaces belong to the same area</a:t>
            </a:r>
          </a:p>
          <a:p>
            <a:pPr eaLnBrk="1" hangingPunct="1">
              <a:lnSpc>
                <a:spcPct val="80000"/>
              </a:lnSpc>
            </a:pPr>
            <a:r>
              <a:rPr lang="it-IT" altLang="it-IT" sz="2800">
                <a:solidFill>
                  <a:schemeClr val="accent1"/>
                </a:solidFill>
              </a:rPr>
              <a:t>area border router</a:t>
            </a:r>
            <a:r>
              <a:rPr lang="it-IT" altLang="it-IT" sz="2800"/>
              <a:t> (</a:t>
            </a:r>
            <a:r>
              <a:rPr lang="it-IT" altLang="it-IT" sz="2800">
                <a:solidFill>
                  <a:schemeClr val="accent1"/>
                </a:solidFill>
              </a:rPr>
              <a:t>abr</a:t>
            </a:r>
            <a:r>
              <a:rPr lang="it-IT" altLang="it-IT" sz="2800"/>
              <a:t>)</a:t>
            </a:r>
          </a:p>
          <a:p>
            <a:pPr lvl="1" eaLnBrk="1" hangingPunct="1">
              <a:lnSpc>
                <a:spcPct val="80000"/>
              </a:lnSpc>
            </a:pPr>
            <a:r>
              <a:rPr lang="it-IT" altLang="it-IT" sz="2400"/>
              <a:t>connects one or more areas to the backbone</a:t>
            </a:r>
          </a:p>
          <a:p>
            <a:pPr lvl="1" eaLnBrk="1" hangingPunct="1">
              <a:lnSpc>
                <a:spcPct val="80000"/>
              </a:lnSpc>
            </a:pPr>
            <a:r>
              <a:rPr lang="it-IT" altLang="it-IT" sz="2400"/>
              <a:t>keeps multiple lsdbs, one for each area</a:t>
            </a:r>
          </a:p>
          <a:p>
            <a:pPr eaLnBrk="1" hangingPunct="1">
              <a:lnSpc>
                <a:spcPct val="80000"/>
              </a:lnSpc>
            </a:pPr>
            <a:r>
              <a:rPr lang="it-IT" altLang="it-IT" sz="2800">
                <a:solidFill>
                  <a:schemeClr val="accent1"/>
                </a:solidFill>
              </a:rPr>
              <a:t>backbone router</a:t>
            </a:r>
          </a:p>
          <a:p>
            <a:pPr lvl="1" eaLnBrk="1" hangingPunct="1">
              <a:lnSpc>
                <a:spcPct val="80000"/>
              </a:lnSpc>
            </a:pPr>
            <a:r>
              <a:rPr lang="it-IT" altLang="it-IT" sz="2400"/>
              <a:t>has at least one interface connected to the backbone</a:t>
            </a:r>
          </a:p>
          <a:p>
            <a:pPr lvl="1" eaLnBrk="1" hangingPunct="1">
              <a:lnSpc>
                <a:spcPct val="80000"/>
              </a:lnSpc>
            </a:pPr>
            <a:r>
              <a:rPr lang="it-IT" altLang="it-IT" sz="2400"/>
              <a:t>an abr is always a backbone router</a:t>
            </a:r>
          </a:p>
          <a:p>
            <a:pPr eaLnBrk="1" hangingPunct="1">
              <a:lnSpc>
                <a:spcPct val="80000"/>
              </a:lnSpc>
            </a:pPr>
            <a:r>
              <a:rPr lang="it-IT" altLang="it-IT" sz="2800">
                <a:solidFill>
                  <a:schemeClr val="accent1"/>
                </a:solidFill>
              </a:rPr>
              <a:t>autonomous system boundary router</a:t>
            </a:r>
            <a:r>
              <a:rPr lang="it-IT" altLang="it-IT" sz="2800"/>
              <a:t> (</a:t>
            </a:r>
            <a:r>
              <a:rPr lang="it-IT" altLang="it-IT" sz="2800">
                <a:solidFill>
                  <a:schemeClr val="accent1"/>
                </a:solidFill>
              </a:rPr>
              <a:t>asbr</a:t>
            </a:r>
            <a:r>
              <a:rPr lang="it-IT" altLang="it-IT" sz="2800"/>
              <a:t>)</a:t>
            </a:r>
          </a:p>
          <a:p>
            <a:pPr lvl="1" eaLnBrk="1" hangingPunct="1">
              <a:lnSpc>
                <a:spcPct val="80000"/>
              </a:lnSpc>
            </a:pPr>
            <a:r>
              <a:rPr lang="it-IT" altLang="it-IT" sz="2400"/>
              <a:t>imports and floods routing information from other routing protocols (typically, bgp)</a:t>
            </a:r>
          </a:p>
          <a:p>
            <a:pPr eaLnBrk="1" hangingPunct="1">
              <a:lnSpc>
                <a:spcPct val="80000"/>
              </a:lnSpc>
            </a:pPr>
            <a:r>
              <a:rPr lang="it-IT" altLang="it-IT" sz="2800"/>
              <a:t>note: a router can be of more than one type</a:t>
            </a:r>
          </a:p>
        </p:txBody>
      </p:sp>
      <p:sp>
        <p:nvSpPr>
          <p:cNvPr id="2" name="Rectangle 4">
            <a:extLst>
              <a:ext uri="{FF2B5EF4-FFF2-40B4-BE49-F238E27FC236}">
                <a16:creationId xmlns:a16="http://schemas.microsoft.com/office/drawing/2014/main" id="{9CA08F8E-EB0E-8D62-4EA7-AA7E8ACDD056}"/>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86C658A-1CA6-CB9E-03BF-9DAADEC1372F}"/>
              </a:ext>
            </a:extLst>
          </p:cNvPr>
          <p:cNvSpPr>
            <a:spLocks noGrp="1" noChangeArrowheads="1"/>
          </p:cNvSpPr>
          <p:nvPr>
            <p:ph type="ftr" sz="quarter" idx="11"/>
          </p:nvPr>
        </p:nvSpPr>
        <p:spPr>
          <a:ln/>
        </p:spPr>
        <p:txBody>
          <a:bodyPr/>
          <a:lstStyle/>
          <a:p>
            <a:r>
              <a:rPr lang="it-IT" altLang="en-IT"/>
              <a:t>kathara – [ labs: ospf_frr ]</a:t>
            </a: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79ABC268-195E-3B39-4A9A-91BFA2F3AF33}"/>
              </a:ext>
            </a:extLst>
          </p:cNvPr>
          <p:cNvSpPr>
            <a:spLocks noGrp="1" noChangeArrowheads="1"/>
          </p:cNvSpPr>
          <p:nvPr>
            <p:ph type="dt" sz="half" idx="10"/>
          </p:nvPr>
        </p:nvSpPr>
        <p:spPr>
          <a:ln/>
        </p:spPr>
        <p:txBody>
          <a:bodyPr/>
          <a:lstStyle/>
          <a:p>
            <a:r>
              <a:rPr lang="it-IT" altLang="en-IT"/>
              <a:t>last update: Oct 2023</a:t>
            </a:r>
          </a:p>
        </p:txBody>
      </p:sp>
      <p:grpSp>
        <p:nvGrpSpPr>
          <p:cNvPr id="57349" name="Group 3">
            <a:extLst>
              <a:ext uri="{FF2B5EF4-FFF2-40B4-BE49-F238E27FC236}">
                <a16:creationId xmlns:a16="http://schemas.microsoft.com/office/drawing/2014/main" id="{95BC057C-B2A9-906F-7ADA-57262D8868B9}"/>
              </a:ext>
            </a:extLst>
          </p:cNvPr>
          <p:cNvGrpSpPr>
            <a:grpSpLocks/>
          </p:cNvGrpSpPr>
          <p:nvPr/>
        </p:nvGrpSpPr>
        <p:grpSpPr bwMode="auto">
          <a:xfrm>
            <a:off x="2894014" y="3603626"/>
            <a:ext cx="6510337" cy="3209925"/>
            <a:chOff x="863" y="2270"/>
            <a:chExt cx="4101" cy="2022"/>
          </a:xfrm>
        </p:grpSpPr>
        <p:grpSp>
          <p:nvGrpSpPr>
            <p:cNvPr id="57619" name="Group 4">
              <a:extLst>
                <a:ext uri="{FF2B5EF4-FFF2-40B4-BE49-F238E27FC236}">
                  <a16:creationId xmlns:a16="http://schemas.microsoft.com/office/drawing/2014/main" id="{B8549253-AC63-7A4E-C238-2458FC50C29E}"/>
                </a:ext>
              </a:extLst>
            </p:cNvPr>
            <p:cNvGrpSpPr>
              <a:grpSpLocks/>
            </p:cNvGrpSpPr>
            <p:nvPr/>
          </p:nvGrpSpPr>
          <p:grpSpPr bwMode="auto">
            <a:xfrm>
              <a:off x="863" y="2406"/>
              <a:ext cx="4101" cy="1886"/>
              <a:chOff x="863" y="2406"/>
              <a:chExt cx="4101" cy="1886"/>
            </a:xfrm>
          </p:grpSpPr>
          <p:sp>
            <p:nvSpPr>
              <p:cNvPr id="57621" name="Oval 5">
                <a:extLst>
                  <a:ext uri="{FF2B5EF4-FFF2-40B4-BE49-F238E27FC236}">
                    <a16:creationId xmlns:a16="http://schemas.microsoft.com/office/drawing/2014/main" id="{4A03F26E-A662-5728-B0AF-0ACBEA5CB8B4}"/>
                  </a:ext>
                </a:extLst>
              </p:cNvPr>
              <p:cNvSpPr>
                <a:spLocks noChangeAspect="1" noChangeArrowheads="1"/>
              </p:cNvSpPr>
              <p:nvPr/>
            </p:nvSpPr>
            <p:spPr bwMode="auto">
              <a:xfrm>
                <a:off x="1519" y="2406"/>
                <a:ext cx="2819" cy="76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7622" name="Oval 6">
                <a:extLst>
                  <a:ext uri="{FF2B5EF4-FFF2-40B4-BE49-F238E27FC236}">
                    <a16:creationId xmlns:a16="http://schemas.microsoft.com/office/drawing/2014/main" id="{EA2D45BC-026B-84C8-7946-7900C0ECA4D0}"/>
                  </a:ext>
                </a:extLst>
              </p:cNvPr>
              <p:cNvSpPr>
                <a:spLocks noChangeAspect="1" noChangeArrowheads="1"/>
              </p:cNvSpPr>
              <p:nvPr/>
            </p:nvSpPr>
            <p:spPr bwMode="auto">
              <a:xfrm>
                <a:off x="1174" y="2666"/>
                <a:ext cx="1487" cy="673"/>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7623" name="Oval 7">
                <a:extLst>
                  <a:ext uri="{FF2B5EF4-FFF2-40B4-BE49-F238E27FC236}">
                    <a16:creationId xmlns:a16="http://schemas.microsoft.com/office/drawing/2014/main" id="{8EB8C8AF-7C0A-668C-CA6B-6EC576103F6D}"/>
                  </a:ext>
                </a:extLst>
              </p:cNvPr>
              <p:cNvSpPr>
                <a:spLocks noChangeAspect="1" noChangeArrowheads="1"/>
              </p:cNvSpPr>
              <p:nvPr/>
            </p:nvSpPr>
            <p:spPr bwMode="auto">
              <a:xfrm>
                <a:off x="863" y="2887"/>
                <a:ext cx="860" cy="733"/>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7624" name="Oval 8">
                <a:extLst>
                  <a:ext uri="{FF2B5EF4-FFF2-40B4-BE49-F238E27FC236}">
                    <a16:creationId xmlns:a16="http://schemas.microsoft.com/office/drawing/2014/main" id="{2712ED89-C860-715D-375A-13E28E782B35}"/>
                  </a:ext>
                </a:extLst>
              </p:cNvPr>
              <p:cNvSpPr>
                <a:spLocks noChangeAspect="1" noChangeArrowheads="1"/>
              </p:cNvSpPr>
              <p:nvPr/>
            </p:nvSpPr>
            <p:spPr bwMode="auto">
              <a:xfrm>
                <a:off x="1247" y="3312"/>
                <a:ext cx="1286" cy="59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7625" name="Oval 9">
                <a:extLst>
                  <a:ext uri="{FF2B5EF4-FFF2-40B4-BE49-F238E27FC236}">
                    <a16:creationId xmlns:a16="http://schemas.microsoft.com/office/drawing/2014/main" id="{099DD99C-1015-27A8-DD24-CE86569454C0}"/>
                  </a:ext>
                </a:extLst>
              </p:cNvPr>
              <p:cNvSpPr>
                <a:spLocks noChangeAspect="1" noChangeArrowheads="1"/>
              </p:cNvSpPr>
              <p:nvPr/>
            </p:nvSpPr>
            <p:spPr bwMode="auto">
              <a:xfrm>
                <a:off x="1530" y="3412"/>
                <a:ext cx="2534" cy="88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7626" name="Oval 10">
                <a:extLst>
                  <a:ext uri="{FF2B5EF4-FFF2-40B4-BE49-F238E27FC236}">
                    <a16:creationId xmlns:a16="http://schemas.microsoft.com/office/drawing/2014/main" id="{C5284009-4DA6-4C3D-701A-48C0687D3D87}"/>
                  </a:ext>
                </a:extLst>
              </p:cNvPr>
              <p:cNvSpPr>
                <a:spLocks noChangeAspect="1" noChangeArrowheads="1"/>
              </p:cNvSpPr>
              <p:nvPr/>
            </p:nvSpPr>
            <p:spPr bwMode="auto">
              <a:xfrm>
                <a:off x="3525" y="2685"/>
                <a:ext cx="1439" cy="71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7627" name="Oval 11">
                <a:extLst>
                  <a:ext uri="{FF2B5EF4-FFF2-40B4-BE49-F238E27FC236}">
                    <a16:creationId xmlns:a16="http://schemas.microsoft.com/office/drawing/2014/main" id="{936CD1B0-28B6-D707-2DB4-FAE015A28BFA}"/>
                  </a:ext>
                </a:extLst>
              </p:cNvPr>
              <p:cNvSpPr>
                <a:spLocks noChangeAspect="1" noChangeArrowheads="1"/>
              </p:cNvSpPr>
              <p:nvPr/>
            </p:nvSpPr>
            <p:spPr bwMode="auto">
              <a:xfrm>
                <a:off x="3743" y="3025"/>
                <a:ext cx="826" cy="59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7628" name="Oval 12">
                <a:extLst>
                  <a:ext uri="{FF2B5EF4-FFF2-40B4-BE49-F238E27FC236}">
                    <a16:creationId xmlns:a16="http://schemas.microsoft.com/office/drawing/2014/main" id="{34BECC70-FB9F-1092-8C32-93400F815CE4}"/>
                  </a:ext>
                </a:extLst>
              </p:cNvPr>
              <p:cNvSpPr>
                <a:spLocks noChangeAspect="1" noChangeArrowheads="1"/>
              </p:cNvSpPr>
              <p:nvPr/>
            </p:nvSpPr>
            <p:spPr bwMode="auto">
              <a:xfrm>
                <a:off x="3611" y="3136"/>
                <a:ext cx="675" cy="88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7629" name="Oval 13">
                <a:extLst>
                  <a:ext uri="{FF2B5EF4-FFF2-40B4-BE49-F238E27FC236}">
                    <a16:creationId xmlns:a16="http://schemas.microsoft.com/office/drawing/2014/main" id="{5A9EF96D-93BA-3ED3-677D-6F549AD0DA1B}"/>
                  </a:ext>
                </a:extLst>
              </p:cNvPr>
              <p:cNvSpPr>
                <a:spLocks noChangeAspect="1" noChangeArrowheads="1"/>
              </p:cNvSpPr>
              <p:nvPr/>
            </p:nvSpPr>
            <p:spPr bwMode="auto">
              <a:xfrm>
                <a:off x="1530" y="2887"/>
                <a:ext cx="2890" cy="868"/>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57620" name="Oval 14">
              <a:extLst>
                <a:ext uri="{FF2B5EF4-FFF2-40B4-BE49-F238E27FC236}">
                  <a16:creationId xmlns:a16="http://schemas.microsoft.com/office/drawing/2014/main" id="{97FB185D-84D0-BCEB-973F-5E2DEA9AE9A6}"/>
                </a:ext>
              </a:extLst>
            </p:cNvPr>
            <p:cNvSpPr>
              <a:spLocks noChangeAspect="1" noChangeArrowheads="1"/>
            </p:cNvSpPr>
            <p:nvPr/>
          </p:nvSpPr>
          <p:spPr bwMode="auto">
            <a:xfrm>
              <a:off x="2215" y="2270"/>
              <a:ext cx="1518" cy="76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57350" name="Freeform 15">
            <a:extLst>
              <a:ext uri="{FF2B5EF4-FFF2-40B4-BE49-F238E27FC236}">
                <a16:creationId xmlns:a16="http://schemas.microsoft.com/office/drawing/2014/main" id="{D8E38C47-9879-87E1-49F6-6CD5AA3C1549}"/>
              </a:ext>
            </a:extLst>
          </p:cNvPr>
          <p:cNvSpPr>
            <a:spLocks/>
          </p:cNvSpPr>
          <p:nvPr/>
        </p:nvSpPr>
        <p:spPr bwMode="auto">
          <a:xfrm>
            <a:off x="7224713" y="49213"/>
            <a:ext cx="3371850" cy="3886200"/>
          </a:xfrm>
          <a:custGeom>
            <a:avLst/>
            <a:gdLst>
              <a:gd name="T0" fmla="*/ 168849675 w 2124"/>
              <a:gd name="T1" fmla="*/ 2147483646 h 2448"/>
              <a:gd name="T2" fmla="*/ 572074675 w 2124"/>
              <a:gd name="T3" fmla="*/ 2147483646 h 2448"/>
              <a:gd name="T4" fmla="*/ 841732188 w 2124"/>
              <a:gd name="T5" fmla="*/ 2147483646 h 2448"/>
              <a:gd name="T6" fmla="*/ 587195613 w 2124"/>
              <a:gd name="T7" fmla="*/ 2147483646 h 2448"/>
              <a:gd name="T8" fmla="*/ 1081146238 w 2124"/>
              <a:gd name="T9" fmla="*/ 2147483646 h 2448"/>
              <a:gd name="T10" fmla="*/ 2069047488 w 2124"/>
              <a:gd name="T11" fmla="*/ 2147483646 h 2448"/>
              <a:gd name="T12" fmla="*/ 2147483646 w 2124"/>
              <a:gd name="T13" fmla="*/ 2147483646 h 2448"/>
              <a:gd name="T14" fmla="*/ 2147483646 w 2124"/>
              <a:gd name="T15" fmla="*/ 2147483646 h 2448"/>
              <a:gd name="T16" fmla="*/ 2147483646 w 2124"/>
              <a:gd name="T17" fmla="*/ 2147483646 h 2448"/>
              <a:gd name="T18" fmla="*/ 2147483646 w 2124"/>
              <a:gd name="T19" fmla="*/ 1708665938 h 2448"/>
              <a:gd name="T20" fmla="*/ 2147483646 w 2124"/>
              <a:gd name="T21" fmla="*/ 282257500 h 2448"/>
              <a:gd name="T22" fmla="*/ 2147483646 w 2124"/>
              <a:gd name="T23" fmla="*/ 70564375 h 2448"/>
              <a:gd name="T24" fmla="*/ 423386250 w 2124"/>
              <a:gd name="T25" fmla="*/ 176410938 h 2448"/>
              <a:gd name="T26" fmla="*/ 302418750 w 2124"/>
              <a:gd name="T27" fmla="*/ 1134070313 h 2448"/>
              <a:gd name="T28" fmla="*/ 511590925 w 2124"/>
              <a:gd name="T29" fmla="*/ 1688504688 h 2448"/>
              <a:gd name="T30" fmla="*/ 168849675 w 2124"/>
              <a:gd name="T31" fmla="*/ 2147483646 h 24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124"/>
              <a:gd name="T49" fmla="*/ 0 h 2448"/>
              <a:gd name="T50" fmla="*/ 2124 w 2124"/>
              <a:gd name="T51" fmla="*/ 2448 h 244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124" h="2448">
                <a:moveTo>
                  <a:pt x="67" y="990"/>
                </a:moveTo>
                <a:cubicBezTo>
                  <a:pt x="27" y="1066"/>
                  <a:pt x="183" y="1206"/>
                  <a:pt x="227" y="1359"/>
                </a:cubicBezTo>
                <a:cubicBezTo>
                  <a:pt x="271" y="1512"/>
                  <a:pt x="333" y="1748"/>
                  <a:pt x="334" y="1911"/>
                </a:cubicBezTo>
                <a:cubicBezTo>
                  <a:pt x="335" y="2074"/>
                  <a:pt x="217" y="2249"/>
                  <a:pt x="233" y="2338"/>
                </a:cubicBezTo>
                <a:cubicBezTo>
                  <a:pt x="249" y="2427"/>
                  <a:pt x="331" y="2448"/>
                  <a:pt x="429" y="2445"/>
                </a:cubicBezTo>
                <a:cubicBezTo>
                  <a:pt x="527" y="2442"/>
                  <a:pt x="679" y="2351"/>
                  <a:pt x="821" y="2321"/>
                </a:cubicBezTo>
                <a:cubicBezTo>
                  <a:pt x="963" y="2291"/>
                  <a:pt x="1110" y="2289"/>
                  <a:pt x="1285" y="2265"/>
                </a:cubicBezTo>
                <a:cubicBezTo>
                  <a:pt x="1460" y="2241"/>
                  <a:pt x="1738" y="2250"/>
                  <a:pt x="1874" y="2174"/>
                </a:cubicBezTo>
                <a:cubicBezTo>
                  <a:pt x="2010" y="2098"/>
                  <a:pt x="2078" y="2060"/>
                  <a:pt x="2101" y="1811"/>
                </a:cubicBezTo>
                <a:cubicBezTo>
                  <a:pt x="2124" y="1562"/>
                  <a:pt x="2044" y="961"/>
                  <a:pt x="2011" y="678"/>
                </a:cubicBezTo>
                <a:cubicBezTo>
                  <a:pt x="1978" y="395"/>
                  <a:pt x="2049" y="220"/>
                  <a:pt x="1902" y="112"/>
                </a:cubicBezTo>
                <a:cubicBezTo>
                  <a:pt x="1755" y="4"/>
                  <a:pt x="1419" y="35"/>
                  <a:pt x="1130" y="28"/>
                </a:cubicBezTo>
                <a:cubicBezTo>
                  <a:pt x="841" y="21"/>
                  <a:pt x="336" y="0"/>
                  <a:pt x="168" y="70"/>
                </a:cubicBezTo>
                <a:cubicBezTo>
                  <a:pt x="0" y="140"/>
                  <a:pt x="114" y="350"/>
                  <a:pt x="120" y="450"/>
                </a:cubicBezTo>
                <a:cubicBezTo>
                  <a:pt x="126" y="550"/>
                  <a:pt x="212" y="580"/>
                  <a:pt x="203" y="670"/>
                </a:cubicBezTo>
                <a:cubicBezTo>
                  <a:pt x="194" y="760"/>
                  <a:pt x="95" y="923"/>
                  <a:pt x="67" y="990"/>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endParaRPr lang="en-GB"/>
          </a:p>
        </p:txBody>
      </p:sp>
      <p:sp>
        <p:nvSpPr>
          <p:cNvPr id="57351" name="Freeform 16">
            <a:extLst>
              <a:ext uri="{FF2B5EF4-FFF2-40B4-BE49-F238E27FC236}">
                <a16:creationId xmlns:a16="http://schemas.microsoft.com/office/drawing/2014/main" id="{34AF211E-0963-5D34-EEF8-EB7444BB2E58}"/>
              </a:ext>
            </a:extLst>
          </p:cNvPr>
          <p:cNvSpPr>
            <a:spLocks/>
          </p:cNvSpPr>
          <p:nvPr/>
        </p:nvSpPr>
        <p:spPr bwMode="auto">
          <a:xfrm>
            <a:off x="4737101" y="52389"/>
            <a:ext cx="2828925" cy="3748087"/>
          </a:xfrm>
          <a:custGeom>
            <a:avLst/>
            <a:gdLst>
              <a:gd name="T0" fmla="*/ 332660625 w 1782"/>
              <a:gd name="T1" fmla="*/ 1577617602 h 2361"/>
              <a:gd name="T2" fmla="*/ 614918125 w 1782"/>
              <a:gd name="T3" fmla="*/ 1083667043 h 2361"/>
              <a:gd name="T4" fmla="*/ 975301263 w 1782"/>
              <a:gd name="T5" fmla="*/ 859372373 h 2361"/>
              <a:gd name="T6" fmla="*/ 1355844063 w 1782"/>
              <a:gd name="T7" fmla="*/ 559474613 h 2361"/>
              <a:gd name="T8" fmla="*/ 2147483646 w 1782"/>
              <a:gd name="T9" fmla="*/ 80644989 h 2361"/>
              <a:gd name="T10" fmla="*/ 2147483646 w 1782"/>
              <a:gd name="T11" fmla="*/ 110886860 h 2361"/>
              <a:gd name="T12" fmla="*/ 2147483646 w 1782"/>
              <a:gd name="T13" fmla="*/ 740925839 h 2361"/>
              <a:gd name="T14" fmla="*/ 2147483646 w 1782"/>
              <a:gd name="T15" fmla="*/ 1607859473 h 2361"/>
              <a:gd name="T16" fmla="*/ 2147483646 w 1782"/>
              <a:gd name="T17" fmla="*/ 2147483646 h 2361"/>
              <a:gd name="T18" fmla="*/ 2147483646 w 1782"/>
              <a:gd name="T19" fmla="*/ 2147483646 h 2361"/>
              <a:gd name="T20" fmla="*/ 2147483646 w 1782"/>
              <a:gd name="T21" fmla="*/ 2147483646 h 2361"/>
              <a:gd name="T22" fmla="*/ 2147483646 w 1782"/>
              <a:gd name="T23" fmla="*/ 2147483646 h 2361"/>
              <a:gd name="T24" fmla="*/ 2147483646 w 1782"/>
              <a:gd name="T25" fmla="*/ 2147483646 h 2361"/>
              <a:gd name="T26" fmla="*/ 2147483646 w 1782"/>
              <a:gd name="T27" fmla="*/ 2147483646 h 2361"/>
              <a:gd name="T28" fmla="*/ 1514614700 w 1782"/>
              <a:gd name="T29" fmla="*/ 2147483646 h 2361"/>
              <a:gd name="T30" fmla="*/ 1305440938 w 1782"/>
              <a:gd name="T31" fmla="*/ 2147483646 h 2361"/>
              <a:gd name="T32" fmla="*/ 645160000 w 1782"/>
              <a:gd name="T33" fmla="*/ 2147483646 h 2361"/>
              <a:gd name="T34" fmla="*/ 599797188 w 1782"/>
              <a:gd name="T35" fmla="*/ 2147483646 h 2361"/>
              <a:gd name="T36" fmla="*/ 93246575 w 1782"/>
              <a:gd name="T37" fmla="*/ 2147483646 h 2361"/>
              <a:gd name="T38" fmla="*/ 47883763 w 1782"/>
              <a:gd name="T39" fmla="*/ 2147483646 h 2361"/>
              <a:gd name="T40" fmla="*/ 332660625 w 1782"/>
              <a:gd name="T41" fmla="*/ 1577617602 h 236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82"/>
              <a:gd name="T64" fmla="*/ 0 h 2361"/>
              <a:gd name="T65" fmla="*/ 1782 w 1782"/>
              <a:gd name="T66" fmla="*/ 2361 h 236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82" h="2361">
                <a:moveTo>
                  <a:pt x="132" y="626"/>
                </a:moveTo>
                <a:cubicBezTo>
                  <a:pt x="170" y="530"/>
                  <a:pt x="202" y="477"/>
                  <a:pt x="244" y="430"/>
                </a:cubicBezTo>
                <a:cubicBezTo>
                  <a:pt x="286" y="383"/>
                  <a:pt x="338" y="376"/>
                  <a:pt x="387" y="341"/>
                </a:cubicBezTo>
                <a:cubicBezTo>
                  <a:pt x="436" y="306"/>
                  <a:pt x="456" y="273"/>
                  <a:pt x="538" y="222"/>
                </a:cubicBezTo>
                <a:cubicBezTo>
                  <a:pt x="620" y="171"/>
                  <a:pt x="745" y="62"/>
                  <a:pt x="880" y="32"/>
                </a:cubicBezTo>
                <a:cubicBezTo>
                  <a:pt x="1015" y="2"/>
                  <a:pt x="1243" y="0"/>
                  <a:pt x="1349" y="44"/>
                </a:cubicBezTo>
                <a:cubicBezTo>
                  <a:pt x="1455" y="88"/>
                  <a:pt x="1469" y="195"/>
                  <a:pt x="1515" y="294"/>
                </a:cubicBezTo>
                <a:cubicBezTo>
                  <a:pt x="1561" y="393"/>
                  <a:pt x="1629" y="523"/>
                  <a:pt x="1628" y="638"/>
                </a:cubicBezTo>
                <a:cubicBezTo>
                  <a:pt x="1627" y="753"/>
                  <a:pt x="1501" y="860"/>
                  <a:pt x="1509" y="982"/>
                </a:cubicBezTo>
                <a:cubicBezTo>
                  <a:pt x="1517" y="1104"/>
                  <a:pt x="1630" y="1221"/>
                  <a:pt x="1675" y="1368"/>
                </a:cubicBezTo>
                <a:cubicBezTo>
                  <a:pt x="1720" y="1515"/>
                  <a:pt x="1782" y="1717"/>
                  <a:pt x="1782" y="1867"/>
                </a:cubicBezTo>
                <a:cubicBezTo>
                  <a:pt x="1782" y="2017"/>
                  <a:pt x="1746" y="2209"/>
                  <a:pt x="1675" y="2271"/>
                </a:cubicBezTo>
                <a:cubicBezTo>
                  <a:pt x="1604" y="2333"/>
                  <a:pt x="1424" y="2303"/>
                  <a:pt x="1355" y="2241"/>
                </a:cubicBezTo>
                <a:cubicBezTo>
                  <a:pt x="1286" y="2179"/>
                  <a:pt x="1426" y="1921"/>
                  <a:pt x="1260" y="1897"/>
                </a:cubicBezTo>
                <a:cubicBezTo>
                  <a:pt x="1094" y="1873"/>
                  <a:pt x="708" y="1885"/>
                  <a:pt x="601" y="1909"/>
                </a:cubicBezTo>
                <a:cubicBezTo>
                  <a:pt x="494" y="1933"/>
                  <a:pt x="575" y="2222"/>
                  <a:pt x="518" y="2283"/>
                </a:cubicBezTo>
                <a:cubicBezTo>
                  <a:pt x="465" y="2345"/>
                  <a:pt x="303" y="2361"/>
                  <a:pt x="256" y="2277"/>
                </a:cubicBezTo>
                <a:cubicBezTo>
                  <a:pt x="209" y="2193"/>
                  <a:pt x="274" y="1910"/>
                  <a:pt x="238" y="1778"/>
                </a:cubicBezTo>
                <a:cubicBezTo>
                  <a:pt x="202" y="1646"/>
                  <a:pt x="74" y="1616"/>
                  <a:pt x="37" y="1487"/>
                </a:cubicBezTo>
                <a:cubicBezTo>
                  <a:pt x="0" y="1358"/>
                  <a:pt x="3" y="1149"/>
                  <a:pt x="19" y="1006"/>
                </a:cubicBezTo>
                <a:cubicBezTo>
                  <a:pt x="35" y="863"/>
                  <a:pt x="94" y="710"/>
                  <a:pt x="132" y="626"/>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endParaRPr lang="en-GB"/>
          </a:p>
        </p:txBody>
      </p:sp>
      <p:sp>
        <p:nvSpPr>
          <p:cNvPr id="57352" name="Freeform 17">
            <a:extLst>
              <a:ext uri="{FF2B5EF4-FFF2-40B4-BE49-F238E27FC236}">
                <a16:creationId xmlns:a16="http://schemas.microsoft.com/office/drawing/2014/main" id="{AF6BBF8D-5D13-442C-F16B-5B424AFB700D}"/>
              </a:ext>
            </a:extLst>
          </p:cNvPr>
          <p:cNvSpPr>
            <a:spLocks/>
          </p:cNvSpPr>
          <p:nvPr/>
        </p:nvSpPr>
        <p:spPr bwMode="auto">
          <a:xfrm>
            <a:off x="1770063" y="66675"/>
            <a:ext cx="3784600" cy="3708400"/>
          </a:xfrm>
          <a:custGeom>
            <a:avLst/>
            <a:gdLst>
              <a:gd name="T0" fmla="*/ 2147483646 w 2384"/>
              <a:gd name="T1" fmla="*/ 2147483646 h 2336"/>
              <a:gd name="T2" fmla="*/ 2147483646 w 2384"/>
              <a:gd name="T3" fmla="*/ 2147483646 h 2336"/>
              <a:gd name="T4" fmla="*/ 2147483646 w 2384"/>
              <a:gd name="T5" fmla="*/ 2147483646 h 2336"/>
              <a:gd name="T6" fmla="*/ 2147483646 w 2384"/>
              <a:gd name="T7" fmla="*/ 2147483646 h 2336"/>
              <a:gd name="T8" fmla="*/ 2147483646 w 2384"/>
              <a:gd name="T9" fmla="*/ 2147483646 h 2336"/>
              <a:gd name="T10" fmla="*/ 2147483646 w 2384"/>
              <a:gd name="T11" fmla="*/ 1436489063 h 2336"/>
              <a:gd name="T12" fmla="*/ 2147483646 w 2384"/>
              <a:gd name="T13" fmla="*/ 688003450 h 2336"/>
              <a:gd name="T14" fmla="*/ 2147483646 w 2384"/>
              <a:gd name="T15" fmla="*/ 642639050 h 2336"/>
              <a:gd name="T16" fmla="*/ 2147483646 w 2384"/>
              <a:gd name="T17" fmla="*/ 118446550 h 2336"/>
              <a:gd name="T18" fmla="*/ 2147483646 w 2384"/>
              <a:gd name="T19" fmla="*/ 88206263 h 2336"/>
              <a:gd name="T20" fmla="*/ 1391126250 w 2384"/>
              <a:gd name="T21" fmla="*/ 209172175 h 2336"/>
              <a:gd name="T22" fmla="*/ 466228113 w 2384"/>
              <a:gd name="T23" fmla="*/ 1335682813 h 2336"/>
              <a:gd name="T24" fmla="*/ 352821875 w 2384"/>
              <a:gd name="T25" fmla="*/ 2147483646 h 2336"/>
              <a:gd name="T26" fmla="*/ 118446550 w 2384"/>
              <a:gd name="T27" fmla="*/ 2147483646 h 2336"/>
              <a:gd name="T28" fmla="*/ 1060984988 w 2384"/>
              <a:gd name="T29" fmla="*/ 2147483646 h 2336"/>
              <a:gd name="T30" fmla="*/ 1630540300 w 2384"/>
              <a:gd name="T31" fmla="*/ 2147483646 h 2336"/>
              <a:gd name="T32" fmla="*/ 2147483646 w 2384"/>
              <a:gd name="T33" fmla="*/ 2147483646 h 2336"/>
              <a:gd name="T34" fmla="*/ 2147483646 w 2384"/>
              <a:gd name="T35" fmla="*/ 2147483646 h 23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384"/>
              <a:gd name="T55" fmla="*/ 0 h 2336"/>
              <a:gd name="T56" fmla="*/ 2384 w 2384"/>
              <a:gd name="T57" fmla="*/ 2336 h 23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384" h="2336">
                <a:moveTo>
                  <a:pt x="1401" y="2054"/>
                </a:moveTo>
                <a:cubicBezTo>
                  <a:pt x="1552" y="2098"/>
                  <a:pt x="1676" y="2257"/>
                  <a:pt x="1787" y="2292"/>
                </a:cubicBezTo>
                <a:cubicBezTo>
                  <a:pt x="1898" y="2327"/>
                  <a:pt x="2023" y="2336"/>
                  <a:pt x="2066" y="2262"/>
                </a:cubicBezTo>
                <a:cubicBezTo>
                  <a:pt x="2109" y="2188"/>
                  <a:pt x="2098" y="1979"/>
                  <a:pt x="2048" y="1846"/>
                </a:cubicBezTo>
                <a:cubicBezTo>
                  <a:pt x="1998" y="1713"/>
                  <a:pt x="1789" y="1673"/>
                  <a:pt x="1763" y="1460"/>
                </a:cubicBezTo>
                <a:cubicBezTo>
                  <a:pt x="1737" y="1247"/>
                  <a:pt x="1816" y="768"/>
                  <a:pt x="1894" y="570"/>
                </a:cubicBezTo>
                <a:cubicBezTo>
                  <a:pt x="1972" y="372"/>
                  <a:pt x="2173" y="325"/>
                  <a:pt x="2232" y="273"/>
                </a:cubicBezTo>
                <a:cubicBezTo>
                  <a:pt x="2291" y="221"/>
                  <a:pt x="2246" y="293"/>
                  <a:pt x="2250" y="255"/>
                </a:cubicBezTo>
                <a:cubicBezTo>
                  <a:pt x="2254" y="217"/>
                  <a:pt x="2384" y="84"/>
                  <a:pt x="2256" y="47"/>
                </a:cubicBezTo>
                <a:cubicBezTo>
                  <a:pt x="2128" y="10"/>
                  <a:pt x="1768" y="29"/>
                  <a:pt x="1484" y="35"/>
                </a:cubicBezTo>
                <a:cubicBezTo>
                  <a:pt x="1200" y="41"/>
                  <a:pt x="769" y="0"/>
                  <a:pt x="552" y="83"/>
                </a:cubicBezTo>
                <a:cubicBezTo>
                  <a:pt x="335" y="166"/>
                  <a:pt x="254" y="380"/>
                  <a:pt x="185" y="530"/>
                </a:cubicBezTo>
                <a:cubicBezTo>
                  <a:pt x="116" y="680"/>
                  <a:pt x="163" y="777"/>
                  <a:pt x="140" y="984"/>
                </a:cubicBezTo>
                <a:cubicBezTo>
                  <a:pt x="117" y="1191"/>
                  <a:pt x="0" y="1628"/>
                  <a:pt x="47" y="1775"/>
                </a:cubicBezTo>
                <a:cubicBezTo>
                  <a:pt x="94" y="1922"/>
                  <a:pt x="321" y="1833"/>
                  <a:pt x="421" y="1864"/>
                </a:cubicBezTo>
                <a:cubicBezTo>
                  <a:pt x="521" y="1895"/>
                  <a:pt x="571" y="1931"/>
                  <a:pt x="647" y="1959"/>
                </a:cubicBezTo>
                <a:cubicBezTo>
                  <a:pt x="723" y="1987"/>
                  <a:pt x="752" y="2014"/>
                  <a:pt x="878" y="2030"/>
                </a:cubicBezTo>
                <a:cubicBezTo>
                  <a:pt x="1004" y="2046"/>
                  <a:pt x="1292" y="2049"/>
                  <a:pt x="1401" y="2054"/>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a:lstStyle/>
          <a:p>
            <a:endParaRPr lang="en-GB"/>
          </a:p>
        </p:txBody>
      </p:sp>
      <p:sp>
        <p:nvSpPr>
          <p:cNvPr id="57353" name="Rectangle 35">
            <a:extLst>
              <a:ext uri="{FF2B5EF4-FFF2-40B4-BE49-F238E27FC236}">
                <a16:creationId xmlns:a16="http://schemas.microsoft.com/office/drawing/2014/main" id="{18D2DB72-E193-A1AB-A738-E2D5B2A293C1}"/>
              </a:ext>
            </a:extLst>
          </p:cNvPr>
          <p:cNvSpPr>
            <a:spLocks noChangeArrowheads="1"/>
          </p:cNvSpPr>
          <p:nvPr/>
        </p:nvSpPr>
        <p:spPr bwMode="auto">
          <a:xfrm>
            <a:off x="5137151" y="3921126"/>
            <a:ext cx="2182813" cy="1789113"/>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7354" name="Group 36">
            <a:extLst>
              <a:ext uri="{FF2B5EF4-FFF2-40B4-BE49-F238E27FC236}">
                <a16:creationId xmlns:a16="http://schemas.microsoft.com/office/drawing/2014/main" id="{D868826D-588B-AD96-75C7-B5E732C94083}"/>
              </a:ext>
            </a:extLst>
          </p:cNvPr>
          <p:cNvGrpSpPr>
            <a:grpSpLocks noChangeAspect="1"/>
          </p:cNvGrpSpPr>
          <p:nvPr/>
        </p:nvGrpSpPr>
        <p:grpSpPr bwMode="auto">
          <a:xfrm>
            <a:off x="4768850" y="5495926"/>
            <a:ext cx="723900" cy="460375"/>
            <a:chOff x="3312" y="2160"/>
            <a:chExt cx="960" cy="528"/>
          </a:xfrm>
        </p:grpSpPr>
        <p:grpSp>
          <p:nvGrpSpPr>
            <p:cNvPr id="57597" name="Group 37">
              <a:extLst>
                <a:ext uri="{FF2B5EF4-FFF2-40B4-BE49-F238E27FC236}">
                  <a16:creationId xmlns:a16="http://schemas.microsoft.com/office/drawing/2014/main" id="{D3959F57-5EA4-FF8A-1F09-1C38A60EEEA4}"/>
                </a:ext>
              </a:extLst>
            </p:cNvPr>
            <p:cNvGrpSpPr>
              <a:grpSpLocks noChangeAspect="1"/>
            </p:cNvGrpSpPr>
            <p:nvPr/>
          </p:nvGrpSpPr>
          <p:grpSpPr bwMode="auto">
            <a:xfrm>
              <a:off x="3312" y="2160"/>
              <a:ext cx="960" cy="528"/>
              <a:chOff x="3312" y="2160"/>
              <a:chExt cx="960" cy="528"/>
            </a:xfrm>
          </p:grpSpPr>
          <p:sp>
            <p:nvSpPr>
              <p:cNvPr id="57599" name="AutoShape 38">
                <a:extLst>
                  <a:ext uri="{FF2B5EF4-FFF2-40B4-BE49-F238E27FC236}">
                    <a16:creationId xmlns:a16="http://schemas.microsoft.com/office/drawing/2014/main" id="{7492F598-1881-10C5-B0FA-22191CA04D08}"/>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7600" name="Group 39">
                <a:extLst>
                  <a:ext uri="{FF2B5EF4-FFF2-40B4-BE49-F238E27FC236}">
                    <a16:creationId xmlns:a16="http://schemas.microsoft.com/office/drawing/2014/main" id="{E2E7497F-9E98-DF6C-0C61-7377EB1E591B}"/>
                  </a:ext>
                </a:extLst>
              </p:cNvPr>
              <p:cNvGrpSpPr>
                <a:grpSpLocks noChangeAspect="1"/>
              </p:cNvGrpSpPr>
              <p:nvPr/>
            </p:nvGrpSpPr>
            <p:grpSpPr bwMode="auto">
              <a:xfrm>
                <a:off x="3488" y="2193"/>
                <a:ext cx="599" cy="207"/>
                <a:chOff x="422" y="1632"/>
                <a:chExt cx="829" cy="298"/>
              </a:xfrm>
            </p:grpSpPr>
            <p:grpSp>
              <p:nvGrpSpPr>
                <p:cNvPr id="57601" name="Group 40">
                  <a:extLst>
                    <a:ext uri="{FF2B5EF4-FFF2-40B4-BE49-F238E27FC236}">
                      <a16:creationId xmlns:a16="http://schemas.microsoft.com/office/drawing/2014/main" id="{EC5CE8F4-7DED-6277-1665-E306A9A7E28F}"/>
                    </a:ext>
                  </a:extLst>
                </p:cNvPr>
                <p:cNvGrpSpPr>
                  <a:grpSpLocks noChangeAspect="1"/>
                </p:cNvGrpSpPr>
                <p:nvPr/>
              </p:nvGrpSpPr>
              <p:grpSpPr bwMode="auto">
                <a:xfrm>
                  <a:off x="422" y="1632"/>
                  <a:ext cx="822" cy="291"/>
                  <a:chOff x="422" y="1632"/>
                  <a:chExt cx="822" cy="291"/>
                </a:xfrm>
              </p:grpSpPr>
              <p:sp>
                <p:nvSpPr>
                  <p:cNvPr id="57611" name="Freeform 41">
                    <a:extLst>
                      <a:ext uri="{FF2B5EF4-FFF2-40B4-BE49-F238E27FC236}">
                        <a16:creationId xmlns:a16="http://schemas.microsoft.com/office/drawing/2014/main" id="{4FF2760A-D9DA-80F6-1AB4-36CC39A4CE8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612" name="Freeform 42">
                    <a:extLst>
                      <a:ext uri="{FF2B5EF4-FFF2-40B4-BE49-F238E27FC236}">
                        <a16:creationId xmlns:a16="http://schemas.microsoft.com/office/drawing/2014/main" id="{14E1D868-61A7-2712-A314-D93A4291AC31}"/>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613" name="Freeform 43">
                    <a:extLst>
                      <a:ext uri="{FF2B5EF4-FFF2-40B4-BE49-F238E27FC236}">
                        <a16:creationId xmlns:a16="http://schemas.microsoft.com/office/drawing/2014/main" id="{6313C61D-CF7D-1FFD-3B3D-09130EBA219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614" name="Freeform 44">
                    <a:extLst>
                      <a:ext uri="{FF2B5EF4-FFF2-40B4-BE49-F238E27FC236}">
                        <a16:creationId xmlns:a16="http://schemas.microsoft.com/office/drawing/2014/main" id="{4E36C92C-6789-457E-5A45-88E62C421DE3}"/>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615" name="Freeform 45">
                    <a:extLst>
                      <a:ext uri="{FF2B5EF4-FFF2-40B4-BE49-F238E27FC236}">
                        <a16:creationId xmlns:a16="http://schemas.microsoft.com/office/drawing/2014/main" id="{859EABD3-280A-1806-E33F-DDD36448E869}"/>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616" name="Freeform 46">
                    <a:extLst>
                      <a:ext uri="{FF2B5EF4-FFF2-40B4-BE49-F238E27FC236}">
                        <a16:creationId xmlns:a16="http://schemas.microsoft.com/office/drawing/2014/main" id="{35F0489F-C771-944E-0916-3F7F5BAA5B7E}"/>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617" name="Freeform 47">
                    <a:extLst>
                      <a:ext uri="{FF2B5EF4-FFF2-40B4-BE49-F238E27FC236}">
                        <a16:creationId xmlns:a16="http://schemas.microsoft.com/office/drawing/2014/main" id="{0451ED5F-5A0F-75A6-7B74-968D08D45C82}"/>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618" name="Freeform 48">
                    <a:extLst>
                      <a:ext uri="{FF2B5EF4-FFF2-40B4-BE49-F238E27FC236}">
                        <a16:creationId xmlns:a16="http://schemas.microsoft.com/office/drawing/2014/main" id="{3EFFD61D-285A-5118-6E9F-119F99C227AA}"/>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7602" name="Group 49">
                  <a:extLst>
                    <a:ext uri="{FF2B5EF4-FFF2-40B4-BE49-F238E27FC236}">
                      <a16:creationId xmlns:a16="http://schemas.microsoft.com/office/drawing/2014/main" id="{D17BDEB0-724E-608C-BF1A-15CA60B33196}"/>
                    </a:ext>
                  </a:extLst>
                </p:cNvPr>
                <p:cNvGrpSpPr>
                  <a:grpSpLocks noChangeAspect="1"/>
                </p:cNvGrpSpPr>
                <p:nvPr/>
              </p:nvGrpSpPr>
              <p:grpSpPr bwMode="auto">
                <a:xfrm>
                  <a:off x="429" y="1639"/>
                  <a:ext cx="822" cy="291"/>
                  <a:chOff x="429" y="1639"/>
                  <a:chExt cx="822" cy="291"/>
                </a:xfrm>
              </p:grpSpPr>
              <p:sp>
                <p:nvSpPr>
                  <p:cNvPr id="57603" name="Freeform 50">
                    <a:extLst>
                      <a:ext uri="{FF2B5EF4-FFF2-40B4-BE49-F238E27FC236}">
                        <a16:creationId xmlns:a16="http://schemas.microsoft.com/office/drawing/2014/main" id="{2EE89EAD-5326-6E58-4227-5431D4D1B701}"/>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604" name="Freeform 51">
                    <a:extLst>
                      <a:ext uri="{FF2B5EF4-FFF2-40B4-BE49-F238E27FC236}">
                        <a16:creationId xmlns:a16="http://schemas.microsoft.com/office/drawing/2014/main" id="{CD795CB7-E112-A18D-ED6A-A167B6FCA711}"/>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605" name="Freeform 52">
                    <a:extLst>
                      <a:ext uri="{FF2B5EF4-FFF2-40B4-BE49-F238E27FC236}">
                        <a16:creationId xmlns:a16="http://schemas.microsoft.com/office/drawing/2014/main" id="{192C765E-8FAE-D5A7-1EB1-25A374D85811}"/>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606" name="Freeform 53">
                    <a:extLst>
                      <a:ext uri="{FF2B5EF4-FFF2-40B4-BE49-F238E27FC236}">
                        <a16:creationId xmlns:a16="http://schemas.microsoft.com/office/drawing/2014/main" id="{80C23D67-7F20-690B-7258-3229E9D0C22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607" name="Freeform 54">
                    <a:extLst>
                      <a:ext uri="{FF2B5EF4-FFF2-40B4-BE49-F238E27FC236}">
                        <a16:creationId xmlns:a16="http://schemas.microsoft.com/office/drawing/2014/main" id="{278EBCA5-EBA7-A034-0F90-666DA4B5EF3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608" name="Freeform 55">
                    <a:extLst>
                      <a:ext uri="{FF2B5EF4-FFF2-40B4-BE49-F238E27FC236}">
                        <a16:creationId xmlns:a16="http://schemas.microsoft.com/office/drawing/2014/main" id="{B735849D-0A50-E9B0-D3D5-215F8610BB54}"/>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609" name="Freeform 56">
                    <a:extLst>
                      <a:ext uri="{FF2B5EF4-FFF2-40B4-BE49-F238E27FC236}">
                        <a16:creationId xmlns:a16="http://schemas.microsoft.com/office/drawing/2014/main" id="{C843A431-CAE8-0CB6-878D-FAA73AECCD5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610" name="Freeform 57">
                    <a:extLst>
                      <a:ext uri="{FF2B5EF4-FFF2-40B4-BE49-F238E27FC236}">
                        <a16:creationId xmlns:a16="http://schemas.microsoft.com/office/drawing/2014/main" id="{38650668-93A8-BC8B-4BB0-92D89E872376}"/>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7598" name="WordArt 58">
              <a:extLst>
                <a:ext uri="{FF2B5EF4-FFF2-40B4-BE49-F238E27FC236}">
                  <a16:creationId xmlns:a16="http://schemas.microsoft.com/office/drawing/2014/main" id="{35715816-40D9-F973-77E7-4BBBA8540C7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sp>
        <p:nvSpPr>
          <p:cNvPr id="57355" name="Line 61">
            <a:extLst>
              <a:ext uri="{FF2B5EF4-FFF2-40B4-BE49-F238E27FC236}">
                <a16:creationId xmlns:a16="http://schemas.microsoft.com/office/drawing/2014/main" id="{C6AFB0A2-9A7B-9899-D5CB-327D4C0C756B}"/>
              </a:ext>
            </a:extLst>
          </p:cNvPr>
          <p:cNvSpPr>
            <a:spLocks noChangeShapeType="1"/>
          </p:cNvSpPr>
          <p:nvPr/>
        </p:nvSpPr>
        <p:spPr bwMode="auto">
          <a:xfrm>
            <a:off x="6188075" y="3921125"/>
            <a:ext cx="0" cy="17526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7356" name="Group 62">
            <a:extLst>
              <a:ext uri="{FF2B5EF4-FFF2-40B4-BE49-F238E27FC236}">
                <a16:creationId xmlns:a16="http://schemas.microsoft.com/office/drawing/2014/main" id="{B2FBAED4-BB57-0B6B-D381-732E16B83735}"/>
              </a:ext>
            </a:extLst>
          </p:cNvPr>
          <p:cNvGrpSpPr>
            <a:grpSpLocks noChangeAspect="1"/>
          </p:cNvGrpSpPr>
          <p:nvPr/>
        </p:nvGrpSpPr>
        <p:grpSpPr bwMode="auto">
          <a:xfrm>
            <a:off x="5832475" y="4584701"/>
            <a:ext cx="723900" cy="460375"/>
            <a:chOff x="3312" y="2160"/>
            <a:chExt cx="960" cy="528"/>
          </a:xfrm>
        </p:grpSpPr>
        <p:grpSp>
          <p:nvGrpSpPr>
            <p:cNvPr id="57575" name="Group 63">
              <a:extLst>
                <a:ext uri="{FF2B5EF4-FFF2-40B4-BE49-F238E27FC236}">
                  <a16:creationId xmlns:a16="http://schemas.microsoft.com/office/drawing/2014/main" id="{201A72AF-EB53-3FA8-A1CC-98512395EECA}"/>
                </a:ext>
              </a:extLst>
            </p:cNvPr>
            <p:cNvGrpSpPr>
              <a:grpSpLocks noChangeAspect="1"/>
            </p:cNvGrpSpPr>
            <p:nvPr/>
          </p:nvGrpSpPr>
          <p:grpSpPr bwMode="auto">
            <a:xfrm>
              <a:off x="3312" y="2160"/>
              <a:ext cx="960" cy="528"/>
              <a:chOff x="3312" y="2160"/>
              <a:chExt cx="960" cy="528"/>
            </a:xfrm>
          </p:grpSpPr>
          <p:sp>
            <p:nvSpPr>
              <p:cNvPr id="57577" name="AutoShape 64">
                <a:extLst>
                  <a:ext uri="{FF2B5EF4-FFF2-40B4-BE49-F238E27FC236}">
                    <a16:creationId xmlns:a16="http://schemas.microsoft.com/office/drawing/2014/main" id="{B4B186C9-FFC6-DAF7-BC25-D364E421AA39}"/>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7578" name="Group 65">
                <a:extLst>
                  <a:ext uri="{FF2B5EF4-FFF2-40B4-BE49-F238E27FC236}">
                    <a16:creationId xmlns:a16="http://schemas.microsoft.com/office/drawing/2014/main" id="{FFA934FC-B0E0-1752-9E7F-500358D81703}"/>
                  </a:ext>
                </a:extLst>
              </p:cNvPr>
              <p:cNvGrpSpPr>
                <a:grpSpLocks noChangeAspect="1"/>
              </p:cNvGrpSpPr>
              <p:nvPr/>
            </p:nvGrpSpPr>
            <p:grpSpPr bwMode="auto">
              <a:xfrm>
                <a:off x="3488" y="2193"/>
                <a:ext cx="599" cy="207"/>
                <a:chOff x="422" y="1632"/>
                <a:chExt cx="829" cy="298"/>
              </a:xfrm>
            </p:grpSpPr>
            <p:grpSp>
              <p:nvGrpSpPr>
                <p:cNvPr id="57579" name="Group 66">
                  <a:extLst>
                    <a:ext uri="{FF2B5EF4-FFF2-40B4-BE49-F238E27FC236}">
                      <a16:creationId xmlns:a16="http://schemas.microsoft.com/office/drawing/2014/main" id="{69E0E5E5-3770-98D8-48B2-6B8242E17F65}"/>
                    </a:ext>
                  </a:extLst>
                </p:cNvPr>
                <p:cNvGrpSpPr>
                  <a:grpSpLocks noChangeAspect="1"/>
                </p:cNvGrpSpPr>
                <p:nvPr/>
              </p:nvGrpSpPr>
              <p:grpSpPr bwMode="auto">
                <a:xfrm>
                  <a:off x="422" y="1632"/>
                  <a:ext cx="822" cy="291"/>
                  <a:chOff x="422" y="1632"/>
                  <a:chExt cx="822" cy="291"/>
                </a:xfrm>
              </p:grpSpPr>
              <p:sp>
                <p:nvSpPr>
                  <p:cNvPr id="57589" name="Freeform 67">
                    <a:extLst>
                      <a:ext uri="{FF2B5EF4-FFF2-40B4-BE49-F238E27FC236}">
                        <a16:creationId xmlns:a16="http://schemas.microsoft.com/office/drawing/2014/main" id="{4CBB2DFB-22B2-9890-C543-72FBF9B6ED0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90" name="Freeform 68">
                    <a:extLst>
                      <a:ext uri="{FF2B5EF4-FFF2-40B4-BE49-F238E27FC236}">
                        <a16:creationId xmlns:a16="http://schemas.microsoft.com/office/drawing/2014/main" id="{E2BA6962-0042-1776-BF1C-28BDAB8498F0}"/>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91" name="Freeform 69">
                    <a:extLst>
                      <a:ext uri="{FF2B5EF4-FFF2-40B4-BE49-F238E27FC236}">
                        <a16:creationId xmlns:a16="http://schemas.microsoft.com/office/drawing/2014/main" id="{660C8451-8689-E425-0358-E603D655D34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92" name="Freeform 70">
                    <a:extLst>
                      <a:ext uri="{FF2B5EF4-FFF2-40B4-BE49-F238E27FC236}">
                        <a16:creationId xmlns:a16="http://schemas.microsoft.com/office/drawing/2014/main" id="{67ABC292-81DE-CBA8-6AB3-783DA091C58A}"/>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93" name="Freeform 71">
                    <a:extLst>
                      <a:ext uri="{FF2B5EF4-FFF2-40B4-BE49-F238E27FC236}">
                        <a16:creationId xmlns:a16="http://schemas.microsoft.com/office/drawing/2014/main" id="{984E928E-4D7C-E47F-A394-8E1602EB043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94" name="Freeform 72">
                    <a:extLst>
                      <a:ext uri="{FF2B5EF4-FFF2-40B4-BE49-F238E27FC236}">
                        <a16:creationId xmlns:a16="http://schemas.microsoft.com/office/drawing/2014/main" id="{2BCB7591-D62C-4A0E-DD1A-A3DB94F701B9}"/>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95" name="Freeform 73">
                    <a:extLst>
                      <a:ext uri="{FF2B5EF4-FFF2-40B4-BE49-F238E27FC236}">
                        <a16:creationId xmlns:a16="http://schemas.microsoft.com/office/drawing/2014/main" id="{030368D4-F21B-51B1-220F-5C413C1E53D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96" name="Freeform 74">
                    <a:extLst>
                      <a:ext uri="{FF2B5EF4-FFF2-40B4-BE49-F238E27FC236}">
                        <a16:creationId xmlns:a16="http://schemas.microsoft.com/office/drawing/2014/main" id="{46C37AD9-EAF8-4F51-8660-356F3C98F15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7580" name="Group 75">
                  <a:extLst>
                    <a:ext uri="{FF2B5EF4-FFF2-40B4-BE49-F238E27FC236}">
                      <a16:creationId xmlns:a16="http://schemas.microsoft.com/office/drawing/2014/main" id="{A2223114-4246-5D13-6991-5BD05C0349CF}"/>
                    </a:ext>
                  </a:extLst>
                </p:cNvPr>
                <p:cNvGrpSpPr>
                  <a:grpSpLocks noChangeAspect="1"/>
                </p:cNvGrpSpPr>
                <p:nvPr/>
              </p:nvGrpSpPr>
              <p:grpSpPr bwMode="auto">
                <a:xfrm>
                  <a:off x="429" y="1639"/>
                  <a:ext cx="822" cy="291"/>
                  <a:chOff x="429" y="1639"/>
                  <a:chExt cx="822" cy="291"/>
                </a:xfrm>
              </p:grpSpPr>
              <p:sp>
                <p:nvSpPr>
                  <p:cNvPr id="57581" name="Freeform 76">
                    <a:extLst>
                      <a:ext uri="{FF2B5EF4-FFF2-40B4-BE49-F238E27FC236}">
                        <a16:creationId xmlns:a16="http://schemas.microsoft.com/office/drawing/2014/main" id="{DC5C5D74-30FF-2FC1-15AA-1EEA645D4C71}"/>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82" name="Freeform 77">
                    <a:extLst>
                      <a:ext uri="{FF2B5EF4-FFF2-40B4-BE49-F238E27FC236}">
                        <a16:creationId xmlns:a16="http://schemas.microsoft.com/office/drawing/2014/main" id="{9EBE53EB-70A2-B510-CE29-CCB9273C9501}"/>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83" name="Freeform 78">
                    <a:extLst>
                      <a:ext uri="{FF2B5EF4-FFF2-40B4-BE49-F238E27FC236}">
                        <a16:creationId xmlns:a16="http://schemas.microsoft.com/office/drawing/2014/main" id="{948700BF-B536-37B4-C7E7-516AE03ADAD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84" name="Freeform 79">
                    <a:extLst>
                      <a:ext uri="{FF2B5EF4-FFF2-40B4-BE49-F238E27FC236}">
                        <a16:creationId xmlns:a16="http://schemas.microsoft.com/office/drawing/2014/main" id="{8F5297BC-53AE-30C9-1C16-65C71D51B37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85" name="Freeform 80">
                    <a:extLst>
                      <a:ext uri="{FF2B5EF4-FFF2-40B4-BE49-F238E27FC236}">
                        <a16:creationId xmlns:a16="http://schemas.microsoft.com/office/drawing/2014/main" id="{5F84CCE5-1607-25BA-393F-7891078DCD28}"/>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86" name="Freeform 81">
                    <a:extLst>
                      <a:ext uri="{FF2B5EF4-FFF2-40B4-BE49-F238E27FC236}">
                        <a16:creationId xmlns:a16="http://schemas.microsoft.com/office/drawing/2014/main" id="{F1792EE1-E691-C0E6-8C22-F24679ED629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87" name="Freeform 82">
                    <a:extLst>
                      <a:ext uri="{FF2B5EF4-FFF2-40B4-BE49-F238E27FC236}">
                        <a16:creationId xmlns:a16="http://schemas.microsoft.com/office/drawing/2014/main" id="{071B8E70-BC3C-48ED-C04F-11E9DC83707D}"/>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88" name="Freeform 83">
                    <a:extLst>
                      <a:ext uri="{FF2B5EF4-FFF2-40B4-BE49-F238E27FC236}">
                        <a16:creationId xmlns:a16="http://schemas.microsoft.com/office/drawing/2014/main" id="{62C8C9DB-B1BA-AE46-ABEE-2B9F445D5706}"/>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7576" name="WordArt 84">
              <a:extLst>
                <a:ext uri="{FF2B5EF4-FFF2-40B4-BE49-F238E27FC236}">
                  <a16:creationId xmlns:a16="http://schemas.microsoft.com/office/drawing/2014/main" id="{008BE415-D03E-6D59-4316-5D1C6646EDD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57357" name="AutoShape 95">
            <a:extLst>
              <a:ext uri="{FF2B5EF4-FFF2-40B4-BE49-F238E27FC236}">
                <a16:creationId xmlns:a16="http://schemas.microsoft.com/office/drawing/2014/main" id="{4A5F6E70-FA4C-09D3-61F0-087BB4A6F42D}"/>
              </a:ext>
            </a:extLst>
          </p:cNvPr>
          <p:cNvSpPr>
            <a:spLocks noChangeArrowheads="1"/>
          </p:cNvSpPr>
          <p:nvPr/>
        </p:nvSpPr>
        <p:spPr bwMode="auto">
          <a:xfrm>
            <a:off x="3503614" y="3876676"/>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0.0.0.0</a:t>
            </a:r>
          </a:p>
        </p:txBody>
      </p:sp>
      <p:sp>
        <p:nvSpPr>
          <p:cNvPr id="57358" name="Line 96">
            <a:extLst>
              <a:ext uri="{FF2B5EF4-FFF2-40B4-BE49-F238E27FC236}">
                <a16:creationId xmlns:a16="http://schemas.microsoft.com/office/drawing/2014/main" id="{6E2A6CCB-4F87-8FF2-1B8A-44461E0DDF6A}"/>
              </a:ext>
            </a:extLst>
          </p:cNvPr>
          <p:cNvSpPr>
            <a:spLocks noChangeShapeType="1"/>
          </p:cNvSpPr>
          <p:nvPr/>
        </p:nvSpPr>
        <p:spPr bwMode="auto">
          <a:xfrm>
            <a:off x="3998913" y="1871664"/>
            <a:ext cx="1041400" cy="19208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57359" name="AutoShape 106">
            <a:extLst>
              <a:ext uri="{FF2B5EF4-FFF2-40B4-BE49-F238E27FC236}">
                <a16:creationId xmlns:a16="http://schemas.microsoft.com/office/drawing/2014/main" id="{F9A87423-952E-EACD-C9D8-B377EA869AA0}"/>
              </a:ext>
            </a:extLst>
          </p:cNvPr>
          <p:cNvSpPr>
            <a:spLocks noChangeArrowheads="1"/>
          </p:cNvSpPr>
          <p:nvPr/>
        </p:nvSpPr>
        <p:spPr bwMode="auto">
          <a:xfrm>
            <a:off x="2868614" y="157164"/>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1.1.1.1</a:t>
            </a:r>
          </a:p>
        </p:txBody>
      </p:sp>
      <p:sp>
        <p:nvSpPr>
          <p:cNvPr id="57360" name="AutoShape 107">
            <a:extLst>
              <a:ext uri="{FF2B5EF4-FFF2-40B4-BE49-F238E27FC236}">
                <a16:creationId xmlns:a16="http://schemas.microsoft.com/office/drawing/2014/main" id="{0A74B0D5-0BCB-F6D3-0DE0-B01BD28EE816}"/>
              </a:ext>
            </a:extLst>
          </p:cNvPr>
          <p:cNvSpPr>
            <a:spLocks noChangeArrowheads="1"/>
          </p:cNvSpPr>
          <p:nvPr/>
        </p:nvSpPr>
        <p:spPr bwMode="auto">
          <a:xfrm>
            <a:off x="5927725" y="225426"/>
            <a:ext cx="1011238"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2.2.2.2</a:t>
            </a:r>
          </a:p>
        </p:txBody>
      </p:sp>
      <p:sp>
        <p:nvSpPr>
          <p:cNvPr id="57361" name="AutoShape 108">
            <a:extLst>
              <a:ext uri="{FF2B5EF4-FFF2-40B4-BE49-F238E27FC236}">
                <a16:creationId xmlns:a16="http://schemas.microsoft.com/office/drawing/2014/main" id="{DEE8DDF7-CBEF-2F54-0BF8-400EA24EC4CD}"/>
              </a:ext>
            </a:extLst>
          </p:cNvPr>
          <p:cNvSpPr>
            <a:spLocks noChangeArrowheads="1"/>
          </p:cNvSpPr>
          <p:nvPr/>
        </p:nvSpPr>
        <p:spPr bwMode="auto">
          <a:xfrm>
            <a:off x="9551989" y="44451"/>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3.3.3.3</a:t>
            </a:r>
          </a:p>
        </p:txBody>
      </p:sp>
      <p:sp>
        <p:nvSpPr>
          <p:cNvPr id="57362" name="Freeform 109">
            <a:extLst>
              <a:ext uri="{FF2B5EF4-FFF2-40B4-BE49-F238E27FC236}">
                <a16:creationId xmlns:a16="http://schemas.microsoft.com/office/drawing/2014/main" id="{4E3914C7-2B6E-9E47-DBEF-837D8294E2CB}"/>
              </a:ext>
            </a:extLst>
          </p:cNvPr>
          <p:cNvSpPr>
            <a:spLocks/>
          </p:cNvSpPr>
          <p:nvPr/>
        </p:nvSpPr>
        <p:spPr bwMode="auto">
          <a:xfrm>
            <a:off x="2927350" y="1052514"/>
            <a:ext cx="1081088" cy="720725"/>
          </a:xfrm>
          <a:custGeom>
            <a:avLst/>
            <a:gdLst>
              <a:gd name="T0" fmla="*/ 0 w 681"/>
              <a:gd name="T1" fmla="*/ 0 h 454"/>
              <a:gd name="T2" fmla="*/ 1716227994 w 681"/>
              <a:gd name="T3" fmla="*/ 0 h 454"/>
              <a:gd name="T4" fmla="*/ 1716227994 w 681"/>
              <a:gd name="T5" fmla="*/ 1144150938 h 454"/>
              <a:gd name="T6" fmla="*/ 0 60000 65536"/>
              <a:gd name="T7" fmla="*/ 0 60000 65536"/>
              <a:gd name="T8" fmla="*/ 0 60000 65536"/>
              <a:gd name="T9" fmla="*/ 0 w 681"/>
              <a:gd name="T10" fmla="*/ 0 h 454"/>
              <a:gd name="T11" fmla="*/ 681 w 681"/>
              <a:gd name="T12" fmla="*/ 454 h 454"/>
            </a:gdLst>
            <a:ahLst/>
            <a:cxnLst>
              <a:cxn ang="T6">
                <a:pos x="T0" y="T1"/>
              </a:cxn>
              <a:cxn ang="T7">
                <a:pos x="T2" y="T3"/>
              </a:cxn>
              <a:cxn ang="T8">
                <a:pos x="T4" y="T5"/>
              </a:cxn>
            </a:cxnLst>
            <a:rect l="T9" t="T10" r="T11" b="T12"/>
            <a:pathLst>
              <a:path w="681" h="454">
                <a:moveTo>
                  <a:pt x="0" y="0"/>
                </a:moveTo>
                <a:lnTo>
                  <a:pt x="681" y="0"/>
                </a:lnTo>
                <a:lnTo>
                  <a:pt x="681" y="454"/>
                </a:lnTo>
              </a:path>
            </a:pathLst>
          </a:custGeom>
          <a:noFill/>
          <a:ln w="19050"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grpSp>
        <p:nvGrpSpPr>
          <p:cNvPr id="57363" name="Group 110">
            <a:extLst>
              <a:ext uri="{FF2B5EF4-FFF2-40B4-BE49-F238E27FC236}">
                <a16:creationId xmlns:a16="http://schemas.microsoft.com/office/drawing/2014/main" id="{67359845-CECF-1951-E831-CB66403B0A2C}"/>
              </a:ext>
            </a:extLst>
          </p:cNvPr>
          <p:cNvGrpSpPr>
            <a:grpSpLocks noChangeAspect="1"/>
          </p:cNvGrpSpPr>
          <p:nvPr/>
        </p:nvGrpSpPr>
        <p:grpSpPr bwMode="auto">
          <a:xfrm>
            <a:off x="3636963" y="1512889"/>
            <a:ext cx="723900" cy="460375"/>
            <a:chOff x="3312" y="2160"/>
            <a:chExt cx="960" cy="528"/>
          </a:xfrm>
        </p:grpSpPr>
        <p:grpSp>
          <p:nvGrpSpPr>
            <p:cNvPr id="57553" name="Group 111">
              <a:extLst>
                <a:ext uri="{FF2B5EF4-FFF2-40B4-BE49-F238E27FC236}">
                  <a16:creationId xmlns:a16="http://schemas.microsoft.com/office/drawing/2014/main" id="{7014FBAC-AC8A-79A7-C3E6-BB94D103012A}"/>
                </a:ext>
              </a:extLst>
            </p:cNvPr>
            <p:cNvGrpSpPr>
              <a:grpSpLocks noChangeAspect="1"/>
            </p:cNvGrpSpPr>
            <p:nvPr/>
          </p:nvGrpSpPr>
          <p:grpSpPr bwMode="auto">
            <a:xfrm>
              <a:off x="3312" y="2160"/>
              <a:ext cx="960" cy="528"/>
              <a:chOff x="3312" y="2160"/>
              <a:chExt cx="960" cy="528"/>
            </a:xfrm>
          </p:grpSpPr>
          <p:sp>
            <p:nvSpPr>
              <p:cNvPr id="57555" name="AutoShape 112">
                <a:extLst>
                  <a:ext uri="{FF2B5EF4-FFF2-40B4-BE49-F238E27FC236}">
                    <a16:creationId xmlns:a16="http://schemas.microsoft.com/office/drawing/2014/main" id="{68AD21CA-62C1-621C-0BEC-1E75C75BC43A}"/>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7556" name="Group 113">
                <a:extLst>
                  <a:ext uri="{FF2B5EF4-FFF2-40B4-BE49-F238E27FC236}">
                    <a16:creationId xmlns:a16="http://schemas.microsoft.com/office/drawing/2014/main" id="{AF016D17-4FF4-4F4F-A5D8-D64B7910FC83}"/>
                  </a:ext>
                </a:extLst>
              </p:cNvPr>
              <p:cNvGrpSpPr>
                <a:grpSpLocks noChangeAspect="1"/>
              </p:cNvGrpSpPr>
              <p:nvPr/>
            </p:nvGrpSpPr>
            <p:grpSpPr bwMode="auto">
              <a:xfrm>
                <a:off x="3488" y="2193"/>
                <a:ext cx="599" cy="207"/>
                <a:chOff x="422" y="1632"/>
                <a:chExt cx="829" cy="298"/>
              </a:xfrm>
            </p:grpSpPr>
            <p:grpSp>
              <p:nvGrpSpPr>
                <p:cNvPr id="57557" name="Group 114">
                  <a:extLst>
                    <a:ext uri="{FF2B5EF4-FFF2-40B4-BE49-F238E27FC236}">
                      <a16:creationId xmlns:a16="http://schemas.microsoft.com/office/drawing/2014/main" id="{1358B8A2-EF2B-23F2-0AD8-9E864445D1F5}"/>
                    </a:ext>
                  </a:extLst>
                </p:cNvPr>
                <p:cNvGrpSpPr>
                  <a:grpSpLocks noChangeAspect="1"/>
                </p:cNvGrpSpPr>
                <p:nvPr/>
              </p:nvGrpSpPr>
              <p:grpSpPr bwMode="auto">
                <a:xfrm>
                  <a:off x="422" y="1632"/>
                  <a:ext cx="822" cy="291"/>
                  <a:chOff x="422" y="1632"/>
                  <a:chExt cx="822" cy="291"/>
                </a:xfrm>
              </p:grpSpPr>
              <p:sp>
                <p:nvSpPr>
                  <p:cNvPr id="57567" name="Freeform 115">
                    <a:extLst>
                      <a:ext uri="{FF2B5EF4-FFF2-40B4-BE49-F238E27FC236}">
                        <a16:creationId xmlns:a16="http://schemas.microsoft.com/office/drawing/2014/main" id="{DD86A1C7-8FD1-71D1-71A8-277D001C9A5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68" name="Freeform 116">
                    <a:extLst>
                      <a:ext uri="{FF2B5EF4-FFF2-40B4-BE49-F238E27FC236}">
                        <a16:creationId xmlns:a16="http://schemas.microsoft.com/office/drawing/2014/main" id="{1B456F0E-1B59-EB3B-B013-4C6542FA62FF}"/>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69" name="Freeform 117">
                    <a:extLst>
                      <a:ext uri="{FF2B5EF4-FFF2-40B4-BE49-F238E27FC236}">
                        <a16:creationId xmlns:a16="http://schemas.microsoft.com/office/drawing/2014/main" id="{12DBF98D-1CF9-C101-7613-F0DDB2732CF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70" name="Freeform 118">
                    <a:extLst>
                      <a:ext uri="{FF2B5EF4-FFF2-40B4-BE49-F238E27FC236}">
                        <a16:creationId xmlns:a16="http://schemas.microsoft.com/office/drawing/2014/main" id="{9B79F383-35AC-B22B-0BF4-F6493FC7FD62}"/>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71" name="Freeform 119">
                    <a:extLst>
                      <a:ext uri="{FF2B5EF4-FFF2-40B4-BE49-F238E27FC236}">
                        <a16:creationId xmlns:a16="http://schemas.microsoft.com/office/drawing/2014/main" id="{DB0152F2-4572-8351-3787-9F2E92BD8B12}"/>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72" name="Freeform 120">
                    <a:extLst>
                      <a:ext uri="{FF2B5EF4-FFF2-40B4-BE49-F238E27FC236}">
                        <a16:creationId xmlns:a16="http://schemas.microsoft.com/office/drawing/2014/main" id="{DF797895-C099-19FD-38BF-B919B8606EA7}"/>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73" name="Freeform 121">
                    <a:extLst>
                      <a:ext uri="{FF2B5EF4-FFF2-40B4-BE49-F238E27FC236}">
                        <a16:creationId xmlns:a16="http://schemas.microsoft.com/office/drawing/2014/main" id="{D6A16CB9-3738-F9C2-5F91-B297FA9C9C31}"/>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74" name="Freeform 122">
                    <a:extLst>
                      <a:ext uri="{FF2B5EF4-FFF2-40B4-BE49-F238E27FC236}">
                        <a16:creationId xmlns:a16="http://schemas.microsoft.com/office/drawing/2014/main" id="{315401BD-75DC-F0F4-0CED-16407C191F2E}"/>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7558" name="Group 123">
                  <a:extLst>
                    <a:ext uri="{FF2B5EF4-FFF2-40B4-BE49-F238E27FC236}">
                      <a16:creationId xmlns:a16="http://schemas.microsoft.com/office/drawing/2014/main" id="{C3711575-2F39-F478-D89E-59B6CA02C838}"/>
                    </a:ext>
                  </a:extLst>
                </p:cNvPr>
                <p:cNvGrpSpPr>
                  <a:grpSpLocks noChangeAspect="1"/>
                </p:cNvGrpSpPr>
                <p:nvPr/>
              </p:nvGrpSpPr>
              <p:grpSpPr bwMode="auto">
                <a:xfrm>
                  <a:off x="429" y="1639"/>
                  <a:ext cx="822" cy="291"/>
                  <a:chOff x="429" y="1639"/>
                  <a:chExt cx="822" cy="291"/>
                </a:xfrm>
              </p:grpSpPr>
              <p:sp>
                <p:nvSpPr>
                  <p:cNvPr id="57559" name="Freeform 124">
                    <a:extLst>
                      <a:ext uri="{FF2B5EF4-FFF2-40B4-BE49-F238E27FC236}">
                        <a16:creationId xmlns:a16="http://schemas.microsoft.com/office/drawing/2014/main" id="{8F0FBC76-F4E2-0B6B-E015-3D0ADB57C13C}"/>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60" name="Freeform 125">
                    <a:extLst>
                      <a:ext uri="{FF2B5EF4-FFF2-40B4-BE49-F238E27FC236}">
                        <a16:creationId xmlns:a16="http://schemas.microsoft.com/office/drawing/2014/main" id="{548A3DAD-975A-4312-D5B1-FEAD96FE61D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61" name="Freeform 126">
                    <a:extLst>
                      <a:ext uri="{FF2B5EF4-FFF2-40B4-BE49-F238E27FC236}">
                        <a16:creationId xmlns:a16="http://schemas.microsoft.com/office/drawing/2014/main" id="{1F11EBEB-8EBB-13A0-D4FB-3181192D354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62" name="Freeform 127">
                    <a:extLst>
                      <a:ext uri="{FF2B5EF4-FFF2-40B4-BE49-F238E27FC236}">
                        <a16:creationId xmlns:a16="http://schemas.microsoft.com/office/drawing/2014/main" id="{CFC3B29C-D315-924D-9D0F-E3B91EA32ADB}"/>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63" name="Freeform 128">
                    <a:extLst>
                      <a:ext uri="{FF2B5EF4-FFF2-40B4-BE49-F238E27FC236}">
                        <a16:creationId xmlns:a16="http://schemas.microsoft.com/office/drawing/2014/main" id="{27B5FBE6-6FE3-AF1D-8636-E0A9B48F9C27}"/>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64" name="Freeform 129">
                    <a:extLst>
                      <a:ext uri="{FF2B5EF4-FFF2-40B4-BE49-F238E27FC236}">
                        <a16:creationId xmlns:a16="http://schemas.microsoft.com/office/drawing/2014/main" id="{F02618BB-BB74-547B-D72D-3AAE5FF6BC0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65" name="Freeform 130">
                    <a:extLst>
                      <a:ext uri="{FF2B5EF4-FFF2-40B4-BE49-F238E27FC236}">
                        <a16:creationId xmlns:a16="http://schemas.microsoft.com/office/drawing/2014/main" id="{15393B2B-568A-9871-977E-28A6C5604AB4}"/>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66" name="Freeform 131">
                    <a:extLst>
                      <a:ext uri="{FF2B5EF4-FFF2-40B4-BE49-F238E27FC236}">
                        <a16:creationId xmlns:a16="http://schemas.microsoft.com/office/drawing/2014/main" id="{91AFCDA2-1E11-27F7-42FF-75F3D8E21921}"/>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7554" name="WordArt 132">
              <a:extLst>
                <a:ext uri="{FF2B5EF4-FFF2-40B4-BE49-F238E27FC236}">
                  <a16:creationId xmlns:a16="http://schemas.microsoft.com/office/drawing/2014/main" id="{9B6C1FD7-CB92-37EC-061F-9CEA178B7F59}"/>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r1  </a:t>
              </a:r>
            </a:p>
          </p:txBody>
        </p:sp>
      </p:grpSp>
      <p:grpSp>
        <p:nvGrpSpPr>
          <p:cNvPr id="57364" name="Group 143">
            <a:extLst>
              <a:ext uri="{FF2B5EF4-FFF2-40B4-BE49-F238E27FC236}">
                <a16:creationId xmlns:a16="http://schemas.microsoft.com/office/drawing/2014/main" id="{A5EBB2D0-4C3F-B19D-5D89-61DE629D9528}"/>
              </a:ext>
            </a:extLst>
          </p:cNvPr>
          <p:cNvGrpSpPr>
            <a:grpSpLocks noChangeAspect="1"/>
          </p:cNvGrpSpPr>
          <p:nvPr/>
        </p:nvGrpSpPr>
        <p:grpSpPr bwMode="auto">
          <a:xfrm>
            <a:off x="2524125" y="881064"/>
            <a:ext cx="723900" cy="460375"/>
            <a:chOff x="3312" y="2160"/>
            <a:chExt cx="960" cy="528"/>
          </a:xfrm>
        </p:grpSpPr>
        <p:grpSp>
          <p:nvGrpSpPr>
            <p:cNvPr id="57531" name="Group 144">
              <a:extLst>
                <a:ext uri="{FF2B5EF4-FFF2-40B4-BE49-F238E27FC236}">
                  <a16:creationId xmlns:a16="http://schemas.microsoft.com/office/drawing/2014/main" id="{9DE0733B-AA8E-B7ED-BDF1-6BD3DAC42179}"/>
                </a:ext>
              </a:extLst>
            </p:cNvPr>
            <p:cNvGrpSpPr>
              <a:grpSpLocks noChangeAspect="1"/>
            </p:cNvGrpSpPr>
            <p:nvPr/>
          </p:nvGrpSpPr>
          <p:grpSpPr bwMode="auto">
            <a:xfrm>
              <a:off x="3312" y="2160"/>
              <a:ext cx="960" cy="528"/>
              <a:chOff x="3312" y="2160"/>
              <a:chExt cx="960" cy="528"/>
            </a:xfrm>
          </p:grpSpPr>
          <p:sp>
            <p:nvSpPr>
              <p:cNvPr id="57533" name="AutoShape 145">
                <a:extLst>
                  <a:ext uri="{FF2B5EF4-FFF2-40B4-BE49-F238E27FC236}">
                    <a16:creationId xmlns:a16="http://schemas.microsoft.com/office/drawing/2014/main" id="{F5D93592-9A87-8824-945E-50797F639A57}"/>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7534" name="Group 146">
                <a:extLst>
                  <a:ext uri="{FF2B5EF4-FFF2-40B4-BE49-F238E27FC236}">
                    <a16:creationId xmlns:a16="http://schemas.microsoft.com/office/drawing/2014/main" id="{2B39ADD8-BF41-2816-0C92-44FA7E2C5318}"/>
                  </a:ext>
                </a:extLst>
              </p:cNvPr>
              <p:cNvGrpSpPr>
                <a:grpSpLocks noChangeAspect="1"/>
              </p:cNvGrpSpPr>
              <p:nvPr/>
            </p:nvGrpSpPr>
            <p:grpSpPr bwMode="auto">
              <a:xfrm>
                <a:off x="3488" y="2193"/>
                <a:ext cx="599" cy="207"/>
                <a:chOff x="422" y="1632"/>
                <a:chExt cx="829" cy="298"/>
              </a:xfrm>
            </p:grpSpPr>
            <p:grpSp>
              <p:nvGrpSpPr>
                <p:cNvPr id="57535" name="Group 147">
                  <a:extLst>
                    <a:ext uri="{FF2B5EF4-FFF2-40B4-BE49-F238E27FC236}">
                      <a16:creationId xmlns:a16="http://schemas.microsoft.com/office/drawing/2014/main" id="{123CE8F9-30D6-7D6B-1AF1-83369DB735BA}"/>
                    </a:ext>
                  </a:extLst>
                </p:cNvPr>
                <p:cNvGrpSpPr>
                  <a:grpSpLocks noChangeAspect="1"/>
                </p:cNvGrpSpPr>
                <p:nvPr/>
              </p:nvGrpSpPr>
              <p:grpSpPr bwMode="auto">
                <a:xfrm>
                  <a:off x="422" y="1632"/>
                  <a:ext cx="822" cy="291"/>
                  <a:chOff x="422" y="1632"/>
                  <a:chExt cx="822" cy="291"/>
                </a:xfrm>
              </p:grpSpPr>
              <p:sp>
                <p:nvSpPr>
                  <p:cNvPr id="57545" name="Freeform 148">
                    <a:extLst>
                      <a:ext uri="{FF2B5EF4-FFF2-40B4-BE49-F238E27FC236}">
                        <a16:creationId xmlns:a16="http://schemas.microsoft.com/office/drawing/2014/main" id="{1A7524B9-A8CD-5DFB-3849-724472EAFAF6}"/>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46" name="Freeform 149">
                    <a:extLst>
                      <a:ext uri="{FF2B5EF4-FFF2-40B4-BE49-F238E27FC236}">
                        <a16:creationId xmlns:a16="http://schemas.microsoft.com/office/drawing/2014/main" id="{5F2EED7A-C36C-FF0F-F9B3-6D996DF94AC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47" name="Freeform 150">
                    <a:extLst>
                      <a:ext uri="{FF2B5EF4-FFF2-40B4-BE49-F238E27FC236}">
                        <a16:creationId xmlns:a16="http://schemas.microsoft.com/office/drawing/2014/main" id="{7174A7E6-A6F2-4CD9-7EAD-CF6FD3D09AF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48" name="Freeform 151">
                    <a:extLst>
                      <a:ext uri="{FF2B5EF4-FFF2-40B4-BE49-F238E27FC236}">
                        <a16:creationId xmlns:a16="http://schemas.microsoft.com/office/drawing/2014/main" id="{6FFC6566-1A09-2FD9-F9CC-021A0DC553B5}"/>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49" name="Freeform 152">
                    <a:extLst>
                      <a:ext uri="{FF2B5EF4-FFF2-40B4-BE49-F238E27FC236}">
                        <a16:creationId xmlns:a16="http://schemas.microsoft.com/office/drawing/2014/main" id="{BAE4B74C-7AC1-4014-16CA-E35B76C817B7}"/>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50" name="Freeform 153">
                    <a:extLst>
                      <a:ext uri="{FF2B5EF4-FFF2-40B4-BE49-F238E27FC236}">
                        <a16:creationId xmlns:a16="http://schemas.microsoft.com/office/drawing/2014/main" id="{6150C478-2182-C125-5DDD-CEF93896B1E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51" name="Freeform 154">
                    <a:extLst>
                      <a:ext uri="{FF2B5EF4-FFF2-40B4-BE49-F238E27FC236}">
                        <a16:creationId xmlns:a16="http://schemas.microsoft.com/office/drawing/2014/main" id="{CAB11D3B-162F-0EE2-19EB-E6EA47AEB8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52" name="Freeform 155">
                    <a:extLst>
                      <a:ext uri="{FF2B5EF4-FFF2-40B4-BE49-F238E27FC236}">
                        <a16:creationId xmlns:a16="http://schemas.microsoft.com/office/drawing/2014/main" id="{29F117A4-A1AA-804A-02F0-05C2DAA9088F}"/>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7536" name="Group 156">
                  <a:extLst>
                    <a:ext uri="{FF2B5EF4-FFF2-40B4-BE49-F238E27FC236}">
                      <a16:creationId xmlns:a16="http://schemas.microsoft.com/office/drawing/2014/main" id="{223E83D0-2213-E394-AEBD-8BF4824D1EA5}"/>
                    </a:ext>
                  </a:extLst>
                </p:cNvPr>
                <p:cNvGrpSpPr>
                  <a:grpSpLocks noChangeAspect="1"/>
                </p:cNvGrpSpPr>
                <p:nvPr/>
              </p:nvGrpSpPr>
              <p:grpSpPr bwMode="auto">
                <a:xfrm>
                  <a:off x="429" y="1639"/>
                  <a:ext cx="822" cy="291"/>
                  <a:chOff x="429" y="1639"/>
                  <a:chExt cx="822" cy="291"/>
                </a:xfrm>
              </p:grpSpPr>
              <p:sp>
                <p:nvSpPr>
                  <p:cNvPr id="57537" name="Freeform 157">
                    <a:extLst>
                      <a:ext uri="{FF2B5EF4-FFF2-40B4-BE49-F238E27FC236}">
                        <a16:creationId xmlns:a16="http://schemas.microsoft.com/office/drawing/2014/main" id="{3F9DF168-8D97-8174-6656-380CF5183D41}"/>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38" name="Freeform 158">
                    <a:extLst>
                      <a:ext uri="{FF2B5EF4-FFF2-40B4-BE49-F238E27FC236}">
                        <a16:creationId xmlns:a16="http://schemas.microsoft.com/office/drawing/2014/main" id="{1D0B2AEB-DDCA-6216-3214-A9DD8105DC7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39" name="Freeform 159">
                    <a:extLst>
                      <a:ext uri="{FF2B5EF4-FFF2-40B4-BE49-F238E27FC236}">
                        <a16:creationId xmlns:a16="http://schemas.microsoft.com/office/drawing/2014/main" id="{93EF91E0-A5E1-AE77-0BBC-7B293120B691}"/>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40" name="Freeform 160">
                    <a:extLst>
                      <a:ext uri="{FF2B5EF4-FFF2-40B4-BE49-F238E27FC236}">
                        <a16:creationId xmlns:a16="http://schemas.microsoft.com/office/drawing/2014/main" id="{97D6676C-409E-CEB2-7779-975496ADD423}"/>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41" name="Freeform 161">
                    <a:extLst>
                      <a:ext uri="{FF2B5EF4-FFF2-40B4-BE49-F238E27FC236}">
                        <a16:creationId xmlns:a16="http://schemas.microsoft.com/office/drawing/2014/main" id="{0F23AF6B-388E-1B22-AD6C-D8EF6DEA40A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42" name="Freeform 162">
                    <a:extLst>
                      <a:ext uri="{FF2B5EF4-FFF2-40B4-BE49-F238E27FC236}">
                        <a16:creationId xmlns:a16="http://schemas.microsoft.com/office/drawing/2014/main" id="{6FA004E9-CD77-D023-64A9-7A1B78B07DE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43" name="Freeform 163">
                    <a:extLst>
                      <a:ext uri="{FF2B5EF4-FFF2-40B4-BE49-F238E27FC236}">
                        <a16:creationId xmlns:a16="http://schemas.microsoft.com/office/drawing/2014/main" id="{384A440E-B1F2-2E60-5912-1495C3AD4C07}"/>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44" name="Freeform 164">
                    <a:extLst>
                      <a:ext uri="{FF2B5EF4-FFF2-40B4-BE49-F238E27FC236}">
                        <a16:creationId xmlns:a16="http://schemas.microsoft.com/office/drawing/2014/main" id="{384754CF-1487-0B10-69BB-56C2924D6F0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7532" name="WordArt 165">
              <a:extLst>
                <a:ext uri="{FF2B5EF4-FFF2-40B4-BE49-F238E27FC236}">
                  <a16:creationId xmlns:a16="http://schemas.microsoft.com/office/drawing/2014/main" id="{6B39A249-67F7-9169-006A-64213B4F0B39}"/>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r2  </a:t>
              </a:r>
            </a:p>
          </p:txBody>
        </p:sp>
      </p:grpSp>
      <p:sp>
        <p:nvSpPr>
          <p:cNvPr id="57365" name="Line 169">
            <a:extLst>
              <a:ext uri="{FF2B5EF4-FFF2-40B4-BE49-F238E27FC236}">
                <a16:creationId xmlns:a16="http://schemas.microsoft.com/office/drawing/2014/main" id="{F57BF7E2-DF67-0D1A-47D2-022587DF7856}"/>
              </a:ext>
            </a:extLst>
          </p:cNvPr>
          <p:cNvSpPr>
            <a:spLocks noChangeShapeType="1"/>
          </p:cNvSpPr>
          <p:nvPr/>
        </p:nvSpPr>
        <p:spPr bwMode="auto">
          <a:xfrm flipV="1">
            <a:off x="7975600" y="836614"/>
            <a:ext cx="1576388" cy="4778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57366" name="Line 170">
            <a:extLst>
              <a:ext uri="{FF2B5EF4-FFF2-40B4-BE49-F238E27FC236}">
                <a16:creationId xmlns:a16="http://schemas.microsoft.com/office/drawing/2014/main" id="{A94862C5-B4F7-C853-662B-003329B2CC56}"/>
              </a:ext>
            </a:extLst>
          </p:cNvPr>
          <p:cNvSpPr>
            <a:spLocks noChangeShapeType="1"/>
          </p:cNvSpPr>
          <p:nvPr/>
        </p:nvSpPr>
        <p:spPr bwMode="auto">
          <a:xfrm>
            <a:off x="7880351" y="1368426"/>
            <a:ext cx="1744663" cy="7651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57367" name="Line 171">
            <a:extLst>
              <a:ext uri="{FF2B5EF4-FFF2-40B4-BE49-F238E27FC236}">
                <a16:creationId xmlns:a16="http://schemas.microsoft.com/office/drawing/2014/main" id="{BCA757D4-076C-F596-C2E2-FB5EE4B24A5E}"/>
              </a:ext>
            </a:extLst>
          </p:cNvPr>
          <p:cNvSpPr>
            <a:spLocks noChangeShapeType="1"/>
          </p:cNvSpPr>
          <p:nvPr/>
        </p:nvSpPr>
        <p:spPr bwMode="auto">
          <a:xfrm>
            <a:off x="9551989" y="836614"/>
            <a:ext cx="1587" cy="115252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7368" name="Group 172">
            <a:extLst>
              <a:ext uri="{FF2B5EF4-FFF2-40B4-BE49-F238E27FC236}">
                <a16:creationId xmlns:a16="http://schemas.microsoft.com/office/drawing/2014/main" id="{03DE4BF6-230B-9AAB-8203-F94FEDE26ED5}"/>
              </a:ext>
            </a:extLst>
          </p:cNvPr>
          <p:cNvGrpSpPr>
            <a:grpSpLocks noChangeAspect="1"/>
          </p:cNvGrpSpPr>
          <p:nvPr/>
        </p:nvGrpSpPr>
        <p:grpSpPr bwMode="auto">
          <a:xfrm>
            <a:off x="9191625" y="520701"/>
            <a:ext cx="723900" cy="460375"/>
            <a:chOff x="3312" y="2160"/>
            <a:chExt cx="960" cy="528"/>
          </a:xfrm>
        </p:grpSpPr>
        <p:sp>
          <p:nvSpPr>
            <p:cNvPr id="57511" name="AutoShape 173">
              <a:extLst>
                <a:ext uri="{FF2B5EF4-FFF2-40B4-BE49-F238E27FC236}">
                  <a16:creationId xmlns:a16="http://schemas.microsoft.com/office/drawing/2014/main" id="{032C9F92-C6A0-7AE6-6ABE-D9B2587EE360}"/>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7512" name="Group 174">
              <a:extLst>
                <a:ext uri="{FF2B5EF4-FFF2-40B4-BE49-F238E27FC236}">
                  <a16:creationId xmlns:a16="http://schemas.microsoft.com/office/drawing/2014/main" id="{FE2856FD-3299-C6CF-7C15-D0CF4ECB7542}"/>
                </a:ext>
              </a:extLst>
            </p:cNvPr>
            <p:cNvGrpSpPr>
              <a:grpSpLocks noChangeAspect="1"/>
            </p:cNvGrpSpPr>
            <p:nvPr/>
          </p:nvGrpSpPr>
          <p:grpSpPr bwMode="auto">
            <a:xfrm>
              <a:off x="3488" y="2193"/>
              <a:ext cx="599" cy="207"/>
              <a:chOff x="422" y="1632"/>
              <a:chExt cx="829" cy="298"/>
            </a:xfrm>
          </p:grpSpPr>
          <p:grpSp>
            <p:nvGrpSpPr>
              <p:cNvPr id="57513" name="Group 175">
                <a:extLst>
                  <a:ext uri="{FF2B5EF4-FFF2-40B4-BE49-F238E27FC236}">
                    <a16:creationId xmlns:a16="http://schemas.microsoft.com/office/drawing/2014/main" id="{53DB9F3F-864A-4B2B-0C30-32A8E2A14B78}"/>
                  </a:ext>
                </a:extLst>
              </p:cNvPr>
              <p:cNvGrpSpPr>
                <a:grpSpLocks noChangeAspect="1"/>
              </p:cNvGrpSpPr>
              <p:nvPr/>
            </p:nvGrpSpPr>
            <p:grpSpPr bwMode="auto">
              <a:xfrm>
                <a:off x="422" y="1632"/>
                <a:ext cx="822" cy="291"/>
                <a:chOff x="422" y="1632"/>
                <a:chExt cx="822" cy="291"/>
              </a:xfrm>
            </p:grpSpPr>
            <p:sp>
              <p:nvSpPr>
                <p:cNvPr id="57523" name="Freeform 176">
                  <a:extLst>
                    <a:ext uri="{FF2B5EF4-FFF2-40B4-BE49-F238E27FC236}">
                      <a16:creationId xmlns:a16="http://schemas.microsoft.com/office/drawing/2014/main" id="{6E3AD20D-1EBA-CB4B-2279-86C550C4504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24" name="Freeform 177">
                  <a:extLst>
                    <a:ext uri="{FF2B5EF4-FFF2-40B4-BE49-F238E27FC236}">
                      <a16:creationId xmlns:a16="http://schemas.microsoft.com/office/drawing/2014/main" id="{ECE53220-0B0A-59D6-9E61-85936C49EEF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25" name="Freeform 178">
                  <a:extLst>
                    <a:ext uri="{FF2B5EF4-FFF2-40B4-BE49-F238E27FC236}">
                      <a16:creationId xmlns:a16="http://schemas.microsoft.com/office/drawing/2014/main" id="{66C528DA-2193-B37B-D874-D9EB81F35230}"/>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26" name="Freeform 179">
                  <a:extLst>
                    <a:ext uri="{FF2B5EF4-FFF2-40B4-BE49-F238E27FC236}">
                      <a16:creationId xmlns:a16="http://schemas.microsoft.com/office/drawing/2014/main" id="{B97A2D7A-D8A1-4FB6-33C5-35A9AA0C6D73}"/>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27" name="Freeform 180">
                  <a:extLst>
                    <a:ext uri="{FF2B5EF4-FFF2-40B4-BE49-F238E27FC236}">
                      <a16:creationId xmlns:a16="http://schemas.microsoft.com/office/drawing/2014/main" id="{2678C66D-285D-E679-2B9A-BF5272FFAB10}"/>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28" name="Freeform 181">
                  <a:extLst>
                    <a:ext uri="{FF2B5EF4-FFF2-40B4-BE49-F238E27FC236}">
                      <a16:creationId xmlns:a16="http://schemas.microsoft.com/office/drawing/2014/main" id="{4F990068-5F54-9CF2-8E87-213C6E2A44B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29" name="Freeform 182">
                  <a:extLst>
                    <a:ext uri="{FF2B5EF4-FFF2-40B4-BE49-F238E27FC236}">
                      <a16:creationId xmlns:a16="http://schemas.microsoft.com/office/drawing/2014/main" id="{09230724-FE58-5613-3610-5E9E8A956529}"/>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30" name="Freeform 183">
                  <a:extLst>
                    <a:ext uri="{FF2B5EF4-FFF2-40B4-BE49-F238E27FC236}">
                      <a16:creationId xmlns:a16="http://schemas.microsoft.com/office/drawing/2014/main" id="{ABC20B26-42AF-3DD1-050B-F123E91C706B}"/>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7514" name="Group 184">
                <a:extLst>
                  <a:ext uri="{FF2B5EF4-FFF2-40B4-BE49-F238E27FC236}">
                    <a16:creationId xmlns:a16="http://schemas.microsoft.com/office/drawing/2014/main" id="{347A4EC2-DF6F-8FE4-2E21-587AA539A6D4}"/>
                  </a:ext>
                </a:extLst>
              </p:cNvPr>
              <p:cNvGrpSpPr>
                <a:grpSpLocks noChangeAspect="1"/>
              </p:cNvGrpSpPr>
              <p:nvPr/>
            </p:nvGrpSpPr>
            <p:grpSpPr bwMode="auto">
              <a:xfrm>
                <a:off x="429" y="1639"/>
                <a:ext cx="822" cy="291"/>
                <a:chOff x="429" y="1639"/>
                <a:chExt cx="822" cy="291"/>
              </a:xfrm>
            </p:grpSpPr>
            <p:sp>
              <p:nvSpPr>
                <p:cNvPr id="57515" name="Freeform 185">
                  <a:extLst>
                    <a:ext uri="{FF2B5EF4-FFF2-40B4-BE49-F238E27FC236}">
                      <a16:creationId xmlns:a16="http://schemas.microsoft.com/office/drawing/2014/main" id="{61FACFF1-283E-1CFE-2F70-DAF28D71442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16" name="Freeform 186">
                  <a:extLst>
                    <a:ext uri="{FF2B5EF4-FFF2-40B4-BE49-F238E27FC236}">
                      <a16:creationId xmlns:a16="http://schemas.microsoft.com/office/drawing/2014/main" id="{756B6E7C-D0A2-3163-9BEB-F7649D28E50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17" name="Freeform 187">
                  <a:extLst>
                    <a:ext uri="{FF2B5EF4-FFF2-40B4-BE49-F238E27FC236}">
                      <a16:creationId xmlns:a16="http://schemas.microsoft.com/office/drawing/2014/main" id="{A26FDDA2-B980-0F54-5F38-573072E26C3D}"/>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18" name="Freeform 188">
                  <a:extLst>
                    <a:ext uri="{FF2B5EF4-FFF2-40B4-BE49-F238E27FC236}">
                      <a16:creationId xmlns:a16="http://schemas.microsoft.com/office/drawing/2014/main" id="{D2002A02-0400-7FED-0FAC-8525916ED7C1}"/>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19" name="Freeform 189">
                  <a:extLst>
                    <a:ext uri="{FF2B5EF4-FFF2-40B4-BE49-F238E27FC236}">
                      <a16:creationId xmlns:a16="http://schemas.microsoft.com/office/drawing/2014/main" id="{2A23DE4B-4239-C3F1-9B07-5EE56F60C73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20" name="Freeform 190">
                  <a:extLst>
                    <a:ext uri="{FF2B5EF4-FFF2-40B4-BE49-F238E27FC236}">
                      <a16:creationId xmlns:a16="http://schemas.microsoft.com/office/drawing/2014/main" id="{34F5C504-7656-A983-1520-003246F8F78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21" name="Freeform 191">
                  <a:extLst>
                    <a:ext uri="{FF2B5EF4-FFF2-40B4-BE49-F238E27FC236}">
                      <a16:creationId xmlns:a16="http://schemas.microsoft.com/office/drawing/2014/main" id="{03651A2A-9F56-889E-219D-44B810CFBFD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22" name="Freeform 192">
                  <a:extLst>
                    <a:ext uri="{FF2B5EF4-FFF2-40B4-BE49-F238E27FC236}">
                      <a16:creationId xmlns:a16="http://schemas.microsoft.com/office/drawing/2014/main" id="{A9A62DF5-7222-D038-253C-0656174F1841}"/>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7369" name="WordArt 193">
            <a:extLst>
              <a:ext uri="{FF2B5EF4-FFF2-40B4-BE49-F238E27FC236}">
                <a16:creationId xmlns:a16="http://schemas.microsoft.com/office/drawing/2014/main" id="{1D57E04B-6A10-6510-5463-73D1C63F65C0}"/>
              </a:ext>
            </a:extLst>
          </p:cNvPr>
          <p:cNvSpPr>
            <a:spLocks noChangeAspect="1" noChangeArrowheads="1" noChangeShapeType="1" noTextEdit="1"/>
          </p:cNvSpPr>
          <p:nvPr/>
        </p:nvSpPr>
        <p:spPr bwMode="auto">
          <a:xfrm>
            <a:off x="9228139" y="709614"/>
            <a:ext cx="650875" cy="225425"/>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r6  </a:t>
            </a:r>
          </a:p>
        </p:txBody>
      </p:sp>
      <p:grpSp>
        <p:nvGrpSpPr>
          <p:cNvPr id="57370" name="Group 249">
            <a:extLst>
              <a:ext uri="{FF2B5EF4-FFF2-40B4-BE49-F238E27FC236}">
                <a16:creationId xmlns:a16="http://schemas.microsoft.com/office/drawing/2014/main" id="{D06A69FA-8731-0FF5-4463-963822D8CCEB}"/>
              </a:ext>
            </a:extLst>
          </p:cNvPr>
          <p:cNvGrpSpPr>
            <a:grpSpLocks noChangeAspect="1"/>
          </p:cNvGrpSpPr>
          <p:nvPr/>
        </p:nvGrpSpPr>
        <p:grpSpPr bwMode="auto">
          <a:xfrm>
            <a:off x="6956425" y="5495926"/>
            <a:ext cx="723900" cy="460375"/>
            <a:chOff x="3312" y="2160"/>
            <a:chExt cx="960" cy="528"/>
          </a:xfrm>
        </p:grpSpPr>
        <p:grpSp>
          <p:nvGrpSpPr>
            <p:cNvPr id="57489" name="Group 250">
              <a:extLst>
                <a:ext uri="{FF2B5EF4-FFF2-40B4-BE49-F238E27FC236}">
                  <a16:creationId xmlns:a16="http://schemas.microsoft.com/office/drawing/2014/main" id="{B57CAB62-BD20-E651-158B-BC17D514B3D2}"/>
                </a:ext>
              </a:extLst>
            </p:cNvPr>
            <p:cNvGrpSpPr>
              <a:grpSpLocks noChangeAspect="1"/>
            </p:cNvGrpSpPr>
            <p:nvPr/>
          </p:nvGrpSpPr>
          <p:grpSpPr bwMode="auto">
            <a:xfrm>
              <a:off x="3312" y="2160"/>
              <a:ext cx="960" cy="528"/>
              <a:chOff x="3312" y="2160"/>
              <a:chExt cx="960" cy="528"/>
            </a:xfrm>
          </p:grpSpPr>
          <p:sp>
            <p:nvSpPr>
              <p:cNvPr id="57491" name="AutoShape 251">
                <a:extLst>
                  <a:ext uri="{FF2B5EF4-FFF2-40B4-BE49-F238E27FC236}">
                    <a16:creationId xmlns:a16="http://schemas.microsoft.com/office/drawing/2014/main" id="{53B383B7-6D39-558E-97F5-3FC8C0238A60}"/>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7492" name="Group 252">
                <a:extLst>
                  <a:ext uri="{FF2B5EF4-FFF2-40B4-BE49-F238E27FC236}">
                    <a16:creationId xmlns:a16="http://schemas.microsoft.com/office/drawing/2014/main" id="{81004CCE-6A4C-F019-7033-A807971CEB85}"/>
                  </a:ext>
                </a:extLst>
              </p:cNvPr>
              <p:cNvGrpSpPr>
                <a:grpSpLocks noChangeAspect="1"/>
              </p:cNvGrpSpPr>
              <p:nvPr/>
            </p:nvGrpSpPr>
            <p:grpSpPr bwMode="auto">
              <a:xfrm>
                <a:off x="3488" y="2193"/>
                <a:ext cx="599" cy="207"/>
                <a:chOff x="422" y="1632"/>
                <a:chExt cx="829" cy="298"/>
              </a:xfrm>
            </p:grpSpPr>
            <p:grpSp>
              <p:nvGrpSpPr>
                <p:cNvPr id="57493" name="Group 253">
                  <a:extLst>
                    <a:ext uri="{FF2B5EF4-FFF2-40B4-BE49-F238E27FC236}">
                      <a16:creationId xmlns:a16="http://schemas.microsoft.com/office/drawing/2014/main" id="{5EBDF141-8513-2B46-52CB-2606D91BFEF5}"/>
                    </a:ext>
                  </a:extLst>
                </p:cNvPr>
                <p:cNvGrpSpPr>
                  <a:grpSpLocks noChangeAspect="1"/>
                </p:cNvGrpSpPr>
                <p:nvPr/>
              </p:nvGrpSpPr>
              <p:grpSpPr bwMode="auto">
                <a:xfrm>
                  <a:off x="422" y="1632"/>
                  <a:ext cx="822" cy="291"/>
                  <a:chOff x="422" y="1632"/>
                  <a:chExt cx="822" cy="291"/>
                </a:xfrm>
              </p:grpSpPr>
              <p:sp>
                <p:nvSpPr>
                  <p:cNvPr id="57503" name="Freeform 254">
                    <a:extLst>
                      <a:ext uri="{FF2B5EF4-FFF2-40B4-BE49-F238E27FC236}">
                        <a16:creationId xmlns:a16="http://schemas.microsoft.com/office/drawing/2014/main" id="{58F941C8-0DF5-46D4-BEF6-DCCDDE1CB406}"/>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04" name="Freeform 255">
                    <a:extLst>
                      <a:ext uri="{FF2B5EF4-FFF2-40B4-BE49-F238E27FC236}">
                        <a16:creationId xmlns:a16="http://schemas.microsoft.com/office/drawing/2014/main" id="{0E6606B4-B3FB-380C-C413-B78B07B6F9B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05" name="Freeform 256">
                    <a:extLst>
                      <a:ext uri="{FF2B5EF4-FFF2-40B4-BE49-F238E27FC236}">
                        <a16:creationId xmlns:a16="http://schemas.microsoft.com/office/drawing/2014/main" id="{F6CAC3EE-1E5E-9D41-B7AC-370BDD4E271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06" name="Freeform 257">
                    <a:extLst>
                      <a:ext uri="{FF2B5EF4-FFF2-40B4-BE49-F238E27FC236}">
                        <a16:creationId xmlns:a16="http://schemas.microsoft.com/office/drawing/2014/main" id="{00FA5548-9CEC-E0AC-E95C-9B0C3C9C63DC}"/>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07" name="Freeform 258">
                    <a:extLst>
                      <a:ext uri="{FF2B5EF4-FFF2-40B4-BE49-F238E27FC236}">
                        <a16:creationId xmlns:a16="http://schemas.microsoft.com/office/drawing/2014/main" id="{20545FDE-ED71-005B-73B7-077355FC83F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08" name="Freeform 259">
                    <a:extLst>
                      <a:ext uri="{FF2B5EF4-FFF2-40B4-BE49-F238E27FC236}">
                        <a16:creationId xmlns:a16="http://schemas.microsoft.com/office/drawing/2014/main" id="{8A83CE0F-AC18-6ADB-DA04-B6FA28AB293A}"/>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09" name="Freeform 260">
                    <a:extLst>
                      <a:ext uri="{FF2B5EF4-FFF2-40B4-BE49-F238E27FC236}">
                        <a16:creationId xmlns:a16="http://schemas.microsoft.com/office/drawing/2014/main" id="{4B2879D9-EA0D-D492-6EFD-58AEF9C9A37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10" name="Freeform 261">
                    <a:extLst>
                      <a:ext uri="{FF2B5EF4-FFF2-40B4-BE49-F238E27FC236}">
                        <a16:creationId xmlns:a16="http://schemas.microsoft.com/office/drawing/2014/main" id="{06D8AC5C-02EE-1AAA-F770-6015E7AE582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7494" name="Group 262">
                  <a:extLst>
                    <a:ext uri="{FF2B5EF4-FFF2-40B4-BE49-F238E27FC236}">
                      <a16:creationId xmlns:a16="http://schemas.microsoft.com/office/drawing/2014/main" id="{078F7B8B-9D08-1625-C861-2BDA293A3C24}"/>
                    </a:ext>
                  </a:extLst>
                </p:cNvPr>
                <p:cNvGrpSpPr>
                  <a:grpSpLocks noChangeAspect="1"/>
                </p:cNvGrpSpPr>
                <p:nvPr/>
              </p:nvGrpSpPr>
              <p:grpSpPr bwMode="auto">
                <a:xfrm>
                  <a:off x="429" y="1639"/>
                  <a:ext cx="822" cy="291"/>
                  <a:chOff x="429" y="1639"/>
                  <a:chExt cx="822" cy="291"/>
                </a:xfrm>
              </p:grpSpPr>
              <p:sp>
                <p:nvSpPr>
                  <p:cNvPr id="57495" name="Freeform 263">
                    <a:extLst>
                      <a:ext uri="{FF2B5EF4-FFF2-40B4-BE49-F238E27FC236}">
                        <a16:creationId xmlns:a16="http://schemas.microsoft.com/office/drawing/2014/main" id="{50A8D13F-65C0-4221-71F2-C070EEDB3051}"/>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96" name="Freeform 264">
                    <a:extLst>
                      <a:ext uri="{FF2B5EF4-FFF2-40B4-BE49-F238E27FC236}">
                        <a16:creationId xmlns:a16="http://schemas.microsoft.com/office/drawing/2014/main" id="{FDDA4EE5-D1CC-84E8-FD6A-CFD682644BC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97" name="Freeform 265">
                    <a:extLst>
                      <a:ext uri="{FF2B5EF4-FFF2-40B4-BE49-F238E27FC236}">
                        <a16:creationId xmlns:a16="http://schemas.microsoft.com/office/drawing/2014/main" id="{A467E5CC-751D-DA2B-5E1C-CF3E23384B6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98" name="Freeform 266">
                    <a:extLst>
                      <a:ext uri="{FF2B5EF4-FFF2-40B4-BE49-F238E27FC236}">
                        <a16:creationId xmlns:a16="http://schemas.microsoft.com/office/drawing/2014/main" id="{56D67E03-4E63-A78E-A944-DD31CF6FB7D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99" name="Freeform 267">
                    <a:extLst>
                      <a:ext uri="{FF2B5EF4-FFF2-40B4-BE49-F238E27FC236}">
                        <a16:creationId xmlns:a16="http://schemas.microsoft.com/office/drawing/2014/main" id="{26270A17-11EF-B494-0870-587327D4E63D}"/>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00" name="Freeform 268">
                    <a:extLst>
                      <a:ext uri="{FF2B5EF4-FFF2-40B4-BE49-F238E27FC236}">
                        <a16:creationId xmlns:a16="http://schemas.microsoft.com/office/drawing/2014/main" id="{F9691674-6B86-CF0A-D859-A94AD91A5361}"/>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01" name="Freeform 269">
                    <a:extLst>
                      <a:ext uri="{FF2B5EF4-FFF2-40B4-BE49-F238E27FC236}">
                        <a16:creationId xmlns:a16="http://schemas.microsoft.com/office/drawing/2014/main" id="{7D2C9932-AFCB-CD16-0185-DB20227162C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502" name="Freeform 270">
                    <a:extLst>
                      <a:ext uri="{FF2B5EF4-FFF2-40B4-BE49-F238E27FC236}">
                        <a16:creationId xmlns:a16="http://schemas.microsoft.com/office/drawing/2014/main" id="{5616DBDE-F422-4447-D29B-EE92BD762B4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7490" name="WordArt 271">
              <a:extLst>
                <a:ext uri="{FF2B5EF4-FFF2-40B4-BE49-F238E27FC236}">
                  <a16:creationId xmlns:a16="http://schemas.microsoft.com/office/drawing/2014/main" id="{B9C70E55-22FF-B741-C09A-ECCBB5F1C4DC}"/>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sp>
        <p:nvSpPr>
          <p:cNvPr id="57371" name="Line 306">
            <a:extLst>
              <a:ext uri="{FF2B5EF4-FFF2-40B4-BE49-F238E27FC236}">
                <a16:creationId xmlns:a16="http://schemas.microsoft.com/office/drawing/2014/main" id="{6C32DE0E-5DEB-AA31-947D-4A63A4A52848}"/>
              </a:ext>
            </a:extLst>
          </p:cNvPr>
          <p:cNvSpPr>
            <a:spLocks noChangeShapeType="1"/>
          </p:cNvSpPr>
          <p:nvPr/>
        </p:nvSpPr>
        <p:spPr bwMode="auto">
          <a:xfrm flipH="1">
            <a:off x="7464425" y="2133601"/>
            <a:ext cx="2160588" cy="173196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7372" name="Group 307">
            <a:extLst>
              <a:ext uri="{FF2B5EF4-FFF2-40B4-BE49-F238E27FC236}">
                <a16:creationId xmlns:a16="http://schemas.microsoft.com/office/drawing/2014/main" id="{5E1EE80C-B38C-7357-E077-B4DADCF294F7}"/>
              </a:ext>
            </a:extLst>
          </p:cNvPr>
          <p:cNvGrpSpPr>
            <a:grpSpLocks/>
          </p:cNvGrpSpPr>
          <p:nvPr/>
        </p:nvGrpSpPr>
        <p:grpSpPr bwMode="auto">
          <a:xfrm>
            <a:off x="9191625" y="1816101"/>
            <a:ext cx="723900" cy="460375"/>
            <a:chOff x="4830" y="1144"/>
            <a:chExt cx="456" cy="290"/>
          </a:xfrm>
        </p:grpSpPr>
        <p:grpSp>
          <p:nvGrpSpPr>
            <p:cNvPr id="57467" name="Group 308">
              <a:extLst>
                <a:ext uri="{FF2B5EF4-FFF2-40B4-BE49-F238E27FC236}">
                  <a16:creationId xmlns:a16="http://schemas.microsoft.com/office/drawing/2014/main" id="{50B5699A-3B88-79A2-BDDA-C90FA815CEBE}"/>
                </a:ext>
              </a:extLst>
            </p:cNvPr>
            <p:cNvGrpSpPr>
              <a:grpSpLocks noChangeAspect="1"/>
            </p:cNvGrpSpPr>
            <p:nvPr/>
          </p:nvGrpSpPr>
          <p:grpSpPr bwMode="auto">
            <a:xfrm>
              <a:off x="4830" y="1144"/>
              <a:ext cx="456" cy="290"/>
              <a:chOff x="3312" y="2160"/>
              <a:chExt cx="960" cy="528"/>
            </a:xfrm>
          </p:grpSpPr>
          <p:sp>
            <p:nvSpPr>
              <p:cNvPr id="57469" name="AutoShape 309">
                <a:extLst>
                  <a:ext uri="{FF2B5EF4-FFF2-40B4-BE49-F238E27FC236}">
                    <a16:creationId xmlns:a16="http://schemas.microsoft.com/office/drawing/2014/main" id="{F00D83E3-5DEF-0AA1-2795-F5362C980416}"/>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7470" name="Group 310">
                <a:extLst>
                  <a:ext uri="{FF2B5EF4-FFF2-40B4-BE49-F238E27FC236}">
                    <a16:creationId xmlns:a16="http://schemas.microsoft.com/office/drawing/2014/main" id="{210DF66E-B290-FFB0-3FD7-A886DF584795}"/>
                  </a:ext>
                </a:extLst>
              </p:cNvPr>
              <p:cNvGrpSpPr>
                <a:grpSpLocks noChangeAspect="1"/>
              </p:cNvGrpSpPr>
              <p:nvPr/>
            </p:nvGrpSpPr>
            <p:grpSpPr bwMode="auto">
              <a:xfrm>
                <a:off x="3488" y="2193"/>
                <a:ext cx="599" cy="207"/>
                <a:chOff x="422" y="1632"/>
                <a:chExt cx="829" cy="298"/>
              </a:xfrm>
            </p:grpSpPr>
            <p:grpSp>
              <p:nvGrpSpPr>
                <p:cNvPr id="57471" name="Group 311">
                  <a:extLst>
                    <a:ext uri="{FF2B5EF4-FFF2-40B4-BE49-F238E27FC236}">
                      <a16:creationId xmlns:a16="http://schemas.microsoft.com/office/drawing/2014/main" id="{29015D89-D8F5-5E57-25DB-48B4D70D197A}"/>
                    </a:ext>
                  </a:extLst>
                </p:cNvPr>
                <p:cNvGrpSpPr>
                  <a:grpSpLocks noChangeAspect="1"/>
                </p:cNvGrpSpPr>
                <p:nvPr/>
              </p:nvGrpSpPr>
              <p:grpSpPr bwMode="auto">
                <a:xfrm>
                  <a:off x="422" y="1632"/>
                  <a:ext cx="822" cy="291"/>
                  <a:chOff x="422" y="1632"/>
                  <a:chExt cx="822" cy="291"/>
                </a:xfrm>
              </p:grpSpPr>
              <p:sp>
                <p:nvSpPr>
                  <p:cNvPr id="57481" name="Freeform 312">
                    <a:extLst>
                      <a:ext uri="{FF2B5EF4-FFF2-40B4-BE49-F238E27FC236}">
                        <a16:creationId xmlns:a16="http://schemas.microsoft.com/office/drawing/2014/main" id="{92DC2F1A-141A-DDC8-7820-0FA3B2DD21B1}"/>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82" name="Freeform 313">
                    <a:extLst>
                      <a:ext uri="{FF2B5EF4-FFF2-40B4-BE49-F238E27FC236}">
                        <a16:creationId xmlns:a16="http://schemas.microsoft.com/office/drawing/2014/main" id="{FA3A658A-FA5B-A92E-4119-0EE5CBE4B1AD}"/>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83" name="Freeform 314">
                    <a:extLst>
                      <a:ext uri="{FF2B5EF4-FFF2-40B4-BE49-F238E27FC236}">
                        <a16:creationId xmlns:a16="http://schemas.microsoft.com/office/drawing/2014/main" id="{C133B86C-4D36-D1AC-1CBB-0B5EEEFE4F3A}"/>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84" name="Freeform 315">
                    <a:extLst>
                      <a:ext uri="{FF2B5EF4-FFF2-40B4-BE49-F238E27FC236}">
                        <a16:creationId xmlns:a16="http://schemas.microsoft.com/office/drawing/2014/main" id="{79A0AB9A-029D-D0AF-509E-AFBD36E5B5B3}"/>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85" name="Freeform 316">
                    <a:extLst>
                      <a:ext uri="{FF2B5EF4-FFF2-40B4-BE49-F238E27FC236}">
                        <a16:creationId xmlns:a16="http://schemas.microsoft.com/office/drawing/2014/main" id="{3900BCA1-4F9E-514B-4100-0C5E8243971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86" name="Freeform 317">
                    <a:extLst>
                      <a:ext uri="{FF2B5EF4-FFF2-40B4-BE49-F238E27FC236}">
                        <a16:creationId xmlns:a16="http://schemas.microsoft.com/office/drawing/2014/main" id="{5648D574-D128-000F-2513-D6D8F7E64F89}"/>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87" name="Freeform 318">
                    <a:extLst>
                      <a:ext uri="{FF2B5EF4-FFF2-40B4-BE49-F238E27FC236}">
                        <a16:creationId xmlns:a16="http://schemas.microsoft.com/office/drawing/2014/main" id="{6C252994-E876-CD92-0EE4-1161E26F668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88" name="Freeform 319">
                    <a:extLst>
                      <a:ext uri="{FF2B5EF4-FFF2-40B4-BE49-F238E27FC236}">
                        <a16:creationId xmlns:a16="http://schemas.microsoft.com/office/drawing/2014/main" id="{66DC158F-AA71-EF32-F7AA-198B34E8E7BB}"/>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7472" name="Group 320">
                  <a:extLst>
                    <a:ext uri="{FF2B5EF4-FFF2-40B4-BE49-F238E27FC236}">
                      <a16:creationId xmlns:a16="http://schemas.microsoft.com/office/drawing/2014/main" id="{A6683956-C955-C395-6598-DA8BF9C1F732}"/>
                    </a:ext>
                  </a:extLst>
                </p:cNvPr>
                <p:cNvGrpSpPr>
                  <a:grpSpLocks noChangeAspect="1"/>
                </p:cNvGrpSpPr>
                <p:nvPr/>
              </p:nvGrpSpPr>
              <p:grpSpPr bwMode="auto">
                <a:xfrm>
                  <a:off x="429" y="1639"/>
                  <a:ext cx="822" cy="291"/>
                  <a:chOff x="429" y="1639"/>
                  <a:chExt cx="822" cy="291"/>
                </a:xfrm>
              </p:grpSpPr>
              <p:sp>
                <p:nvSpPr>
                  <p:cNvPr id="57473" name="Freeform 321">
                    <a:extLst>
                      <a:ext uri="{FF2B5EF4-FFF2-40B4-BE49-F238E27FC236}">
                        <a16:creationId xmlns:a16="http://schemas.microsoft.com/office/drawing/2014/main" id="{2FA26CE4-3D7D-4C59-BD28-F37BBE037971}"/>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74" name="Freeform 322">
                    <a:extLst>
                      <a:ext uri="{FF2B5EF4-FFF2-40B4-BE49-F238E27FC236}">
                        <a16:creationId xmlns:a16="http://schemas.microsoft.com/office/drawing/2014/main" id="{090FA6D5-48DF-4754-C3A1-970E70613D9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75" name="Freeform 323">
                    <a:extLst>
                      <a:ext uri="{FF2B5EF4-FFF2-40B4-BE49-F238E27FC236}">
                        <a16:creationId xmlns:a16="http://schemas.microsoft.com/office/drawing/2014/main" id="{6BA601BE-9723-9930-C7FD-B24DB60B693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76" name="Freeform 324">
                    <a:extLst>
                      <a:ext uri="{FF2B5EF4-FFF2-40B4-BE49-F238E27FC236}">
                        <a16:creationId xmlns:a16="http://schemas.microsoft.com/office/drawing/2014/main" id="{2EB5AE6D-6277-3634-51FB-05470065627D}"/>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77" name="Freeform 325">
                    <a:extLst>
                      <a:ext uri="{FF2B5EF4-FFF2-40B4-BE49-F238E27FC236}">
                        <a16:creationId xmlns:a16="http://schemas.microsoft.com/office/drawing/2014/main" id="{3954950A-6E38-72EA-3B48-2A99600F6D34}"/>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78" name="Freeform 326">
                    <a:extLst>
                      <a:ext uri="{FF2B5EF4-FFF2-40B4-BE49-F238E27FC236}">
                        <a16:creationId xmlns:a16="http://schemas.microsoft.com/office/drawing/2014/main" id="{8B3484E1-D045-A265-9DC7-C177B806A63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79" name="Freeform 327">
                    <a:extLst>
                      <a:ext uri="{FF2B5EF4-FFF2-40B4-BE49-F238E27FC236}">
                        <a16:creationId xmlns:a16="http://schemas.microsoft.com/office/drawing/2014/main" id="{FB6B9613-C6D3-D452-4703-5CC8248F50B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80" name="Freeform 328">
                    <a:extLst>
                      <a:ext uri="{FF2B5EF4-FFF2-40B4-BE49-F238E27FC236}">
                        <a16:creationId xmlns:a16="http://schemas.microsoft.com/office/drawing/2014/main" id="{1E298BFC-BE7B-9835-E49E-5AC30F1343EA}"/>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7468" name="WordArt 329">
              <a:extLst>
                <a:ext uri="{FF2B5EF4-FFF2-40B4-BE49-F238E27FC236}">
                  <a16:creationId xmlns:a16="http://schemas.microsoft.com/office/drawing/2014/main" id="{8647E971-EFBE-2BA5-BDEA-1121604AF44F}"/>
                </a:ext>
              </a:extLst>
            </p:cNvPr>
            <p:cNvSpPr>
              <a:spLocks noChangeAspect="1" noChangeArrowheads="1" noChangeShapeType="1" noTextEdit="1"/>
            </p:cNvSpPr>
            <p:nvPr/>
          </p:nvSpPr>
          <p:spPr bwMode="auto">
            <a:xfrm>
              <a:off x="4853" y="1263"/>
              <a:ext cx="410" cy="142"/>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r5  </a:t>
              </a:r>
            </a:p>
          </p:txBody>
        </p:sp>
      </p:grpSp>
      <p:sp>
        <p:nvSpPr>
          <p:cNvPr id="57373" name="Line 345">
            <a:extLst>
              <a:ext uri="{FF2B5EF4-FFF2-40B4-BE49-F238E27FC236}">
                <a16:creationId xmlns:a16="http://schemas.microsoft.com/office/drawing/2014/main" id="{8B4B43CB-2E62-B090-9DD0-CD2C70D00881}"/>
              </a:ext>
            </a:extLst>
          </p:cNvPr>
          <p:cNvSpPr>
            <a:spLocks noChangeShapeType="1"/>
          </p:cNvSpPr>
          <p:nvPr/>
        </p:nvSpPr>
        <p:spPr bwMode="auto">
          <a:xfrm>
            <a:off x="6735763" y="1436689"/>
            <a:ext cx="512762" cy="23526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7374" name="Group 346">
            <a:extLst>
              <a:ext uri="{FF2B5EF4-FFF2-40B4-BE49-F238E27FC236}">
                <a16:creationId xmlns:a16="http://schemas.microsoft.com/office/drawing/2014/main" id="{EE4941FF-9F99-4BBC-3398-E17C9EC2A7EC}"/>
              </a:ext>
            </a:extLst>
          </p:cNvPr>
          <p:cNvGrpSpPr>
            <a:grpSpLocks noChangeAspect="1"/>
          </p:cNvGrpSpPr>
          <p:nvPr/>
        </p:nvGrpSpPr>
        <p:grpSpPr bwMode="auto">
          <a:xfrm>
            <a:off x="6956425" y="3684589"/>
            <a:ext cx="723900" cy="460375"/>
            <a:chOff x="3312" y="2160"/>
            <a:chExt cx="960" cy="528"/>
          </a:xfrm>
        </p:grpSpPr>
        <p:grpSp>
          <p:nvGrpSpPr>
            <p:cNvPr id="57445" name="Group 347">
              <a:extLst>
                <a:ext uri="{FF2B5EF4-FFF2-40B4-BE49-F238E27FC236}">
                  <a16:creationId xmlns:a16="http://schemas.microsoft.com/office/drawing/2014/main" id="{67C294B0-AB3B-563B-E28B-2D1E84170E34}"/>
                </a:ext>
              </a:extLst>
            </p:cNvPr>
            <p:cNvGrpSpPr>
              <a:grpSpLocks noChangeAspect="1"/>
            </p:cNvGrpSpPr>
            <p:nvPr/>
          </p:nvGrpSpPr>
          <p:grpSpPr bwMode="auto">
            <a:xfrm>
              <a:off x="3312" y="2160"/>
              <a:ext cx="960" cy="528"/>
              <a:chOff x="3312" y="2160"/>
              <a:chExt cx="960" cy="528"/>
            </a:xfrm>
          </p:grpSpPr>
          <p:sp>
            <p:nvSpPr>
              <p:cNvPr id="57447" name="AutoShape 348">
                <a:extLst>
                  <a:ext uri="{FF2B5EF4-FFF2-40B4-BE49-F238E27FC236}">
                    <a16:creationId xmlns:a16="http://schemas.microsoft.com/office/drawing/2014/main" id="{1A08C57F-D9A1-3F3E-657B-8CC8C6DFD168}"/>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7448" name="Group 349">
                <a:extLst>
                  <a:ext uri="{FF2B5EF4-FFF2-40B4-BE49-F238E27FC236}">
                    <a16:creationId xmlns:a16="http://schemas.microsoft.com/office/drawing/2014/main" id="{CE79D4D9-FDE0-6601-A3F3-E3CC6262EBBF}"/>
                  </a:ext>
                </a:extLst>
              </p:cNvPr>
              <p:cNvGrpSpPr>
                <a:grpSpLocks noChangeAspect="1"/>
              </p:cNvGrpSpPr>
              <p:nvPr/>
            </p:nvGrpSpPr>
            <p:grpSpPr bwMode="auto">
              <a:xfrm>
                <a:off x="3488" y="2193"/>
                <a:ext cx="599" cy="207"/>
                <a:chOff x="422" y="1632"/>
                <a:chExt cx="829" cy="298"/>
              </a:xfrm>
            </p:grpSpPr>
            <p:grpSp>
              <p:nvGrpSpPr>
                <p:cNvPr id="57449" name="Group 350">
                  <a:extLst>
                    <a:ext uri="{FF2B5EF4-FFF2-40B4-BE49-F238E27FC236}">
                      <a16:creationId xmlns:a16="http://schemas.microsoft.com/office/drawing/2014/main" id="{927134AE-D545-7880-9839-663B286161EA}"/>
                    </a:ext>
                  </a:extLst>
                </p:cNvPr>
                <p:cNvGrpSpPr>
                  <a:grpSpLocks noChangeAspect="1"/>
                </p:cNvGrpSpPr>
                <p:nvPr/>
              </p:nvGrpSpPr>
              <p:grpSpPr bwMode="auto">
                <a:xfrm>
                  <a:off x="422" y="1632"/>
                  <a:ext cx="822" cy="291"/>
                  <a:chOff x="422" y="1632"/>
                  <a:chExt cx="822" cy="291"/>
                </a:xfrm>
              </p:grpSpPr>
              <p:sp>
                <p:nvSpPr>
                  <p:cNvPr id="57459" name="Freeform 351">
                    <a:extLst>
                      <a:ext uri="{FF2B5EF4-FFF2-40B4-BE49-F238E27FC236}">
                        <a16:creationId xmlns:a16="http://schemas.microsoft.com/office/drawing/2014/main" id="{560191D3-688B-1DC3-634E-6AA9698151E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60" name="Freeform 352">
                    <a:extLst>
                      <a:ext uri="{FF2B5EF4-FFF2-40B4-BE49-F238E27FC236}">
                        <a16:creationId xmlns:a16="http://schemas.microsoft.com/office/drawing/2014/main" id="{80BDEF62-0F8C-626D-29FB-6F0C81D479C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61" name="Freeform 353">
                    <a:extLst>
                      <a:ext uri="{FF2B5EF4-FFF2-40B4-BE49-F238E27FC236}">
                        <a16:creationId xmlns:a16="http://schemas.microsoft.com/office/drawing/2014/main" id="{24419EBF-1626-28AB-7664-FC39F6695603}"/>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62" name="Freeform 354">
                    <a:extLst>
                      <a:ext uri="{FF2B5EF4-FFF2-40B4-BE49-F238E27FC236}">
                        <a16:creationId xmlns:a16="http://schemas.microsoft.com/office/drawing/2014/main" id="{2FFF9F4C-7B23-2A2E-11AC-A0A013BC2AF2}"/>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63" name="Freeform 355">
                    <a:extLst>
                      <a:ext uri="{FF2B5EF4-FFF2-40B4-BE49-F238E27FC236}">
                        <a16:creationId xmlns:a16="http://schemas.microsoft.com/office/drawing/2014/main" id="{E6D7963A-96B8-0C21-1590-208107DBE5C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64" name="Freeform 356">
                    <a:extLst>
                      <a:ext uri="{FF2B5EF4-FFF2-40B4-BE49-F238E27FC236}">
                        <a16:creationId xmlns:a16="http://schemas.microsoft.com/office/drawing/2014/main" id="{327C61B1-FD75-CCDF-5C20-04EE25DA2632}"/>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65" name="Freeform 357">
                    <a:extLst>
                      <a:ext uri="{FF2B5EF4-FFF2-40B4-BE49-F238E27FC236}">
                        <a16:creationId xmlns:a16="http://schemas.microsoft.com/office/drawing/2014/main" id="{23385990-10A9-6FFA-89E9-10422093E91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66" name="Freeform 358">
                    <a:extLst>
                      <a:ext uri="{FF2B5EF4-FFF2-40B4-BE49-F238E27FC236}">
                        <a16:creationId xmlns:a16="http://schemas.microsoft.com/office/drawing/2014/main" id="{4FAB6ECF-1A08-2EAF-28A4-39306687121A}"/>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7450" name="Group 359">
                  <a:extLst>
                    <a:ext uri="{FF2B5EF4-FFF2-40B4-BE49-F238E27FC236}">
                      <a16:creationId xmlns:a16="http://schemas.microsoft.com/office/drawing/2014/main" id="{00E592B4-CC92-1F09-4EEF-908F9A47D6FE}"/>
                    </a:ext>
                  </a:extLst>
                </p:cNvPr>
                <p:cNvGrpSpPr>
                  <a:grpSpLocks noChangeAspect="1"/>
                </p:cNvGrpSpPr>
                <p:nvPr/>
              </p:nvGrpSpPr>
              <p:grpSpPr bwMode="auto">
                <a:xfrm>
                  <a:off x="429" y="1639"/>
                  <a:ext cx="822" cy="291"/>
                  <a:chOff x="429" y="1639"/>
                  <a:chExt cx="822" cy="291"/>
                </a:xfrm>
              </p:grpSpPr>
              <p:sp>
                <p:nvSpPr>
                  <p:cNvPr id="57451" name="Freeform 360">
                    <a:extLst>
                      <a:ext uri="{FF2B5EF4-FFF2-40B4-BE49-F238E27FC236}">
                        <a16:creationId xmlns:a16="http://schemas.microsoft.com/office/drawing/2014/main" id="{C360DF99-A2DB-41FF-C0DF-3987145AD044}"/>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52" name="Freeform 361">
                    <a:extLst>
                      <a:ext uri="{FF2B5EF4-FFF2-40B4-BE49-F238E27FC236}">
                        <a16:creationId xmlns:a16="http://schemas.microsoft.com/office/drawing/2014/main" id="{D66636A7-33A3-75FC-1B44-ADA3C81C681A}"/>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53" name="Freeform 362">
                    <a:extLst>
                      <a:ext uri="{FF2B5EF4-FFF2-40B4-BE49-F238E27FC236}">
                        <a16:creationId xmlns:a16="http://schemas.microsoft.com/office/drawing/2014/main" id="{9E37E644-C83F-70E4-8CA3-A50C67F58D6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54" name="Freeform 363">
                    <a:extLst>
                      <a:ext uri="{FF2B5EF4-FFF2-40B4-BE49-F238E27FC236}">
                        <a16:creationId xmlns:a16="http://schemas.microsoft.com/office/drawing/2014/main" id="{2793F50D-E0A4-5446-EC8A-6A19BC8B1A0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55" name="Freeform 364">
                    <a:extLst>
                      <a:ext uri="{FF2B5EF4-FFF2-40B4-BE49-F238E27FC236}">
                        <a16:creationId xmlns:a16="http://schemas.microsoft.com/office/drawing/2014/main" id="{5D7206C5-A46B-BD4B-6E57-72B9FFF73FC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56" name="Freeform 365">
                    <a:extLst>
                      <a:ext uri="{FF2B5EF4-FFF2-40B4-BE49-F238E27FC236}">
                        <a16:creationId xmlns:a16="http://schemas.microsoft.com/office/drawing/2014/main" id="{F98E4C69-E5A6-98E7-3EAF-A2F38C6729E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57" name="Freeform 366">
                    <a:extLst>
                      <a:ext uri="{FF2B5EF4-FFF2-40B4-BE49-F238E27FC236}">
                        <a16:creationId xmlns:a16="http://schemas.microsoft.com/office/drawing/2014/main" id="{0EB77E8C-7785-B5ED-6469-3B78CDF94686}"/>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58" name="Freeform 367">
                    <a:extLst>
                      <a:ext uri="{FF2B5EF4-FFF2-40B4-BE49-F238E27FC236}">
                        <a16:creationId xmlns:a16="http://schemas.microsoft.com/office/drawing/2014/main" id="{61AF1AC4-B60A-1B1F-930B-A3BEEE3ED1C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7446" name="WordArt 368">
              <a:extLst>
                <a:ext uri="{FF2B5EF4-FFF2-40B4-BE49-F238E27FC236}">
                  <a16:creationId xmlns:a16="http://schemas.microsoft.com/office/drawing/2014/main" id="{3925B769-86EB-9328-197D-AD7F47CC6154}"/>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57375" name="Group 372">
            <a:extLst>
              <a:ext uri="{FF2B5EF4-FFF2-40B4-BE49-F238E27FC236}">
                <a16:creationId xmlns:a16="http://schemas.microsoft.com/office/drawing/2014/main" id="{2E709315-B8FE-983E-E32C-12481B16A075}"/>
              </a:ext>
            </a:extLst>
          </p:cNvPr>
          <p:cNvGrpSpPr>
            <a:grpSpLocks noChangeAspect="1"/>
          </p:cNvGrpSpPr>
          <p:nvPr/>
        </p:nvGrpSpPr>
        <p:grpSpPr bwMode="auto">
          <a:xfrm>
            <a:off x="7532688" y="1168401"/>
            <a:ext cx="723900" cy="460375"/>
            <a:chOff x="3312" y="2160"/>
            <a:chExt cx="960" cy="528"/>
          </a:xfrm>
        </p:grpSpPr>
        <p:grpSp>
          <p:nvGrpSpPr>
            <p:cNvPr id="57423" name="Group 373">
              <a:extLst>
                <a:ext uri="{FF2B5EF4-FFF2-40B4-BE49-F238E27FC236}">
                  <a16:creationId xmlns:a16="http://schemas.microsoft.com/office/drawing/2014/main" id="{A67264CB-3927-6F5A-CBF3-A716A19EEFA4}"/>
                </a:ext>
              </a:extLst>
            </p:cNvPr>
            <p:cNvGrpSpPr>
              <a:grpSpLocks noChangeAspect="1"/>
            </p:cNvGrpSpPr>
            <p:nvPr/>
          </p:nvGrpSpPr>
          <p:grpSpPr bwMode="auto">
            <a:xfrm>
              <a:off x="3312" y="2160"/>
              <a:ext cx="960" cy="528"/>
              <a:chOff x="3312" y="2160"/>
              <a:chExt cx="960" cy="528"/>
            </a:xfrm>
          </p:grpSpPr>
          <p:sp>
            <p:nvSpPr>
              <p:cNvPr id="57425" name="AutoShape 374">
                <a:extLst>
                  <a:ext uri="{FF2B5EF4-FFF2-40B4-BE49-F238E27FC236}">
                    <a16:creationId xmlns:a16="http://schemas.microsoft.com/office/drawing/2014/main" id="{33F88BBC-5D89-BF2E-00E5-3E07F5FBA8F2}"/>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7426" name="Group 375">
                <a:extLst>
                  <a:ext uri="{FF2B5EF4-FFF2-40B4-BE49-F238E27FC236}">
                    <a16:creationId xmlns:a16="http://schemas.microsoft.com/office/drawing/2014/main" id="{1FB5B9C8-9BFC-15B7-7409-744764547FC7}"/>
                  </a:ext>
                </a:extLst>
              </p:cNvPr>
              <p:cNvGrpSpPr>
                <a:grpSpLocks noChangeAspect="1"/>
              </p:cNvGrpSpPr>
              <p:nvPr/>
            </p:nvGrpSpPr>
            <p:grpSpPr bwMode="auto">
              <a:xfrm>
                <a:off x="3488" y="2193"/>
                <a:ext cx="599" cy="207"/>
                <a:chOff x="422" y="1632"/>
                <a:chExt cx="829" cy="298"/>
              </a:xfrm>
            </p:grpSpPr>
            <p:grpSp>
              <p:nvGrpSpPr>
                <p:cNvPr id="57427" name="Group 376">
                  <a:extLst>
                    <a:ext uri="{FF2B5EF4-FFF2-40B4-BE49-F238E27FC236}">
                      <a16:creationId xmlns:a16="http://schemas.microsoft.com/office/drawing/2014/main" id="{69B0E369-4F55-D8E7-4284-BC7F693A1020}"/>
                    </a:ext>
                  </a:extLst>
                </p:cNvPr>
                <p:cNvGrpSpPr>
                  <a:grpSpLocks noChangeAspect="1"/>
                </p:cNvGrpSpPr>
                <p:nvPr/>
              </p:nvGrpSpPr>
              <p:grpSpPr bwMode="auto">
                <a:xfrm>
                  <a:off x="422" y="1632"/>
                  <a:ext cx="822" cy="291"/>
                  <a:chOff x="422" y="1632"/>
                  <a:chExt cx="822" cy="291"/>
                </a:xfrm>
              </p:grpSpPr>
              <p:sp>
                <p:nvSpPr>
                  <p:cNvPr id="57437" name="Freeform 377">
                    <a:extLst>
                      <a:ext uri="{FF2B5EF4-FFF2-40B4-BE49-F238E27FC236}">
                        <a16:creationId xmlns:a16="http://schemas.microsoft.com/office/drawing/2014/main" id="{0E796CD2-7BF5-E089-8D98-D0601385D6F5}"/>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38" name="Freeform 378">
                    <a:extLst>
                      <a:ext uri="{FF2B5EF4-FFF2-40B4-BE49-F238E27FC236}">
                        <a16:creationId xmlns:a16="http://schemas.microsoft.com/office/drawing/2014/main" id="{AE06DC13-63C3-8F34-47AD-7E82484F0EE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39" name="Freeform 379">
                    <a:extLst>
                      <a:ext uri="{FF2B5EF4-FFF2-40B4-BE49-F238E27FC236}">
                        <a16:creationId xmlns:a16="http://schemas.microsoft.com/office/drawing/2014/main" id="{458F1BCA-9C13-242A-7FCA-4931775271E2}"/>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40" name="Freeform 380">
                    <a:extLst>
                      <a:ext uri="{FF2B5EF4-FFF2-40B4-BE49-F238E27FC236}">
                        <a16:creationId xmlns:a16="http://schemas.microsoft.com/office/drawing/2014/main" id="{ED151EE4-BA64-3EAC-3528-A44222199426}"/>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41" name="Freeform 381">
                    <a:extLst>
                      <a:ext uri="{FF2B5EF4-FFF2-40B4-BE49-F238E27FC236}">
                        <a16:creationId xmlns:a16="http://schemas.microsoft.com/office/drawing/2014/main" id="{9B517E8A-9739-22D3-378B-3A202F2ABDB0}"/>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42" name="Freeform 382">
                    <a:extLst>
                      <a:ext uri="{FF2B5EF4-FFF2-40B4-BE49-F238E27FC236}">
                        <a16:creationId xmlns:a16="http://schemas.microsoft.com/office/drawing/2014/main" id="{136435BE-062F-02F7-5711-D544897D77AA}"/>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43" name="Freeform 383">
                    <a:extLst>
                      <a:ext uri="{FF2B5EF4-FFF2-40B4-BE49-F238E27FC236}">
                        <a16:creationId xmlns:a16="http://schemas.microsoft.com/office/drawing/2014/main" id="{BAA146DB-0813-D00C-4B53-244C6A5ED5E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44" name="Freeform 384">
                    <a:extLst>
                      <a:ext uri="{FF2B5EF4-FFF2-40B4-BE49-F238E27FC236}">
                        <a16:creationId xmlns:a16="http://schemas.microsoft.com/office/drawing/2014/main" id="{0AC99DAE-A89B-AFD1-EA47-15D075F21400}"/>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7428" name="Group 385">
                  <a:extLst>
                    <a:ext uri="{FF2B5EF4-FFF2-40B4-BE49-F238E27FC236}">
                      <a16:creationId xmlns:a16="http://schemas.microsoft.com/office/drawing/2014/main" id="{2BCCA34A-4B64-8243-3707-80363F1A2680}"/>
                    </a:ext>
                  </a:extLst>
                </p:cNvPr>
                <p:cNvGrpSpPr>
                  <a:grpSpLocks noChangeAspect="1"/>
                </p:cNvGrpSpPr>
                <p:nvPr/>
              </p:nvGrpSpPr>
              <p:grpSpPr bwMode="auto">
                <a:xfrm>
                  <a:off x="429" y="1639"/>
                  <a:ext cx="822" cy="291"/>
                  <a:chOff x="429" y="1639"/>
                  <a:chExt cx="822" cy="291"/>
                </a:xfrm>
              </p:grpSpPr>
              <p:sp>
                <p:nvSpPr>
                  <p:cNvPr id="57429" name="Freeform 386">
                    <a:extLst>
                      <a:ext uri="{FF2B5EF4-FFF2-40B4-BE49-F238E27FC236}">
                        <a16:creationId xmlns:a16="http://schemas.microsoft.com/office/drawing/2014/main" id="{515EF7E2-26E9-4FE6-9216-CB548514E65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30" name="Freeform 387">
                    <a:extLst>
                      <a:ext uri="{FF2B5EF4-FFF2-40B4-BE49-F238E27FC236}">
                        <a16:creationId xmlns:a16="http://schemas.microsoft.com/office/drawing/2014/main" id="{2EFF78D1-C201-9A5A-3736-E0D86757094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31" name="Freeform 388">
                    <a:extLst>
                      <a:ext uri="{FF2B5EF4-FFF2-40B4-BE49-F238E27FC236}">
                        <a16:creationId xmlns:a16="http://schemas.microsoft.com/office/drawing/2014/main" id="{C5BBABFC-2E53-4A0E-C51B-7FF1013B45CF}"/>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32" name="Freeform 389">
                    <a:extLst>
                      <a:ext uri="{FF2B5EF4-FFF2-40B4-BE49-F238E27FC236}">
                        <a16:creationId xmlns:a16="http://schemas.microsoft.com/office/drawing/2014/main" id="{92ADDE33-D2C6-65FD-FA5F-582086B3145F}"/>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33" name="Freeform 390">
                    <a:extLst>
                      <a:ext uri="{FF2B5EF4-FFF2-40B4-BE49-F238E27FC236}">
                        <a16:creationId xmlns:a16="http://schemas.microsoft.com/office/drawing/2014/main" id="{D448FFF0-469A-F0C8-6768-AB61E9C77164}"/>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34" name="Freeform 391">
                    <a:extLst>
                      <a:ext uri="{FF2B5EF4-FFF2-40B4-BE49-F238E27FC236}">
                        <a16:creationId xmlns:a16="http://schemas.microsoft.com/office/drawing/2014/main" id="{57CD22B8-3FA7-D652-E9AB-1BF8F12472E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35" name="Freeform 392">
                    <a:extLst>
                      <a:ext uri="{FF2B5EF4-FFF2-40B4-BE49-F238E27FC236}">
                        <a16:creationId xmlns:a16="http://schemas.microsoft.com/office/drawing/2014/main" id="{E0C2CAC0-F5BF-52B9-99AC-D006CE12C2FA}"/>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36" name="Freeform 393">
                    <a:extLst>
                      <a:ext uri="{FF2B5EF4-FFF2-40B4-BE49-F238E27FC236}">
                        <a16:creationId xmlns:a16="http://schemas.microsoft.com/office/drawing/2014/main" id="{63038076-6FED-A196-E6F0-9CAB56048041}"/>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7424" name="WordArt 394">
              <a:extLst>
                <a:ext uri="{FF2B5EF4-FFF2-40B4-BE49-F238E27FC236}">
                  <a16:creationId xmlns:a16="http://schemas.microsoft.com/office/drawing/2014/main" id="{1F93F971-DAB6-BB53-FFCB-1EA201C8EFA7}"/>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r4  </a:t>
              </a:r>
            </a:p>
          </p:txBody>
        </p:sp>
      </p:grpSp>
      <p:sp>
        <p:nvSpPr>
          <p:cNvPr id="57376" name="Line 403">
            <a:extLst>
              <a:ext uri="{FF2B5EF4-FFF2-40B4-BE49-F238E27FC236}">
                <a16:creationId xmlns:a16="http://schemas.microsoft.com/office/drawing/2014/main" id="{26E50D65-B5A1-ECB5-2513-0096385DC137}"/>
              </a:ext>
            </a:extLst>
          </p:cNvPr>
          <p:cNvSpPr>
            <a:spLocks noChangeShapeType="1"/>
          </p:cNvSpPr>
          <p:nvPr/>
        </p:nvSpPr>
        <p:spPr bwMode="auto">
          <a:xfrm flipV="1">
            <a:off x="5135563" y="1452563"/>
            <a:ext cx="1301750" cy="2366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7377" name="Group 416">
            <a:extLst>
              <a:ext uri="{FF2B5EF4-FFF2-40B4-BE49-F238E27FC236}">
                <a16:creationId xmlns:a16="http://schemas.microsoft.com/office/drawing/2014/main" id="{84F53592-E4AA-872D-5AEC-9E14125CA8B6}"/>
              </a:ext>
            </a:extLst>
          </p:cNvPr>
          <p:cNvGrpSpPr>
            <a:grpSpLocks noChangeAspect="1"/>
          </p:cNvGrpSpPr>
          <p:nvPr/>
        </p:nvGrpSpPr>
        <p:grpSpPr bwMode="auto">
          <a:xfrm>
            <a:off x="6272213" y="1125539"/>
            <a:ext cx="723900" cy="460375"/>
            <a:chOff x="3312" y="2160"/>
            <a:chExt cx="960" cy="528"/>
          </a:xfrm>
        </p:grpSpPr>
        <p:grpSp>
          <p:nvGrpSpPr>
            <p:cNvPr id="57401" name="Group 417">
              <a:extLst>
                <a:ext uri="{FF2B5EF4-FFF2-40B4-BE49-F238E27FC236}">
                  <a16:creationId xmlns:a16="http://schemas.microsoft.com/office/drawing/2014/main" id="{78446C65-A8F4-9DDC-F9A2-C81E125AB75B}"/>
                </a:ext>
              </a:extLst>
            </p:cNvPr>
            <p:cNvGrpSpPr>
              <a:grpSpLocks noChangeAspect="1"/>
            </p:cNvGrpSpPr>
            <p:nvPr/>
          </p:nvGrpSpPr>
          <p:grpSpPr bwMode="auto">
            <a:xfrm>
              <a:off x="3312" y="2160"/>
              <a:ext cx="960" cy="528"/>
              <a:chOff x="3312" y="2160"/>
              <a:chExt cx="960" cy="528"/>
            </a:xfrm>
          </p:grpSpPr>
          <p:sp>
            <p:nvSpPr>
              <p:cNvPr id="57403" name="AutoShape 418">
                <a:extLst>
                  <a:ext uri="{FF2B5EF4-FFF2-40B4-BE49-F238E27FC236}">
                    <a16:creationId xmlns:a16="http://schemas.microsoft.com/office/drawing/2014/main" id="{3700BD82-504E-E303-7C04-1CEEC0186997}"/>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7404" name="Group 419">
                <a:extLst>
                  <a:ext uri="{FF2B5EF4-FFF2-40B4-BE49-F238E27FC236}">
                    <a16:creationId xmlns:a16="http://schemas.microsoft.com/office/drawing/2014/main" id="{B7F63B45-06FC-876F-29B6-277C4F64D81C}"/>
                  </a:ext>
                </a:extLst>
              </p:cNvPr>
              <p:cNvGrpSpPr>
                <a:grpSpLocks noChangeAspect="1"/>
              </p:cNvGrpSpPr>
              <p:nvPr/>
            </p:nvGrpSpPr>
            <p:grpSpPr bwMode="auto">
              <a:xfrm>
                <a:off x="3488" y="2193"/>
                <a:ext cx="599" cy="207"/>
                <a:chOff x="422" y="1632"/>
                <a:chExt cx="829" cy="298"/>
              </a:xfrm>
            </p:grpSpPr>
            <p:grpSp>
              <p:nvGrpSpPr>
                <p:cNvPr id="57405" name="Group 420">
                  <a:extLst>
                    <a:ext uri="{FF2B5EF4-FFF2-40B4-BE49-F238E27FC236}">
                      <a16:creationId xmlns:a16="http://schemas.microsoft.com/office/drawing/2014/main" id="{1493A8DF-7A2D-A299-8C4A-7308A7CACBDA}"/>
                    </a:ext>
                  </a:extLst>
                </p:cNvPr>
                <p:cNvGrpSpPr>
                  <a:grpSpLocks noChangeAspect="1"/>
                </p:cNvGrpSpPr>
                <p:nvPr/>
              </p:nvGrpSpPr>
              <p:grpSpPr bwMode="auto">
                <a:xfrm>
                  <a:off x="422" y="1632"/>
                  <a:ext cx="822" cy="291"/>
                  <a:chOff x="422" y="1632"/>
                  <a:chExt cx="822" cy="291"/>
                </a:xfrm>
              </p:grpSpPr>
              <p:sp>
                <p:nvSpPr>
                  <p:cNvPr id="57415" name="Freeform 421">
                    <a:extLst>
                      <a:ext uri="{FF2B5EF4-FFF2-40B4-BE49-F238E27FC236}">
                        <a16:creationId xmlns:a16="http://schemas.microsoft.com/office/drawing/2014/main" id="{1376AA55-BF6C-53AC-E603-BA1B5F7AADCF}"/>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16" name="Freeform 422">
                    <a:extLst>
                      <a:ext uri="{FF2B5EF4-FFF2-40B4-BE49-F238E27FC236}">
                        <a16:creationId xmlns:a16="http://schemas.microsoft.com/office/drawing/2014/main" id="{A1734930-F2C0-B196-3E35-880A7F765520}"/>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17" name="Freeform 423">
                    <a:extLst>
                      <a:ext uri="{FF2B5EF4-FFF2-40B4-BE49-F238E27FC236}">
                        <a16:creationId xmlns:a16="http://schemas.microsoft.com/office/drawing/2014/main" id="{37E31C65-7A06-FFF5-ADC9-39C412FC7969}"/>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18" name="Freeform 424">
                    <a:extLst>
                      <a:ext uri="{FF2B5EF4-FFF2-40B4-BE49-F238E27FC236}">
                        <a16:creationId xmlns:a16="http://schemas.microsoft.com/office/drawing/2014/main" id="{C79063DE-CC12-E55B-BB4C-11D9EA5F123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19" name="Freeform 425">
                    <a:extLst>
                      <a:ext uri="{FF2B5EF4-FFF2-40B4-BE49-F238E27FC236}">
                        <a16:creationId xmlns:a16="http://schemas.microsoft.com/office/drawing/2014/main" id="{8312D107-627A-86E9-B300-2EE4A83450A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20" name="Freeform 426">
                    <a:extLst>
                      <a:ext uri="{FF2B5EF4-FFF2-40B4-BE49-F238E27FC236}">
                        <a16:creationId xmlns:a16="http://schemas.microsoft.com/office/drawing/2014/main" id="{6C535FF3-AC19-48A0-4A44-76D071576486}"/>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21" name="Freeform 427">
                    <a:extLst>
                      <a:ext uri="{FF2B5EF4-FFF2-40B4-BE49-F238E27FC236}">
                        <a16:creationId xmlns:a16="http://schemas.microsoft.com/office/drawing/2014/main" id="{97489D17-B30E-3EA9-4CF5-D862B019CF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22" name="Freeform 428">
                    <a:extLst>
                      <a:ext uri="{FF2B5EF4-FFF2-40B4-BE49-F238E27FC236}">
                        <a16:creationId xmlns:a16="http://schemas.microsoft.com/office/drawing/2014/main" id="{4C82A438-E7E9-7377-E9A2-5180FE90CF22}"/>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7406" name="Group 429">
                  <a:extLst>
                    <a:ext uri="{FF2B5EF4-FFF2-40B4-BE49-F238E27FC236}">
                      <a16:creationId xmlns:a16="http://schemas.microsoft.com/office/drawing/2014/main" id="{57F1FC34-211F-C356-321C-96C76850CA23}"/>
                    </a:ext>
                  </a:extLst>
                </p:cNvPr>
                <p:cNvGrpSpPr>
                  <a:grpSpLocks noChangeAspect="1"/>
                </p:cNvGrpSpPr>
                <p:nvPr/>
              </p:nvGrpSpPr>
              <p:grpSpPr bwMode="auto">
                <a:xfrm>
                  <a:off x="429" y="1639"/>
                  <a:ext cx="822" cy="291"/>
                  <a:chOff x="429" y="1639"/>
                  <a:chExt cx="822" cy="291"/>
                </a:xfrm>
              </p:grpSpPr>
              <p:sp>
                <p:nvSpPr>
                  <p:cNvPr id="57407" name="Freeform 430">
                    <a:extLst>
                      <a:ext uri="{FF2B5EF4-FFF2-40B4-BE49-F238E27FC236}">
                        <a16:creationId xmlns:a16="http://schemas.microsoft.com/office/drawing/2014/main" id="{B8C0CFD7-1C3A-689E-2DF0-DC2D14EC77F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08" name="Freeform 431">
                    <a:extLst>
                      <a:ext uri="{FF2B5EF4-FFF2-40B4-BE49-F238E27FC236}">
                        <a16:creationId xmlns:a16="http://schemas.microsoft.com/office/drawing/2014/main" id="{D7419AD6-8107-5A6B-C612-03019B9276C1}"/>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09" name="Freeform 432">
                    <a:extLst>
                      <a:ext uri="{FF2B5EF4-FFF2-40B4-BE49-F238E27FC236}">
                        <a16:creationId xmlns:a16="http://schemas.microsoft.com/office/drawing/2014/main" id="{2D349ED6-EEF3-76F6-DA91-40613A8B8083}"/>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10" name="Freeform 433">
                    <a:extLst>
                      <a:ext uri="{FF2B5EF4-FFF2-40B4-BE49-F238E27FC236}">
                        <a16:creationId xmlns:a16="http://schemas.microsoft.com/office/drawing/2014/main" id="{C79C06FA-2465-8963-A0A6-3D3D6BF28E24}"/>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11" name="Freeform 434">
                    <a:extLst>
                      <a:ext uri="{FF2B5EF4-FFF2-40B4-BE49-F238E27FC236}">
                        <a16:creationId xmlns:a16="http://schemas.microsoft.com/office/drawing/2014/main" id="{BE73C546-7730-1AD8-350E-BE1BD2B4F32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12" name="Freeform 435">
                    <a:extLst>
                      <a:ext uri="{FF2B5EF4-FFF2-40B4-BE49-F238E27FC236}">
                        <a16:creationId xmlns:a16="http://schemas.microsoft.com/office/drawing/2014/main" id="{53B90D63-8965-14D9-34DC-0FA238EFB7F7}"/>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13" name="Freeform 436">
                    <a:extLst>
                      <a:ext uri="{FF2B5EF4-FFF2-40B4-BE49-F238E27FC236}">
                        <a16:creationId xmlns:a16="http://schemas.microsoft.com/office/drawing/2014/main" id="{564C31C6-06C0-67E9-9BC3-FDC3E2C9D16B}"/>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14" name="Freeform 437">
                    <a:extLst>
                      <a:ext uri="{FF2B5EF4-FFF2-40B4-BE49-F238E27FC236}">
                        <a16:creationId xmlns:a16="http://schemas.microsoft.com/office/drawing/2014/main" id="{C0BF24E1-9382-1CB3-480E-C72BB908320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7402" name="WordArt 438">
              <a:extLst>
                <a:ext uri="{FF2B5EF4-FFF2-40B4-BE49-F238E27FC236}">
                  <a16:creationId xmlns:a16="http://schemas.microsoft.com/office/drawing/2014/main" id="{E2F91749-4CCB-C07D-43D1-D49FEA4E9AA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r3  </a:t>
              </a:r>
            </a:p>
          </p:txBody>
        </p:sp>
      </p:grpSp>
      <p:grpSp>
        <p:nvGrpSpPr>
          <p:cNvPr id="57378" name="Group 439">
            <a:extLst>
              <a:ext uri="{FF2B5EF4-FFF2-40B4-BE49-F238E27FC236}">
                <a16:creationId xmlns:a16="http://schemas.microsoft.com/office/drawing/2014/main" id="{4B84BE3B-46BC-3699-E713-204D3968AFA1}"/>
              </a:ext>
            </a:extLst>
          </p:cNvPr>
          <p:cNvGrpSpPr>
            <a:grpSpLocks noChangeAspect="1"/>
          </p:cNvGrpSpPr>
          <p:nvPr/>
        </p:nvGrpSpPr>
        <p:grpSpPr bwMode="auto">
          <a:xfrm>
            <a:off x="4768850" y="3684589"/>
            <a:ext cx="723900" cy="460375"/>
            <a:chOff x="3312" y="2160"/>
            <a:chExt cx="960" cy="528"/>
          </a:xfrm>
        </p:grpSpPr>
        <p:grpSp>
          <p:nvGrpSpPr>
            <p:cNvPr id="57379" name="Group 440">
              <a:extLst>
                <a:ext uri="{FF2B5EF4-FFF2-40B4-BE49-F238E27FC236}">
                  <a16:creationId xmlns:a16="http://schemas.microsoft.com/office/drawing/2014/main" id="{06108BB4-968C-50BE-E692-D9BE1D3925F3}"/>
                </a:ext>
              </a:extLst>
            </p:cNvPr>
            <p:cNvGrpSpPr>
              <a:grpSpLocks noChangeAspect="1"/>
            </p:cNvGrpSpPr>
            <p:nvPr/>
          </p:nvGrpSpPr>
          <p:grpSpPr bwMode="auto">
            <a:xfrm>
              <a:off x="3312" y="2160"/>
              <a:ext cx="960" cy="528"/>
              <a:chOff x="3312" y="2160"/>
              <a:chExt cx="960" cy="528"/>
            </a:xfrm>
          </p:grpSpPr>
          <p:sp>
            <p:nvSpPr>
              <p:cNvPr id="57381" name="AutoShape 441">
                <a:extLst>
                  <a:ext uri="{FF2B5EF4-FFF2-40B4-BE49-F238E27FC236}">
                    <a16:creationId xmlns:a16="http://schemas.microsoft.com/office/drawing/2014/main" id="{F32E8B21-8E7E-5068-BED7-0EF59EA825F4}"/>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7382" name="Group 442">
                <a:extLst>
                  <a:ext uri="{FF2B5EF4-FFF2-40B4-BE49-F238E27FC236}">
                    <a16:creationId xmlns:a16="http://schemas.microsoft.com/office/drawing/2014/main" id="{4EA35FDA-6180-DC42-38EA-1D07C5CB1138}"/>
                  </a:ext>
                </a:extLst>
              </p:cNvPr>
              <p:cNvGrpSpPr>
                <a:grpSpLocks noChangeAspect="1"/>
              </p:cNvGrpSpPr>
              <p:nvPr/>
            </p:nvGrpSpPr>
            <p:grpSpPr bwMode="auto">
              <a:xfrm>
                <a:off x="3488" y="2193"/>
                <a:ext cx="599" cy="207"/>
                <a:chOff x="422" y="1632"/>
                <a:chExt cx="829" cy="298"/>
              </a:xfrm>
            </p:grpSpPr>
            <p:grpSp>
              <p:nvGrpSpPr>
                <p:cNvPr id="57383" name="Group 443">
                  <a:extLst>
                    <a:ext uri="{FF2B5EF4-FFF2-40B4-BE49-F238E27FC236}">
                      <a16:creationId xmlns:a16="http://schemas.microsoft.com/office/drawing/2014/main" id="{FDD8A7DE-F044-79BD-DB3C-69619E8246A6}"/>
                    </a:ext>
                  </a:extLst>
                </p:cNvPr>
                <p:cNvGrpSpPr>
                  <a:grpSpLocks noChangeAspect="1"/>
                </p:cNvGrpSpPr>
                <p:nvPr/>
              </p:nvGrpSpPr>
              <p:grpSpPr bwMode="auto">
                <a:xfrm>
                  <a:off x="422" y="1632"/>
                  <a:ext cx="822" cy="291"/>
                  <a:chOff x="422" y="1632"/>
                  <a:chExt cx="822" cy="291"/>
                </a:xfrm>
              </p:grpSpPr>
              <p:sp>
                <p:nvSpPr>
                  <p:cNvPr id="57393" name="Freeform 444">
                    <a:extLst>
                      <a:ext uri="{FF2B5EF4-FFF2-40B4-BE49-F238E27FC236}">
                        <a16:creationId xmlns:a16="http://schemas.microsoft.com/office/drawing/2014/main" id="{C74B8416-8BCB-04C5-2A36-CA97A57E2DE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394" name="Freeform 445">
                    <a:extLst>
                      <a:ext uri="{FF2B5EF4-FFF2-40B4-BE49-F238E27FC236}">
                        <a16:creationId xmlns:a16="http://schemas.microsoft.com/office/drawing/2014/main" id="{0F540951-5FBF-EC25-CC53-2FCF7688713F}"/>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395" name="Freeform 446">
                    <a:extLst>
                      <a:ext uri="{FF2B5EF4-FFF2-40B4-BE49-F238E27FC236}">
                        <a16:creationId xmlns:a16="http://schemas.microsoft.com/office/drawing/2014/main" id="{B80B6EE8-7301-1539-9757-9AA866AC5042}"/>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396" name="Freeform 447">
                    <a:extLst>
                      <a:ext uri="{FF2B5EF4-FFF2-40B4-BE49-F238E27FC236}">
                        <a16:creationId xmlns:a16="http://schemas.microsoft.com/office/drawing/2014/main" id="{F48D7129-B05C-C0EC-B54E-9C31029DC96C}"/>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397" name="Freeform 448">
                    <a:extLst>
                      <a:ext uri="{FF2B5EF4-FFF2-40B4-BE49-F238E27FC236}">
                        <a16:creationId xmlns:a16="http://schemas.microsoft.com/office/drawing/2014/main" id="{0F676AE2-CE01-B428-CF40-D6DE0FE302E0}"/>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398" name="Freeform 449">
                    <a:extLst>
                      <a:ext uri="{FF2B5EF4-FFF2-40B4-BE49-F238E27FC236}">
                        <a16:creationId xmlns:a16="http://schemas.microsoft.com/office/drawing/2014/main" id="{99824BC5-B1CB-9372-CC34-76A6D5D8AB99}"/>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399" name="Freeform 450">
                    <a:extLst>
                      <a:ext uri="{FF2B5EF4-FFF2-40B4-BE49-F238E27FC236}">
                        <a16:creationId xmlns:a16="http://schemas.microsoft.com/office/drawing/2014/main" id="{D233808B-AB0A-5743-99FC-6EB7EB58DF33}"/>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400" name="Freeform 451">
                    <a:extLst>
                      <a:ext uri="{FF2B5EF4-FFF2-40B4-BE49-F238E27FC236}">
                        <a16:creationId xmlns:a16="http://schemas.microsoft.com/office/drawing/2014/main" id="{0AA83CE5-B0A3-D946-E26A-9234EDD73E2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7384" name="Group 452">
                  <a:extLst>
                    <a:ext uri="{FF2B5EF4-FFF2-40B4-BE49-F238E27FC236}">
                      <a16:creationId xmlns:a16="http://schemas.microsoft.com/office/drawing/2014/main" id="{1A51486E-AF34-2E71-7F96-78438F3AFB6B}"/>
                    </a:ext>
                  </a:extLst>
                </p:cNvPr>
                <p:cNvGrpSpPr>
                  <a:grpSpLocks noChangeAspect="1"/>
                </p:cNvGrpSpPr>
                <p:nvPr/>
              </p:nvGrpSpPr>
              <p:grpSpPr bwMode="auto">
                <a:xfrm>
                  <a:off x="429" y="1639"/>
                  <a:ext cx="822" cy="291"/>
                  <a:chOff x="429" y="1639"/>
                  <a:chExt cx="822" cy="291"/>
                </a:xfrm>
              </p:grpSpPr>
              <p:sp>
                <p:nvSpPr>
                  <p:cNvPr id="57385" name="Freeform 453">
                    <a:extLst>
                      <a:ext uri="{FF2B5EF4-FFF2-40B4-BE49-F238E27FC236}">
                        <a16:creationId xmlns:a16="http://schemas.microsoft.com/office/drawing/2014/main" id="{15FCE1EC-AF38-3E49-473B-6FE99A206191}"/>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386" name="Freeform 454">
                    <a:extLst>
                      <a:ext uri="{FF2B5EF4-FFF2-40B4-BE49-F238E27FC236}">
                        <a16:creationId xmlns:a16="http://schemas.microsoft.com/office/drawing/2014/main" id="{9E392BED-F141-42A8-4CB3-F0209AF836B7}"/>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387" name="Freeform 455">
                    <a:extLst>
                      <a:ext uri="{FF2B5EF4-FFF2-40B4-BE49-F238E27FC236}">
                        <a16:creationId xmlns:a16="http://schemas.microsoft.com/office/drawing/2014/main" id="{33E25369-1C41-1FAD-96CB-69453D9A2C2F}"/>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388" name="Freeform 456">
                    <a:extLst>
                      <a:ext uri="{FF2B5EF4-FFF2-40B4-BE49-F238E27FC236}">
                        <a16:creationId xmlns:a16="http://schemas.microsoft.com/office/drawing/2014/main" id="{E8217913-7A4E-C34F-D02D-91A661BD3F31}"/>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389" name="Freeform 457">
                    <a:extLst>
                      <a:ext uri="{FF2B5EF4-FFF2-40B4-BE49-F238E27FC236}">
                        <a16:creationId xmlns:a16="http://schemas.microsoft.com/office/drawing/2014/main" id="{5B12D394-5501-F4C2-7E0A-534028F9DFE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390" name="Freeform 458">
                    <a:extLst>
                      <a:ext uri="{FF2B5EF4-FFF2-40B4-BE49-F238E27FC236}">
                        <a16:creationId xmlns:a16="http://schemas.microsoft.com/office/drawing/2014/main" id="{35E26347-CB67-F708-A0C0-45D8FD490128}"/>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391" name="Freeform 459">
                    <a:extLst>
                      <a:ext uri="{FF2B5EF4-FFF2-40B4-BE49-F238E27FC236}">
                        <a16:creationId xmlns:a16="http://schemas.microsoft.com/office/drawing/2014/main" id="{0EF16E50-A80E-397E-E309-86FA0B898E11}"/>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7392" name="Freeform 460">
                    <a:extLst>
                      <a:ext uri="{FF2B5EF4-FFF2-40B4-BE49-F238E27FC236}">
                        <a16:creationId xmlns:a16="http://schemas.microsoft.com/office/drawing/2014/main" id="{0BA3DDE9-F9E3-1556-F1A6-9FAA121460F1}"/>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7380" name="WordArt 461">
              <a:extLst>
                <a:ext uri="{FF2B5EF4-FFF2-40B4-BE49-F238E27FC236}">
                  <a16:creationId xmlns:a16="http://schemas.microsoft.com/office/drawing/2014/main" id="{3BF941CA-634D-394A-7817-F8F6935E7C65}"/>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sp>
        <p:nvSpPr>
          <p:cNvPr id="3" name="Footer Placeholder 2">
            <a:extLst>
              <a:ext uri="{FF2B5EF4-FFF2-40B4-BE49-F238E27FC236}">
                <a16:creationId xmlns:a16="http://schemas.microsoft.com/office/drawing/2014/main" id="{102A8311-A7F6-409D-8D00-5A6193FC059C}"/>
              </a:ext>
            </a:extLst>
          </p:cNvPr>
          <p:cNvSpPr>
            <a:spLocks noGrp="1"/>
          </p:cNvSpPr>
          <p:nvPr>
            <p:ph type="ftr" sz="quarter" idx="11"/>
          </p:nvPr>
        </p:nvSpPr>
        <p:spPr/>
        <p:txBody>
          <a:bodyPr/>
          <a:lstStyle/>
          <a:p>
            <a:r>
              <a:rPr lang="it-IT" altLang="en-IT"/>
              <a:t>kathara – [ labs: ospf_frr ]</a:t>
            </a: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551052C6-21B0-6296-F1E9-9A0386AC0817}"/>
              </a:ext>
            </a:extLst>
          </p:cNvPr>
          <p:cNvSpPr>
            <a:spLocks noGrp="1" noChangeArrowheads="1"/>
          </p:cNvSpPr>
          <p:nvPr>
            <p:ph type="dt" sz="half" idx="10"/>
          </p:nvPr>
        </p:nvSpPr>
        <p:spPr>
          <a:ln/>
        </p:spPr>
        <p:txBody>
          <a:bodyPr/>
          <a:lstStyle/>
          <a:p>
            <a:r>
              <a:rPr lang="it-IT" altLang="en-IT"/>
              <a:t>last update: Oct 2023</a:t>
            </a:r>
          </a:p>
        </p:txBody>
      </p:sp>
      <p:grpSp>
        <p:nvGrpSpPr>
          <p:cNvPr id="58373" name="Group 3">
            <a:extLst>
              <a:ext uri="{FF2B5EF4-FFF2-40B4-BE49-F238E27FC236}">
                <a16:creationId xmlns:a16="http://schemas.microsoft.com/office/drawing/2014/main" id="{888CBA8D-392E-4337-5954-613053A0C2A8}"/>
              </a:ext>
            </a:extLst>
          </p:cNvPr>
          <p:cNvGrpSpPr>
            <a:grpSpLocks/>
          </p:cNvGrpSpPr>
          <p:nvPr/>
        </p:nvGrpSpPr>
        <p:grpSpPr bwMode="auto">
          <a:xfrm>
            <a:off x="2894014" y="3603626"/>
            <a:ext cx="6510337" cy="3209925"/>
            <a:chOff x="863" y="2270"/>
            <a:chExt cx="4101" cy="2022"/>
          </a:xfrm>
        </p:grpSpPr>
        <p:grpSp>
          <p:nvGrpSpPr>
            <p:cNvPr id="58669" name="Group 4">
              <a:extLst>
                <a:ext uri="{FF2B5EF4-FFF2-40B4-BE49-F238E27FC236}">
                  <a16:creationId xmlns:a16="http://schemas.microsoft.com/office/drawing/2014/main" id="{F054F7DE-1C6A-3B96-A76B-825D048EC61E}"/>
                </a:ext>
              </a:extLst>
            </p:cNvPr>
            <p:cNvGrpSpPr>
              <a:grpSpLocks/>
            </p:cNvGrpSpPr>
            <p:nvPr/>
          </p:nvGrpSpPr>
          <p:grpSpPr bwMode="auto">
            <a:xfrm>
              <a:off x="863" y="2406"/>
              <a:ext cx="4101" cy="1886"/>
              <a:chOff x="863" y="2406"/>
              <a:chExt cx="4101" cy="1886"/>
            </a:xfrm>
          </p:grpSpPr>
          <p:sp>
            <p:nvSpPr>
              <p:cNvPr id="58671" name="Oval 5">
                <a:extLst>
                  <a:ext uri="{FF2B5EF4-FFF2-40B4-BE49-F238E27FC236}">
                    <a16:creationId xmlns:a16="http://schemas.microsoft.com/office/drawing/2014/main" id="{E8BBB145-4ABC-00CE-FEFA-2695BE3E8C12}"/>
                  </a:ext>
                </a:extLst>
              </p:cNvPr>
              <p:cNvSpPr>
                <a:spLocks noChangeAspect="1" noChangeArrowheads="1"/>
              </p:cNvSpPr>
              <p:nvPr/>
            </p:nvSpPr>
            <p:spPr bwMode="auto">
              <a:xfrm>
                <a:off x="1519" y="2406"/>
                <a:ext cx="2819" cy="76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8672" name="Oval 6">
                <a:extLst>
                  <a:ext uri="{FF2B5EF4-FFF2-40B4-BE49-F238E27FC236}">
                    <a16:creationId xmlns:a16="http://schemas.microsoft.com/office/drawing/2014/main" id="{7C23C286-B256-64CC-8850-FC1750B2BAA1}"/>
                  </a:ext>
                </a:extLst>
              </p:cNvPr>
              <p:cNvSpPr>
                <a:spLocks noChangeAspect="1" noChangeArrowheads="1"/>
              </p:cNvSpPr>
              <p:nvPr/>
            </p:nvSpPr>
            <p:spPr bwMode="auto">
              <a:xfrm>
                <a:off x="1174" y="2666"/>
                <a:ext cx="1487" cy="673"/>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8673" name="Oval 7">
                <a:extLst>
                  <a:ext uri="{FF2B5EF4-FFF2-40B4-BE49-F238E27FC236}">
                    <a16:creationId xmlns:a16="http://schemas.microsoft.com/office/drawing/2014/main" id="{2ACEA42D-48D1-3BEB-2257-CC3E2735132D}"/>
                  </a:ext>
                </a:extLst>
              </p:cNvPr>
              <p:cNvSpPr>
                <a:spLocks noChangeAspect="1" noChangeArrowheads="1"/>
              </p:cNvSpPr>
              <p:nvPr/>
            </p:nvSpPr>
            <p:spPr bwMode="auto">
              <a:xfrm>
                <a:off x="863" y="2887"/>
                <a:ext cx="860" cy="733"/>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8674" name="Oval 8">
                <a:extLst>
                  <a:ext uri="{FF2B5EF4-FFF2-40B4-BE49-F238E27FC236}">
                    <a16:creationId xmlns:a16="http://schemas.microsoft.com/office/drawing/2014/main" id="{16F169CC-ABE8-B610-65EC-8F8ADDF053CE}"/>
                  </a:ext>
                </a:extLst>
              </p:cNvPr>
              <p:cNvSpPr>
                <a:spLocks noChangeAspect="1" noChangeArrowheads="1"/>
              </p:cNvSpPr>
              <p:nvPr/>
            </p:nvSpPr>
            <p:spPr bwMode="auto">
              <a:xfrm>
                <a:off x="1247" y="3312"/>
                <a:ext cx="1286" cy="59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8675" name="Oval 9">
                <a:extLst>
                  <a:ext uri="{FF2B5EF4-FFF2-40B4-BE49-F238E27FC236}">
                    <a16:creationId xmlns:a16="http://schemas.microsoft.com/office/drawing/2014/main" id="{186432D1-04EB-CB19-D2B8-8393D24D5D84}"/>
                  </a:ext>
                </a:extLst>
              </p:cNvPr>
              <p:cNvSpPr>
                <a:spLocks noChangeAspect="1" noChangeArrowheads="1"/>
              </p:cNvSpPr>
              <p:nvPr/>
            </p:nvSpPr>
            <p:spPr bwMode="auto">
              <a:xfrm>
                <a:off x="1530" y="3412"/>
                <a:ext cx="2534" cy="88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8676" name="Oval 10">
                <a:extLst>
                  <a:ext uri="{FF2B5EF4-FFF2-40B4-BE49-F238E27FC236}">
                    <a16:creationId xmlns:a16="http://schemas.microsoft.com/office/drawing/2014/main" id="{5AB32D16-7B47-DC38-0C05-031FA82D9C32}"/>
                  </a:ext>
                </a:extLst>
              </p:cNvPr>
              <p:cNvSpPr>
                <a:spLocks noChangeAspect="1" noChangeArrowheads="1"/>
              </p:cNvSpPr>
              <p:nvPr/>
            </p:nvSpPr>
            <p:spPr bwMode="auto">
              <a:xfrm>
                <a:off x="3525" y="2685"/>
                <a:ext cx="1439" cy="71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8677" name="Oval 11">
                <a:extLst>
                  <a:ext uri="{FF2B5EF4-FFF2-40B4-BE49-F238E27FC236}">
                    <a16:creationId xmlns:a16="http://schemas.microsoft.com/office/drawing/2014/main" id="{43CF4629-9C6B-2A24-F2A7-A07B9686CDC4}"/>
                  </a:ext>
                </a:extLst>
              </p:cNvPr>
              <p:cNvSpPr>
                <a:spLocks noChangeAspect="1" noChangeArrowheads="1"/>
              </p:cNvSpPr>
              <p:nvPr/>
            </p:nvSpPr>
            <p:spPr bwMode="auto">
              <a:xfrm>
                <a:off x="3743" y="3025"/>
                <a:ext cx="826" cy="59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8678" name="Oval 12">
                <a:extLst>
                  <a:ext uri="{FF2B5EF4-FFF2-40B4-BE49-F238E27FC236}">
                    <a16:creationId xmlns:a16="http://schemas.microsoft.com/office/drawing/2014/main" id="{3F5DABC9-6BBE-F785-241A-DCBD753C0053}"/>
                  </a:ext>
                </a:extLst>
              </p:cNvPr>
              <p:cNvSpPr>
                <a:spLocks noChangeAspect="1" noChangeArrowheads="1"/>
              </p:cNvSpPr>
              <p:nvPr/>
            </p:nvSpPr>
            <p:spPr bwMode="auto">
              <a:xfrm>
                <a:off x="3611" y="3136"/>
                <a:ext cx="675" cy="88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8679" name="Oval 13">
                <a:extLst>
                  <a:ext uri="{FF2B5EF4-FFF2-40B4-BE49-F238E27FC236}">
                    <a16:creationId xmlns:a16="http://schemas.microsoft.com/office/drawing/2014/main" id="{A330F311-C8AB-B969-D1D8-0EF8220D2CC4}"/>
                  </a:ext>
                </a:extLst>
              </p:cNvPr>
              <p:cNvSpPr>
                <a:spLocks noChangeAspect="1" noChangeArrowheads="1"/>
              </p:cNvSpPr>
              <p:nvPr/>
            </p:nvSpPr>
            <p:spPr bwMode="auto">
              <a:xfrm>
                <a:off x="1530" y="2887"/>
                <a:ext cx="2890" cy="868"/>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58670" name="Oval 14">
              <a:extLst>
                <a:ext uri="{FF2B5EF4-FFF2-40B4-BE49-F238E27FC236}">
                  <a16:creationId xmlns:a16="http://schemas.microsoft.com/office/drawing/2014/main" id="{0A4840D1-AE9D-30A2-DF1B-35919B0CC1E5}"/>
                </a:ext>
              </a:extLst>
            </p:cNvPr>
            <p:cNvSpPr>
              <a:spLocks noChangeAspect="1" noChangeArrowheads="1"/>
            </p:cNvSpPr>
            <p:nvPr/>
          </p:nvSpPr>
          <p:spPr bwMode="auto">
            <a:xfrm>
              <a:off x="2215" y="2270"/>
              <a:ext cx="1518" cy="76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58374" name="Freeform 15">
            <a:extLst>
              <a:ext uri="{FF2B5EF4-FFF2-40B4-BE49-F238E27FC236}">
                <a16:creationId xmlns:a16="http://schemas.microsoft.com/office/drawing/2014/main" id="{192285CE-D1A4-5945-B198-DB6DDE9823D8}"/>
              </a:ext>
            </a:extLst>
          </p:cNvPr>
          <p:cNvSpPr>
            <a:spLocks/>
          </p:cNvSpPr>
          <p:nvPr/>
        </p:nvSpPr>
        <p:spPr bwMode="auto">
          <a:xfrm>
            <a:off x="7224713" y="49213"/>
            <a:ext cx="3371850" cy="3886200"/>
          </a:xfrm>
          <a:custGeom>
            <a:avLst/>
            <a:gdLst>
              <a:gd name="T0" fmla="*/ 168849675 w 2124"/>
              <a:gd name="T1" fmla="*/ 2147483646 h 2448"/>
              <a:gd name="T2" fmla="*/ 572074675 w 2124"/>
              <a:gd name="T3" fmla="*/ 2147483646 h 2448"/>
              <a:gd name="T4" fmla="*/ 841732188 w 2124"/>
              <a:gd name="T5" fmla="*/ 2147483646 h 2448"/>
              <a:gd name="T6" fmla="*/ 587195613 w 2124"/>
              <a:gd name="T7" fmla="*/ 2147483646 h 2448"/>
              <a:gd name="T8" fmla="*/ 1081146238 w 2124"/>
              <a:gd name="T9" fmla="*/ 2147483646 h 2448"/>
              <a:gd name="T10" fmla="*/ 2069047488 w 2124"/>
              <a:gd name="T11" fmla="*/ 2147483646 h 2448"/>
              <a:gd name="T12" fmla="*/ 2147483646 w 2124"/>
              <a:gd name="T13" fmla="*/ 2147483646 h 2448"/>
              <a:gd name="T14" fmla="*/ 2147483646 w 2124"/>
              <a:gd name="T15" fmla="*/ 2147483646 h 2448"/>
              <a:gd name="T16" fmla="*/ 2147483646 w 2124"/>
              <a:gd name="T17" fmla="*/ 2147483646 h 2448"/>
              <a:gd name="T18" fmla="*/ 2147483646 w 2124"/>
              <a:gd name="T19" fmla="*/ 1708665938 h 2448"/>
              <a:gd name="T20" fmla="*/ 2147483646 w 2124"/>
              <a:gd name="T21" fmla="*/ 282257500 h 2448"/>
              <a:gd name="T22" fmla="*/ 2147483646 w 2124"/>
              <a:gd name="T23" fmla="*/ 70564375 h 2448"/>
              <a:gd name="T24" fmla="*/ 423386250 w 2124"/>
              <a:gd name="T25" fmla="*/ 176410938 h 2448"/>
              <a:gd name="T26" fmla="*/ 302418750 w 2124"/>
              <a:gd name="T27" fmla="*/ 1134070313 h 2448"/>
              <a:gd name="T28" fmla="*/ 511590925 w 2124"/>
              <a:gd name="T29" fmla="*/ 1688504688 h 2448"/>
              <a:gd name="T30" fmla="*/ 168849675 w 2124"/>
              <a:gd name="T31" fmla="*/ 2147483646 h 24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124"/>
              <a:gd name="T49" fmla="*/ 0 h 2448"/>
              <a:gd name="T50" fmla="*/ 2124 w 2124"/>
              <a:gd name="T51" fmla="*/ 2448 h 244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124" h="2448">
                <a:moveTo>
                  <a:pt x="67" y="990"/>
                </a:moveTo>
                <a:cubicBezTo>
                  <a:pt x="27" y="1066"/>
                  <a:pt x="183" y="1206"/>
                  <a:pt x="227" y="1359"/>
                </a:cubicBezTo>
                <a:cubicBezTo>
                  <a:pt x="271" y="1512"/>
                  <a:pt x="333" y="1748"/>
                  <a:pt x="334" y="1911"/>
                </a:cubicBezTo>
                <a:cubicBezTo>
                  <a:pt x="335" y="2074"/>
                  <a:pt x="217" y="2249"/>
                  <a:pt x="233" y="2338"/>
                </a:cubicBezTo>
                <a:cubicBezTo>
                  <a:pt x="249" y="2427"/>
                  <a:pt x="331" y="2448"/>
                  <a:pt x="429" y="2445"/>
                </a:cubicBezTo>
                <a:cubicBezTo>
                  <a:pt x="527" y="2442"/>
                  <a:pt x="679" y="2351"/>
                  <a:pt x="821" y="2321"/>
                </a:cubicBezTo>
                <a:cubicBezTo>
                  <a:pt x="963" y="2291"/>
                  <a:pt x="1110" y="2289"/>
                  <a:pt x="1285" y="2265"/>
                </a:cubicBezTo>
                <a:cubicBezTo>
                  <a:pt x="1460" y="2241"/>
                  <a:pt x="1738" y="2250"/>
                  <a:pt x="1874" y="2174"/>
                </a:cubicBezTo>
                <a:cubicBezTo>
                  <a:pt x="2010" y="2098"/>
                  <a:pt x="2078" y="2060"/>
                  <a:pt x="2101" y="1811"/>
                </a:cubicBezTo>
                <a:cubicBezTo>
                  <a:pt x="2124" y="1562"/>
                  <a:pt x="2044" y="961"/>
                  <a:pt x="2011" y="678"/>
                </a:cubicBezTo>
                <a:cubicBezTo>
                  <a:pt x="1978" y="395"/>
                  <a:pt x="2049" y="220"/>
                  <a:pt x="1902" y="112"/>
                </a:cubicBezTo>
                <a:cubicBezTo>
                  <a:pt x="1755" y="4"/>
                  <a:pt x="1419" y="35"/>
                  <a:pt x="1130" y="28"/>
                </a:cubicBezTo>
                <a:cubicBezTo>
                  <a:pt x="841" y="21"/>
                  <a:pt x="336" y="0"/>
                  <a:pt x="168" y="70"/>
                </a:cubicBezTo>
                <a:cubicBezTo>
                  <a:pt x="0" y="140"/>
                  <a:pt x="114" y="350"/>
                  <a:pt x="120" y="450"/>
                </a:cubicBezTo>
                <a:cubicBezTo>
                  <a:pt x="126" y="550"/>
                  <a:pt x="212" y="580"/>
                  <a:pt x="203" y="670"/>
                </a:cubicBezTo>
                <a:cubicBezTo>
                  <a:pt x="194" y="760"/>
                  <a:pt x="95" y="923"/>
                  <a:pt x="67" y="990"/>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endParaRPr lang="en-GB"/>
          </a:p>
        </p:txBody>
      </p:sp>
      <p:sp>
        <p:nvSpPr>
          <p:cNvPr id="58375" name="Freeform 16">
            <a:extLst>
              <a:ext uri="{FF2B5EF4-FFF2-40B4-BE49-F238E27FC236}">
                <a16:creationId xmlns:a16="http://schemas.microsoft.com/office/drawing/2014/main" id="{B609BF25-D7CB-1921-20CC-4C3C773648B5}"/>
              </a:ext>
            </a:extLst>
          </p:cNvPr>
          <p:cNvSpPr>
            <a:spLocks/>
          </p:cNvSpPr>
          <p:nvPr/>
        </p:nvSpPr>
        <p:spPr bwMode="auto">
          <a:xfrm>
            <a:off x="4737101" y="52389"/>
            <a:ext cx="2828925" cy="3748087"/>
          </a:xfrm>
          <a:custGeom>
            <a:avLst/>
            <a:gdLst>
              <a:gd name="T0" fmla="*/ 332660625 w 1782"/>
              <a:gd name="T1" fmla="*/ 1577617602 h 2361"/>
              <a:gd name="T2" fmla="*/ 614918125 w 1782"/>
              <a:gd name="T3" fmla="*/ 1083667043 h 2361"/>
              <a:gd name="T4" fmla="*/ 975301263 w 1782"/>
              <a:gd name="T5" fmla="*/ 859372373 h 2361"/>
              <a:gd name="T6" fmla="*/ 1355844063 w 1782"/>
              <a:gd name="T7" fmla="*/ 559474613 h 2361"/>
              <a:gd name="T8" fmla="*/ 2147483646 w 1782"/>
              <a:gd name="T9" fmla="*/ 80644989 h 2361"/>
              <a:gd name="T10" fmla="*/ 2147483646 w 1782"/>
              <a:gd name="T11" fmla="*/ 110886860 h 2361"/>
              <a:gd name="T12" fmla="*/ 2147483646 w 1782"/>
              <a:gd name="T13" fmla="*/ 740925839 h 2361"/>
              <a:gd name="T14" fmla="*/ 2147483646 w 1782"/>
              <a:gd name="T15" fmla="*/ 1607859473 h 2361"/>
              <a:gd name="T16" fmla="*/ 2147483646 w 1782"/>
              <a:gd name="T17" fmla="*/ 2147483646 h 2361"/>
              <a:gd name="T18" fmla="*/ 2147483646 w 1782"/>
              <a:gd name="T19" fmla="*/ 2147483646 h 2361"/>
              <a:gd name="T20" fmla="*/ 2147483646 w 1782"/>
              <a:gd name="T21" fmla="*/ 2147483646 h 2361"/>
              <a:gd name="T22" fmla="*/ 2147483646 w 1782"/>
              <a:gd name="T23" fmla="*/ 2147483646 h 2361"/>
              <a:gd name="T24" fmla="*/ 2147483646 w 1782"/>
              <a:gd name="T25" fmla="*/ 2147483646 h 2361"/>
              <a:gd name="T26" fmla="*/ 2147483646 w 1782"/>
              <a:gd name="T27" fmla="*/ 2147483646 h 2361"/>
              <a:gd name="T28" fmla="*/ 1514614700 w 1782"/>
              <a:gd name="T29" fmla="*/ 2147483646 h 2361"/>
              <a:gd name="T30" fmla="*/ 1305440938 w 1782"/>
              <a:gd name="T31" fmla="*/ 2147483646 h 2361"/>
              <a:gd name="T32" fmla="*/ 645160000 w 1782"/>
              <a:gd name="T33" fmla="*/ 2147483646 h 2361"/>
              <a:gd name="T34" fmla="*/ 599797188 w 1782"/>
              <a:gd name="T35" fmla="*/ 2147483646 h 2361"/>
              <a:gd name="T36" fmla="*/ 93246575 w 1782"/>
              <a:gd name="T37" fmla="*/ 2147483646 h 2361"/>
              <a:gd name="T38" fmla="*/ 47883763 w 1782"/>
              <a:gd name="T39" fmla="*/ 2147483646 h 2361"/>
              <a:gd name="T40" fmla="*/ 332660625 w 1782"/>
              <a:gd name="T41" fmla="*/ 1577617602 h 236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82"/>
              <a:gd name="T64" fmla="*/ 0 h 2361"/>
              <a:gd name="T65" fmla="*/ 1782 w 1782"/>
              <a:gd name="T66" fmla="*/ 2361 h 236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82" h="2361">
                <a:moveTo>
                  <a:pt x="132" y="626"/>
                </a:moveTo>
                <a:cubicBezTo>
                  <a:pt x="170" y="530"/>
                  <a:pt x="202" y="477"/>
                  <a:pt x="244" y="430"/>
                </a:cubicBezTo>
                <a:cubicBezTo>
                  <a:pt x="286" y="383"/>
                  <a:pt x="338" y="376"/>
                  <a:pt x="387" y="341"/>
                </a:cubicBezTo>
                <a:cubicBezTo>
                  <a:pt x="436" y="306"/>
                  <a:pt x="456" y="273"/>
                  <a:pt x="538" y="222"/>
                </a:cubicBezTo>
                <a:cubicBezTo>
                  <a:pt x="620" y="171"/>
                  <a:pt x="745" y="62"/>
                  <a:pt x="880" y="32"/>
                </a:cubicBezTo>
                <a:cubicBezTo>
                  <a:pt x="1015" y="2"/>
                  <a:pt x="1243" y="0"/>
                  <a:pt x="1349" y="44"/>
                </a:cubicBezTo>
                <a:cubicBezTo>
                  <a:pt x="1455" y="88"/>
                  <a:pt x="1469" y="195"/>
                  <a:pt x="1515" y="294"/>
                </a:cubicBezTo>
                <a:cubicBezTo>
                  <a:pt x="1561" y="393"/>
                  <a:pt x="1629" y="523"/>
                  <a:pt x="1628" y="638"/>
                </a:cubicBezTo>
                <a:cubicBezTo>
                  <a:pt x="1627" y="753"/>
                  <a:pt x="1501" y="860"/>
                  <a:pt x="1509" y="982"/>
                </a:cubicBezTo>
                <a:cubicBezTo>
                  <a:pt x="1517" y="1104"/>
                  <a:pt x="1630" y="1221"/>
                  <a:pt x="1675" y="1368"/>
                </a:cubicBezTo>
                <a:cubicBezTo>
                  <a:pt x="1720" y="1515"/>
                  <a:pt x="1782" y="1717"/>
                  <a:pt x="1782" y="1867"/>
                </a:cubicBezTo>
                <a:cubicBezTo>
                  <a:pt x="1782" y="2017"/>
                  <a:pt x="1746" y="2209"/>
                  <a:pt x="1675" y="2271"/>
                </a:cubicBezTo>
                <a:cubicBezTo>
                  <a:pt x="1604" y="2333"/>
                  <a:pt x="1424" y="2303"/>
                  <a:pt x="1355" y="2241"/>
                </a:cubicBezTo>
                <a:cubicBezTo>
                  <a:pt x="1286" y="2179"/>
                  <a:pt x="1426" y="1921"/>
                  <a:pt x="1260" y="1897"/>
                </a:cubicBezTo>
                <a:cubicBezTo>
                  <a:pt x="1094" y="1873"/>
                  <a:pt x="708" y="1885"/>
                  <a:pt x="601" y="1909"/>
                </a:cubicBezTo>
                <a:cubicBezTo>
                  <a:pt x="494" y="1933"/>
                  <a:pt x="575" y="2222"/>
                  <a:pt x="518" y="2283"/>
                </a:cubicBezTo>
                <a:cubicBezTo>
                  <a:pt x="465" y="2345"/>
                  <a:pt x="303" y="2361"/>
                  <a:pt x="256" y="2277"/>
                </a:cubicBezTo>
                <a:cubicBezTo>
                  <a:pt x="209" y="2193"/>
                  <a:pt x="274" y="1910"/>
                  <a:pt x="238" y="1778"/>
                </a:cubicBezTo>
                <a:cubicBezTo>
                  <a:pt x="202" y="1646"/>
                  <a:pt x="74" y="1616"/>
                  <a:pt x="37" y="1487"/>
                </a:cubicBezTo>
                <a:cubicBezTo>
                  <a:pt x="0" y="1358"/>
                  <a:pt x="3" y="1149"/>
                  <a:pt x="19" y="1006"/>
                </a:cubicBezTo>
                <a:cubicBezTo>
                  <a:pt x="35" y="863"/>
                  <a:pt x="94" y="710"/>
                  <a:pt x="132" y="626"/>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endParaRPr lang="en-GB"/>
          </a:p>
        </p:txBody>
      </p:sp>
      <p:sp>
        <p:nvSpPr>
          <p:cNvPr id="58376" name="Freeform 17">
            <a:extLst>
              <a:ext uri="{FF2B5EF4-FFF2-40B4-BE49-F238E27FC236}">
                <a16:creationId xmlns:a16="http://schemas.microsoft.com/office/drawing/2014/main" id="{EDF67E81-2315-5362-F7FD-4B722E45F948}"/>
              </a:ext>
            </a:extLst>
          </p:cNvPr>
          <p:cNvSpPr>
            <a:spLocks/>
          </p:cNvSpPr>
          <p:nvPr/>
        </p:nvSpPr>
        <p:spPr bwMode="auto">
          <a:xfrm>
            <a:off x="1770063" y="66675"/>
            <a:ext cx="3784600" cy="3708400"/>
          </a:xfrm>
          <a:custGeom>
            <a:avLst/>
            <a:gdLst>
              <a:gd name="T0" fmla="*/ 2147483646 w 2384"/>
              <a:gd name="T1" fmla="*/ 2147483646 h 2336"/>
              <a:gd name="T2" fmla="*/ 2147483646 w 2384"/>
              <a:gd name="T3" fmla="*/ 2147483646 h 2336"/>
              <a:gd name="T4" fmla="*/ 2147483646 w 2384"/>
              <a:gd name="T5" fmla="*/ 2147483646 h 2336"/>
              <a:gd name="T6" fmla="*/ 2147483646 w 2384"/>
              <a:gd name="T7" fmla="*/ 2147483646 h 2336"/>
              <a:gd name="T8" fmla="*/ 2147483646 w 2384"/>
              <a:gd name="T9" fmla="*/ 2147483646 h 2336"/>
              <a:gd name="T10" fmla="*/ 2147483646 w 2384"/>
              <a:gd name="T11" fmla="*/ 1436489063 h 2336"/>
              <a:gd name="T12" fmla="*/ 2147483646 w 2384"/>
              <a:gd name="T13" fmla="*/ 688003450 h 2336"/>
              <a:gd name="T14" fmla="*/ 2147483646 w 2384"/>
              <a:gd name="T15" fmla="*/ 642639050 h 2336"/>
              <a:gd name="T16" fmla="*/ 2147483646 w 2384"/>
              <a:gd name="T17" fmla="*/ 118446550 h 2336"/>
              <a:gd name="T18" fmla="*/ 2147483646 w 2384"/>
              <a:gd name="T19" fmla="*/ 88206263 h 2336"/>
              <a:gd name="T20" fmla="*/ 1391126250 w 2384"/>
              <a:gd name="T21" fmla="*/ 209172175 h 2336"/>
              <a:gd name="T22" fmla="*/ 466228113 w 2384"/>
              <a:gd name="T23" fmla="*/ 1335682813 h 2336"/>
              <a:gd name="T24" fmla="*/ 352821875 w 2384"/>
              <a:gd name="T25" fmla="*/ 2147483646 h 2336"/>
              <a:gd name="T26" fmla="*/ 118446550 w 2384"/>
              <a:gd name="T27" fmla="*/ 2147483646 h 2336"/>
              <a:gd name="T28" fmla="*/ 1060984988 w 2384"/>
              <a:gd name="T29" fmla="*/ 2147483646 h 2336"/>
              <a:gd name="T30" fmla="*/ 1630540300 w 2384"/>
              <a:gd name="T31" fmla="*/ 2147483646 h 2336"/>
              <a:gd name="T32" fmla="*/ 2147483646 w 2384"/>
              <a:gd name="T33" fmla="*/ 2147483646 h 2336"/>
              <a:gd name="T34" fmla="*/ 2147483646 w 2384"/>
              <a:gd name="T35" fmla="*/ 2147483646 h 23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384"/>
              <a:gd name="T55" fmla="*/ 0 h 2336"/>
              <a:gd name="T56" fmla="*/ 2384 w 2384"/>
              <a:gd name="T57" fmla="*/ 2336 h 23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384" h="2336">
                <a:moveTo>
                  <a:pt x="1401" y="2054"/>
                </a:moveTo>
                <a:cubicBezTo>
                  <a:pt x="1552" y="2098"/>
                  <a:pt x="1676" y="2257"/>
                  <a:pt x="1787" y="2292"/>
                </a:cubicBezTo>
                <a:cubicBezTo>
                  <a:pt x="1898" y="2327"/>
                  <a:pt x="2023" y="2336"/>
                  <a:pt x="2066" y="2262"/>
                </a:cubicBezTo>
                <a:cubicBezTo>
                  <a:pt x="2109" y="2188"/>
                  <a:pt x="2098" y="1979"/>
                  <a:pt x="2048" y="1846"/>
                </a:cubicBezTo>
                <a:cubicBezTo>
                  <a:pt x="1998" y="1713"/>
                  <a:pt x="1789" y="1673"/>
                  <a:pt x="1763" y="1460"/>
                </a:cubicBezTo>
                <a:cubicBezTo>
                  <a:pt x="1737" y="1247"/>
                  <a:pt x="1816" y="768"/>
                  <a:pt x="1894" y="570"/>
                </a:cubicBezTo>
                <a:cubicBezTo>
                  <a:pt x="1972" y="372"/>
                  <a:pt x="2173" y="325"/>
                  <a:pt x="2232" y="273"/>
                </a:cubicBezTo>
                <a:cubicBezTo>
                  <a:pt x="2291" y="221"/>
                  <a:pt x="2246" y="293"/>
                  <a:pt x="2250" y="255"/>
                </a:cubicBezTo>
                <a:cubicBezTo>
                  <a:pt x="2254" y="217"/>
                  <a:pt x="2384" y="84"/>
                  <a:pt x="2256" y="47"/>
                </a:cubicBezTo>
                <a:cubicBezTo>
                  <a:pt x="2128" y="10"/>
                  <a:pt x="1768" y="29"/>
                  <a:pt x="1484" y="35"/>
                </a:cubicBezTo>
                <a:cubicBezTo>
                  <a:pt x="1200" y="41"/>
                  <a:pt x="769" y="0"/>
                  <a:pt x="552" y="83"/>
                </a:cubicBezTo>
                <a:cubicBezTo>
                  <a:pt x="335" y="166"/>
                  <a:pt x="254" y="380"/>
                  <a:pt x="185" y="530"/>
                </a:cubicBezTo>
                <a:cubicBezTo>
                  <a:pt x="116" y="680"/>
                  <a:pt x="163" y="777"/>
                  <a:pt x="140" y="984"/>
                </a:cubicBezTo>
                <a:cubicBezTo>
                  <a:pt x="117" y="1191"/>
                  <a:pt x="0" y="1628"/>
                  <a:pt x="47" y="1775"/>
                </a:cubicBezTo>
                <a:cubicBezTo>
                  <a:pt x="94" y="1922"/>
                  <a:pt x="321" y="1833"/>
                  <a:pt x="421" y="1864"/>
                </a:cubicBezTo>
                <a:cubicBezTo>
                  <a:pt x="521" y="1895"/>
                  <a:pt x="571" y="1931"/>
                  <a:pt x="647" y="1959"/>
                </a:cubicBezTo>
                <a:cubicBezTo>
                  <a:pt x="723" y="1987"/>
                  <a:pt x="752" y="2014"/>
                  <a:pt x="878" y="2030"/>
                </a:cubicBezTo>
                <a:cubicBezTo>
                  <a:pt x="1004" y="2046"/>
                  <a:pt x="1292" y="2049"/>
                  <a:pt x="1401" y="2054"/>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a:lstStyle/>
          <a:p>
            <a:endParaRPr lang="en-GB"/>
          </a:p>
        </p:txBody>
      </p:sp>
      <p:sp>
        <p:nvSpPr>
          <p:cNvPr id="58377" name="Rectangle 18">
            <a:extLst>
              <a:ext uri="{FF2B5EF4-FFF2-40B4-BE49-F238E27FC236}">
                <a16:creationId xmlns:a16="http://schemas.microsoft.com/office/drawing/2014/main" id="{5E80D347-3E37-993C-B905-7C6FF1217A1D}"/>
              </a:ext>
            </a:extLst>
          </p:cNvPr>
          <p:cNvSpPr>
            <a:spLocks noChangeArrowheads="1"/>
          </p:cNvSpPr>
          <p:nvPr/>
        </p:nvSpPr>
        <p:spPr bwMode="auto">
          <a:xfrm>
            <a:off x="5137151" y="3921126"/>
            <a:ext cx="2182813" cy="1789113"/>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8378" name="Group 19">
            <a:extLst>
              <a:ext uri="{FF2B5EF4-FFF2-40B4-BE49-F238E27FC236}">
                <a16:creationId xmlns:a16="http://schemas.microsoft.com/office/drawing/2014/main" id="{A4149193-8D5F-7F98-04D6-D3FE269825B2}"/>
              </a:ext>
            </a:extLst>
          </p:cNvPr>
          <p:cNvGrpSpPr>
            <a:grpSpLocks noChangeAspect="1"/>
          </p:cNvGrpSpPr>
          <p:nvPr/>
        </p:nvGrpSpPr>
        <p:grpSpPr bwMode="auto">
          <a:xfrm>
            <a:off x="4768850" y="5495926"/>
            <a:ext cx="723900" cy="460375"/>
            <a:chOff x="3312" y="2160"/>
            <a:chExt cx="960" cy="528"/>
          </a:xfrm>
        </p:grpSpPr>
        <p:grpSp>
          <p:nvGrpSpPr>
            <p:cNvPr id="58647" name="Group 20">
              <a:extLst>
                <a:ext uri="{FF2B5EF4-FFF2-40B4-BE49-F238E27FC236}">
                  <a16:creationId xmlns:a16="http://schemas.microsoft.com/office/drawing/2014/main" id="{70172432-F835-03BC-81DF-74AFBFFE5640}"/>
                </a:ext>
              </a:extLst>
            </p:cNvPr>
            <p:cNvGrpSpPr>
              <a:grpSpLocks noChangeAspect="1"/>
            </p:cNvGrpSpPr>
            <p:nvPr/>
          </p:nvGrpSpPr>
          <p:grpSpPr bwMode="auto">
            <a:xfrm>
              <a:off x="3312" y="2160"/>
              <a:ext cx="960" cy="528"/>
              <a:chOff x="3312" y="2160"/>
              <a:chExt cx="960" cy="528"/>
            </a:xfrm>
          </p:grpSpPr>
          <p:sp>
            <p:nvSpPr>
              <p:cNvPr id="58649" name="AutoShape 21">
                <a:extLst>
                  <a:ext uri="{FF2B5EF4-FFF2-40B4-BE49-F238E27FC236}">
                    <a16:creationId xmlns:a16="http://schemas.microsoft.com/office/drawing/2014/main" id="{D6B884B3-0DA8-1BEC-4C89-2FF2F1C1A17E}"/>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8650" name="Group 22">
                <a:extLst>
                  <a:ext uri="{FF2B5EF4-FFF2-40B4-BE49-F238E27FC236}">
                    <a16:creationId xmlns:a16="http://schemas.microsoft.com/office/drawing/2014/main" id="{46916D92-7EFE-3789-AB36-8D5461D3E8FA}"/>
                  </a:ext>
                </a:extLst>
              </p:cNvPr>
              <p:cNvGrpSpPr>
                <a:grpSpLocks noChangeAspect="1"/>
              </p:cNvGrpSpPr>
              <p:nvPr/>
            </p:nvGrpSpPr>
            <p:grpSpPr bwMode="auto">
              <a:xfrm>
                <a:off x="3488" y="2193"/>
                <a:ext cx="599" cy="207"/>
                <a:chOff x="422" y="1632"/>
                <a:chExt cx="829" cy="298"/>
              </a:xfrm>
            </p:grpSpPr>
            <p:grpSp>
              <p:nvGrpSpPr>
                <p:cNvPr id="58651" name="Group 23">
                  <a:extLst>
                    <a:ext uri="{FF2B5EF4-FFF2-40B4-BE49-F238E27FC236}">
                      <a16:creationId xmlns:a16="http://schemas.microsoft.com/office/drawing/2014/main" id="{66493FC8-F422-A78A-EF88-305A63D6FB82}"/>
                    </a:ext>
                  </a:extLst>
                </p:cNvPr>
                <p:cNvGrpSpPr>
                  <a:grpSpLocks noChangeAspect="1"/>
                </p:cNvGrpSpPr>
                <p:nvPr/>
              </p:nvGrpSpPr>
              <p:grpSpPr bwMode="auto">
                <a:xfrm>
                  <a:off x="422" y="1632"/>
                  <a:ext cx="822" cy="291"/>
                  <a:chOff x="422" y="1632"/>
                  <a:chExt cx="822" cy="291"/>
                </a:xfrm>
              </p:grpSpPr>
              <p:sp>
                <p:nvSpPr>
                  <p:cNvPr id="58661" name="Freeform 24">
                    <a:extLst>
                      <a:ext uri="{FF2B5EF4-FFF2-40B4-BE49-F238E27FC236}">
                        <a16:creationId xmlns:a16="http://schemas.microsoft.com/office/drawing/2014/main" id="{43FB16DB-0E6C-284F-2A65-E9C7D5CF3FCA}"/>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62" name="Freeform 25">
                    <a:extLst>
                      <a:ext uri="{FF2B5EF4-FFF2-40B4-BE49-F238E27FC236}">
                        <a16:creationId xmlns:a16="http://schemas.microsoft.com/office/drawing/2014/main" id="{B2028A17-50BB-2D7C-61CA-1C979A711231}"/>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63" name="Freeform 26">
                    <a:extLst>
                      <a:ext uri="{FF2B5EF4-FFF2-40B4-BE49-F238E27FC236}">
                        <a16:creationId xmlns:a16="http://schemas.microsoft.com/office/drawing/2014/main" id="{A4153BDD-E107-A126-CE59-89BC6FD58D0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64" name="Freeform 27">
                    <a:extLst>
                      <a:ext uri="{FF2B5EF4-FFF2-40B4-BE49-F238E27FC236}">
                        <a16:creationId xmlns:a16="http://schemas.microsoft.com/office/drawing/2014/main" id="{B7C64A9C-0FBF-5126-2C4F-1B40EF9B5893}"/>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65" name="Freeform 28">
                    <a:extLst>
                      <a:ext uri="{FF2B5EF4-FFF2-40B4-BE49-F238E27FC236}">
                        <a16:creationId xmlns:a16="http://schemas.microsoft.com/office/drawing/2014/main" id="{5650E20F-5A92-07CC-2659-43446A0E7F4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66" name="Freeform 29">
                    <a:extLst>
                      <a:ext uri="{FF2B5EF4-FFF2-40B4-BE49-F238E27FC236}">
                        <a16:creationId xmlns:a16="http://schemas.microsoft.com/office/drawing/2014/main" id="{F4025D5B-8E28-6148-5C2A-FA5F0011114A}"/>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67" name="Freeform 30">
                    <a:extLst>
                      <a:ext uri="{FF2B5EF4-FFF2-40B4-BE49-F238E27FC236}">
                        <a16:creationId xmlns:a16="http://schemas.microsoft.com/office/drawing/2014/main" id="{EC2895DF-629C-5284-1E08-289811FD33C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68" name="Freeform 31">
                    <a:extLst>
                      <a:ext uri="{FF2B5EF4-FFF2-40B4-BE49-F238E27FC236}">
                        <a16:creationId xmlns:a16="http://schemas.microsoft.com/office/drawing/2014/main" id="{2ABA2088-4F75-CD7A-462D-EA97330343F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8652" name="Group 32">
                  <a:extLst>
                    <a:ext uri="{FF2B5EF4-FFF2-40B4-BE49-F238E27FC236}">
                      <a16:creationId xmlns:a16="http://schemas.microsoft.com/office/drawing/2014/main" id="{C561FE79-47DA-7707-8970-E34F0DAAA8B6}"/>
                    </a:ext>
                  </a:extLst>
                </p:cNvPr>
                <p:cNvGrpSpPr>
                  <a:grpSpLocks noChangeAspect="1"/>
                </p:cNvGrpSpPr>
                <p:nvPr/>
              </p:nvGrpSpPr>
              <p:grpSpPr bwMode="auto">
                <a:xfrm>
                  <a:off x="429" y="1639"/>
                  <a:ext cx="822" cy="291"/>
                  <a:chOff x="429" y="1639"/>
                  <a:chExt cx="822" cy="291"/>
                </a:xfrm>
              </p:grpSpPr>
              <p:sp>
                <p:nvSpPr>
                  <p:cNvPr id="58653" name="Freeform 33">
                    <a:extLst>
                      <a:ext uri="{FF2B5EF4-FFF2-40B4-BE49-F238E27FC236}">
                        <a16:creationId xmlns:a16="http://schemas.microsoft.com/office/drawing/2014/main" id="{9AFE890C-D95F-5FB1-2CAF-1BA1432370BA}"/>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54" name="Freeform 34">
                    <a:extLst>
                      <a:ext uri="{FF2B5EF4-FFF2-40B4-BE49-F238E27FC236}">
                        <a16:creationId xmlns:a16="http://schemas.microsoft.com/office/drawing/2014/main" id="{7E984694-021E-972B-5450-593FACAAED4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55" name="Freeform 35">
                    <a:extLst>
                      <a:ext uri="{FF2B5EF4-FFF2-40B4-BE49-F238E27FC236}">
                        <a16:creationId xmlns:a16="http://schemas.microsoft.com/office/drawing/2014/main" id="{B0FCF2DA-C41B-E612-FCFB-F9E6F9623CA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56" name="Freeform 36">
                    <a:extLst>
                      <a:ext uri="{FF2B5EF4-FFF2-40B4-BE49-F238E27FC236}">
                        <a16:creationId xmlns:a16="http://schemas.microsoft.com/office/drawing/2014/main" id="{1D8EDC97-98A6-C43E-52EE-FA986C7BF32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57" name="Freeform 37">
                    <a:extLst>
                      <a:ext uri="{FF2B5EF4-FFF2-40B4-BE49-F238E27FC236}">
                        <a16:creationId xmlns:a16="http://schemas.microsoft.com/office/drawing/2014/main" id="{1544E201-732E-F5D5-49F8-B9EF6A607CAF}"/>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58" name="Freeform 38">
                    <a:extLst>
                      <a:ext uri="{FF2B5EF4-FFF2-40B4-BE49-F238E27FC236}">
                        <a16:creationId xmlns:a16="http://schemas.microsoft.com/office/drawing/2014/main" id="{641AB54A-207B-EFCC-64E8-15276870EFB7}"/>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59" name="Freeform 39">
                    <a:extLst>
                      <a:ext uri="{FF2B5EF4-FFF2-40B4-BE49-F238E27FC236}">
                        <a16:creationId xmlns:a16="http://schemas.microsoft.com/office/drawing/2014/main" id="{62C05BBC-5E4B-6837-B89E-07DB4FD75711}"/>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60" name="Freeform 40">
                    <a:extLst>
                      <a:ext uri="{FF2B5EF4-FFF2-40B4-BE49-F238E27FC236}">
                        <a16:creationId xmlns:a16="http://schemas.microsoft.com/office/drawing/2014/main" id="{1119DF7F-19CE-9002-7EC6-71FC9FA869A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8648" name="WordArt 41">
              <a:extLst>
                <a:ext uri="{FF2B5EF4-FFF2-40B4-BE49-F238E27FC236}">
                  <a16:creationId xmlns:a16="http://schemas.microsoft.com/office/drawing/2014/main" id="{974D0557-2538-2397-8FB4-8CA5EBA65F6E}"/>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sp>
        <p:nvSpPr>
          <p:cNvPr id="58379" name="Line 42">
            <a:extLst>
              <a:ext uri="{FF2B5EF4-FFF2-40B4-BE49-F238E27FC236}">
                <a16:creationId xmlns:a16="http://schemas.microsoft.com/office/drawing/2014/main" id="{D239ED0C-CB51-C931-5231-16E8B5C059D8}"/>
              </a:ext>
            </a:extLst>
          </p:cNvPr>
          <p:cNvSpPr>
            <a:spLocks noChangeShapeType="1"/>
          </p:cNvSpPr>
          <p:nvPr/>
        </p:nvSpPr>
        <p:spPr bwMode="auto">
          <a:xfrm>
            <a:off x="6188075" y="3921125"/>
            <a:ext cx="0" cy="17526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8380" name="Group 43">
            <a:extLst>
              <a:ext uri="{FF2B5EF4-FFF2-40B4-BE49-F238E27FC236}">
                <a16:creationId xmlns:a16="http://schemas.microsoft.com/office/drawing/2014/main" id="{09D88C51-0351-DBDE-6DDA-F570CA39D8F3}"/>
              </a:ext>
            </a:extLst>
          </p:cNvPr>
          <p:cNvGrpSpPr>
            <a:grpSpLocks noChangeAspect="1"/>
          </p:cNvGrpSpPr>
          <p:nvPr/>
        </p:nvGrpSpPr>
        <p:grpSpPr bwMode="auto">
          <a:xfrm>
            <a:off x="5832475" y="4584701"/>
            <a:ext cx="723900" cy="460375"/>
            <a:chOff x="3312" y="2160"/>
            <a:chExt cx="960" cy="528"/>
          </a:xfrm>
        </p:grpSpPr>
        <p:grpSp>
          <p:nvGrpSpPr>
            <p:cNvPr id="58625" name="Group 44">
              <a:extLst>
                <a:ext uri="{FF2B5EF4-FFF2-40B4-BE49-F238E27FC236}">
                  <a16:creationId xmlns:a16="http://schemas.microsoft.com/office/drawing/2014/main" id="{BC898720-FE64-17ED-069D-825999273232}"/>
                </a:ext>
              </a:extLst>
            </p:cNvPr>
            <p:cNvGrpSpPr>
              <a:grpSpLocks noChangeAspect="1"/>
            </p:cNvGrpSpPr>
            <p:nvPr/>
          </p:nvGrpSpPr>
          <p:grpSpPr bwMode="auto">
            <a:xfrm>
              <a:off x="3312" y="2160"/>
              <a:ext cx="960" cy="528"/>
              <a:chOff x="3312" y="2160"/>
              <a:chExt cx="960" cy="528"/>
            </a:xfrm>
          </p:grpSpPr>
          <p:sp>
            <p:nvSpPr>
              <p:cNvPr id="58627" name="AutoShape 45">
                <a:extLst>
                  <a:ext uri="{FF2B5EF4-FFF2-40B4-BE49-F238E27FC236}">
                    <a16:creationId xmlns:a16="http://schemas.microsoft.com/office/drawing/2014/main" id="{09CD79BB-38CD-14FE-4FEB-BC0D9A4072F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8628" name="Group 46">
                <a:extLst>
                  <a:ext uri="{FF2B5EF4-FFF2-40B4-BE49-F238E27FC236}">
                    <a16:creationId xmlns:a16="http://schemas.microsoft.com/office/drawing/2014/main" id="{3B04D4B8-3F41-9E20-0038-6A0996141F21}"/>
                  </a:ext>
                </a:extLst>
              </p:cNvPr>
              <p:cNvGrpSpPr>
                <a:grpSpLocks noChangeAspect="1"/>
              </p:cNvGrpSpPr>
              <p:nvPr/>
            </p:nvGrpSpPr>
            <p:grpSpPr bwMode="auto">
              <a:xfrm>
                <a:off x="3488" y="2193"/>
                <a:ext cx="599" cy="207"/>
                <a:chOff x="422" y="1632"/>
                <a:chExt cx="829" cy="298"/>
              </a:xfrm>
            </p:grpSpPr>
            <p:grpSp>
              <p:nvGrpSpPr>
                <p:cNvPr id="58629" name="Group 47">
                  <a:extLst>
                    <a:ext uri="{FF2B5EF4-FFF2-40B4-BE49-F238E27FC236}">
                      <a16:creationId xmlns:a16="http://schemas.microsoft.com/office/drawing/2014/main" id="{60D39927-C4CB-9448-F4F1-136336A7B6F4}"/>
                    </a:ext>
                  </a:extLst>
                </p:cNvPr>
                <p:cNvGrpSpPr>
                  <a:grpSpLocks noChangeAspect="1"/>
                </p:cNvGrpSpPr>
                <p:nvPr/>
              </p:nvGrpSpPr>
              <p:grpSpPr bwMode="auto">
                <a:xfrm>
                  <a:off x="422" y="1632"/>
                  <a:ext cx="822" cy="291"/>
                  <a:chOff x="422" y="1632"/>
                  <a:chExt cx="822" cy="291"/>
                </a:xfrm>
              </p:grpSpPr>
              <p:sp>
                <p:nvSpPr>
                  <p:cNvPr id="58639" name="Freeform 48">
                    <a:extLst>
                      <a:ext uri="{FF2B5EF4-FFF2-40B4-BE49-F238E27FC236}">
                        <a16:creationId xmlns:a16="http://schemas.microsoft.com/office/drawing/2014/main" id="{E05F6D3C-99DA-BBA8-DB39-678797209DF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40" name="Freeform 49">
                    <a:extLst>
                      <a:ext uri="{FF2B5EF4-FFF2-40B4-BE49-F238E27FC236}">
                        <a16:creationId xmlns:a16="http://schemas.microsoft.com/office/drawing/2014/main" id="{2B8BDDA1-8116-7222-8B44-1C7C694F829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41" name="Freeform 50">
                    <a:extLst>
                      <a:ext uri="{FF2B5EF4-FFF2-40B4-BE49-F238E27FC236}">
                        <a16:creationId xmlns:a16="http://schemas.microsoft.com/office/drawing/2014/main" id="{C71C7EAE-2EE4-AA4A-C2C6-0C6F66D6166F}"/>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42" name="Freeform 51">
                    <a:extLst>
                      <a:ext uri="{FF2B5EF4-FFF2-40B4-BE49-F238E27FC236}">
                        <a16:creationId xmlns:a16="http://schemas.microsoft.com/office/drawing/2014/main" id="{3B69F2E7-4803-5AA8-6A5A-7232D0E7079C}"/>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43" name="Freeform 52">
                    <a:extLst>
                      <a:ext uri="{FF2B5EF4-FFF2-40B4-BE49-F238E27FC236}">
                        <a16:creationId xmlns:a16="http://schemas.microsoft.com/office/drawing/2014/main" id="{66BA7A31-BF50-D1AD-D065-ABB194BFA91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44" name="Freeform 53">
                    <a:extLst>
                      <a:ext uri="{FF2B5EF4-FFF2-40B4-BE49-F238E27FC236}">
                        <a16:creationId xmlns:a16="http://schemas.microsoft.com/office/drawing/2014/main" id="{ECF914E5-7219-55E0-2F11-7FC18EF96C0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45" name="Freeform 54">
                    <a:extLst>
                      <a:ext uri="{FF2B5EF4-FFF2-40B4-BE49-F238E27FC236}">
                        <a16:creationId xmlns:a16="http://schemas.microsoft.com/office/drawing/2014/main" id="{81591F3F-2E23-9B0D-EFFB-6D42B6BDA8D3}"/>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46" name="Freeform 55">
                    <a:extLst>
                      <a:ext uri="{FF2B5EF4-FFF2-40B4-BE49-F238E27FC236}">
                        <a16:creationId xmlns:a16="http://schemas.microsoft.com/office/drawing/2014/main" id="{F8B7F484-A5DF-3151-2B8E-A5DBB4EA693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8630" name="Group 56">
                  <a:extLst>
                    <a:ext uri="{FF2B5EF4-FFF2-40B4-BE49-F238E27FC236}">
                      <a16:creationId xmlns:a16="http://schemas.microsoft.com/office/drawing/2014/main" id="{DA8D3DDD-AB4C-CE4F-CEA2-1FB35BEC4BAF}"/>
                    </a:ext>
                  </a:extLst>
                </p:cNvPr>
                <p:cNvGrpSpPr>
                  <a:grpSpLocks noChangeAspect="1"/>
                </p:cNvGrpSpPr>
                <p:nvPr/>
              </p:nvGrpSpPr>
              <p:grpSpPr bwMode="auto">
                <a:xfrm>
                  <a:off x="429" y="1639"/>
                  <a:ext cx="822" cy="291"/>
                  <a:chOff x="429" y="1639"/>
                  <a:chExt cx="822" cy="291"/>
                </a:xfrm>
              </p:grpSpPr>
              <p:sp>
                <p:nvSpPr>
                  <p:cNvPr id="58631" name="Freeform 57">
                    <a:extLst>
                      <a:ext uri="{FF2B5EF4-FFF2-40B4-BE49-F238E27FC236}">
                        <a16:creationId xmlns:a16="http://schemas.microsoft.com/office/drawing/2014/main" id="{FC0571CF-E69E-925B-44FA-CF2029A3AC37}"/>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32" name="Freeform 58">
                    <a:extLst>
                      <a:ext uri="{FF2B5EF4-FFF2-40B4-BE49-F238E27FC236}">
                        <a16:creationId xmlns:a16="http://schemas.microsoft.com/office/drawing/2014/main" id="{A1D81894-3AC8-EDAA-C40A-DF377347B7DF}"/>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33" name="Freeform 59">
                    <a:extLst>
                      <a:ext uri="{FF2B5EF4-FFF2-40B4-BE49-F238E27FC236}">
                        <a16:creationId xmlns:a16="http://schemas.microsoft.com/office/drawing/2014/main" id="{7F626D0A-EB4E-ACB7-C05D-8A62EBB7C39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34" name="Freeform 60">
                    <a:extLst>
                      <a:ext uri="{FF2B5EF4-FFF2-40B4-BE49-F238E27FC236}">
                        <a16:creationId xmlns:a16="http://schemas.microsoft.com/office/drawing/2014/main" id="{7A168493-8D51-C06E-199B-7696FA1E3F6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35" name="Freeform 61">
                    <a:extLst>
                      <a:ext uri="{FF2B5EF4-FFF2-40B4-BE49-F238E27FC236}">
                        <a16:creationId xmlns:a16="http://schemas.microsoft.com/office/drawing/2014/main" id="{5BE7A6E1-EDD8-A731-712D-8F30567F5651}"/>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36" name="Freeform 62">
                    <a:extLst>
                      <a:ext uri="{FF2B5EF4-FFF2-40B4-BE49-F238E27FC236}">
                        <a16:creationId xmlns:a16="http://schemas.microsoft.com/office/drawing/2014/main" id="{A60FEDF2-60B9-5FA3-AA95-2AECD002EA9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37" name="Freeform 63">
                    <a:extLst>
                      <a:ext uri="{FF2B5EF4-FFF2-40B4-BE49-F238E27FC236}">
                        <a16:creationId xmlns:a16="http://schemas.microsoft.com/office/drawing/2014/main" id="{F596F4FC-9FEA-BCD7-8863-75C45380117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38" name="Freeform 64">
                    <a:extLst>
                      <a:ext uri="{FF2B5EF4-FFF2-40B4-BE49-F238E27FC236}">
                        <a16:creationId xmlns:a16="http://schemas.microsoft.com/office/drawing/2014/main" id="{8D59FDA2-6256-821C-A3BC-69E3C4C3046D}"/>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8626" name="WordArt 65">
              <a:extLst>
                <a:ext uri="{FF2B5EF4-FFF2-40B4-BE49-F238E27FC236}">
                  <a16:creationId xmlns:a16="http://schemas.microsoft.com/office/drawing/2014/main" id="{7177A527-DF7C-6A74-389E-A7A058A20BE8}"/>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58381" name="AutoShape 66">
            <a:extLst>
              <a:ext uri="{FF2B5EF4-FFF2-40B4-BE49-F238E27FC236}">
                <a16:creationId xmlns:a16="http://schemas.microsoft.com/office/drawing/2014/main" id="{DEE065D7-C1FA-06AE-F821-2C37D8139DE8}"/>
              </a:ext>
            </a:extLst>
          </p:cNvPr>
          <p:cNvSpPr>
            <a:spLocks noChangeArrowheads="1"/>
          </p:cNvSpPr>
          <p:nvPr/>
        </p:nvSpPr>
        <p:spPr bwMode="auto">
          <a:xfrm>
            <a:off x="3503614" y="3876676"/>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0.0.0.0</a:t>
            </a:r>
          </a:p>
        </p:txBody>
      </p:sp>
      <p:sp>
        <p:nvSpPr>
          <p:cNvPr id="58382" name="Line 67">
            <a:extLst>
              <a:ext uri="{FF2B5EF4-FFF2-40B4-BE49-F238E27FC236}">
                <a16:creationId xmlns:a16="http://schemas.microsoft.com/office/drawing/2014/main" id="{8E5D8A33-FB50-0F74-E056-5B61EB81AAE4}"/>
              </a:ext>
            </a:extLst>
          </p:cNvPr>
          <p:cNvSpPr>
            <a:spLocks noChangeShapeType="1"/>
          </p:cNvSpPr>
          <p:nvPr/>
        </p:nvSpPr>
        <p:spPr bwMode="auto">
          <a:xfrm>
            <a:off x="3998913" y="1871664"/>
            <a:ext cx="1041400" cy="19208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58383" name="AutoShape 68">
            <a:extLst>
              <a:ext uri="{FF2B5EF4-FFF2-40B4-BE49-F238E27FC236}">
                <a16:creationId xmlns:a16="http://schemas.microsoft.com/office/drawing/2014/main" id="{4C24CAB4-E571-DDA1-43D6-F052C98E00B1}"/>
              </a:ext>
            </a:extLst>
          </p:cNvPr>
          <p:cNvSpPr>
            <a:spLocks noChangeArrowheads="1"/>
          </p:cNvSpPr>
          <p:nvPr/>
        </p:nvSpPr>
        <p:spPr bwMode="auto">
          <a:xfrm>
            <a:off x="2868614" y="157164"/>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1.1.1.1</a:t>
            </a:r>
          </a:p>
        </p:txBody>
      </p:sp>
      <p:sp>
        <p:nvSpPr>
          <p:cNvPr id="58384" name="AutoShape 69">
            <a:extLst>
              <a:ext uri="{FF2B5EF4-FFF2-40B4-BE49-F238E27FC236}">
                <a16:creationId xmlns:a16="http://schemas.microsoft.com/office/drawing/2014/main" id="{19291236-97AC-E004-1241-5CE996BC5D29}"/>
              </a:ext>
            </a:extLst>
          </p:cNvPr>
          <p:cNvSpPr>
            <a:spLocks noChangeArrowheads="1"/>
          </p:cNvSpPr>
          <p:nvPr/>
        </p:nvSpPr>
        <p:spPr bwMode="auto">
          <a:xfrm>
            <a:off x="5927725" y="225426"/>
            <a:ext cx="1011238"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2.2.2.2</a:t>
            </a:r>
          </a:p>
        </p:txBody>
      </p:sp>
      <p:sp>
        <p:nvSpPr>
          <p:cNvPr id="58385" name="AutoShape 70">
            <a:extLst>
              <a:ext uri="{FF2B5EF4-FFF2-40B4-BE49-F238E27FC236}">
                <a16:creationId xmlns:a16="http://schemas.microsoft.com/office/drawing/2014/main" id="{57C01511-B34F-4D58-BF38-D2B17DE52028}"/>
              </a:ext>
            </a:extLst>
          </p:cNvPr>
          <p:cNvSpPr>
            <a:spLocks noChangeArrowheads="1"/>
          </p:cNvSpPr>
          <p:nvPr/>
        </p:nvSpPr>
        <p:spPr bwMode="auto">
          <a:xfrm>
            <a:off x="9551989" y="44451"/>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3.3.3.3</a:t>
            </a:r>
          </a:p>
        </p:txBody>
      </p:sp>
      <p:sp>
        <p:nvSpPr>
          <p:cNvPr id="58386" name="Freeform 71">
            <a:extLst>
              <a:ext uri="{FF2B5EF4-FFF2-40B4-BE49-F238E27FC236}">
                <a16:creationId xmlns:a16="http://schemas.microsoft.com/office/drawing/2014/main" id="{E606B8A5-614E-AD39-9018-52E7831C64D0}"/>
              </a:ext>
            </a:extLst>
          </p:cNvPr>
          <p:cNvSpPr>
            <a:spLocks/>
          </p:cNvSpPr>
          <p:nvPr/>
        </p:nvSpPr>
        <p:spPr bwMode="auto">
          <a:xfrm>
            <a:off x="2927350" y="1052514"/>
            <a:ext cx="1081088" cy="720725"/>
          </a:xfrm>
          <a:custGeom>
            <a:avLst/>
            <a:gdLst>
              <a:gd name="T0" fmla="*/ 0 w 681"/>
              <a:gd name="T1" fmla="*/ 0 h 454"/>
              <a:gd name="T2" fmla="*/ 1716227994 w 681"/>
              <a:gd name="T3" fmla="*/ 0 h 454"/>
              <a:gd name="T4" fmla="*/ 1716227994 w 681"/>
              <a:gd name="T5" fmla="*/ 1144150938 h 454"/>
              <a:gd name="T6" fmla="*/ 0 60000 65536"/>
              <a:gd name="T7" fmla="*/ 0 60000 65536"/>
              <a:gd name="T8" fmla="*/ 0 60000 65536"/>
              <a:gd name="T9" fmla="*/ 0 w 681"/>
              <a:gd name="T10" fmla="*/ 0 h 454"/>
              <a:gd name="T11" fmla="*/ 681 w 681"/>
              <a:gd name="T12" fmla="*/ 454 h 454"/>
            </a:gdLst>
            <a:ahLst/>
            <a:cxnLst>
              <a:cxn ang="T6">
                <a:pos x="T0" y="T1"/>
              </a:cxn>
              <a:cxn ang="T7">
                <a:pos x="T2" y="T3"/>
              </a:cxn>
              <a:cxn ang="T8">
                <a:pos x="T4" y="T5"/>
              </a:cxn>
            </a:cxnLst>
            <a:rect l="T9" t="T10" r="T11" b="T12"/>
            <a:pathLst>
              <a:path w="681" h="454">
                <a:moveTo>
                  <a:pt x="0" y="0"/>
                </a:moveTo>
                <a:lnTo>
                  <a:pt x="681" y="0"/>
                </a:lnTo>
                <a:lnTo>
                  <a:pt x="681" y="454"/>
                </a:lnTo>
              </a:path>
            </a:pathLst>
          </a:custGeom>
          <a:noFill/>
          <a:ln w="19050"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grpSp>
        <p:nvGrpSpPr>
          <p:cNvPr id="58387" name="Group 72">
            <a:extLst>
              <a:ext uri="{FF2B5EF4-FFF2-40B4-BE49-F238E27FC236}">
                <a16:creationId xmlns:a16="http://schemas.microsoft.com/office/drawing/2014/main" id="{68F0537C-4B83-C98F-DFC9-CD2D5340C47F}"/>
              </a:ext>
            </a:extLst>
          </p:cNvPr>
          <p:cNvGrpSpPr>
            <a:grpSpLocks noChangeAspect="1"/>
          </p:cNvGrpSpPr>
          <p:nvPr/>
        </p:nvGrpSpPr>
        <p:grpSpPr bwMode="auto">
          <a:xfrm>
            <a:off x="3636963" y="1512889"/>
            <a:ext cx="723900" cy="460375"/>
            <a:chOff x="3312" y="2160"/>
            <a:chExt cx="960" cy="528"/>
          </a:xfrm>
        </p:grpSpPr>
        <p:grpSp>
          <p:nvGrpSpPr>
            <p:cNvPr id="58603" name="Group 73">
              <a:extLst>
                <a:ext uri="{FF2B5EF4-FFF2-40B4-BE49-F238E27FC236}">
                  <a16:creationId xmlns:a16="http://schemas.microsoft.com/office/drawing/2014/main" id="{B20679C9-9AD2-AE0A-AE71-D21C5D7B67C3}"/>
                </a:ext>
              </a:extLst>
            </p:cNvPr>
            <p:cNvGrpSpPr>
              <a:grpSpLocks noChangeAspect="1"/>
            </p:cNvGrpSpPr>
            <p:nvPr/>
          </p:nvGrpSpPr>
          <p:grpSpPr bwMode="auto">
            <a:xfrm>
              <a:off x="3312" y="2160"/>
              <a:ext cx="960" cy="528"/>
              <a:chOff x="3312" y="2160"/>
              <a:chExt cx="960" cy="528"/>
            </a:xfrm>
          </p:grpSpPr>
          <p:sp>
            <p:nvSpPr>
              <p:cNvPr id="58605" name="AutoShape 74">
                <a:extLst>
                  <a:ext uri="{FF2B5EF4-FFF2-40B4-BE49-F238E27FC236}">
                    <a16:creationId xmlns:a16="http://schemas.microsoft.com/office/drawing/2014/main" id="{2D54D28B-4F45-C0D0-AD25-95E599AC6D91}"/>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8606" name="Group 75">
                <a:extLst>
                  <a:ext uri="{FF2B5EF4-FFF2-40B4-BE49-F238E27FC236}">
                    <a16:creationId xmlns:a16="http://schemas.microsoft.com/office/drawing/2014/main" id="{4B95C2A7-B350-572B-65DC-A8F963D92690}"/>
                  </a:ext>
                </a:extLst>
              </p:cNvPr>
              <p:cNvGrpSpPr>
                <a:grpSpLocks noChangeAspect="1"/>
              </p:cNvGrpSpPr>
              <p:nvPr/>
            </p:nvGrpSpPr>
            <p:grpSpPr bwMode="auto">
              <a:xfrm>
                <a:off x="3488" y="2193"/>
                <a:ext cx="599" cy="207"/>
                <a:chOff x="422" y="1632"/>
                <a:chExt cx="829" cy="298"/>
              </a:xfrm>
            </p:grpSpPr>
            <p:grpSp>
              <p:nvGrpSpPr>
                <p:cNvPr id="58607" name="Group 76">
                  <a:extLst>
                    <a:ext uri="{FF2B5EF4-FFF2-40B4-BE49-F238E27FC236}">
                      <a16:creationId xmlns:a16="http://schemas.microsoft.com/office/drawing/2014/main" id="{AB6EFA4F-C5C4-953B-6F18-F73465E4F22C}"/>
                    </a:ext>
                  </a:extLst>
                </p:cNvPr>
                <p:cNvGrpSpPr>
                  <a:grpSpLocks noChangeAspect="1"/>
                </p:cNvGrpSpPr>
                <p:nvPr/>
              </p:nvGrpSpPr>
              <p:grpSpPr bwMode="auto">
                <a:xfrm>
                  <a:off x="422" y="1632"/>
                  <a:ext cx="822" cy="291"/>
                  <a:chOff x="422" y="1632"/>
                  <a:chExt cx="822" cy="291"/>
                </a:xfrm>
              </p:grpSpPr>
              <p:sp>
                <p:nvSpPr>
                  <p:cNvPr id="58617" name="Freeform 77">
                    <a:extLst>
                      <a:ext uri="{FF2B5EF4-FFF2-40B4-BE49-F238E27FC236}">
                        <a16:creationId xmlns:a16="http://schemas.microsoft.com/office/drawing/2014/main" id="{2C214B02-2A3A-AC6B-B978-7CF3D75481B5}"/>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18" name="Freeform 78">
                    <a:extLst>
                      <a:ext uri="{FF2B5EF4-FFF2-40B4-BE49-F238E27FC236}">
                        <a16:creationId xmlns:a16="http://schemas.microsoft.com/office/drawing/2014/main" id="{872F55DD-7977-4F05-7616-28338AD2957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19" name="Freeform 79">
                    <a:extLst>
                      <a:ext uri="{FF2B5EF4-FFF2-40B4-BE49-F238E27FC236}">
                        <a16:creationId xmlns:a16="http://schemas.microsoft.com/office/drawing/2014/main" id="{6DEE332E-E270-6888-69F2-6290F7CC09ED}"/>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20" name="Freeform 80">
                    <a:extLst>
                      <a:ext uri="{FF2B5EF4-FFF2-40B4-BE49-F238E27FC236}">
                        <a16:creationId xmlns:a16="http://schemas.microsoft.com/office/drawing/2014/main" id="{ED3CD6A0-FF5F-306B-1321-E9EA6D9C6F64}"/>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21" name="Freeform 81">
                    <a:extLst>
                      <a:ext uri="{FF2B5EF4-FFF2-40B4-BE49-F238E27FC236}">
                        <a16:creationId xmlns:a16="http://schemas.microsoft.com/office/drawing/2014/main" id="{C85C81E1-468F-2919-529E-5BD0CEAC317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22" name="Freeform 82">
                    <a:extLst>
                      <a:ext uri="{FF2B5EF4-FFF2-40B4-BE49-F238E27FC236}">
                        <a16:creationId xmlns:a16="http://schemas.microsoft.com/office/drawing/2014/main" id="{CDED04B9-C9D7-7933-55FD-8314303E390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23" name="Freeform 83">
                    <a:extLst>
                      <a:ext uri="{FF2B5EF4-FFF2-40B4-BE49-F238E27FC236}">
                        <a16:creationId xmlns:a16="http://schemas.microsoft.com/office/drawing/2014/main" id="{4A8617AD-5AE0-B470-1F05-7542C98CB32B}"/>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24" name="Freeform 84">
                    <a:extLst>
                      <a:ext uri="{FF2B5EF4-FFF2-40B4-BE49-F238E27FC236}">
                        <a16:creationId xmlns:a16="http://schemas.microsoft.com/office/drawing/2014/main" id="{14969355-A027-442A-6636-BE472C2C54D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8608" name="Group 85">
                  <a:extLst>
                    <a:ext uri="{FF2B5EF4-FFF2-40B4-BE49-F238E27FC236}">
                      <a16:creationId xmlns:a16="http://schemas.microsoft.com/office/drawing/2014/main" id="{CE63BA79-E98D-AD04-6965-E126C37A4A4E}"/>
                    </a:ext>
                  </a:extLst>
                </p:cNvPr>
                <p:cNvGrpSpPr>
                  <a:grpSpLocks noChangeAspect="1"/>
                </p:cNvGrpSpPr>
                <p:nvPr/>
              </p:nvGrpSpPr>
              <p:grpSpPr bwMode="auto">
                <a:xfrm>
                  <a:off x="429" y="1639"/>
                  <a:ext cx="822" cy="291"/>
                  <a:chOff x="429" y="1639"/>
                  <a:chExt cx="822" cy="291"/>
                </a:xfrm>
              </p:grpSpPr>
              <p:sp>
                <p:nvSpPr>
                  <p:cNvPr id="58609" name="Freeform 86">
                    <a:extLst>
                      <a:ext uri="{FF2B5EF4-FFF2-40B4-BE49-F238E27FC236}">
                        <a16:creationId xmlns:a16="http://schemas.microsoft.com/office/drawing/2014/main" id="{58E9055B-B00B-B295-55C3-8F8DF9CC8047}"/>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10" name="Freeform 87">
                    <a:extLst>
                      <a:ext uri="{FF2B5EF4-FFF2-40B4-BE49-F238E27FC236}">
                        <a16:creationId xmlns:a16="http://schemas.microsoft.com/office/drawing/2014/main" id="{64F54F75-49BA-22E5-EEE1-2855C9186000}"/>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11" name="Freeform 88">
                    <a:extLst>
                      <a:ext uri="{FF2B5EF4-FFF2-40B4-BE49-F238E27FC236}">
                        <a16:creationId xmlns:a16="http://schemas.microsoft.com/office/drawing/2014/main" id="{31DA9F06-1AC8-7906-DE77-6F3FD403AC9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12" name="Freeform 89">
                    <a:extLst>
                      <a:ext uri="{FF2B5EF4-FFF2-40B4-BE49-F238E27FC236}">
                        <a16:creationId xmlns:a16="http://schemas.microsoft.com/office/drawing/2014/main" id="{0B7CB857-0C4E-8FA6-B7A1-192BE9D9E6B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13" name="Freeform 90">
                    <a:extLst>
                      <a:ext uri="{FF2B5EF4-FFF2-40B4-BE49-F238E27FC236}">
                        <a16:creationId xmlns:a16="http://schemas.microsoft.com/office/drawing/2014/main" id="{FC576884-E493-DFF0-3FE0-75512E5B6CBD}"/>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14" name="Freeform 91">
                    <a:extLst>
                      <a:ext uri="{FF2B5EF4-FFF2-40B4-BE49-F238E27FC236}">
                        <a16:creationId xmlns:a16="http://schemas.microsoft.com/office/drawing/2014/main" id="{F0A4EB97-83C7-7252-AD54-1C0186538E2D}"/>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15" name="Freeform 92">
                    <a:extLst>
                      <a:ext uri="{FF2B5EF4-FFF2-40B4-BE49-F238E27FC236}">
                        <a16:creationId xmlns:a16="http://schemas.microsoft.com/office/drawing/2014/main" id="{6D89A6A7-8B60-0C59-8B02-441C7F1BD387}"/>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16" name="Freeform 93">
                    <a:extLst>
                      <a:ext uri="{FF2B5EF4-FFF2-40B4-BE49-F238E27FC236}">
                        <a16:creationId xmlns:a16="http://schemas.microsoft.com/office/drawing/2014/main" id="{AB4FA49B-A2E2-7E0E-5542-07DBCC03D253}"/>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8604" name="WordArt 94">
              <a:extLst>
                <a:ext uri="{FF2B5EF4-FFF2-40B4-BE49-F238E27FC236}">
                  <a16:creationId xmlns:a16="http://schemas.microsoft.com/office/drawing/2014/main" id="{8FBF0A27-A9C7-A3DA-4C6E-BDE7CDE6464B}"/>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r1  </a:t>
              </a:r>
            </a:p>
          </p:txBody>
        </p:sp>
      </p:grpSp>
      <p:grpSp>
        <p:nvGrpSpPr>
          <p:cNvPr id="58388" name="Group 95">
            <a:extLst>
              <a:ext uri="{FF2B5EF4-FFF2-40B4-BE49-F238E27FC236}">
                <a16:creationId xmlns:a16="http://schemas.microsoft.com/office/drawing/2014/main" id="{D57C4C95-EB45-457C-8344-64EC27FAD38D}"/>
              </a:ext>
            </a:extLst>
          </p:cNvPr>
          <p:cNvGrpSpPr>
            <a:grpSpLocks noChangeAspect="1"/>
          </p:cNvGrpSpPr>
          <p:nvPr/>
        </p:nvGrpSpPr>
        <p:grpSpPr bwMode="auto">
          <a:xfrm>
            <a:off x="2524125" y="881064"/>
            <a:ext cx="723900" cy="460375"/>
            <a:chOff x="3312" y="2160"/>
            <a:chExt cx="960" cy="528"/>
          </a:xfrm>
        </p:grpSpPr>
        <p:grpSp>
          <p:nvGrpSpPr>
            <p:cNvPr id="58581" name="Group 96">
              <a:extLst>
                <a:ext uri="{FF2B5EF4-FFF2-40B4-BE49-F238E27FC236}">
                  <a16:creationId xmlns:a16="http://schemas.microsoft.com/office/drawing/2014/main" id="{233419C6-4BD6-DF9B-DF4B-8E71B1BB0A83}"/>
                </a:ext>
              </a:extLst>
            </p:cNvPr>
            <p:cNvGrpSpPr>
              <a:grpSpLocks noChangeAspect="1"/>
            </p:cNvGrpSpPr>
            <p:nvPr/>
          </p:nvGrpSpPr>
          <p:grpSpPr bwMode="auto">
            <a:xfrm>
              <a:off x="3312" y="2160"/>
              <a:ext cx="960" cy="528"/>
              <a:chOff x="3312" y="2160"/>
              <a:chExt cx="960" cy="528"/>
            </a:xfrm>
          </p:grpSpPr>
          <p:sp>
            <p:nvSpPr>
              <p:cNvPr id="58583" name="AutoShape 97">
                <a:extLst>
                  <a:ext uri="{FF2B5EF4-FFF2-40B4-BE49-F238E27FC236}">
                    <a16:creationId xmlns:a16="http://schemas.microsoft.com/office/drawing/2014/main" id="{214C43F6-2DCC-9359-D52B-DB79CBF4ACB0}"/>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8584" name="Group 98">
                <a:extLst>
                  <a:ext uri="{FF2B5EF4-FFF2-40B4-BE49-F238E27FC236}">
                    <a16:creationId xmlns:a16="http://schemas.microsoft.com/office/drawing/2014/main" id="{E659C8EF-4F65-C4B5-4C56-BCE4A8999BB6}"/>
                  </a:ext>
                </a:extLst>
              </p:cNvPr>
              <p:cNvGrpSpPr>
                <a:grpSpLocks noChangeAspect="1"/>
              </p:cNvGrpSpPr>
              <p:nvPr/>
            </p:nvGrpSpPr>
            <p:grpSpPr bwMode="auto">
              <a:xfrm>
                <a:off x="3488" y="2193"/>
                <a:ext cx="599" cy="207"/>
                <a:chOff x="422" y="1632"/>
                <a:chExt cx="829" cy="298"/>
              </a:xfrm>
            </p:grpSpPr>
            <p:grpSp>
              <p:nvGrpSpPr>
                <p:cNvPr id="58585" name="Group 99">
                  <a:extLst>
                    <a:ext uri="{FF2B5EF4-FFF2-40B4-BE49-F238E27FC236}">
                      <a16:creationId xmlns:a16="http://schemas.microsoft.com/office/drawing/2014/main" id="{ABAE2213-2FAA-02F4-941C-4D95772D7A7F}"/>
                    </a:ext>
                  </a:extLst>
                </p:cNvPr>
                <p:cNvGrpSpPr>
                  <a:grpSpLocks noChangeAspect="1"/>
                </p:cNvGrpSpPr>
                <p:nvPr/>
              </p:nvGrpSpPr>
              <p:grpSpPr bwMode="auto">
                <a:xfrm>
                  <a:off x="422" y="1632"/>
                  <a:ext cx="822" cy="291"/>
                  <a:chOff x="422" y="1632"/>
                  <a:chExt cx="822" cy="291"/>
                </a:xfrm>
              </p:grpSpPr>
              <p:sp>
                <p:nvSpPr>
                  <p:cNvPr id="58595" name="Freeform 100">
                    <a:extLst>
                      <a:ext uri="{FF2B5EF4-FFF2-40B4-BE49-F238E27FC236}">
                        <a16:creationId xmlns:a16="http://schemas.microsoft.com/office/drawing/2014/main" id="{86458BCB-83EF-3129-E3A5-D3D4E56E141A}"/>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96" name="Freeform 101">
                    <a:extLst>
                      <a:ext uri="{FF2B5EF4-FFF2-40B4-BE49-F238E27FC236}">
                        <a16:creationId xmlns:a16="http://schemas.microsoft.com/office/drawing/2014/main" id="{F8CBDF3D-1879-83A5-3C82-2360FED7C82A}"/>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97" name="Freeform 102">
                    <a:extLst>
                      <a:ext uri="{FF2B5EF4-FFF2-40B4-BE49-F238E27FC236}">
                        <a16:creationId xmlns:a16="http://schemas.microsoft.com/office/drawing/2014/main" id="{D83A4CEE-B969-B9ED-1661-CF76F81DEB92}"/>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98" name="Freeform 103">
                    <a:extLst>
                      <a:ext uri="{FF2B5EF4-FFF2-40B4-BE49-F238E27FC236}">
                        <a16:creationId xmlns:a16="http://schemas.microsoft.com/office/drawing/2014/main" id="{9DE0AF5C-F014-B963-2F04-A236FCFF60DA}"/>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99" name="Freeform 104">
                    <a:extLst>
                      <a:ext uri="{FF2B5EF4-FFF2-40B4-BE49-F238E27FC236}">
                        <a16:creationId xmlns:a16="http://schemas.microsoft.com/office/drawing/2014/main" id="{C1832E6C-BC3B-71BA-2597-A6167D343423}"/>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00" name="Freeform 105">
                    <a:extLst>
                      <a:ext uri="{FF2B5EF4-FFF2-40B4-BE49-F238E27FC236}">
                        <a16:creationId xmlns:a16="http://schemas.microsoft.com/office/drawing/2014/main" id="{194D70AD-B9A5-16F2-924B-52C1A865661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01" name="Freeform 106">
                    <a:extLst>
                      <a:ext uri="{FF2B5EF4-FFF2-40B4-BE49-F238E27FC236}">
                        <a16:creationId xmlns:a16="http://schemas.microsoft.com/office/drawing/2014/main" id="{DAA2CBB7-044D-4E5A-1DB1-BA6B92BE621A}"/>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602" name="Freeform 107">
                    <a:extLst>
                      <a:ext uri="{FF2B5EF4-FFF2-40B4-BE49-F238E27FC236}">
                        <a16:creationId xmlns:a16="http://schemas.microsoft.com/office/drawing/2014/main" id="{1E0E8E3E-B1E8-9966-A4EE-A7C3FF72906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8586" name="Group 108">
                  <a:extLst>
                    <a:ext uri="{FF2B5EF4-FFF2-40B4-BE49-F238E27FC236}">
                      <a16:creationId xmlns:a16="http://schemas.microsoft.com/office/drawing/2014/main" id="{4F5427F8-2C6D-EB18-995B-B65C87A2978B}"/>
                    </a:ext>
                  </a:extLst>
                </p:cNvPr>
                <p:cNvGrpSpPr>
                  <a:grpSpLocks noChangeAspect="1"/>
                </p:cNvGrpSpPr>
                <p:nvPr/>
              </p:nvGrpSpPr>
              <p:grpSpPr bwMode="auto">
                <a:xfrm>
                  <a:off x="429" y="1639"/>
                  <a:ext cx="822" cy="291"/>
                  <a:chOff x="429" y="1639"/>
                  <a:chExt cx="822" cy="291"/>
                </a:xfrm>
              </p:grpSpPr>
              <p:sp>
                <p:nvSpPr>
                  <p:cNvPr id="58587" name="Freeform 109">
                    <a:extLst>
                      <a:ext uri="{FF2B5EF4-FFF2-40B4-BE49-F238E27FC236}">
                        <a16:creationId xmlns:a16="http://schemas.microsoft.com/office/drawing/2014/main" id="{5281EDB8-4B99-C644-9386-7B1A8EF23F52}"/>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88" name="Freeform 110">
                    <a:extLst>
                      <a:ext uri="{FF2B5EF4-FFF2-40B4-BE49-F238E27FC236}">
                        <a16:creationId xmlns:a16="http://schemas.microsoft.com/office/drawing/2014/main" id="{79622645-C376-92E2-3B87-9CEEECEC082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89" name="Freeform 111">
                    <a:extLst>
                      <a:ext uri="{FF2B5EF4-FFF2-40B4-BE49-F238E27FC236}">
                        <a16:creationId xmlns:a16="http://schemas.microsoft.com/office/drawing/2014/main" id="{0371DEEE-9771-0757-CEA7-AB908BA2223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90" name="Freeform 112">
                    <a:extLst>
                      <a:ext uri="{FF2B5EF4-FFF2-40B4-BE49-F238E27FC236}">
                        <a16:creationId xmlns:a16="http://schemas.microsoft.com/office/drawing/2014/main" id="{2ADD06E0-D40D-1704-65A9-37FA4C60076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91" name="Freeform 113">
                    <a:extLst>
                      <a:ext uri="{FF2B5EF4-FFF2-40B4-BE49-F238E27FC236}">
                        <a16:creationId xmlns:a16="http://schemas.microsoft.com/office/drawing/2014/main" id="{46C4DD57-8689-A3A2-D68F-3EC004442921}"/>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92" name="Freeform 114">
                    <a:extLst>
                      <a:ext uri="{FF2B5EF4-FFF2-40B4-BE49-F238E27FC236}">
                        <a16:creationId xmlns:a16="http://schemas.microsoft.com/office/drawing/2014/main" id="{FFEA6016-D4FE-D274-C344-F1F601F6A9B7}"/>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93" name="Freeform 115">
                    <a:extLst>
                      <a:ext uri="{FF2B5EF4-FFF2-40B4-BE49-F238E27FC236}">
                        <a16:creationId xmlns:a16="http://schemas.microsoft.com/office/drawing/2014/main" id="{A181E696-4D15-9EB8-6586-20E9442C1334}"/>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94" name="Freeform 116">
                    <a:extLst>
                      <a:ext uri="{FF2B5EF4-FFF2-40B4-BE49-F238E27FC236}">
                        <a16:creationId xmlns:a16="http://schemas.microsoft.com/office/drawing/2014/main" id="{447937FD-F1AB-8099-D11D-DBF18B14ED1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8582" name="WordArt 117">
              <a:extLst>
                <a:ext uri="{FF2B5EF4-FFF2-40B4-BE49-F238E27FC236}">
                  <a16:creationId xmlns:a16="http://schemas.microsoft.com/office/drawing/2014/main" id="{F6FA8163-838B-BBE9-8C70-32F5E4476F9E}"/>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r2  </a:t>
              </a:r>
            </a:p>
          </p:txBody>
        </p:sp>
      </p:grpSp>
      <p:sp>
        <p:nvSpPr>
          <p:cNvPr id="58389" name="Line 118">
            <a:extLst>
              <a:ext uri="{FF2B5EF4-FFF2-40B4-BE49-F238E27FC236}">
                <a16:creationId xmlns:a16="http://schemas.microsoft.com/office/drawing/2014/main" id="{185B84EB-70AB-830C-86B2-1209F8B5E20B}"/>
              </a:ext>
            </a:extLst>
          </p:cNvPr>
          <p:cNvSpPr>
            <a:spLocks noChangeShapeType="1"/>
          </p:cNvSpPr>
          <p:nvPr/>
        </p:nvSpPr>
        <p:spPr bwMode="auto">
          <a:xfrm flipV="1">
            <a:off x="7975600" y="836614"/>
            <a:ext cx="1576388" cy="4778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58390" name="Line 119">
            <a:extLst>
              <a:ext uri="{FF2B5EF4-FFF2-40B4-BE49-F238E27FC236}">
                <a16:creationId xmlns:a16="http://schemas.microsoft.com/office/drawing/2014/main" id="{4A94F3D7-5869-61E5-0699-D464F487D212}"/>
              </a:ext>
            </a:extLst>
          </p:cNvPr>
          <p:cNvSpPr>
            <a:spLocks noChangeShapeType="1"/>
          </p:cNvSpPr>
          <p:nvPr/>
        </p:nvSpPr>
        <p:spPr bwMode="auto">
          <a:xfrm>
            <a:off x="7880351" y="1368426"/>
            <a:ext cx="1744663" cy="7651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58391" name="Line 120">
            <a:extLst>
              <a:ext uri="{FF2B5EF4-FFF2-40B4-BE49-F238E27FC236}">
                <a16:creationId xmlns:a16="http://schemas.microsoft.com/office/drawing/2014/main" id="{00A6E5D3-08D9-CE7F-42C0-5063D6088A8F}"/>
              </a:ext>
            </a:extLst>
          </p:cNvPr>
          <p:cNvSpPr>
            <a:spLocks noChangeShapeType="1"/>
          </p:cNvSpPr>
          <p:nvPr/>
        </p:nvSpPr>
        <p:spPr bwMode="auto">
          <a:xfrm>
            <a:off x="9551989" y="836614"/>
            <a:ext cx="1587" cy="115252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8392" name="Group 121">
            <a:extLst>
              <a:ext uri="{FF2B5EF4-FFF2-40B4-BE49-F238E27FC236}">
                <a16:creationId xmlns:a16="http://schemas.microsoft.com/office/drawing/2014/main" id="{60EB38D9-CF05-0441-E826-06171778B563}"/>
              </a:ext>
            </a:extLst>
          </p:cNvPr>
          <p:cNvGrpSpPr>
            <a:grpSpLocks noChangeAspect="1"/>
          </p:cNvGrpSpPr>
          <p:nvPr/>
        </p:nvGrpSpPr>
        <p:grpSpPr bwMode="auto">
          <a:xfrm>
            <a:off x="9191625" y="520701"/>
            <a:ext cx="723900" cy="460375"/>
            <a:chOff x="3312" y="2160"/>
            <a:chExt cx="960" cy="528"/>
          </a:xfrm>
        </p:grpSpPr>
        <p:sp>
          <p:nvSpPr>
            <p:cNvPr id="58561" name="AutoShape 122">
              <a:extLst>
                <a:ext uri="{FF2B5EF4-FFF2-40B4-BE49-F238E27FC236}">
                  <a16:creationId xmlns:a16="http://schemas.microsoft.com/office/drawing/2014/main" id="{C28F619F-4283-4925-8528-345C4762B12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8562" name="Group 123">
              <a:extLst>
                <a:ext uri="{FF2B5EF4-FFF2-40B4-BE49-F238E27FC236}">
                  <a16:creationId xmlns:a16="http://schemas.microsoft.com/office/drawing/2014/main" id="{9A8536BD-F29D-82B3-E730-D954E3EB3156}"/>
                </a:ext>
              </a:extLst>
            </p:cNvPr>
            <p:cNvGrpSpPr>
              <a:grpSpLocks noChangeAspect="1"/>
            </p:cNvGrpSpPr>
            <p:nvPr/>
          </p:nvGrpSpPr>
          <p:grpSpPr bwMode="auto">
            <a:xfrm>
              <a:off x="3488" y="2193"/>
              <a:ext cx="599" cy="207"/>
              <a:chOff x="422" y="1632"/>
              <a:chExt cx="829" cy="298"/>
            </a:xfrm>
          </p:grpSpPr>
          <p:grpSp>
            <p:nvGrpSpPr>
              <p:cNvPr id="58563" name="Group 124">
                <a:extLst>
                  <a:ext uri="{FF2B5EF4-FFF2-40B4-BE49-F238E27FC236}">
                    <a16:creationId xmlns:a16="http://schemas.microsoft.com/office/drawing/2014/main" id="{D72EF1F3-51D2-61CA-2E66-0DECEF401A80}"/>
                  </a:ext>
                </a:extLst>
              </p:cNvPr>
              <p:cNvGrpSpPr>
                <a:grpSpLocks noChangeAspect="1"/>
              </p:cNvGrpSpPr>
              <p:nvPr/>
            </p:nvGrpSpPr>
            <p:grpSpPr bwMode="auto">
              <a:xfrm>
                <a:off x="422" y="1632"/>
                <a:ext cx="822" cy="291"/>
                <a:chOff x="422" y="1632"/>
                <a:chExt cx="822" cy="291"/>
              </a:xfrm>
            </p:grpSpPr>
            <p:sp>
              <p:nvSpPr>
                <p:cNvPr id="58573" name="Freeform 125">
                  <a:extLst>
                    <a:ext uri="{FF2B5EF4-FFF2-40B4-BE49-F238E27FC236}">
                      <a16:creationId xmlns:a16="http://schemas.microsoft.com/office/drawing/2014/main" id="{FCA3EE19-75DD-3373-5F60-C0F7E18A055D}"/>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74" name="Freeform 126">
                  <a:extLst>
                    <a:ext uri="{FF2B5EF4-FFF2-40B4-BE49-F238E27FC236}">
                      <a16:creationId xmlns:a16="http://schemas.microsoft.com/office/drawing/2014/main" id="{EC6733B0-22B9-91C1-C684-46AE621DC54D}"/>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75" name="Freeform 127">
                  <a:extLst>
                    <a:ext uri="{FF2B5EF4-FFF2-40B4-BE49-F238E27FC236}">
                      <a16:creationId xmlns:a16="http://schemas.microsoft.com/office/drawing/2014/main" id="{6B92425D-E002-8EF5-A255-E5E19F2EBFD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76" name="Freeform 128">
                  <a:extLst>
                    <a:ext uri="{FF2B5EF4-FFF2-40B4-BE49-F238E27FC236}">
                      <a16:creationId xmlns:a16="http://schemas.microsoft.com/office/drawing/2014/main" id="{E0F5D8AB-CCDA-1ABA-8E10-9E0869CE4FA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77" name="Freeform 129">
                  <a:extLst>
                    <a:ext uri="{FF2B5EF4-FFF2-40B4-BE49-F238E27FC236}">
                      <a16:creationId xmlns:a16="http://schemas.microsoft.com/office/drawing/2014/main" id="{27834593-EFAE-4DC1-E462-79107A715FD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78" name="Freeform 130">
                  <a:extLst>
                    <a:ext uri="{FF2B5EF4-FFF2-40B4-BE49-F238E27FC236}">
                      <a16:creationId xmlns:a16="http://schemas.microsoft.com/office/drawing/2014/main" id="{397259D7-D6A8-5811-C4BA-EE1F30326CAE}"/>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79" name="Freeform 131">
                  <a:extLst>
                    <a:ext uri="{FF2B5EF4-FFF2-40B4-BE49-F238E27FC236}">
                      <a16:creationId xmlns:a16="http://schemas.microsoft.com/office/drawing/2014/main" id="{31ACE878-F110-B493-F749-F4C4B2FED0C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80" name="Freeform 132">
                  <a:extLst>
                    <a:ext uri="{FF2B5EF4-FFF2-40B4-BE49-F238E27FC236}">
                      <a16:creationId xmlns:a16="http://schemas.microsoft.com/office/drawing/2014/main" id="{58EB8DA3-D525-D754-EE8C-775E1A1E232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8564" name="Group 133">
                <a:extLst>
                  <a:ext uri="{FF2B5EF4-FFF2-40B4-BE49-F238E27FC236}">
                    <a16:creationId xmlns:a16="http://schemas.microsoft.com/office/drawing/2014/main" id="{7FE5D3A5-5AF5-BBEE-DCD3-54D78C58C3BD}"/>
                  </a:ext>
                </a:extLst>
              </p:cNvPr>
              <p:cNvGrpSpPr>
                <a:grpSpLocks noChangeAspect="1"/>
              </p:cNvGrpSpPr>
              <p:nvPr/>
            </p:nvGrpSpPr>
            <p:grpSpPr bwMode="auto">
              <a:xfrm>
                <a:off x="429" y="1639"/>
                <a:ext cx="822" cy="291"/>
                <a:chOff x="429" y="1639"/>
                <a:chExt cx="822" cy="291"/>
              </a:xfrm>
            </p:grpSpPr>
            <p:sp>
              <p:nvSpPr>
                <p:cNvPr id="58565" name="Freeform 134">
                  <a:extLst>
                    <a:ext uri="{FF2B5EF4-FFF2-40B4-BE49-F238E27FC236}">
                      <a16:creationId xmlns:a16="http://schemas.microsoft.com/office/drawing/2014/main" id="{2A1884EA-7C69-9938-FD5F-AE06A71A84D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66" name="Freeform 135">
                  <a:extLst>
                    <a:ext uri="{FF2B5EF4-FFF2-40B4-BE49-F238E27FC236}">
                      <a16:creationId xmlns:a16="http://schemas.microsoft.com/office/drawing/2014/main" id="{7F22A03E-955F-A02E-781B-6D61F9D8F263}"/>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67" name="Freeform 136">
                  <a:extLst>
                    <a:ext uri="{FF2B5EF4-FFF2-40B4-BE49-F238E27FC236}">
                      <a16:creationId xmlns:a16="http://schemas.microsoft.com/office/drawing/2014/main" id="{7143D891-1418-EBC7-3BAA-7F7A923C574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68" name="Freeform 137">
                  <a:extLst>
                    <a:ext uri="{FF2B5EF4-FFF2-40B4-BE49-F238E27FC236}">
                      <a16:creationId xmlns:a16="http://schemas.microsoft.com/office/drawing/2014/main" id="{F7A8E7E5-67A8-8F0B-6578-0B4F3FD29D3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69" name="Freeform 138">
                  <a:extLst>
                    <a:ext uri="{FF2B5EF4-FFF2-40B4-BE49-F238E27FC236}">
                      <a16:creationId xmlns:a16="http://schemas.microsoft.com/office/drawing/2014/main" id="{73C966E8-2071-C9B6-E3C1-C6EBE957F3C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70" name="Freeform 139">
                  <a:extLst>
                    <a:ext uri="{FF2B5EF4-FFF2-40B4-BE49-F238E27FC236}">
                      <a16:creationId xmlns:a16="http://schemas.microsoft.com/office/drawing/2014/main" id="{D38EEDDC-4B07-C0CD-7DC7-90EBBC95C27A}"/>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71" name="Freeform 140">
                  <a:extLst>
                    <a:ext uri="{FF2B5EF4-FFF2-40B4-BE49-F238E27FC236}">
                      <a16:creationId xmlns:a16="http://schemas.microsoft.com/office/drawing/2014/main" id="{4CEB1777-047E-00E3-297C-B6FA6D8C4097}"/>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72" name="Freeform 141">
                  <a:extLst>
                    <a:ext uri="{FF2B5EF4-FFF2-40B4-BE49-F238E27FC236}">
                      <a16:creationId xmlns:a16="http://schemas.microsoft.com/office/drawing/2014/main" id="{B16DA4AD-B02A-7E76-D647-1BD5DD766CE7}"/>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8393" name="WordArt 142">
            <a:extLst>
              <a:ext uri="{FF2B5EF4-FFF2-40B4-BE49-F238E27FC236}">
                <a16:creationId xmlns:a16="http://schemas.microsoft.com/office/drawing/2014/main" id="{F3108B42-704D-9F9C-C145-C11C65296540}"/>
              </a:ext>
            </a:extLst>
          </p:cNvPr>
          <p:cNvSpPr>
            <a:spLocks noChangeAspect="1" noChangeArrowheads="1" noChangeShapeType="1" noTextEdit="1"/>
          </p:cNvSpPr>
          <p:nvPr/>
        </p:nvSpPr>
        <p:spPr bwMode="auto">
          <a:xfrm>
            <a:off x="9228139" y="709614"/>
            <a:ext cx="650875" cy="225425"/>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r6  </a:t>
            </a:r>
          </a:p>
        </p:txBody>
      </p:sp>
      <p:grpSp>
        <p:nvGrpSpPr>
          <p:cNvPr id="58394" name="Group 143">
            <a:extLst>
              <a:ext uri="{FF2B5EF4-FFF2-40B4-BE49-F238E27FC236}">
                <a16:creationId xmlns:a16="http://schemas.microsoft.com/office/drawing/2014/main" id="{B427CB7E-DEEF-5793-3D87-8C76FF065C3B}"/>
              </a:ext>
            </a:extLst>
          </p:cNvPr>
          <p:cNvGrpSpPr>
            <a:grpSpLocks noChangeAspect="1"/>
          </p:cNvGrpSpPr>
          <p:nvPr/>
        </p:nvGrpSpPr>
        <p:grpSpPr bwMode="auto">
          <a:xfrm>
            <a:off x="6956425" y="5495926"/>
            <a:ext cx="723900" cy="460375"/>
            <a:chOff x="3312" y="2160"/>
            <a:chExt cx="960" cy="528"/>
          </a:xfrm>
        </p:grpSpPr>
        <p:grpSp>
          <p:nvGrpSpPr>
            <p:cNvPr id="58539" name="Group 144">
              <a:extLst>
                <a:ext uri="{FF2B5EF4-FFF2-40B4-BE49-F238E27FC236}">
                  <a16:creationId xmlns:a16="http://schemas.microsoft.com/office/drawing/2014/main" id="{8C94069A-6159-7236-C74A-83917359D361}"/>
                </a:ext>
              </a:extLst>
            </p:cNvPr>
            <p:cNvGrpSpPr>
              <a:grpSpLocks noChangeAspect="1"/>
            </p:cNvGrpSpPr>
            <p:nvPr/>
          </p:nvGrpSpPr>
          <p:grpSpPr bwMode="auto">
            <a:xfrm>
              <a:off x="3312" y="2160"/>
              <a:ext cx="960" cy="528"/>
              <a:chOff x="3312" y="2160"/>
              <a:chExt cx="960" cy="528"/>
            </a:xfrm>
          </p:grpSpPr>
          <p:sp>
            <p:nvSpPr>
              <p:cNvPr id="58541" name="AutoShape 145">
                <a:extLst>
                  <a:ext uri="{FF2B5EF4-FFF2-40B4-BE49-F238E27FC236}">
                    <a16:creationId xmlns:a16="http://schemas.microsoft.com/office/drawing/2014/main" id="{4B7C40A6-68D5-B960-051E-C0FA4BECDE2F}"/>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8542" name="Group 146">
                <a:extLst>
                  <a:ext uri="{FF2B5EF4-FFF2-40B4-BE49-F238E27FC236}">
                    <a16:creationId xmlns:a16="http://schemas.microsoft.com/office/drawing/2014/main" id="{27E67B6C-F33B-D5D6-4A85-EDE397ECBFE9}"/>
                  </a:ext>
                </a:extLst>
              </p:cNvPr>
              <p:cNvGrpSpPr>
                <a:grpSpLocks noChangeAspect="1"/>
              </p:cNvGrpSpPr>
              <p:nvPr/>
            </p:nvGrpSpPr>
            <p:grpSpPr bwMode="auto">
              <a:xfrm>
                <a:off x="3488" y="2193"/>
                <a:ext cx="599" cy="207"/>
                <a:chOff x="422" y="1632"/>
                <a:chExt cx="829" cy="298"/>
              </a:xfrm>
            </p:grpSpPr>
            <p:grpSp>
              <p:nvGrpSpPr>
                <p:cNvPr id="58543" name="Group 147">
                  <a:extLst>
                    <a:ext uri="{FF2B5EF4-FFF2-40B4-BE49-F238E27FC236}">
                      <a16:creationId xmlns:a16="http://schemas.microsoft.com/office/drawing/2014/main" id="{FBDEBBB1-F917-1476-49BE-AAC54FBBC2E2}"/>
                    </a:ext>
                  </a:extLst>
                </p:cNvPr>
                <p:cNvGrpSpPr>
                  <a:grpSpLocks noChangeAspect="1"/>
                </p:cNvGrpSpPr>
                <p:nvPr/>
              </p:nvGrpSpPr>
              <p:grpSpPr bwMode="auto">
                <a:xfrm>
                  <a:off x="422" y="1632"/>
                  <a:ext cx="822" cy="291"/>
                  <a:chOff x="422" y="1632"/>
                  <a:chExt cx="822" cy="291"/>
                </a:xfrm>
              </p:grpSpPr>
              <p:sp>
                <p:nvSpPr>
                  <p:cNvPr id="58553" name="Freeform 148">
                    <a:extLst>
                      <a:ext uri="{FF2B5EF4-FFF2-40B4-BE49-F238E27FC236}">
                        <a16:creationId xmlns:a16="http://schemas.microsoft.com/office/drawing/2014/main" id="{9F645FF6-2F2A-CE4F-94E5-1EC7741228C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54" name="Freeform 149">
                    <a:extLst>
                      <a:ext uri="{FF2B5EF4-FFF2-40B4-BE49-F238E27FC236}">
                        <a16:creationId xmlns:a16="http://schemas.microsoft.com/office/drawing/2014/main" id="{155FBD71-92F6-7344-D31F-600B252540FA}"/>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55" name="Freeform 150">
                    <a:extLst>
                      <a:ext uri="{FF2B5EF4-FFF2-40B4-BE49-F238E27FC236}">
                        <a16:creationId xmlns:a16="http://schemas.microsoft.com/office/drawing/2014/main" id="{20FC9A33-8921-42D1-C166-171F11BE79E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56" name="Freeform 151">
                    <a:extLst>
                      <a:ext uri="{FF2B5EF4-FFF2-40B4-BE49-F238E27FC236}">
                        <a16:creationId xmlns:a16="http://schemas.microsoft.com/office/drawing/2014/main" id="{91556B1A-6BB8-6B8B-6582-46675082FEE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57" name="Freeform 152">
                    <a:extLst>
                      <a:ext uri="{FF2B5EF4-FFF2-40B4-BE49-F238E27FC236}">
                        <a16:creationId xmlns:a16="http://schemas.microsoft.com/office/drawing/2014/main" id="{67F0AA5B-DB6B-9EAB-3B92-DB10BF6C9DCA}"/>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58" name="Freeform 153">
                    <a:extLst>
                      <a:ext uri="{FF2B5EF4-FFF2-40B4-BE49-F238E27FC236}">
                        <a16:creationId xmlns:a16="http://schemas.microsoft.com/office/drawing/2014/main" id="{6441E6FB-81B5-859A-8621-D9A5B427AAE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59" name="Freeform 154">
                    <a:extLst>
                      <a:ext uri="{FF2B5EF4-FFF2-40B4-BE49-F238E27FC236}">
                        <a16:creationId xmlns:a16="http://schemas.microsoft.com/office/drawing/2014/main" id="{E4C0F443-3BCA-CA0C-9391-6824172C1C4F}"/>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60" name="Freeform 155">
                    <a:extLst>
                      <a:ext uri="{FF2B5EF4-FFF2-40B4-BE49-F238E27FC236}">
                        <a16:creationId xmlns:a16="http://schemas.microsoft.com/office/drawing/2014/main" id="{08BCB837-2D68-39F8-D1D6-F328153C4E50}"/>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8544" name="Group 156">
                  <a:extLst>
                    <a:ext uri="{FF2B5EF4-FFF2-40B4-BE49-F238E27FC236}">
                      <a16:creationId xmlns:a16="http://schemas.microsoft.com/office/drawing/2014/main" id="{15472249-D5CD-4BCE-E35D-D404FABF39F5}"/>
                    </a:ext>
                  </a:extLst>
                </p:cNvPr>
                <p:cNvGrpSpPr>
                  <a:grpSpLocks noChangeAspect="1"/>
                </p:cNvGrpSpPr>
                <p:nvPr/>
              </p:nvGrpSpPr>
              <p:grpSpPr bwMode="auto">
                <a:xfrm>
                  <a:off x="429" y="1639"/>
                  <a:ext cx="822" cy="291"/>
                  <a:chOff x="429" y="1639"/>
                  <a:chExt cx="822" cy="291"/>
                </a:xfrm>
              </p:grpSpPr>
              <p:sp>
                <p:nvSpPr>
                  <p:cNvPr id="58545" name="Freeform 157">
                    <a:extLst>
                      <a:ext uri="{FF2B5EF4-FFF2-40B4-BE49-F238E27FC236}">
                        <a16:creationId xmlns:a16="http://schemas.microsoft.com/office/drawing/2014/main" id="{E99DDE7A-F297-F83E-77E6-61793404F423}"/>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46" name="Freeform 158">
                    <a:extLst>
                      <a:ext uri="{FF2B5EF4-FFF2-40B4-BE49-F238E27FC236}">
                        <a16:creationId xmlns:a16="http://schemas.microsoft.com/office/drawing/2014/main" id="{DBDC83BC-C6B0-5EFE-5368-EB7CEF697F2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47" name="Freeform 159">
                    <a:extLst>
                      <a:ext uri="{FF2B5EF4-FFF2-40B4-BE49-F238E27FC236}">
                        <a16:creationId xmlns:a16="http://schemas.microsoft.com/office/drawing/2014/main" id="{80B4E2F3-6983-C78B-040B-C514920383C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48" name="Freeform 160">
                    <a:extLst>
                      <a:ext uri="{FF2B5EF4-FFF2-40B4-BE49-F238E27FC236}">
                        <a16:creationId xmlns:a16="http://schemas.microsoft.com/office/drawing/2014/main" id="{5EE009E2-DFC5-06F7-64AC-F8A00A6454D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49" name="Freeform 161">
                    <a:extLst>
                      <a:ext uri="{FF2B5EF4-FFF2-40B4-BE49-F238E27FC236}">
                        <a16:creationId xmlns:a16="http://schemas.microsoft.com/office/drawing/2014/main" id="{8191C0D7-2F50-2A1B-8611-460E8A8A7CCF}"/>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50" name="Freeform 162">
                    <a:extLst>
                      <a:ext uri="{FF2B5EF4-FFF2-40B4-BE49-F238E27FC236}">
                        <a16:creationId xmlns:a16="http://schemas.microsoft.com/office/drawing/2014/main" id="{EEE61460-4766-6D3F-73B4-55DA770AF5DF}"/>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51" name="Freeform 163">
                    <a:extLst>
                      <a:ext uri="{FF2B5EF4-FFF2-40B4-BE49-F238E27FC236}">
                        <a16:creationId xmlns:a16="http://schemas.microsoft.com/office/drawing/2014/main" id="{876D8A4D-B8EE-1272-4B18-129EDEBFE4E7}"/>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52" name="Freeform 164">
                    <a:extLst>
                      <a:ext uri="{FF2B5EF4-FFF2-40B4-BE49-F238E27FC236}">
                        <a16:creationId xmlns:a16="http://schemas.microsoft.com/office/drawing/2014/main" id="{589F8B16-BCC8-32C2-FD57-EBBC3F065E47}"/>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8540" name="WordArt 165">
              <a:extLst>
                <a:ext uri="{FF2B5EF4-FFF2-40B4-BE49-F238E27FC236}">
                  <a16:creationId xmlns:a16="http://schemas.microsoft.com/office/drawing/2014/main" id="{606FD370-1E11-0C7B-9A59-6E60804B785E}"/>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sp>
        <p:nvSpPr>
          <p:cNvPr id="58395" name="Line 166">
            <a:extLst>
              <a:ext uri="{FF2B5EF4-FFF2-40B4-BE49-F238E27FC236}">
                <a16:creationId xmlns:a16="http://schemas.microsoft.com/office/drawing/2014/main" id="{F4F53154-FF81-FC45-AC86-6AB0FE3918D9}"/>
              </a:ext>
            </a:extLst>
          </p:cNvPr>
          <p:cNvSpPr>
            <a:spLocks noChangeShapeType="1"/>
          </p:cNvSpPr>
          <p:nvPr/>
        </p:nvSpPr>
        <p:spPr bwMode="auto">
          <a:xfrm flipH="1">
            <a:off x="7464425" y="2133601"/>
            <a:ext cx="2160588" cy="173196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8396" name="Group 167">
            <a:extLst>
              <a:ext uri="{FF2B5EF4-FFF2-40B4-BE49-F238E27FC236}">
                <a16:creationId xmlns:a16="http://schemas.microsoft.com/office/drawing/2014/main" id="{250A0928-FB33-FB00-F031-D564367FB713}"/>
              </a:ext>
            </a:extLst>
          </p:cNvPr>
          <p:cNvGrpSpPr>
            <a:grpSpLocks/>
          </p:cNvGrpSpPr>
          <p:nvPr/>
        </p:nvGrpSpPr>
        <p:grpSpPr bwMode="auto">
          <a:xfrm>
            <a:off x="9191625" y="1816101"/>
            <a:ext cx="723900" cy="460375"/>
            <a:chOff x="4830" y="1144"/>
            <a:chExt cx="456" cy="290"/>
          </a:xfrm>
        </p:grpSpPr>
        <p:grpSp>
          <p:nvGrpSpPr>
            <p:cNvPr id="58517" name="Group 168">
              <a:extLst>
                <a:ext uri="{FF2B5EF4-FFF2-40B4-BE49-F238E27FC236}">
                  <a16:creationId xmlns:a16="http://schemas.microsoft.com/office/drawing/2014/main" id="{62D44C74-D376-2923-2E80-B73E5518ABBB}"/>
                </a:ext>
              </a:extLst>
            </p:cNvPr>
            <p:cNvGrpSpPr>
              <a:grpSpLocks noChangeAspect="1"/>
            </p:cNvGrpSpPr>
            <p:nvPr/>
          </p:nvGrpSpPr>
          <p:grpSpPr bwMode="auto">
            <a:xfrm>
              <a:off x="4830" y="1144"/>
              <a:ext cx="456" cy="290"/>
              <a:chOff x="3312" y="2160"/>
              <a:chExt cx="960" cy="528"/>
            </a:xfrm>
          </p:grpSpPr>
          <p:sp>
            <p:nvSpPr>
              <p:cNvPr id="58519" name="AutoShape 169">
                <a:extLst>
                  <a:ext uri="{FF2B5EF4-FFF2-40B4-BE49-F238E27FC236}">
                    <a16:creationId xmlns:a16="http://schemas.microsoft.com/office/drawing/2014/main" id="{8E6CEA80-CCE5-257B-B93D-F7C54175D79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8520" name="Group 170">
                <a:extLst>
                  <a:ext uri="{FF2B5EF4-FFF2-40B4-BE49-F238E27FC236}">
                    <a16:creationId xmlns:a16="http://schemas.microsoft.com/office/drawing/2014/main" id="{87787E5B-EA06-106D-EBEF-443A6AC262B8}"/>
                  </a:ext>
                </a:extLst>
              </p:cNvPr>
              <p:cNvGrpSpPr>
                <a:grpSpLocks noChangeAspect="1"/>
              </p:cNvGrpSpPr>
              <p:nvPr/>
            </p:nvGrpSpPr>
            <p:grpSpPr bwMode="auto">
              <a:xfrm>
                <a:off x="3488" y="2193"/>
                <a:ext cx="599" cy="207"/>
                <a:chOff x="422" y="1632"/>
                <a:chExt cx="829" cy="298"/>
              </a:xfrm>
            </p:grpSpPr>
            <p:grpSp>
              <p:nvGrpSpPr>
                <p:cNvPr id="58521" name="Group 171">
                  <a:extLst>
                    <a:ext uri="{FF2B5EF4-FFF2-40B4-BE49-F238E27FC236}">
                      <a16:creationId xmlns:a16="http://schemas.microsoft.com/office/drawing/2014/main" id="{E937372B-06FA-C65F-E650-94A41FCE4102}"/>
                    </a:ext>
                  </a:extLst>
                </p:cNvPr>
                <p:cNvGrpSpPr>
                  <a:grpSpLocks noChangeAspect="1"/>
                </p:cNvGrpSpPr>
                <p:nvPr/>
              </p:nvGrpSpPr>
              <p:grpSpPr bwMode="auto">
                <a:xfrm>
                  <a:off x="422" y="1632"/>
                  <a:ext cx="822" cy="291"/>
                  <a:chOff x="422" y="1632"/>
                  <a:chExt cx="822" cy="291"/>
                </a:xfrm>
              </p:grpSpPr>
              <p:sp>
                <p:nvSpPr>
                  <p:cNvPr id="58531" name="Freeform 172">
                    <a:extLst>
                      <a:ext uri="{FF2B5EF4-FFF2-40B4-BE49-F238E27FC236}">
                        <a16:creationId xmlns:a16="http://schemas.microsoft.com/office/drawing/2014/main" id="{31C26E26-AB74-8113-5974-6B00E6EA062D}"/>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32" name="Freeform 173">
                    <a:extLst>
                      <a:ext uri="{FF2B5EF4-FFF2-40B4-BE49-F238E27FC236}">
                        <a16:creationId xmlns:a16="http://schemas.microsoft.com/office/drawing/2014/main" id="{CA321E03-7160-3002-5854-FA6AEC68C5D1}"/>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33" name="Freeform 174">
                    <a:extLst>
                      <a:ext uri="{FF2B5EF4-FFF2-40B4-BE49-F238E27FC236}">
                        <a16:creationId xmlns:a16="http://schemas.microsoft.com/office/drawing/2014/main" id="{3EC9FDD8-BC08-BEF1-A366-34EBD15DC53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34" name="Freeform 175">
                    <a:extLst>
                      <a:ext uri="{FF2B5EF4-FFF2-40B4-BE49-F238E27FC236}">
                        <a16:creationId xmlns:a16="http://schemas.microsoft.com/office/drawing/2014/main" id="{BF594C27-693A-D35D-6092-2481B4D57B7D}"/>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35" name="Freeform 176">
                    <a:extLst>
                      <a:ext uri="{FF2B5EF4-FFF2-40B4-BE49-F238E27FC236}">
                        <a16:creationId xmlns:a16="http://schemas.microsoft.com/office/drawing/2014/main" id="{C8DA89A4-BBAB-7A1F-9CDA-ABF5D342C7C2}"/>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36" name="Freeform 177">
                    <a:extLst>
                      <a:ext uri="{FF2B5EF4-FFF2-40B4-BE49-F238E27FC236}">
                        <a16:creationId xmlns:a16="http://schemas.microsoft.com/office/drawing/2014/main" id="{FBDEA1F3-DF53-8943-47FC-C2687F811D5A}"/>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37" name="Freeform 178">
                    <a:extLst>
                      <a:ext uri="{FF2B5EF4-FFF2-40B4-BE49-F238E27FC236}">
                        <a16:creationId xmlns:a16="http://schemas.microsoft.com/office/drawing/2014/main" id="{72710B81-E90A-4D88-F4CD-8DA3DACEA923}"/>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38" name="Freeform 179">
                    <a:extLst>
                      <a:ext uri="{FF2B5EF4-FFF2-40B4-BE49-F238E27FC236}">
                        <a16:creationId xmlns:a16="http://schemas.microsoft.com/office/drawing/2014/main" id="{1BE515D7-BF5F-167B-6A88-75BEB90974D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8522" name="Group 180">
                  <a:extLst>
                    <a:ext uri="{FF2B5EF4-FFF2-40B4-BE49-F238E27FC236}">
                      <a16:creationId xmlns:a16="http://schemas.microsoft.com/office/drawing/2014/main" id="{416CF6AA-066D-662A-CC4C-51789B801BD0}"/>
                    </a:ext>
                  </a:extLst>
                </p:cNvPr>
                <p:cNvGrpSpPr>
                  <a:grpSpLocks noChangeAspect="1"/>
                </p:cNvGrpSpPr>
                <p:nvPr/>
              </p:nvGrpSpPr>
              <p:grpSpPr bwMode="auto">
                <a:xfrm>
                  <a:off x="429" y="1639"/>
                  <a:ext cx="822" cy="291"/>
                  <a:chOff x="429" y="1639"/>
                  <a:chExt cx="822" cy="291"/>
                </a:xfrm>
              </p:grpSpPr>
              <p:sp>
                <p:nvSpPr>
                  <p:cNvPr id="58523" name="Freeform 181">
                    <a:extLst>
                      <a:ext uri="{FF2B5EF4-FFF2-40B4-BE49-F238E27FC236}">
                        <a16:creationId xmlns:a16="http://schemas.microsoft.com/office/drawing/2014/main" id="{D029FB84-4C1D-2A74-29AA-150B255B04E7}"/>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24" name="Freeform 182">
                    <a:extLst>
                      <a:ext uri="{FF2B5EF4-FFF2-40B4-BE49-F238E27FC236}">
                        <a16:creationId xmlns:a16="http://schemas.microsoft.com/office/drawing/2014/main" id="{075113C9-42B3-54D4-84BD-C926AC7CCE8B}"/>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25" name="Freeform 183">
                    <a:extLst>
                      <a:ext uri="{FF2B5EF4-FFF2-40B4-BE49-F238E27FC236}">
                        <a16:creationId xmlns:a16="http://schemas.microsoft.com/office/drawing/2014/main" id="{111718C6-D4D6-AB4E-A5B9-083733495AF5}"/>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26" name="Freeform 184">
                    <a:extLst>
                      <a:ext uri="{FF2B5EF4-FFF2-40B4-BE49-F238E27FC236}">
                        <a16:creationId xmlns:a16="http://schemas.microsoft.com/office/drawing/2014/main" id="{C02CF50C-0A19-8C30-D997-9BEE14454E6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27" name="Freeform 185">
                    <a:extLst>
                      <a:ext uri="{FF2B5EF4-FFF2-40B4-BE49-F238E27FC236}">
                        <a16:creationId xmlns:a16="http://schemas.microsoft.com/office/drawing/2014/main" id="{5969C0BA-08B7-1FF8-D652-FD4DB5B09DB1}"/>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28" name="Freeform 186">
                    <a:extLst>
                      <a:ext uri="{FF2B5EF4-FFF2-40B4-BE49-F238E27FC236}">
                        <a16:creationId xmlns:a16="http://schemas.microsoft.com/office/drawing/2014/main" id="{E2B2644B-97E5-DB7E-EBB8-90E72A63650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29" name="Freeform 187">
                    <a:extLst>
                      <a:ext uri="{FF2B5EF4-FFF2-40B4-BE49-F238E27FC236}">
                        <a16:creationId xmlns:a16="http://schemas.microsoft.com/office/drawing/2014/main" id="{F42E6B52-C09A-5FBE-A2E9-1CB6700C1706}"/>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30" name="Freeform 188">
                    <a:extLst>
                      <a:ext uri="{FF2B5EF4-FFF2-40B4-BE49-F238E27FC236}">
                        <a16:creationId xmlns:a16="http://schemas.microsoft.com/office/drawing/2014/main" id="{B816BEF9-7F81-04BD-88F1-5E26B613025D}"/>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8518" name="WordArt 189">
              <a:extLst>
                <a:ext uri="{FF2B5EF4-FFF2-40B4-BE49-F238E27FC236}">
                  <a16:creationId xmlns:a16="http://schemas.microsoft.com/office/drawing/2014/main" id="{0E00C613-4F53-6C9A-33A8-F2638DA90E7D}"/>
                </a:ext>
              </a:extLst>
            </p:cNvPr>
            <p:cNvSpPr>
              <a:spLocks noChangeAspect="1" noChangeArrowheads="1" noChangeShapeType="1" noTextEdit="1"/>
            </p:cNvSpPr>
            <p:nvPr/>
          </p:nvSpPr>
          <p:spPr bwMode="auto">
            <a:xfrm>
              <a:off x="4853" y="1263"/>
              <a:ext cx="410" cy="142"/>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r5  </a:t>
              </a:r>
            </a:p>
          </p:txBody>
        </p:sp>
      </p:grpSp>
      <p:sp>
        <p:nvSpPr>
          <p:cNvPr id="58397" name="Line 190">
            <a:extLst>
              <a:ext uri="{FF2B5EF4-FFF2-40B4-BE49-F238E27FC236}">
                <a16:creationId xmlns:a16="http://schemas.microsoft.com/office/drawing/2014/main" id="{B7A72FC1-F03F-3566-1E77-F11ED247BD5A}"/>
              </a:ext>
            </a:extLst>
          </p:cNvPr>
          <p:cNvSpPr>
            <a:spLocks noChangeShapeType="1"/>
          </p:cNvSpPr>
          <p:nvPr/>
        </p:nvSpPr>
        <p:spPr bwMode="auto">
          <a:xfrm>
            <a:off x="6735763" y="1436689"/>
            <a:ext cx="512762" cy="23526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8398" name="Group 191">
            <a:extLst>
              <a:ext uri="{FF2B5EF4-FFF2-40B4-BE49-F238E27FC236}">
                <a16:creationId xmlns:a16="http://schemas.microsoft.com/office/drawing/2014/main" id="{F75ADA06-1761-2024-1559-18971C571829}"/>
              </a:ext>
            </a:extLst>
          </p:cNvPr>
          <p:cNvGrpSpPr>
            <a:grpSpLocks noChangeAspect="1"/>
          </p:cNvGrpSpPr>
          <p:nvPr/>
        </p:nvGrpSpPr>
        <p:grpSpPr bwMode="auto">
          <a:xfrm>
            <a:off x="6956425" y="3684589"/>
            <a:ext cx="723900" cy="460375"/>
            <a:chOff x="3312" y="2160"/>
            <a:chExt cx="960" cy="528"/>
          </a:xfrm>
        </p:grpSpPr>
        <p:grpSp>
          <p:nvGrpSpPr>
            <p:cNvPr id="58495" name="Group 192">
              <a:extLst>
                <a:ext uri="{FF2B5EF4-FFF2-40B4-BE49-F238E27FC236}">
                  <a16:creationId xmlns:a16="http://schemas.microsoft.com/office/drawing/2014/main" id="{56FEC7C7-D0FC-1B99-60FD-BA54B49F7EBC}"/>
                </a:ext>
              </a:extLst>
            </p:cNvPr>
            <p:cNvGrpSpPr>
              <a:grpSpLocks noChangeAspect="1"/>
            </p:cNvGrpSpPr>
            <p:nvPr/>
          </p:nvGrpSpPr>
          <p:grpSpPr bwMode="auto">
            <a:xfrm>
              <a:off x="3312" y="2160"/>
              <a:ext cx="960" cy="528"/>
              <a:chOff x="3312" y="2160"/>
              <a:chExt cx="960" cy="528"/>
            </a:xfrm>
          </p:grpSpPr>
          <p:sp>
            <p:nvSpPr>
              <p:cNvPr id="58497" name="AutoShape 193">
                <a:extLst>
                  <a:ext uri="{FF2B5EF4-FFF2-40B4-BE49-F238E27FC236}">
                    <a16:creationId xmlns:a16="http://schemas.microsoft.com/office/drawing/2014/main" id="{747A4552-3FB5-CA85-3887-7C9658047281}"/>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8498" name="Group 194">
                <a:extLst>
                  <a:ext uri="{FF2B5EF4-FFF2-40B4-BE49-F238E27FC236}">
                    <a16:creationId xmlns:a16="http://schemas.microsoft.com/office/drawing/2014/main" id="{1FF8CDB5-5DDB-BDCF-CECA-D3A2047AE164}"/>
                  </a:ext>
                </a:extLst>
              </p:cNvPr>
              <p:cNvGrpSpPr>
                <a:grpSpLocks noChangeAspect="1"/>
              </p:cNvGrpSpPr>
              <p:nvPr/>
            </p:nvGrpSpPr>
            <p:grpSpPr bwMode="auto">
              <a:xfrm>
                <a:off x="3488" y="2193"/>
                <a:ext cx="599" cy="207"/>
                <a:chOff x="422" y="1632"/>
                <a:chExt cx="829" cy="298"/>
              </a:xfrm>
            </p:grpSpPr>
            <p:grpSp>
              <p:nvGrpSpPr>
                <p:cNvPr id="58499" name="Group 195">
                  <a:extLst>
                    <a:ext uri="{FF2B5EF4-FFF2-40B4-BE49-F238E27FC236}">
                      <a16:creationId xmlns:a16="http://schemas.microsoft.com/office/drawing/2014/main" id="{08F17FF4-99D9-91B5-4BAD-B82CE72DDCE8}"/>
                    </a:ext>
                  </a:extLst>
                </p:cNvPr>
                <p:cNvGrpSpPr>
                  <a:grpSpLocks noChangeAspect="1"/>
                </p:cNvGrpSpPr>
                <p:nvPr/>
              </p:nvGrpSpPr>
              <p:grpSpPr bwMode="auto">
                <a:xfrm>
                  <a:off x="422" y="1632"/>
                  <a:ext cx="822" cy="291"/>
                  <a:chOff x="422" y="1632"/>
                  <a:chExt cx="822" cy="291"/>
                </a:xfrm>
              </p:grpSpPr>
              <p:sp>
                <p:nvSpPr>
                  <p:cNvPr id="58509" name="Freeform 196">
                    <a:extLst>
                      <a:ext uri="{FF2B5EF4-FFF2-40B4-BE49-F238E27FC236}">
                        <a16:creationId xmlns:a16="http://schemas.microsoft.com/office/drawing/2014/main" id="{1052BC86-C151-8313-2167-A2C81832FAAA}"/>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10" name="Freeform 197">
                    <a:extLst>
                      <a:ext uri="{FF2B5EF4-FFF2-40B4-BE49-F238E27FC236}">
                        <a16:creationId xmlns:a16="http://schemas.microsoft.com/office/drawing/2014/main" id="{D74E4DFB-12AA-A0D6-D21E-420ADEA569E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11" name="Freeform 198">
                    <a:extLst>
                      <a:ext uri="{FF2B5EF4-FFF2-40B4-BE49-F238E27FC236}">
                        <a16:creationId xmlns:a16="http://schemas.microsoft.com/office/drawing/2014/main" id="{1284B413-CA58-987E-3E65-7670B8D4B81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12" name="Freeform 199">
                    <a:extLst>
                      <a:ext uri="{FF2B5EF4-FFF2-40B4-BE49-F238E27FC236}">
                        <a16:creationId xmlns:a16="http://schemas.microsoft.com/office/drawing/2014/main" id="{84CCD338-03C7-6978-F474-B9C7B6B6532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13" name="Freeform 200">
                    <a:extLst>
                      <a:ext uri="{FF2B5EF4-FFF2-40B4-BE49-F238E27FC236}">
                        <a16:creationId xmlns:a16="http://schemas.microsoft.com/office/drawing/2014/main" id="{A4D1B42B-02D8-FE05-4AAE-458BDE28BAB9}"/>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14" name="Freeform 201">
                    <a:extLst>
                      <a:ext uri="{FF2B5EF4-FFF2-40B4-BE49-F238E27FC236}">
                        <a16:creationId xmlns:a16="http://schemas.microsoft.com/office/drawing/2014/main" id="{C9124E68-70DC-1185-A827-54B4BC21245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15" name="Freeform 202">
                    <a:extLst>
                      <a:ext uri="{FF2B5EF4-FFF2-40B4-BE49-F238E27FC236}">
                        <a16:creationId xmlns:a16="http://schemas.microsoft.com/office/drawing/2014/main" id="{9EFA6324-1E5F-CB1F-B239-4A9D18A6A06F}"/>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16" name="Freeform 203">
                    <a:extLst>
                      <a:ext uri="{FF2B5EF4-FFF2-40B4-BE49-F238E27FC236}">
                        <a16:creationId xmlns:a16="http://schemas.microsoft.com/office/drawing/2014/main" id="{1C56EC64-9AFA-B1E0-9D00-F94CB5F2D072}"/>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8500" name="Group 204">
                  <a:extLst>
                    <a:ext uri="{FF2B5EF4-FFF2-40B4-BE49-F238E27FC236}">
                      <a16:creationId xmlns:a16="http://schemas.microsoft.com/office/drawing/2014/main" id="{E392361B-F81C-106C-FC01-968FB806FEC5}"/>
                    </a:ext>
                  </a:extLst>
                </p:cNvPr>
                <p:cNvGrpSpPr>
                  <a:grpSpLocks noChangeAspect="1"/>
                </p:cNvGrpSpPr>
                <p:nvPr/>
              </p:nvGrpSpPr>
              <p:grpSpPr bwMode="auto">
                <a:xfrm>
                  <a:off x="429" y="1639"/>
                  <a:ext cx="822" cy="291"/>
                  <a:chOff x="429" y="1639"/>
                  <a:chExt cx="822" cy="291"/>
                </a:xfrm>
              </p:grpSpPr>
              <p:sp>
                <p:nvSpPr>
                  <p:cNvPr id="58501" name="Freeform 205">
                    <a:extLst>
                      <a:ext uri="{FF2B5EF4-FFF2-40B4-BE49-F238E27FC236}">
                        <a16:creationId xmlns:a16="http://schemas.microsoft.com/office/drawing/2014/main" id="{585EF37E-8B2F-5AD9-380A-22E264A286B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02" name="Freeform 206">
                    <a:extLst>
                      <a:ext uri="{FF2B5EF4-FFF2-40B4-BE49-F238E27FC236}">
                        <a16:creationId xmlns:a16="http://schemas.microsoft.com/office/drawing/2014/main" id="{E4EF6394-E6FD-BE04-B089-A6E53B37F351}"/>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03" name="Freeform 207">
                    <a:extLst>
                      <a:ext uri="{FF2B5EF4-FFF2-40B4-BE49-F238E27FC236}">
                        <a16:creationId xmlns:a16="http://schemas.microsoft.com/office/drawing/2014/main" id="{7E90B0C9-B688-ED34-5294-333718F62304}"/>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04" name="Freeform 208">
                    <a:extLst>
                      <a:ext uri="{FF2B5EF4-FFF2-40B4-BE49-F238E27FC236}">
                        <a16:creationId xmlns:a16="http://schemas.microsoft.com/office/drawing/2014/main" id="{FBC062BE-D98E-2315-70A8-1254E58D1092}"/>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05" name="Freeform 209">
                    <a:extLst>
                      <a:ext uri="{FF2B5EF4-FFF2-40B4-BE49-F238E27FC236}">
                        <a16:creationId xmlns:a16="http://schemas.microsoft.com/office/drawing/2014/main" id="{6446C6F8-E604-281C-20AC-59083D5B3DED}"/>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06" name="Freeform 210">
                    <a:extLst>
                      <a:ext uri="{FF2B5EF4-FFF2-40B4-BE49-F238E27FC236}">
                        <a16:creationId xmlns:a16="http://schemas.microsoft.com/office/drawing/2014/main" id="{5F2C009F-604A-5FB7-6175-8D61F81BFD8B}"/>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07" name="Freeform 211">
                    <a:extLst>
                      <a:ext uri="{FF2B5EF4-FFF2-40B4-BE49-F238E27FC236}">
                        <a16:creationId xmlns:a16="http://schemas.microsoft.com/office/drawing/2014/main" id="{1A935F3F-B9EF-B8B8-0CF6-677D6356E4A1}"/>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508" name="Freeform 212">
                    <a:extLst>
                      <a:ext uri="{FF2B5EF4-FFF2-40B4-BE49-F238E27FC236}">
                        <a16:creationId xmlns:a16="http://schemas.microsoft.com/office/drawing/2014/main" id="{B8C3CC88-1DEF-4BF2-4DEB-F7F7E9942D20}"/>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8496" name="WordArt 213">
              <a:extLst>
                <a:ext uri="{FF2B5EF4-FFF2-40B4-BE49-F238E27FC236}">
                  <a16:creationId xmlns:a16="http://schemas.microsoft.com/office/drawing/2014/main" id="{6B756218-5945-E33F-BC76-9933C08E63AF}"/>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58399" name="Group 214">
            <a:extLst>
              <a:ext uri="{FF2B5EF4-FFF2-40B4-BE49-F238E27FC236}">
                <a16:creationId xmlns:a16="http://schemas.microsoft.com/office/drawing/2014/main" id="{BE70B2DF-8C2F-1CB6-6326-4D028F537E38}"/>
              </a:ext>
            </a:extLst>
          </p:cNvPr>
          <p:cNvGrpSpPr>
            <a:grpSpLocks noChangeAspect="1"/>
          </p:cNvGrpSpPr>
          <p:nvPr/>
        </p:nvGrpSpPr>
        <p:grpSpPr bwMode="auto">
          <a:xfrm>
            <a:off x="7532688" y="1168401"/>
            <a:ext cx="723900" cy="460375"/>
            <a:chOff x="3312" y="2160"/>
            <a:chExt cx="960" cy="528"/>
          </a:xfrm>
        </p:grpSpPr>
        <p:grpSp>
          <p:nvGrpSpPr>
            <p:cNvPr id="58473" name="Group 215">
              <a:extLst>
                <a:ext uri="{FF2B5EF4-FFF2-40B4-BE49-F238E27FC236}">
                  <a16:creationId xmlns:a16="http://schemas.microsoft.com/office/drawing/2014/main" id="{5CB61B86-1EB1-D4AD-9896-A4200103515C}"/>
                </a:ext>
              </a:extLst>
            </p:cNvPr>
            <p:cNvGrpSpPr>
              <a:grpSpLocks noChangeAspect="1"/>
            </p:cNvGrpSpPr>
            <p:nvPr/>
          </p:nvGrpSpPr>
          <p:grpSpPr bwMode="auto">
            <a:xfrm>
              <a:off x="3312" y="2160"/>
              <a:ext cx="960" cy="528"/>
              <a:chOff x="3312" y="2160"/>
              <a:chExt cx="960" cy="528"/>
            </a:xfrm>
          </p:grpSpPr>
          <p:sp>
            <p:nvSpPr>
              <p:cNvPr id="58475" name="AutoShape 216">
                <a:extLst>
                  <a:ext uri="{FF2B5EF4-FFF2-40B4-BE49-F238E27FC236}">
                    <a16:creationId xmlns:a16="http://schemas.microsoft.com/office/drawing/2014/main" id="{3CFAE0C5-CE41-1710-10AC-0A141624283A}"/>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8476" name="Group 217">
                <a:extLst>
                  <a:ext uri="{FF2B5EF4-FFF2-40B4-BE49-F238E27FC236}">
                    <a16:creationId xmlns:a16="http://schemas.microsoft.com/office/drawing/2014/main" id="{F7784AD1-3AF0-A8D9-4868-E78FB1CB2EF8}"/>
                  </a:ext>
                </a:extLst>
              </p:cNvPr>
              <p:cNvGrpSpPr>
                <a:grpSpLocks noChangeAspect="1"/>
              </p:cNvGrpSpPr>
              <p:nvPr/>
            </p:nvGrpSpPr>
            <p:grpSpPr bwMode="auto">
              <a:xfrm>
                <a:off x="3488" y="2193"/>
                <a:ext cx="599" cy="207"/>
                <a:chOff x="422" y="1632"/>
                <a:chExt cx="829" cy="298"/>
              </a:xfrm>
            </p:grpSpPr>
            <p:grpSp>
              <p:nvGrpSpPr>
                <p:cNvPr id="58477" name="Group 218">
                  <a:extLst>
                    <a:ext uri="{FF2B5EF4-FFF2-40B4-BE49-F238E27FC236}">
                      <a16:creationId xmlns:a16="http://schemas.microsoft.com/office/drawing/2014/main" id="{50F8FC32-020C-F0AF-F660-1F1BDB3AC8EF}"/>
                    </a:ext>
                  </a:extLst>
                </p:cNvPr>
                <p:cNvGrpSpPr>
                  <a:grpSpLocks noChangeAspect="1"/>
                </p:cNvGrpSpPr>
                <p:nvPr/>
              </p:nvGrpSpPr>
              <p:grpSpPr bwMode="auto">
                <a:xfrm>
                  <a:off x="422" y="1632"/>
                  <a:ext cx="822" cy="291"/>
                  <a:chOff x="422" y="1632"/>
                  <a:chExt cx="822" cy="291"/>
                </a:xfrm>
              </p:grpSpPr>
              <p:sp>
                <p:nvSpPr>
                  <p:cNvPr id="58487" name="Freeform 219">
                    <a:extLst>
                      <a:ext uri="{FF2B5EF4-FFF2-40B4-BE49-F238E27FC236}">
                        <a16:creationId xmlns:a16="http://schemas.microsoft.com/office/drawing/2014/main" id="{9D67B984-63CD-44F4-1ADA-79230A59A9B5}"/>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88" name="Freeform 220">
                    <a:extLst>
                      <a:ext uri="{FF2B5EF4-FFF2-40B4-BE49-F238E27FC236}">
                        <a16:creationId xmlns:a16="http://schemas.microsoft.com/office/drawing/2014/main" id="{DC31DFD1-5FEF-7671-E44C-8CAF44E47E0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89" name="Freeform 221">
                    <a:extLst>
                      <a:ext uri="{FF2B5EF4-FFF2-40B4-BE49-F238E27FC236}">
                        <a16:creationId xmlns:a16="http://schemas.microsoft.com/office/drawing/2014/main" id="{6AFD8A8F-850F-EB16-5B30-0C7DFB306FB9}"/>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90" name="Freeform 222">
                    <a:extLst>
                      <a:ext uri="{FF2B5EF4-FFF2-40B4-BE49-F238E27FC236}">
                        <a16:creationId xmlns:a16="http://schemas.microsoft.com/office/drawing/2014/main" id="{D9B41416-F6C4-055F-1DE3-C67FF0827DC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91" name="Freeform 223">
                    <a:extLst>
                      <a:ext uri="{FF2B5EF4-FFF2-40B4-BE49-F238E27FC236}">
                        <a16:creationId xmlns:a16="http://schemas.microsoft.com/office/drawing/2014/main" id="{01A7C5DA-DC28-DE86-8C5D-47535EB8D37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92" name="Freeform 224">
                    <a:extLst>
                      <a:ext uri="{FF2B5EF4-FFF2-40B4-BE49-F238E27FC236}">
                        <a16:creationId xmlns:a16="http://schemas.microsoft.com/office/drawing/2014/main" id="{D522EF0A-F2F7-B87B-B79B-5AE52F099A09}"/>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93" name="Freeform 225">
                    <a:extLst>
                      <a:ext uri="{FF2B5EF4-FFF2-40B4-BE49-F238E27FC236}">
                        <a16:creationId xmlns:a16="http://schemas.microsoft.com/office/drawing/2014/main" id="{1111DB6B-B577-DF8C-BE1C-50F2C322319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94" name="Freeform 226">
                    <a:extLst>
                      <a:ext uri="{FF2B5EF4-FFF2-40B4-BE49-F238E27FC236}">
                        <a16:creationId xmlns:a16="http://schemas.microsoft.com/office/drawing/2014/main" id="{572D1198-6A2F-9E50-0707-DD86E93C5ED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8478" name="Group 227">
                  <a:extLst>
                    <a:ext uri="{FF2B5EF4-FFF2-40B4-BE49-F238E27FC236}">
                      <a16:creationId xmlns:a16="http://schemas.microsoft.com/office/drawing/2014/main" id="{36A6C495-34EB-0F18-F2D4-B94D1C31D49D}"/>
                    </a:ext>
                  </a:extLst>
                </p:cNvPr>
                <p:cNvGrpSpPr>
                  <a:grpSpLocks noChangeAspect="1"/>
                </p:cNvGrpSpPr>
                <p:nvPr/>
              </p:nvGrpSpPr>
              <p:grpSpPr bwMode="auto">
                <a:xfrm>
                  <a:off x="429" y="1639"/>
                  <a:ext cx="822" cy="291"/>
                  <a:chOff x="429" y="1639"/>
                  <a:chExt cx="822" cy="291"/>
                </a:xfrm>
              </p:grpSpPr>
              <p:sp>
                <p:nvSpPr>
                  <p:cNvPr id="58479" name="Freeform 228">
                    <a:extLst>
                      <a:ext uri="{FF2B5EF4-FFF2-40B4-BE49-F238E27FC236}">
                        <a16:creationId xmlns:a16="http://schemas.microsoft.com/office/drawing/2014/main" id="{AEAD962D-C97E-1F99-0F94-560B89AC6E8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80" name="Freeform 229">
                    <a:extLst>
                      <a:ext uri="{FF2B5EF4-FFF2-40B4-BE49-F238E27FC236}">
                        <a16:creationId xmlns:a16="http://schemas.microsoft.com/office/drawing/2014/main" id="{EA5565C7-3AB8-2E12-E04E-C96EA752F067}"/>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81" name="Freeform 230">
                    <a:extLst>
                      <a:ext uri="{FF2B5EF4-FFF2-40B4-BE49-F238E27FC236}">
                        <a16:creationId xmlns:a16="http://schemas.microsoft.com/office/drawing/2014/main" id="{62364718-1171-BEB0-A483-B7180007FB1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82" name="Freeform 231">
                    <a:extLst>
                      <a:ext uri="{FF2B5EF4-FFF2-40B4-BE49-F238E27FC236}">
                        <a16:creationId xmlns:a16="http://schemas.microsoft.com/office/drawing/2014/main" id="{F0040366-A197-4B9D-C42F-89AABBEFD10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83" name="Freeform 232">
                    <a:extLst>
                      <a:ext uri="{FF2B5EF4-FFF2-40B4-BE49-F238E27FC236}">
                        <a16:creationId xmlns:a16="http://schemas.microsoft.com/office/drawing/2014/main" id="{10D3C057-5304-D017-7AA0-39CFB45DC19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84" name="Freeform 233">
                    <a:extLst>
                      <a:ext uri="{FF2B5EF4-FFF2-40B4-BE49-F238E27FC236}">
                        <a16:creationId xmlns:a16="http://schemas.microsoft.com/office/drawing/2014/main" id="{AA3A5651-2F37-9179-D9FC-1F6BA13F8CF1}"/>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85" name="Freeform 234">
                    <a:extLst>
                      <a:ext uri="{FF2B5EF4-FFF2-40B4-BE49-F238E27FC236}">
                        <a16:creationId xmlns:a16="http://schemas.microsoft.com/office/drawing/2014/main" id="{2192B507-D85A-6443-5433-35832DA9DA9D}"/>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86" name="Freeform 235">
                    <a:extLst>
                      <a:ext uri="{FF2B5EF4-FFF2-40B4-BE49-F238E27FC236}">
                        <a16:creationId xmlns:a16="http://schemas.microsoft.com/office/drawing/2014/main" id="{D0B60C4F-B92C-25FC-00D9-7E0D42495637}"/>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8474" name="WordArt 236">
              <a:extLst>
                <a:ext uri="{FF2B5EF4-FFF2-40B4-BE49-F238E27FC236}">
                  <a16:creationId xmlns:a16="http://schemas.microsoft.com/office/drawing/2014/main" id="{33F8AF6B-2A6E-58A2-051B-D7C672A3581A}"/>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r4  </a:t>
              </a:r>
            </a:p>
          </p:txBody>
        </p:sp>
      </p:grpSp>
      <p:sp>
        <p:nvSpPr>
          <p:cNvPr id="58400" name="Line 237">
            <a:extLst>
              <a:ext uri="{FF2B5EF4-FFF2-40B4-BE49-F238E27FC236}">
                <a16:creationId xmlns:a16="http://schemas.microsoft.com/office/drawing/2014/main" id="{F3533049-DC87-D092-E90C-E667377CA38D}"/>
              </a:ext>
            </a:extLst>
          </p:cNvPr>
          <p:cNvSpPr>
            <a:spLocks noChangeShapeType="1"/>
          </p:cNvSpPr>
          <p:nvPr/>
        </p:nvSpPr>
        <p:spPr bwMode="auto">
          <a:xfrm flipV="1">
            <a:off x="5135563" y="1452563"/>
            <a:ext cx="1301750" cy="2366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8401" name="Group 238">
            <a:extLst>
              <a:ext uri="{FF2B5EF4-FFF2-40B4-BE49-F238E27FC236}">
                <a16:creationId xmlns:a16="http://schemas.microsoft.com/office/drawing/2014/main" id="{C9117BF3-8327-1CAE-1087-7A9231ECCAF6}"/>
              </a:ext>
            </a:extLst>
          </p:cNvPr>
          <p:cNvGrpSpPr>
            <a:grpSpLocks noChangeAspect="1"/>
          </p:cNvGrpSpPr>
          <p:nvPr/>
        </p:nvGrpSpPr>
        <p:grpSpPr bwMode="auto">
          <a:xfrm>
            <a:off x="6272213" y="1125539"/>
            <a:ext cx="723900" cy="460375"/>
            <a:chOff x="3312" y="2160"/>
            <a:chExt cx="960" cy="528"/>
          </a:xfrm>
        </p:grpSpPr>
        <p:grpSp>
          <p:nvGrpSpPr>
            <p:cNvPr id="58451" name="Group 239">
              <a:extLst>
                <a:ext uri="{FF2B5EF4-FFF2-40B4-BE49-F238E27FC236}">
                  <a16:creationId xmlns:a16="http://schemas.microsoft.com/office/drawing/2014/main" id="{0A40445F-90CB-5095-4CDC-6464D7957FF7}"/>
                </a:ext>
              </a:extLst>
            </p:cNvPr>
            <p:cNvGrpSpPr>
              <a:grpSpLocks noChangeAspect="1"/>
            </p:cNvGrpSpPr>
            <p:nvPr/>
          </p:nvGrpSpPr>
          <p:grpSpPr bwMode="auto">
            <a:xfrm>
              <a:off x="3312" y="2160"/>
              <a:ext cx="960" cy="528"/>
              <a:chOff x="3312" y="2160"/>
              <a:chExt cx="960" cy="528"/>
            </a:xfrm>
          </p:grpSpPr>
          <p:sp>
            <p:nvSpPr>
              <p:cNvPr id="58453" name="AutoShape 240">
                <a:extLst>
                  <a:ext uri="{FF2B5EF4-FFF2-40B4-BE49-F238E27FC236}">
                    <a16:creationId xmlns:a16="http://schemas.microsoft.com/office/drawing/2014/main" id="{95B039D7-FCBE-FDDD-1319-2C9D7FBFCFFA}"/>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8454" name="Group 241">
                <a:extLst>
                  <a:ext uri="{FF2B5EF4-FFF2-40B4-BE49-F238E27FC236}">
                    <a16:creationId xmlns:a16="http://schemas.microsoft.com/office/drawing/2014/main" id="{28D0B56D-2F88-2E25-96FF-A6DDBA192740}"/>
                  </a:ext>
                </a:extLst>
              </p:cNvPr>
              <p:cNvGrpSpPr>
                <a:grpSpLocks noChangeAspect="1"/>
              </p:cNvGrpSpPr>
              <p:nvPr/>
            </p:nvGrpSpPr>
            <p:grpSpPr bwMode="auto">
              <a:xfrm>
                <a:off x="3488" y="2193"/>
                <a:ext cx="599" cy="207"/>
                <a:chOff x="422" y="1632"/>
                <a:chExt cx="829" cy="298"/>
              </a:xfrm>
            </p:grpSpPr>
            <p:grpSp>
              <p:nvGrpSpPr>
                <p:cNvPr id="58455" name="Group 242">
                  <a:extLst>
                    <a:ext uri="{FF2B5EF4-FFF2-40B4-BE49-F238E27FC236}">
                      <a16:creationId xmlns:a16="http://schemas.microsoft.com/office/drawing/2014/main" id="{4C857C71-B348-A9A4-2CB1-A5A7283DC170}"/>
                    </a:ext>
                  </a:extLst>
                </p:cNvPr>
                <p:cNvGrpSpPr>
                  <a:grpSpLocks noChangeAspect="1"/>
                </p:cNvGrpSpPr>
                <p:nvPr/>
              </p:nvGrpSpPr>
              <p:grpSpPr bwMode="auto">
                <a:xfrm>
                  <a:off x="422" y="1632"/>
                  <a:ext cx="822" cy="291"/>
                  <a:chOff x="422" y="1632"/>
                  <a:chExt cx="822" cy="291"/>
                </a:xfrm>
              </p:grpSpPr>
              <p:sp>
                <p:nvSpPr>
                  <p:cNvPr id="58465" name="Freeform 243">
                    <a:extLst>
                      <a:ext uri="{FF2B5EF4-FFF2-40B4-BE49-F238E27FC236}">
                        <a16:creationId xmlns:a16="http://schemas.microsoft.com/office/drawing/2014/main" id="{B894F0E2-9040-1899-3EA3-6F3692715C2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66" name="Freeform 244">
                    <a:extLst>
                      <a:ext uri="{FF2B5EF4-FFF2-40B4-BE49-F238E27FC236}">
                        <a16:creationId xmlns:a16="http://schemas.microsoft.com/office/drawing/2014/main" id="{A68121A1-F6F2-7A75-016C-30ECB48676FA}"/>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67" name="Freeform 245">
                    <a:extLst>
                      <a:ext uri="{FF2B5EF4-FFF2-40B4-BE49-F238E27FC236}">
                        <a16:creationId xmlns:a16="http://schemas.microsoft.com/office/drawing/2014/main" id="{A7B81C32-5FF6-EF3E-4C39-BFE0FE1507D6}"/>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68" name="Freeform 246">
                    <a:extLst>
                      <a:ext uri="{FF2B5EF4-FFF2-40B4-BE49-F238E27FC236}">
                        <a16:creationId xmlns:a16="http://schemas.microsoft.com/office/drawing/2014/main" id="{46A03008-1F43-F6CE-BFBD-D0DA65664BE9}"/>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69" name="Freeform 247">
                    <a:extLst>
                      <a:ext uri="{FF2B5EF4-FFF2-40B4-BE49-F238E27FC236}">
                        <a16:creationId xmlns:a16="http://schemas.microsoft.com/office/drawing/2014/main" id="{790BD90E-F164-1CA9-E150-F8CFCF5680C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70" name="Freeform 248">
                    <a:extLst>
                      <a:ext uri="{FF2B5EF4-FFF2-40B4-BE49-F238E27FC236}">
                        <a16:creationId xmlns:a16="http://schemas.microsoft.com/office/drawing/2014/main" id="{E696C349-E122-9D44-D309-9115353EED7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71" name="Freeform 249">
                    <a:extLst>
                      <a:ext uri="{FF2B5EF4-FFF2-40B4-BE49-F238E27FC236}">
                        <a16:creationId xmlns:a16="http://schemas.microsoft.com/office/drawing/2014/main" id="{37C1C843-6FE1-E091-93B9-553CC994A36E}"/>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72" name="Freeform 250">
                    <a:extLst>
                      <a:ext uri="{FF2B5EF4-FFF2-40B4-BE49-F238E27FC236}">
                        <a16:creationId xmlns:a16="http://schemas.microsoft.com/office/drawing/2014/main" id="{4FC1E3C1-BD68-6F5D-3EFC-DEBAEC7F4C6F}"/>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8456" name="Group 251">
                  <a:extLst>
                    <a:ext uri="{FF2B5EF4-FFF2-40B4-BE49-F238E27FC236}">
                      <a16:creationId xmlns:a16="http://schemas.microsoft.com/office/drawing/2014/main" id="{0C6DEC7D-DF2E-C0FF-E2D2-D40D50E98C48}"/>
                    </a:ext>
                  </a:extLst>
                </p:cNvPr>
                <p:cNvGrpSpPr>
                  <a:grpSpLocks noChangeAspect="1"/>
                </p:cNvGrpSpPr>
                <p:nvPr/>
              </p:nvGrpSpPr>
              <p:grpSpPr bwMode="auto">
                <a:xfrm>
                  <a:off x="429" y="1639"/>
                  <a:ext cx="822" cy="291"/>
                  <a:chOff x="429" y="1639"/>
                  <a:chExt cx="822" cy="291"/>
                </a:xfrm>
              </p:grpSpPr>
              <p:sp>
                <p:nvSpPr>
                  <p:cNvPr id="58457" name="Freeform 252">
                    <a:extLst>
                      <a:ext uri="{FF2B5EF4-FFF2-40B4-BE49-F238E27FC236}">
                        <a16:creationId xmlns:a16="http://schemas.microsoft.com/office/drawing/2014/main" id="{07B52A01-54EC-A930-BFE3-9EA1C396B9EA}"/>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58" name="Freeform 253">
                    <a:extLst>
                      <a:ext uri="{FF2B5EF4-FFF2-40B4-BE49-F238E27FC236}">
                        <a16:creationId xmlns:a16="http://schemas.microsoft.com/office/drawing/2014/main" id="{A2954FDF-4739-2F45-BA81-56B8B9EC429F}"/>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59" name="Freeform 254">
                    <a:extLst>
                      <a:ext uri="{FF2B5EF4-FFF2-40B4-BE49-F238E27FC236}">
                        <a16:creationId xmlns:a16="http://schemas.microsoft.com/office/drawing/2014/main" id="{A08C9A48-5950-BA4E-0B0B-2D9BE4EDB7D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60" name="Freeform 255">
                    <a:extLst>
                      <a:ext uri="{FF2B5EF4-FFF2-40B4-BE49-F238E27FC236}">
                        <a16:creationId xmlns:a16="http://schemas.microsoft.com/office/drawing/2014/main" id="{0ADC4684-AC22-EFA7-F363-25914F37BBF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61" name="Freeform 256">
                    <a:extLst>
                      <a:ext uri="{FF2B5EF4-FFF2-40B4-BE49-F238E27FC236}">
                        <a16:creationId xmlns:a16="http://schemas.microsoft.com/office/drawing/2014/main" id="{89E5686C-89B0-F55C-7484-518B832BD7E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62" name="Freeform 257">
                    <a:extLst>
                      <a:ext uri="{FF2B5EF4-FFF2-40B4-BE49-F238E27FC236}">
                        <a16:creationId xmlns:a16="http://schemas.microsoft.com/office/drawing/2014/main" id="{9D794A62-A63F-E293-01C2-516E594CBF1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63" name="Freeform 258">
                    <a:extLst>
                      <a:ext uri="{FF2B5EF4-FFF2-40B4-BE49-F238E27FC236}">
                        <a16:creationId xmlns:a16="http://schemas.microsoft.com/office/drawing/2014/main" id="{D56C95C2-F27C-E9E8-B2CF-4D11F402470A}"/>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64" name="Freeform 259">
                    <a:extLst>
                      <a:ext uri="{FF2B5EF4-FFF2-40B4-BE49-F238E27FC236}">
                        <a16:creationId xmlns:a16="http://schemas.microsoft.com/office/drawing/2014/main" id="{B994C3BF-545C-30B6-38A6-5938175850F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8452" name="WordArt 260">
              <a:extLst>
                <a:ext uri="{FF2B5EF4-FFF2-40B4-BE49-F238E27FC236}">
                  <a16:creationId xmlns:a16="http://schemas.microsoft.com/office/drawing/2014/main" id="{C6DBF7A4-E6A2-B7B0-6F6C-9E21C597E22F}"/>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r3  </a:t>
              </a:r>
            </a:p>
          </p:txBody>
        </p:sp>
      </p:grpSp>
      <p:grpSp>
        <p:nvGrpSpPr>
          <p:cNvPr id="58402" name="Group 261">
            <a:extLst>
              <a:ext uri="{FF2B5EF4-FFF2-40B4-BE49-F238E27FC236}">
                <a16:creationId xmlns:a16="http://schemas.microsoft.com/office/drawing/2014/main" id="{F6C1E58D-3BA3-E0E1-58C7-84643D5D76E7}"/>
              </a:ext>
            </a:extLst>
          </p:cNvPr>
          <p:cNvGrpSpPr>
            <a:grpSpLocks noChangeAspect="1"/>
          </p:cNvGrpSpPr>
          <p:nvPr/>
        </p:nvGrpSpPr>
        <p:grpSpPr bwMode="auto">
          <a:xfrm>
            <a:off x="4768850" y="3684589"/>
            <a:ext cx="723900" cy="460375"/>
            <a:chOff x="3312" y="2160"/>
            <a:chExt cx="960" cy="528"/>
          </a:xfrm>
        </p:grpSpPr>
        <p:grpSp>
          <p:nvGrpSpPr>
            <p:cNvPr id="58429" name="Group 262">
              <a:extLst>
                <a:ext uri="{FF2B5EF4-FFF2-40B4-BE49-F238E27FC236}">
                  <a16:creationId xmlns:a16="http://schemas.microsoft.com/office/drawing/2014/main" id="{A86C86E1-85AA-A07E-B2A2-50E9A9C9F083}"/>
                </a:ext>
              </a:extLst>
            </p:cNvPr>
            <p:cNvGrpSpPr>
              <a:grpSpLocks noChangeAspect="1"/>
            </p:cNvGrpSpPr>
            <p:nvPr/>
          </p:nvGrpSpPr>
          <p:grpSpPr bwMode="auto">
            <a:xfrm>
              <a:off x="3312" y="2160"/>
              <a:ext cx="960" cy="528"/>
              <a:chOff x="3312" y="2160"/>
              <a:chExt cx="960" cy="528"/>
            </a:xfrm>
          </p:grpSpPr>
          <p:sp>
            <p:nvSpPr>
              <p:cNvPr id="58431" name="AutoShape 263">
                <a:extLst>
                  <a:ext uri="{FF2B5EF4-FFF2-40B4-BE49-F238E27FC236}">
                    <a16:creationId xmlns:a16="http://schemas.microsoft.com/office/drawing/2014/main" id="{A04ACB44-7286-1386-4BDA-8E8447187570}"/>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8432" name="Group 264">
                <a:extLst>
                  <a:ext uri="{FF2B5EF4-FFF2-40B4-BE49-F238E27FC236}">
                    <a16:creationId xmlns:a16="http://schemas.microsoft.com/office/drawing/2014/main" id="{FDBE835B-B6E9-04BF-AB0A-821DE54CB273}"/>
                  </a:ext>
                </a:extLst>
              </p:cNvPr>
              <p:cNvGrpSpPr>
                <a:grpSpLocks noChangeAspect="1"/>
              </p:cNvGrpSpPr>
              <p:nvPr/>
            </p:nvGrpSpPr>
            <p:grpSpPr bwMode="auto">
              <a:xfrm>
                <a:off x="3488" y="2193"/>
                <a:ext cx="599" cy="207"/>
                <a:chOff x="422" y="1632"/>
                <a:chExt cx="829" cy="298"/>
              </a:xfrm>
            </p:grpSpPr>
            <p:grpSp>
              <p:nvGrpSpPr>
                <p:cNvPr id="58433" name="Group 265">
                  <a:extLst>
                    <a:ext uri="{FF2B5EF4-FFF2-40B4-BE49-F238E27FC236}">
                      <a16:creationId xmlns:a16="http://schemas.microsoft.com/office/drawing/2014/main" id="{17539225-6A48-4AB5-B77F-C4A4544F74E4}"/>
                    </a:ext>
                  </a:extLst>
                </p:cNvPr>
                <p:cNvGrpSpPr>
                  <a:grpSpLocks noChangeAspect="1"/>
                </p:cNvGrpSpPr>
                <p:nvPr/>
              </p:nvGrpSpPr>
              <p:grpSpPr bwMode="auto">
                <a:xfrm>
                  <a:off x="422" y="1632"/>
                  <a:ext cx="822" cy="291"/>
                  <a:chOff x="422" y="1632"/>
                  <a:chExt cx="822" cy="291"/>
                </a:xfrm>
              </p:grpSpPr>
              <p:sp>
                <p:nvSpPr>
                  <p:cNvPr id="58443" name="Freeform 266">
                    <a:extLst>
                      <a:ext uri="{FF2B5EF4-FFF2-40B4-BE49-F238E27FC236}">
                        <a16:creationId xmlns:a16="http://schemas.microsoft.com/office/drawing/2014/main" id="{1C98D3CF-AB72-0696-A326-167F3ABDC0F3}"/>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44" name="Freeform 267">
                    <a:extLst>
                      <a:ext uri="{FF2B5EF4-FFF2-40B4-BE49-F238E27FC236}">
                        <a16:creationId xmlns:a16="http://schemas.microsoft.com/office/drawing/2014/main" id="{3B5B0534-4238-9AA1-0E8A-917C2A826A8C}"/>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45" name="Freeform 268">
                    <a:extLst>
                      <a:ext uri="{FF2B5EF4-FFF2-40B4-BE49-F238E27FC236}">
                        <a16:creationId xmlns:a16="http://schemas.microsoft.com/office/drawing/2014/main" id="{91EEE487-8B6B-96AA-DAF2-D41FC71D9E9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46" name="Freeform 269">
                    <a:extLst>
                      <a:ext uri="{FF2B5EF4-FFF2-40B4-BE49-F238E27FC236}">
                        <a16:creationId xmlns:a16="http://schemas.microsoft.com/office/drawing/2014/main" id="{4D9AE229-226D-1D79-8061-6CA2B2E7B939}"/>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47" name="Freeform 270">
                    <a:extLst>
                      <a:ext uri="{FF2B5EF4-FFF2-40B4-BE49-F238E27FC236}">
                        <a16:creationId xmlns:a16="http://schemas.microsoft.com/office/drawing/2014/main" id="{386CD826-49D7-7BC0-E2C5-032FC37A346A}"/>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48" name="Freeform 271">
                    <a:extLst>
                      <a:ext uri="{FF2B5EF4-FFF2-40B4-BE49-F238E27FC236}">
                        <a16:creationId xmlns:a16="http://schemas.microsoft.com/office/drawing/2014/main" id="{DFF96DF1-57A1-31AD-37E5-D82C6CEEB006}"/>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49" name="Freeform 272">
                    <a:extLst>
                      <a:ext uri="{FF2B5EF4-FFF2-40B4-BE49-F238E27FC236}">
                        <a16:creationId xmlns:a16="http://schemas.microsoft.com/office/drawing/2014/main" id="{51A64964-089E-C5BA-0B5E-846FB132839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50" name="Freeform 273">
                    <a:extLst>
                      <a:ext uri="{FF2B5EF4-FFF2-40B4-BE49-F238E27FC236}">
                        <a16:creationId xmlns:a16="http://schemas.microsoft.com/office/drawing/2014/main" id="{14C379CD-4065-3E44-FB31-766F2C1FC6C0}"/>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8434" name="Group 274">
                  <a:extLst>
                    <a:ext uri="{FF2B5EF4-FFF2-40B4-BE49-F238E27FC236}">
                      <a16:creationId xmlns:a16="http://schemas.microsoft.com/office/drawing/2014/main" id="{AA76B40D-C6A1-6E16-799C-47E345F6D975}"/>
                    </a:ext>
                  </a:extLst>
                </p:cNvPr>
                <p:cNvGrpSpPr>
                  <a:grpSpLocks noChangeAspect="1"/>
                </p:cNvGrpSpPr>
                <p:nvPr/>
              </p:nvGrpSpPr>
              <p:grpSpPr bwMode="auto">
                <a:xfrm>
                  <a:off x="429" y="1639"/>
                  <a:ext cx="822" cy="291"/>
                  <a:chOff x="429" y="1639"/>
                  <a:chExt cx="822" cy="291"/>
                </a:xfrm>
              </p:grpSpPr>
              <p:sp>
                <p:nvSpPr>
                  <p:cNvPr id="58435" name="Freeform 275">
                    <a:extLst>
                      <a:ext uri="{FF2B5EF4-FFF2-40B4-BE49-F238E27FC236}">
                        <a16:creationId xmlns:a16="http://schemas.microsoft.com/office/drawing/2014/main" id="{1001F03A-FDA0-85CF-97FD-3C6D4DBA6B13}"/>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36" name="Freeform 276">
                    <a:extLst>
                      <a:ext uri="{FF2B5EF4-FFF2-40B4-BE49-F238E27FC236}">
                        <a16:creationId xmlns:a16="http://schemas.microsoft.com/office/drawing/2014/main" id="{72125D71-DF2A-C0AC-B433-4EF5C0759F5C}"/>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37" name="Freeform 277">
                    <a:extLst>
                      <a:ext uri="{FF2B5EF4-FFF2-40B4-BE49-F238E27FC236}">
                        <a16:creationId xmlns:a16="http://schemas.microsoft.com/office/drawing/2014/main" id="{90DB5A42-7262-6554-DB2F-D8FF3F7DD62F}"/>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38" name="Freeform 278">
                    <a:extLst>
                      <a:ext uri="{FF2B5EF4-FFF2-40B4-BE49-F238E27FC236}">
                        <a16:creationId xmlns:a16="http://schemas.microsoft.com/office/drawing/2014/main" id="{C00D7B42-860B-C77B-BB7A-D918C2C8F8C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39" name="Freeform 279">
                    <a:extLst>
                      <a:ext uri="{FF2B5EF4-FFF2-40B4-BE49-F238E27FC236}">
                        <a16:creationId xmlns:a16="http://schemas.microsoft.com/office/drawing/2014/main" id="{22F8215F-58DC-AF70-107F-2E0C20C97AAF}"/>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40" name="Freeform 280">
                    <a:extLst>
                      <a:ext uri="{FF2B5EF4-FFF2-40B4-BE49-F238E27FC236}">
                        <a16:creationId xmlns:a16="http://schemas.microsoft.com/office/drawing/2014/main" id="{CD5F2F3A-0FAD-F9E8-9424-D626B4BB2D5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41" name="Freeform 281">
                    <a:extLst>
                      <a:ext uri="{FF2B5EF4-FFF2-40B4-BE49-F238E27FC236}">
                        <a16:creationId xmlns:a16="http://schemas.microsoft.com/office/drawing/2014/main" id="{464FDD06-EBE2-1BAD-1B7E-E4DA037D7FF4}"/>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8442" name="Freeform 282">
                    <a:extLst>
                      <a:ext uri="{FF2B5EF4-FFF2-40B4-BE49-F238E27FC236}">
                        <a16:creationId xmlns:a16="http://schemas.microsoft.com/office/drawing/2014/main" id="{64DFA7E4-2837-8005-FCAA-66A5A3EFAC97}"/>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8430" name="WordArt 283">
              <a:extLst>
                <a:ext uri="{FF2B5EF4-FFF2-40B4-BE49-F238E27FC236}">
                  <a16:creationId xmlns:a16="http://schemas.microsoft.com/office/drawing/2014/main" id="{299C8B99-1230-8A28-8941-8ED155A2EB2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grpSp>
        <p:nvGrpSpPr>
          <p:cNvPr id="58403" name="Group 284">
            <a:extLst>
              <a:ext uri="{FF2B5EF4-FFF2-40B4-BE49-F238E27FC236}">
                <a16:creationId xmlns:a16="http://schemas.microsoft.com/office/drawing/2014/main" id="{28148608-DF06-C97F-D598-AC9E9F1D29E7}"/>
              </a:ext>
            </a:extLst>
          </p:cNvPr>
          <p:cNvGrpSpPr>
            <a:grpSpLocks/>
          </p:cNvGrpSpPr>
          <p:nvPr/>
        </p:nvGrpSpPr>
        <p:grpSpPr bwMode="auto">
          <a:xfrm>
            <a:off x="4673601" y="3625850"/>
            <a:ext cx="904875" cy="571500"/>
            <a:chOff x="195" y="394"/>
            <a:chExt cx="570" cy="360"/>
          </a:xfrm>
        </p:grpSpPr>
        <p:sp>
          <p:nvSpPr>
            <p:cNvPr id="58425" name="Arc 285">
              <a:extLst>
                <a:ext uri="{FF2B5EF4-FFF2-40B4-BE49-F238E27FC236}">
                  <a16:creationId xmlns:a16="http://schemas.microsoft.com/office/drawing/2014/main" id="{3E8AD6CC-68B2-DB52-1DE8-6F91E4517FBE}"/>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58426" name="Arc 286">
              <a:extLst>
                <a:ext uri="{FF2B5EF4-FFF2-40B4-BE49-F238E27FC236}">
                  <a16:creationId xmlns:a16="http://schemas.microsoft.com/office/drawing/2014/main" id="{F97A8797-BB62-FA41-58DE-5C8C856A1F03}"/>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58427" name="Line 287">
              <a:extLst>
                <a:ext uri="{FF2B5EF4-FFF2-40B4-BE49-F238E27FC236}">
                  <a16:creationId xmlns:a16="http://schemas.microsoft.com/office/drawing/2014/main" id="{E1A29223-B0A0-CFD1-1BDC-D1D745ADD878}"/>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58428" name="Line 288">
              <a:extLst>
                <a:ext uri="{FF2B5EF4-FFF2-40B4-BE49-F238E27FC236}">
                  <a16:creationId xmlns:a16="http://schemas.microsoft.com/office/drawing/2014/main" id="{8FC07FC1-0C32-2A6D-8E1E-0CFC118F2D59}"/>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58404" name="Group 289">
            <a:extLst>
              <a:ext uri="{FF2B5EF4-FFF2-40B4-BE49-F238E27FC236}">
                <a16:creationId xmlns:a16="http://schemas.microsoft.com/office/drawing/2014/main" id="{E8AF21F1-5178-165E-A069-35DEA37A0CFE}"/>
              </a:ext>
            </a:extLst>
          </p:cNvPr>
          <p:cNvGrpSpPr>
            <a:grpSpLocks/>
          </p:cNvGrpSpPr>
          <p:nvPr/>
        </p:nvGrpSpPr>
        <p:grpSpPr bwMode="auto">
          <a:xfrm>
            <a:off x="4673601" y="5443538"/>
            <a:ext cx="904875" cy="571500"/>
            <a:chOff x="195" y="394"/>
            <a:chExt cx="570" cy="360"/>
          </a:xfrm>
        </p:grpSpPr>
        <p:sp>
          <p:nvSpPr>
            <p:cNvPr id="58421" name="Arc 290">
              <a:extLst>
                <a:ext uri="{FF2B5EF4-FFF2-40B4-BE49-F238E27FC236}">
                  <a16:creationId xmlns:a16="http://schemas.microsoft.com/office/drawing/2014/main" id="{7E16ADA0-816D-039A-2753-9DCE5A65B99B}"/>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58422" name="Arc 291">
              <a:extLst>
                <a:ext uri="{FF2B5EF4-FFF2-40B4-BE49-F238E27FC236}">
                  <a16:creationId xmlns:a16="http://schemas.microsoft.com/office/drawing/2014/main" id="{1F4EB965-EA7A-231D-68D7-F0C32AD8E3CE}"/>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58423" name="Line 292">
              <a:extLst>
                <a:ext uri="{FF2B5EF4-FFF2-40B4-BE49-F238E27FC236}">
                  <a16:creationId xmlns:a16="http://schemas.microsoft.com/office/drawing/2014/main" id="{15F7F7CE-54F0-2B17-1D01-47AFA3CBA274}"/>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58424" name="Line 293">
              <a:extLst>
                <a:ext uri="{FF2B5EF4-FFF2-40B4-BE49-F238E27FC236}">
                  <a16:creationId xmlns:a16="http://schemas.microsoft.com/office/drawing/2014/main" id="{0ACB4129-F945-E10C-A1B6-F47973B219D1}"/>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58405" name="Group 294">
            <a:extLst>
              <a:ext uri="{FF2B5EF4-FFF2-40B4-BE49-F238E27FC236}">
                <a16:creationId xmlns:a16="http://schemas.microsoft.com/office/drawing/2014/main" id="{CF9A7ABD-533C-9B4E-7722-7F41A89B3369}"/>
              </a:ext>
            </a:extLst>
          </p:cNvPr>
          <p:cNvGrpSpPr>
            <a:grpSpLocks/>
          </p:cNvGrpSpPr>
          <p:nvPr/>
        </p:nvGrpSpPr>
        <p:grpSpPr bwMode="auto">
          <a:xfrm>
            <a:off x="6873876" y="5443538"/>
            <a:ext cx="904875" cy="571500"/>
            <a:chOff x="195" y="394"/>
            <a:chExt cx="570" cy="360"/>
          </a:xfrm>
        </p:grpSpPr>
        <p:sp>
          <p:nvSpPr>
            <p:cNvPr id="58417" name="Arc 295">
              <a:extLst>
                <a:ext uri="{FF2B5EF4-FFF2-40B4-BE49-F238E27FC236}">
                  <a16:creationId xmlns:a16="http://schemas.microsoft.com/office/drawing/2014/main" id="{3FFBFCCA-9D30-20D2-58CF-2E86CEA3CCF2}"/>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58418" name="Arc 296">
              <a:extLst>
                <a:ext uri="{FF2B5EF4-FFF2-40B4-BE49-F238E27FC236}">
                  <a16:creationId xmlns:a16="http://schemas.microsoft.com/office/drawing/2014/main" id="{7835E033-BEA1-C746-39F7-8CF22FADA42A}"/>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58419" name="Line 297">
              <a:extLst>
                <a:ext uri="{FF2B5EF4-FFF2-40B4-BE49-F238E27FC236}">
                  <a16:creationId xmlns:a16="http://schemas.microsoft.com/office/drawing/2014/main" id="{AAF13694-C746-E915-F354-ED3C171EB437}"/>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58420" name="Line 298">
              <a:extLst>
                <a:ext uri="{FF2B5EF4-FFF2-40B4-BE49-F238E27FC236}">
                  <a16:creationId xmlns:a16="http://schemas.microsoft.com/office/drawing/2014/main" id="{A85DF9AC-5612-714F-8511-36C683765CFB}"/>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58406" name="Group 299">
            <a:extLst>
              <a:ext uri="{FF2B5EF4-FFF2-40B4-BE49-F238E27FC236}">
                <a16:creationId xmlns:a16="http://schemas.microsoft.com/office/drawing/2014/main" id="{1F8ECDDC-0705-6A10-D5B5-ECD32A995224}"/>
              </a:ext>
            </a:extLst>
          </p:cNvPr>
          <p:cNvGrpSpPr>
            <a:grpSpLocks/>
          </p:cNvGrpSpPr>
          <p:nvPr/>
        </p:nvGrpSpPr>
        <p:grpSpPr bwMode="auto">
          <a:xfrm>
            <a:off x="6864351" y="3625850"/>
            <a:ext cx="904875" cy="571500"/>
            <a:chOff x="195" y="394"/>
            <a:chExt cx="570" cy="360"/>
          </a:xfrm>
        </p:grpSpPr>
        <p:sp>
          <p:nvSpPr>
            <p:cNvPr id="58413" name="Arc 300">
              <a:extLst>
                <a:ext uri="{FF2B5EF4-FFF2-40B4-BE49-F238E27FC236}">
                  <a16:creationId xmlns:a16="http://schemas.microsoft.com/office/drawing/2014/main" id="{CB9F7920-30E0-D4AF-EAA5-F3EB30B0B15E}"/>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58414" name="Arc 301">
              <a:extLst>
                <a:ext uri="{FF2B5EF4-FFF2-40B4-BE49-F238E27FC236}">
                  <a16:creationId xmlns:a16="http://schemas.microsoft.com/office/drawing/2014/main" id="{BD0F5AC2-37BA-5762-2293-DA4C4E61F59B}"/>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58415" name="Line 302">
              <a:extLst>
                <a:ext uri="{FF2B5EF4-FFF2-40B4-BE49-F238E27FC236}">
                  <a16:creationId xmlns:a16="http://schemas.microsoft.com/office/drawing/2014/main" id="{1934C7E3-9115-B534-2698-F7E092AB766E}"/>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58416" name="Line 303">
              <a:extLst>
                <a:ext uri="{FF2B5EF4-FFF2-40B4-BE49-F238E27FC236}">
                  <a16:creationId xmlns:a16="http://schemas.microsoft.com/office/drawing/2014/main" id="{D9CB2CF1-0CCD-58AE-6772-039C3DEC6F68}"/>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58407" name="Group 304">
            <a:extLst>
              <a:ext uri="{FF2B5EF4-FFF2-40B4-BE49-F238E27FC236}">
                <a16:creationId xmlns:a16="http://schemas.microsoft.com/office/drawing/2014/main" id="{03E50E6B-285B-2691-1F56-B7108ECCE6D0}"/>
              </a:ext>
            </a:extLst>
          </p:cNvPr>
          <p:cNvGrpSpPr>
            <a:grpSpLocks/>
          </p:cNvGrpSpPr>
          <p:nvPr/>
        </p:nvGrpSpPr>
        <p:grpSpPr bwMode="auto">
          <a:xfrm>
            <a:off x="5741989" y="4524375"/>
            <a:ext cx="904875" cy="571500"/>
            <a:chOff x="195" y="394"/>
            <a:chExt cx="570" cy="360"/>
          </a:xfrm>
        </p:grpSpPr>
        <p:sp>
          <p:nvSpPr>
            <p:cNvPr id="58409" name="Arc 305">
              <a:extLst>
                <a:ext uri="{FF2B5EF4-FFF2-40B4-BE49-F238E27FC236}">
                  <a16:creationId xmlns:a16="http://schemas.microsoft.com/office/drawing/2014/main" id="{B9995EC3-6C6A-8038-8063-4F4279532D8C}"/>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58410" name="Arc 306">
              <a:extLst>
                <a:ext uri="{FF2B5EF4-FFF2-40B4-BE49-F238E27FC236}">
                  <a16:creationId xmlns:a16="http://schemas.microsoft.com/office/drawing/2014/main" id="{6740CDE6-A8DD-9861-1C04-090D49960C60}"/>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58411" name="Line 307">
              <a:extLst>
                <a:ext uri="{FF2B5EF4-FFF2-40B4-BE49-F238E27FC236}">
                  <a16:creationId xmlns:a16="http://schemas.microsoft.com/office/drawing/2014/main" id="{6D882BD1-882B-4B00-919F-53AA189C2EE6}"/>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58412" name="Line 308">
              <a:extLst>
                <a:ext uri="{FF2B5EF4-FFF2-40B4-BE49-F238E27FC236}">
                  <a16:creationId xmlns:a16="http://schemas.microsoft.com/office/drawing/2014/main" id="{E2C3315B-730A-6175-5B55-386A14AD4BC5}"/>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sp>
        <p:nvSpPr>
          <p:cNvPr id="4" name="Text Box 309">
            <a:extLst>
              <a:ext uri="{FF2B5EF4-FFF2-40B4-BE49-F238E27FC236}">
                <a16:creationId xmlns:a16="http://schemas.microsoft.com/office/drawing/2014/main" id="{844EE9E1-4FFC-47F0-56B5-7DB394BD33AF}"/>
              </a:ext>
            </a:extLst>
          </p:cNvPr>
          <p:cNvSpPr txBox="1">
            <a:spLocks noChangeArrowheads="1"/>
          </p:cNvSpPr>
          <p:nvPr/>
        </p:nvSpPr>
        <p:spPr bwMode="auto">
          <a:xfrm>
            <a:off x="1683639" y="4638387"/>
            <a:ext cx="191751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dirty="0" err="1">
                <a:solidFill>
                  <a:schemeClr val="tx2"/>
                </a:solidFill>
              </a:rPr>
              <a:t>backbone</a:t>
            </a:r>
            <a:endParaRPr lang="it-IT" altLang="it-IT" dirty="0">
              <a:solidFill>
                <a:schemeClr val="tx2"/>
              </a:solidFill>
            </a:endParaRPr>
          </a:p>
          <a:p>
            <a:pPr algn="ctr" eaLnBrk="1" hangingPunct="1">
              <a:spcBef>
                <a:spcPct val="0"/>
              </a:spcBef>
              <a:buClrTx/>
              <a:buSzTx/>
              <a:buFontTx/>
              <a:buNone/>
            </a:pPr>
            <a:r>
              <a:rPr lang="it-IT" altLang="it-IT" dirty="0">
                <a:solidFill>
                  <a:schemeClr val="tx2"/>
                </a:solidFill>
              </a:rPr>
              <a:t>routers</a:t>
            </a:r>
          </a:p>
        </p:txBody>
      </p:sp>
      <p:sp>
        <p:nvSpPr>
          <p:cNvPr id="3" name="Footer Placeholder 2">
            <a:extLst>
              <a:ext uri="{FF2B5EF4-FFF2-40B4-BE49-F238E27FC236}">
                <a16:creationId xmlns:a16="http://schemas.microsoft.com/office/drawing/2014/main" id="{84304B5D-107B-F70C-47A7-8782D4925140}"/>
              </a:ext>
            </a:extLst>
          </p:cNvPr>
          <p:cNvSpPr>
            <a:spLocks noGrp="1"/>
          </p:cNvSpPr>
          <p:nvPr>
            <p:ph type="ftr" sz="quarter" idx="11"/>
          </p:nvPr>
        </p:nvSpPr>
        <p:spPr/>
        <p:txBody>
          <a:bodyPr/>
          <a:lstStyle/>
          <a:p>
            <a:r>
              <a:rPr lang="it-IT" altLang="en-IT"/>
              <a:t>kathara – [ labs: ospf_frr ]</a:t>
            </a: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9A4A2526-1D89-DB93-2E43-537409CBE665}"/>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451D4F01-0C1E-F6BA-66EF-49469A2C4D28}"/>
              </a:ext>
            </a:extLst>
          </p:cNvPr>
          <p:cNvSpPr>
            <a:spLocks noGrp="1" noChangeArrowheads="1"/>
          </p:cNvSpPr>
          <p:nvPr>
            <p:ph type="ftr" sz="quarter" idx="11"/>
          </p:nvPr>
        </p:nvSpPr>
        <p:spPr>
          <a:ln/>
        </p:spPr>
        <p:txBody>
          <a:bodyPr/>
          <a:lstStyle/>
          <a:p>
            <a:r>
              <a:rPr lang="it-IT" altLang="en-IT"/>
              <a:t>kathara – [ labs: ospf_frr ]</a:t>
            </a:r>
          </a:p>
        </p:txBody>
      </p:sp>
      <p:sp>
        <p:nvSpPr>
          <p:cNvPr id="296" name="Segnaposto piè di pagina 2">
            <a:extLst>
              <a:ext uri="{FF2B5EF4-FFF2-40B4-BE49-F238E27FC236}">
                <a16:creationId xmlns:a16="http://schemas.microsoft.com/office/drawing/2014/main" id="{EF4272BF-56A9-4DA9-98AB-261AB412AA82}"/>
              </a:ext>
            </a:extLst>
          </p:cNvPr>
          <p:cNvSpPr txBox="1">
            <a:spLocks noGrp="1"/>
          </p:cNvSpPr>
          <p:nvPr/>
        </p:nvSpPr>
        <p:spPr bwMode="auto">
          <a:xfrm>
            <a:off x="3863975" y="6453189"/>
            <a:ext cx="4464050" cy="333375"/>
          </a:xfrm>
          <a:prstGeom prst="rect">
            <a:avLst/>
          </a:prstGeom>
          <a:noFill/>
          <a:ln>
            <a:miter lim="800000"/>
            <a:headEnd/>
            <a:tailEnd/>
          </a:ln>
        </p:spPr>
        <p:txBody>
          <a:bodyPr/>
          <a:lstStyle/>
          <a:p>
            <a:pPr algn="ctr" eaLnBrk="1" hangingPunct="1">
              <a:defRPr/>
            </a:pPr>
            <a:r>
              <a:rPr lang="it-IT" sz="1400" dirty="0" err="1">
                <a:latin typeface="+mn-lt"/>
              </a:rPr>
              <a:t>kathara</a:t>
            </a:r>
            <a:r>
              <a:rPr lang="it-IT" sz="1400" dirty="0">
                <a:latin typeface="+mn-lt"/>
              </a:rPr>
              <a:t> – [ labs: </a:t>
            </a:r>
            <a:r>
              <a:rPr lang="it-IT" sz="1400" dirty="0" err="1">
                <a:latin typeface="+mn-lt"/>
              </a:rPr>
              <a:t>ospf</a:t>
            </a:r>
            <a:r>
              <a:rPr lang="it-IT" sz="1400" dirty="0">
                <a:latin typeface="+mn-lt"/>
              </a:rPr>
              <a:t> ]</a:t>
            </a:r>
          </a:p>
        </p:txBody>
      </p:sp>
      <p:sp>
        <p:nvSpPr>
          <p:cNvPr id="59396" name="Rectangle 2">
            <a:extLst>
              <a:ext uri="{FF2B5EF4-FFF2-40B4-BE49-F238E27FC236}">
                <a16:creationId xmlns:a16="http://schemas.microsoft.com/office/drawing/2014/main" id="{A8459BA1-7BB7-2CD6-3297-F458DEEF2E21}"/>
              </a:ext>
            </a:extLst>
          </p:cNvPr>
          <p:cNvSpPr>
            <a:spLocks noChangeArrowheads="1"/>
          </p:cNvSpPr>
          <p:nvPr/>
        </p:nvSpPr>
        <p:spPr bwMode="auto">
          <a:xfrm>
            <a:off x="1524000" y="6457950"/>
            <a:ext cx="7016750" cy="4000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9397" name="Group 3">
            <a:extLst>
              <a:ext uri="{FF2B5EF4-FFF2-40B4-BE49-F238E27FC236}">
                <a16:creationId xmlns:a16="http://schemas.microsoft.com/office/drawing/2014/main" id="{4A715E48-635E-4691-A668-1DB8FEBDB85F}"/>
              </a:ext>
            </a:extLst>
          </p:cNvPr>
          <p:cNvGrpSpPr>
            <a:grpSpLocks/>
          </p:cNvGrpSpPr>
          <p:nvPr/>
        </p:nvGrpSpPr>
        <p:grpSpPr bwMode="auto">
          <a:xfrm>
            <a:off x="2894014" y="3603626"/>
            <a:ext cx="6510337" cy="3209925"/>
            <a:chOff x="863" y="2270"/>
            <a:chExt cx="4101" cy="2022"/>
          </a:xfrm>
        </p:grpSpPr>
        <p:grpSp>
          <p:nvGrpSpPr>
            <p:cNvPr id="59678" name="Group 4">
              <a:extLst>
                <a:ext uri="{FF2B5EF4-FFF2-40B4-BE49-F238E27FC236}">
                  <a16:creationId xmlns:a16="http://schemas.microsoft.com/office/drawing/2014/main" id="{D46C90DB-B1AA-AA14-6DA8-2EF86603EDC6}"/>
                </a:ext>
              </a:extLst>
            </p:cNvPr>
            <p:cNvGrpSpPr>
              <a:grpSpLocks/>
            </p:cNvGrpSpPr>
            <p:nvPr/>
          </p:nvGrpSpPr>
          <p:grpSpPr bwMode="auto">
            <a:xfrm>
              <a:off x="863" y="2406"/>
              <a:ext cx="4101" cy="1886"/>
              <a:chOff x="863" y="2406"/>
              <a:chExt cx="4101" cy="1886"/>
            </a:xfrm>
          </p:grpSpPr>
          <p:sp>
            <p:nvSpPr>
              <p:cNvPr id="59680" name="Oval 5">
                <a:extLst>
                  <a:ext uri="{FF2B5EF4-FFF2-40B4-BE49-F238E27FC236}">
                    <a16:creationId xmlns:a16="http://schemas.microsoft.com/office/drawing/2014/main" id="{5D18BD28-2A2E-8A5E-0135-AAFC736FA9C2}"/>
                  </a:ext>
                </a:extLst>
              </p:cNvPr>
              <p:cNvSpPr>
                <a:spLocks noChangeAspect="1" noChangeArrowheads="1"/>
              </p:cNvSpPr>
              <p:nvPr/>
            </p:nvSpPr>
            <p:spPr bwMode="auto">
              <a:xfrm>
                <a:off x="1519" y="2406"/>
                <a:ext cx="2819" cy="76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9681" name="Oval 6">
                <a:extLst>
                  <a:ext uri="{FF2B5EF4-FFF2-40B4-BE49-F238E27FC236}">
                    <a16:creationId xmlns:a16="http://schemas.microsoft.com/office/drawing/2014/main" id="{2F9F77BF-1740-956C-5E69-28513D5E902D}"/>
                  </a:ext>
                </a:extLst>
              </p:cNvPr>
              <p:cNvSpPr>
                <a:spLocks noChangeAspect="1" noChangeArrowheads="1"/>
              </p:cNvSpPr>
              <p:nvPr/>
            </p:nvSpPr>
            <p:spPr bwMode="auto">
              <a:xfrm>
                <a:off x="1174" y="2666"/>
                <a:ext cx="1487" cy="673"/>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9682" name="Oval 7">
                <a:extLst>
                  <a:ext uri="{FF2B5EF4-FFF2-40B4-BE49-F238E27FC236}">
                    <a16:creationId xmlns:a16="http://schemas.microsoft.com/office/drawing/2014/main" id="{BC6B1BF1-F595-E9AD-E9EB-C3DCFAA719E0}"/>
                  </a:ext>
                </a:extLst>
              </p:cNvPr>
              <p:cNvSpPr>
                <a:spLocks noChangeAspect="1" noChangeArrowheads="1"/>
              </p:cNvSpPr>
              <p:nvPr/>
            </p:nvSpPr>
            <p:spPr bwMode="auto">
              <a:xfrm>
                <a:off x="863" y="2887"/>
                <a:ext cx="860" cy="733"/>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9683" name="Oval 8">
                <a:extLst>
                  <a:ext uri="{FF2B5EF4-FFF2-40B4-BE49-F238E27FC236}">
                    <a16:creationId xmlns:a16="http://schemas.microsoft.com/office/drawing/2014/main" id="{F8BEE095-98BC-6738-C103-CE9B13E10491}"/>
                  </a:ext>
                </a:extLst>
              </p:cNvPr>
              <p:cNvSpPr>
                <a:spLocks noChangeAspect="1" noChangeArrowheads="1"/>
              </p:cNvSpPr>
              <p:nvPr/>
            </p:nvSpPr>
            <p:spPr bwMode="auto">
              <a:xfrm>
                <a:off x="1247" y="3312"/>
                <a:ext cx="1286" cy="59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9684" name="Oval 9">
                <a:extLst>
                  <a:ext uri="{FF2B5EF4-FFF2-40B4-BE49-F238E27FC236}">
                    <a16:creationId xmlns:a16="http://schemas.microsoft.com/office/drawing/2014/main" id="{28A4BB05-FC99-9522-2D99-78DA388513DC}"/>
                  </a:ext>
                </a:extLst>
              </p:cNvPr>
              <p:cNvSpPr>
                <a:spLocks noChangeAspect="1" noChangeArrowheads="1"/>
              </p:cNvSpPr>
              <p:nvPr/>
            </p:nvSpPr>
            <p:spPr bwMode="auto">
              <a:xfrm>
                <a:off x="1530" y="3412"/>
                <a:ext cx="2534" cy="88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9685" name="Oval 10">
                <a:extLst>
                  <a:ext uri="{FF2B5EF4-FFF2-40B4-BE49-F238E27FC236}">
                    <a16:creationId xmlns:a16="http://schemas.microsoft.com/office/drawing/2014/main" id="{7EE25DFC-19CA-375D-87DE-33A62AA3E3C7}"/>
                  </a:ext>
                </a:extLst>
              </p:cNvPr>
              <p:cNvSpPr>
                <a:spLocks noChangeAspect="1" noChangeArrowheads="1"/>
              </p:cNvSpPr>
              <p:nvPr/>
            </p:nvSpPr>
            <p:spPr bwMode="auto">
              <a:xfrm>
                <a:off x="3525" y="2685"/>
                <a:ext cx="1439" cy="71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9686" name="Oval 11">
                <a:extLst>
                  <a:ext uri="{FF2B5EF4-FFF2-40B4-BE49-F238E27FC236}">
                    <a16:creationId xmlns:a16="http://schemas.microsoft.com/office/drawing/2014/main" id="{8A785DF8-5CEF-F47A-420C-2F8242494CAD}"/>
                  </a:ext>
                </a:extLst>
              </p:cNvPr>
              <p:cNvSpPr>
                <a:spLocks noChangeAspect="1" noChangeArrowheads="1"/>
              </p:cNvSpPr>
              <p:nvPr/>
            </p:nvSpPr>
            <p:spPr bwMode="auto">
              <a:xfrm>
                <a:off x="3743" y="3025"/>
                <a:ext cx="826" cy="59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9687" name="Oval 12">
                <a:extLst>
                  <a:ext uri="{FF2B5EF4-FFF2-40B4-BE49-F238E27FC236}">
                    <a16:creationId xmlns:a16="http://schemas.microsoft.com/office/drawing/2014/main" id="{4AF8A9A0-9F81-57F9-E54D-4A9E6659D540}"/>
                  </a:ext>
                </a:extLst>
              </p:cNvPr>
              <p:cNvSpPr>
                <a:spLocks noChangeAspect="1" noChangeArrowheads="1"/>
              </p:cNvSpPr>
              <p:nvPr/>
            </p:nvSpPr>
            <p:spPr bwMode="auto">
              <a:xfrm>
                <a:off x="3611" y="3136"/>
                <a:ext cx="675" cy="88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59688" name="Oval 13">
                <a:extLst>
                  <a:ext uri="{FF2B5EF4-FFF2-40B4-BE49-F238E27FC236}">
                    <a16:creationId xmlns:a16="http://schemas.microsoft.com/office/drawing/2014/main" id="{EE5ABE54-085F-2405-42C8-CBCCA11E18F2}"/>
                  </a:ext>
                </a:extLst>
              </p:cNvPr>
              <p:cNvSpPr>
                <a:spLocks noChangeAspect="1" noChangeArrowheads="1"/>
              </p:cNvSpPr>
              <p:nvPr/>
            </p:nvSpPr>
            <p:spPr bwMode="auto">
              <a:xfrm>
                <a:off x="1530" y="2887"/>
                <a:ext cx="2890" cy="868"/>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59679" name="Oval 14">
              <a:extLst>
                <a:ext uri="{FF2B5EF4-FFF2-40B4-BE49-F238E27FC236}">
                  <a16:creationId xmlns:a16="http://schemas.microsoft.com/office/drawing/2014/main" id="{337D99AA-28C4-C0D7-E554-7739C8C2D218}"/>
                </a:ext>
              </a:extLst>
            </p:cNvPr>
            <p:cNvSpPr>
              <a:spLocks noChangeAspect="1" noChangeArrowheads="1"/>
            </p:cNvSpPr>
            <p:nvPr/>
          </p:nvSpPr>
          <p:spPr bwMode="auto">
            <a:xfrm>
              <a:off x="2215" y="2270"/>
              <a:ext cx="1518" cy="76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59398" name="Freeform 15">
            <a:extLst>
              <a:ext uri="{FF2B5EF4-FFF2-40B4-BE49-F238E27FC236}">
                <a16:creationId xmlns:a16="http://schemas.microsoft.com/office/drawing/2014/main" id="{DB7EDAE9-EFDB-8728-F979-42F42A3F6873}"/>
              </a:ext>
            </a:extLst>
          </p:cNvPr>
          <p:cNvSpPr>
            <a:spLocks/>
          </p:cNvSpPr>
          <p:nvPr/>
        </p:nvSpPr>
        <p:spPr bwMode="auto">
          <a:xfrm>
            <a:off x="7224713" y="49213"/>
            <a:ext cx="3371850" cy="3886200"/>
          </a:xfrm>
          <a:custGeom>
            <a:avLst/>
            <a:gdLst>
              <a:gd name="T0" fmla="*/ 168849675 w 2124"/>
              <a:gd name="T1" fmla="*/ 2147483646 h 2448"/>
              <a:gd name="T2" fmla="*/ 572074675 w 2124"/>
              <a:gd name="T3" fmla="*/ 2147483646 h 2448"/>
              <a:gd name="T4" fmla="*/ 841732188 w 2124"/>
              <a:gd name="T5" fmla="*/ 2147483646 h 2448"/>
              <a:gd name="T6" fmla="*/ 587195613 w 2124"/>
              <a:gd name="T7" fmla="*/ 2147483646 h 2448"/>
              <a:gd name="T8" fmla="*/ 1081146238 w 2124"/>
              <a:gd name="T9" fmla="*/ 2147483646 h 2448"/>
              <a:gd name="T10" fmla="*/ 2069047488 w 2124"/>
              <a:gd name="T11" fmla="*/ 2147483646 h 2448"/>
              <a:gd name="T12" fmla="*/ 2147483646 w 2124"/>
              <a:gd name="T13" fmla="*/ 2147483646 h 2448"/>
              <a:gd name="T14" fmla="*/ 2147483646 w 2124"/>
              <a:gd name="T15" fmla="*/ 2147483646 h 2448"/>
              <a:gd name="T16" fmla="*/ 2147483646 w 2124"/>
              <a:gd name="T17" fmla="*/ 2147483646 h 2448"/>
              <a:gd name="T18" fmla="*/ 2147483646 w 2124"/>
              <a:gd name="T19" fmla="*/ 1708665938 h 2448"/>
              <a:gd name="T20" fmla="*/ 2147483646 w 2124"/>
              <a:gd name="T21" fmla="*/ 282257500 h 2448"/>
              <a:gd name="T22" fmla="*/ 2147483646 w 2124"/>
              <a:gd name="T23" fmla="*/ 70564375 h 2448"/>
              <a:gd name="T24" fmla="*/ 423386250 w 2124"/>
              <a:gd name="T25" fmla="*/ 176410938 h 2448"/>
              <a:gd name="T26" fmla="*/ 302418750 w 2124"/>
              <a:gd name="T27" fmla="*/ 1134070313 h 2448"/>
              <a:gd name="T28" fmla="*/ 511590925 w 2124"/>
              <a:gd name="T29" fmla="*/ 1688504688 h 2448"/>
              <a:gd name="T30" fmla="*/ 168849675 w 2124"/>
              <a:gd name="T31" fmla="*/ 2147483646 h 24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124"/>
              <a:gd name="T49" fmla="*/ 0 h 2448"/>
              <a:gd name="T50" fmla="*/ 2124 w 2124"/>
              <a:gd name="T51" fmla="*/ 2448 h 244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124" h="2448">
                <a:moveTo>
                  <a:pt x="67" y="990"/>
                </a:moveTo>
                <a:cubicBezTo>
                  <a:pt x="27" y="1066"/>
                  <a:pt x="183" y="1206"/>
                  <a:pt x="227" y="1359"/>
                </a:cubicBezTo>
                <a:cubicBezTo>
                  <a:pt x="271" y="1512"/>
                  <a:pt x="333" y="1748"/>
                  <a:pt x="334" y="1911"/>
                </a:cubicBezTo>
                <a:cubicBezTo>
                  <a:pt x="335" y="2074"/>
                  <a:pt x="217" y="2249"/>
                  <a:pt x="233" y="2338"/>
                </a:cubicBezTo>
                <a:cubicBezTo>
                  <a:pt x="249" y="2427"/>
                  <a:pt x="331" y="2448"/>
                  <a:pt x="429" y="2445"/>
                </a:cubicBezTo>
                <a:cubicBezTo>
                  <a:pt x="527" y="2442"/>
                  <a:pt x="679" y="2351"/>
                  <a:pt x="821" y="2321"/>
                </a:cubicBezTo>
                <a:cubicBezTo>
                  <a:pt x="963" y="2291"/>
                  <a:pt x="1110" y="2289"/>
                  <a:pt x="1285" y="2265"/>
                </a:cubicBezTo>
                <a:cubicBezTo>
                  <a:pt x="1460" y="2241"/>
                  <a:pt x="1738" y="2250"/>
                  <a:pt x="1874" y="2174"/>
                </a:cubicBezTo>
                <a:cubicBezTo>
                  <a:pt x="2010" y="2098"/>
                  <a:pt x="2078" y="2060"/>
                  <a:pt x="2101" y="1811"/>
                </a:cubicBezTo>
                <a:cubicBezTo>
                  <a:pt x="2124" y="1562"/>
                  <a:pt x="2044" y="961"/>
                  <a:pt x="2011" y="678"/>
                </a:cubicBezTo>
                <a:cubicBezTo>
                  <a:pt x="1978" y="395"/>
                  <a:pt x="2049" y="220"/>
                  <a:pt x="1902" y="112"/>
                </a:cubicBezTo>
                <a:cubicBezTo>
                  <a:pt x="1755" y="4"/>
                  <a:pt x="1419" y="35"/>
                  <a:pt x="1130" y="28"/>
                </a:cubicBezTo>
                <a:cubicBezTo>
                  <a:pt x="841" y="21"/>
                  <a:pt x="336" y="0"/>
                  <a:pt x="168" y="70"/>
                </a:cubicBezTo>
                <a:cubicBezTo>
                  <a:pt x="0" y="140"/>
                  <a:pt x="114" y="350"/>
                  <a:pt x="120" y="450"/>
                </a:cubicBezTo>
                <a:cubicBezTo>
                  <a:pt x="126" y="550"/>
                  <a:pt x="212" y="580"/>
                  <a:pt x="203" y="670"/>
                </a:cubicBezTo>
                <a:cubicBezTo>
                  <a:pt x="194" y="760"/>
                  <a:pt x="95" y="923"/>
                  <a:pt x="67" y="990"/>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endParaRPr lang="en-GB"/>
          </a:p>
        </p:txBody>
      </p:sp>
      <p:sp>
        <p:nvSpPr>
          <p:cNvPr id="59399" name="Freeform 16">
            <a:extLst>
              <a:ext uri="{FF2B5EF4-FFF2-40B4-BE49-F238E27FC236}">
                <a16:creationId xmlns:a16="http://schemas.microsoft.com/office/drawing/2014/main" id="{C6304A24-5447-8C79-B043-6F32268BD40E}"/>
              </a:ext>
            </a:extLst>
          </p:cNvPr>
          <p:cNvSpPr>
            <a:spLocks/>
          </p:cNvSpPr>
          <p:nvPr/>
        </p:nvSpPr>
        <p:spPr bwMode="auto">
          <a:xfrm>
            <a:off x="4737101" y="52389"/>
            <a:ext cx="2828925" cy="3748087"/>
          </a:xfrm>
          <a:custGeom>
            <a:avLst/>
            <a:gdLst>
              <a:gd name="T0" fmla="*/ 332660625 w 1782"/>
              <a:gd name="T1" fmla="*/ 1577617602 h 2361"/>
              <a:gd name="T2" fmla="*/ 614918125 w 1782"/>
              <a:gd name="T3" fmla="*/ 1083667043 h 2361"/>
              <a:gd name="T4" fmla="*/ 975301263 w 1782"/>
              <a:gd name="T5" fmla="*/ 859372373 h 2361"/>
              <a:gd name="T6" fmla="*/ 1355844063 w 1782"/>
              <a:gd name="T7" fmla="*/ 559474613 h 2361"/>
              <a:gd name="T8" fmla="*/ 2147483646 w 1782"/>
              <a:gd name="T9" fmla="*/ 80644989 h 2361"/>
              <a:gd name="T10" fmla="*/ 2147483646 w 1782"/>
              <a:gd name="T11" fmla="*/ 110886860 h 2361"/>
              <a:gd name="T12" fmla="*/ 2147483646 w 1782"/>
              <a:gd name="T13" fmla="*/ 740925839 h 2361"/>
              <a:gd name="T14" fmla="*/ 2147483646 w 1782"/>
              <a:gd name="T15" fmla="*/ 1607859473 h 2361"/>
              <a:gd name="T16" fmla="*/ 2147483646 w 1782"/>
              <a:gd name="T17" fmla="*/ 2147483646 h 2361"/>
              <a:gd name="T18" fmla="*/ 2147483646 w 1782"/>
              <a:gd name="T19" fmla="*/ 2147483646 h 2361"/>
              <a:gd name="T20" fmla="*/ 2147483646 w 1782"/>
              <a:gd name="T21" fmla="*/ 2147483646 h 2361"/>
              <a:gd name="T22" fmla="*/ 2147483646 w 1782"/>
              <a:gd name="T23" fmla="*/ 2147483646 h 2361"/>
              <a:gd name="T24" fmla="*/ 2147483646 w 1782"/>
              <a:gd name="T25" fmla="*/ 2147483646 h 2361"/>
              <a:gd name="T26" fmla="*/ 2147483646 w 1782"/>
              <a:gd name="T27" fmla="*/ 2147483646 h 2361"/>
              <a:gd name="T28" fmla="*/ 1514614700 w 1782"/>
              <a:gd name="T29" fmla="*/ 2147483646 h 2361"/>
              <a:gd name="T30" fmla="*/ 1305440938 w 1782"/>
              <a:gd name="T31" fmla="*/ 2147483646 h 2361"/>
              <a:gd name="T32" fmla="*/ 645160000 w 1782"/>
              <a:gd name="T33" fmla="*/ 2147483646 h 2361"/>
              <a:gd name="T34" fmla="*/ 599797188 w 1782"/>
              <a:gd name="T35" fmla="*/ 2147483646 h 2361"/>
              <a:gd name="T36" fmla="*/ 93246575 w 1782"/>
              <a:gd name="T37" fmla="*/ 2147483646 h 2361"/>
              <a:gd name="T38" fmla="*/ 47883763 w 1782"/>
              <a:gd name="T39" fmla="*/ 2147483646 h 2361"/>
              <a:gd name="T40" fmla="*/ 332660625 w 1782"/>
              <a:gd name="T41" fmla="*/ 1577617602 h 236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82"/>
              <a:gd name="T64" fmla="*/ 0 h 2361"/>
              <a:gd name="T65" fmla="*/ 1782 w 1782"/>
              <a:gd name="T66" fmla="*/ 2361 h 236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82" h="2361">
                <a:moveTo>
                  <a:pt x="132" y="626"/>
                </a:moveTo>
                <a:cubicBezTo>
                  <a:pt x="170" y="530"/>
                  <a:pt x="202" y="477"/>
                  <a:pt x="244" y="430"/>
                </a:cubicBezTo>
                <a:cubicBezTo>
                  <a:pt x="286" y="383"/>
                  <a:pt x="338" y="376"/>
                  <a:pt x="387" y="341"/>
                </a:cubicBezTo>
                <a:cubicBezTo>
                  <a:pt x="436" y="306"/>
                  <a:pt x="456" y="273"/>
                  <a:pt x="538" y="222"/>
                </a:cubicBezTo>
                <a:cubicBezTo>
                  <a:pt x="620" y="171"/>
                  <a:pt x="745" y="62"/>
                  <a:pt x="880" y="32"/>
                </a:cubicBezTo>
                <a:cubicBezTo>
                  <a:pt x="1015" y="2"/>
                  <a:pt x="1243" y="0"/>
                  <a:pt x="1349" y="44"/>
                </a:cubicBezTo>
                <a:cubicBezTo>
                  <a:pt x="1455" y="88"/>
                  <a:pt x="1469" y="195"/>
                  <a:pt x="1515" y="294"/>
                </a:cubicBezTo>
                <a:cubicBezTo>
                  <a:pt x="1561" y="393"/>
                  <a:pt x="1629" y="523"/>
                  <a:pt x="1628" y="638"/>
                </a:cubicBezTo>
                <a:cubicBezTo>
                  <a:pt x="1627" y="753"/>
                  <a:pt x="1501" y="860"/>
                  <a:pt x="1509" y="982"/>
                </a:cubicBezTo>
                <a:cubicBezTo>
                  <a:pt x="1517" y="1104"/>
                  <a:pt x="1630" y="1221"/>
                  <a:pt x="1675" y="1368"/>
                </a:cubicBezTo>
                <a:cubicBezTo>
                  <a:pt x="1720" y="1515"/>
                  <a:pt x="1782" y="1717"/>
                  <a:pt x="1782" y="1867"/>
                </a:cubicBezTo>
                <a:cubicBezTo>
                  <a:pt x="1782" y="2017"/>
                  <a:pt x="1746" y="2209"/>
                  <a:pt x="1675" y="2271"/>
                </a:cubicBezTo>
                <a:cubicBezTo>
                  <a:pt x="1604" y="2333"/>
                  <a:pt x="1424" y="2303"/>
                  <a:pt x="1355" y="2241"/>
                </a:cubicBezTo>
                <a:cubicBezTo>
                  <a:pt x="1286" y="2179"/>
                  <a:pt x="1426" y="1921"/>
                  <a:pt x="1260" y="1897"/>
                </a:cubicBezTo>
                <a:cubicBezTo>
                  <a:pt x="1094" y="1873"/>
                  <a:pt x="708" y="1885"/>
                  <a:pt x="601" y="1909"/>
                </a:cubicBezTo>
                <a:cubicBezTo>
                  <a:pt x="494" y="1933"/>
                  <a:pt x="575" y="2222"/>
                  <a:pt x="518" y="2283"/>
                </a:cubicBezTo>
                <a:cubicBezTo>
                  <a:pt x="465" y="2345"/>
                  <a:pt x="303" y="2361"/>
                  <a:pt x="256" y="2277"/>
                </a:cubicBezTo>
                <a:cubicBezTo>
                  <a:pt x="209" y="2193"/>
                  <a:pt x="274" y="1910"/>
                  <a:pt x="238" y="1778"/>
                </a:cubicBezTo>
                <a:cubicBezTo>
                  <a:pt x="202" y="1646"/>
                  <a:pt x="74" y="1616"/>
                  <a:pt x="37" y="1487"/>
                </a:cubicBezTo>
                <a:cubicBezTo>
                  <a:pt x="0" y="1358"/>
                  <a:pt x="3" y="1149"/>
                  <a:pt x="19" y="1006"/>
                </a:cubicBezTo>
                <a:cubicBezTo>
                  <a:pt x="35" y="863"/>
                  <a:pt x="94" y="710"/>
                  <a:pt x="132" y="626"/>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endParaRPr lang="en-GB"/>
          </a:p>
        </p:txBody>
      </p:sp>
      <p:sp>
        <p:nvSpPr>
          <p:cNvPr id="59400" name="Freeform 17">
            <a:extLst>
              <a:ext uri="{FF2B5EF4-FFF2-40B4-BE49-F238E27FC236}">
                <a16:creationId xmlns:a16="http://schemas.microsoft.com/office/drawing/2014/main" id="{12325CAB-55DC-075F-11D3-D7EE441F8E65}"/>
              </a:ext>
            </a:extLst>
          </p:cNvPr>
          <p:cNvSpPr>
            <a:spLocks/>
          </p:cNvSpPr>
          <p:nvPr/>
        </p:nvSpPr>
        <p:spPr bwMode="auto">
          <a:xfrm>
            <a:off x="1770063" y="66675"/>
            <a:ext cx="3784600" cy="3708400"/>
          </a:xfrm>
          <a:custGeom>
            <a:avLst/>
            <a:gdLst>
              <a:gd name="T0" fmla="*/ 2147483646 w 2384"/>
              <a:gd name="T1" fmla="*/ 2147483646 h 2336"/>
              <a:gd name="T2" fmla="*/ 2147483646 w 2384"/>
              <a:gd name="T3" fmla="*/ 2147483646 h 2336"/>
              <a:gd name="T4" fmla="*/ 2147483646 w 2384"/>
              <a:gd name="T5" fmla="*/ 2147483646 h 2336"/>
              <a:gd name="T6" fmla="*/ 2147483646 w 2384"/>
              <a:gd name="T7" fmla="*/ 2147483646 h 2336"/>
              <a:gd name="T8" fmla="*/ 2147483646 w 2384"/>
              <a:gd name="T9" fmla="*/ 2147483646 h 2336"/>
              <a:gd name="T10" fmla="*/ 2147483646 w 2384"/>
              <a:gd name="T11" fmla="*/ 1436489063 h 2336"/>
              <a:gd name="T12" fmla="*/ 2147483646 w 2384"/>
              <a:gd name="T13" fmla="*/ 688003450 h 2336"/>
              <a:gd name="T14" fmla="*/ 2147483646 w 2384"/>
              <a:gd name="T15" fmla="*/ 642639050 h 2336"/>
              <a:gd name="T16" fmla="*/ 2147483646 w 2384"/>
              <a:gd name="T17" fmla="*/ 118446550 h 2336"/>
              <a:gd name="T18" fmla="*/ 2147483646 w 2384"/>
              <a:gd name="T19" fmla="*/ 88206263 h 2336"/>
              <a:gd name="T20" fmla="*/ 1391126250 w 2384"/>
              <a:gd name="T21" fmla="*/ 209172175 h 2336"/>
              <a:gd name="T22" fmla="*/ 466228113 w 2384"/>
              <a:gd name="T23" fmla="*/ 1335682813 h 2336"/>
              <a:gd name="T24" fmla="*/ 352821875 w 2384"/>
              <a:gd name="T25" fmla="*/ 2147483646 h 2336"/>
              <a:gd name="T26" fmla="*/ 118446550 w 2384"/>
              <a:gd name="T27" fmla="*/ 2147483646 h 2336"/>
              <a:gd name="T28" fmla="*/ 1060984988 w 2384"/>
              <a:gd name="T29" fmla="*/ 2147483646 h 2336"/>
              <a:gd name="T30" fmla="*/ 1630540300 w 2384"/>
              <a:gd name="T31" fmla="*/ 2147483646 h 2336"/>
              <a:gd name="T32" fmla="*/ 2147483646 w 2384"/>
              <a:gd name="T33" fmla="*/ 2147483646 h 2336"/>
              <a:gd name="T34" fmla="*/ 2147483646 w 2384"/>
              <a:gd name="T35" fmla="*/ 2147483646 h 23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384"/>
              <a:gd name="T55" fmla="*/ 0 h 2336"/>
              <a:gd name="T56" fmla="*/ 2384 w 2384"/>
              <a:gd name="T57" fmla="*/ 2336 h 23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384" h="2336">
                <a:moveTo>
                  <a:pt x="1401" y="2054"/>
                </a:moveTo>
                <a:cubicBezTo>
                  <a:pt x="1552" y="2098"/>
                  <a:pt x="1676" y="2257"/>
                  <a:pt x="1787" y="2292"/>
                </a:cubicBezTo>
                <a:cubicBezTo>
                  <a:pt x="1898" y="2327"/>
                  <a:pt x="2023" y="2336"/>
                  <a:pt x="2066" y="2262"/>
                </a:cubicBezTo>
                <a:cubicBezTo>
                  <a:pt x="2109" y="2188"/>
                  <a:pt x="2098" y="1979"/>
                  <a:pt x="2048" y="1846"/>
                </a:cubicBezTo>
                <a:cubicBezTo>
                  <a:pt x="1998" y="1713"/>
                  <a:pt x="1789" y="1673"/>
                  <a:pt x="1763" y="1460"/>
                </a:cubicBezTo>
                <a:cubicBezTo>
                  <a:pt x="1737" y="1247"/>
                  <a:pt x="1816" y="768"/>
                  <a:pt x="1894" y="570"/>
                </a:cubicBezTo>
                <a:cubicBezTo>
                  <a:pt x="1972" y="372"/>
                  <a:pt x="2173" y="325"/>
                  <a:pt x="2232" y="273"/>
                </a:cubicBezTo>
                <a:cubicBezTo>
                  <a:pt x="2291" y="221"/>
                  <a:pt x="2246" y="293"/>
                  <a:pt x="2250" y="255"/>
                </a:cubicBezTo>
                <a:cubicBezTo>
                  <a:pt x="2254" y="217"/>
                  <a:pt x="2384" y="84"/>
                  <a:pt x="2256" y="47"/>
                </a:cubicBezTo>
                <a:cubicBezTo>
                  <a:pt x="2128" y="10"/>
                  <a:pt x="1768" y="29"/>
                  <a:pt x="1484" y="35"/>
                </a:cubicBezTo>
                <a:cubicBezTo>
                  <a:pt x="1200" y="41"/>
                  <a:pt x="769" y="0"/>
                  <a:pt x="552" y="83"/>
                </a:cubicBezTo>
                <a:cubicBezTo>
                  <a:pt x="335" y="166"/>
                  <a:pt x="254" y="380"/>
                  <a:pt x="185" y="530"/>
                </a:cubicBezTo>
                <a:cubicBezTo>
                  <a:pt x="116" y="680"/>
                  <a:pt x="163" y="777"/>
                  <a:pt x="140" y="984"/>
                </a:cubicBezTo>
                <a:cubicBezTo>
                  <a:pt x="117" y="1191"/>
                  <a:pt x="0" y="1628"/>
                  <a:pt x="47" y="1775"/>
                </a:cubicBezTo>
                <a:cubicBezTo>
                  <a:pt x="94" y="1922"/>
                  <a:pt x="321" y="1833"/>
                  <a:pt x="421" y="1864"/>
                </a:cubicBezTo>
                <a:cubicBezTo>
                  <a:pt x="521" y="1895"/>
                  <a:pt x="571" y="1931"/>
                  <a:pt x="647" y="1959"/>
                </a:cubicBezTo>
                <a:cubicBezTo>
                  <a:pt x="723" y="1987"/>
                  <a:pt x="752" y="2014"/>
                  <a:pt x="878" y="2030"/>
                </a:cubicBezTo>
                <a:cubicBezTo>
                  <a:pt x="1004" y="2046"/>
                  <a:pt x="1292" y="2049"/>
                  <a:pt x="1401" y="2054"/>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a:lstStyle/>
          <a:p>
            <a:endParaRPr lang="en-GB"/>
          </a:p>
        </p:txBody>
      </p:sp>
      <p:sp>
        <p:nvSpPr>
          <p:cNvPr id="59401" name="Rectangle 18">
            <a:extLst>
              <a:ext uri="{FF2B5EF4-FFF2-40B4-BE49-F238E27FC236}">
                <a16:creationId xmlns:a16="http://schemas.microsoft.com/office/drawing/2014/main" id="{B529457B-896A-0E5C-4CD4-00F808667F64}"/>
              </a:ext>
            </a:extLst>
          </p:cNvPr>
          <p:cNvSpPr>
            <a:spLocks noChangeArrowheads="1"/>
          </p:cNvSpPr>
          <p:nvPr/>
        </p:nvSpPr>
        <p:spPr bwMode="auto">
          <a:xfrm>
            <a:off x="5137151" y="3921126"/>
            <a:ext cx="2182813" cy="1789113"/>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9402" name="Group 19">
            <a:extLst>
              <a:ext uri="{FF2B5EF4-FFF2-40B4-BE49-F238E27FC236}">
                <a16:creationId xmlns:a16="http://schemas.microsoft.com/office/drawing/2014/main" id="{88743AB7-0A89-F83C-FAC8-680D5E13A5C9}"/>
              </a:ext>
            </a:extLst>
          </p:cNvPr>
          <p:cNvGrpSpPr>
            <a:grpSpLocks noChangeAspect="1"/>
          </p:cNvGrpSpPr>
          <p:nvPr/>
        </p:nvGrpSpPr>
        <p:grpSpPr bwMode="auto">
          <a:xfrm>
            <a:off x="4768850" y="5495926"/>
            <a:ext cx="723900" cy="460375"/>
            <a:chOff x="3312" y="2160"/>
            <a:chExt cx="960" cy="528"/>
          </a:xfrm>
        </p:grpSpPr>
        <p:grpSp>
          <p:nvGrpSpPr>
            <p:cNvPr id="59656" name="Group 20">
              <a:extLst>
                <a:ext uri="{FF2B5EF4-FFF2-40B4-BE49-F238E27FC236}">
                  <a16:creationId xmlns:a16="http://schemas.microsoft.com/office/drawing/2014/main" id="{D74F5D8E-F01C-6789-51CC-24309A46DA41}"/>
                </a:ext>
              </a:extLst>
            </p:cNvPr>
            <p:cNvGrpSpPr>
              <a:grpSpLocks noChangeAspect="1"/>
            </p:cNvGrpSpPr>
            <p:nvPr/>
          </p:nvGrpSpPr>
          <p:grpSpPr bwMode="auto">
            <a:xfrm>
              <a:off x="3312" y="2160"/>
              <a:ext cx="960" cy="528"/>
              <a:chOff x="3312" y="2160"/>
              <a:chExt cx="960" cy="528"/>
            </a:xfrm>
          </p:grpSpPr>
          <p:sp>
            <p:nvSpPr>
              <p:cNvPr id="59658" name="AutoShape 21">
                <a:extLst>
                  <a:ext uri="{FF2B5EF4-FFF2-40B4-BE49-F238E27FC236}">
                    <a16:creationId xmlns:a16="http://schemas.microsoft.com/office/drawing/2014/main" id="{0553E24E-EC93-4506-BBDA-19E52F121241}"/>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9659" name="Group 22">
                <a:extLst>
                  <a:ext uri="{FF2B5EF4-FFF2-40B4-BE49-F238E27FC236}">
                    <a16:creationId xmlns:a16="http://schemas.microsoft.com/office/drawing/2014/main" id="{4A0841A8-4617-F0E2-37BD-717C29FCF6DF}"/>
                  </a:ext>
                </a:extLst>
              </p:cNvPr>
              <p:cNvGrpSpPr>
                <a:grpSpLocks noChangeAspect="1"/>
              </p:cNvGrpSpPr>
              <p:nvPr/>
            </p:nvGrpSpPr>
            <p:grpSpPr bwMode="auto">
              <a:xfrm>
                <a:off x="3488" y="2193"/>
                <a:ext cx="599" cy="207"/>
                <a:chOff x="422" y="1632"/>
                <a:chExt cx="829" cy="298"/>
              </a:xfrm>
            </p:grpSpPr>
            <p:grpSp>
              <p:nvGrpSpPr>
                <p:cNvPr id="59660" name="Group 23">
                  <a:extLst>
                    <a:ext uri="{FF2B5EF4-FFF2-40B4-BE49-F238E27FC236}">
                      <a16:creationId xmlns:a16="http://schemas.microsoft.com/office/drawing/2014/main" id="{2B8A1287-2396-9A3C-5DCC-10FF3C684352}"/>
                    </a:ext>
                  </a:extLst>
                </p:cNvPr>
                <p:cNvGrpSpPr>
                  <a:grpSpLocks noChangeAspect="1"/>
                </p:cNvGrpSpPr>
                <p:nvPr/>
              </p:nvGrpSpPr>
              <p:grpSpPr bwMode="auto">
                <a:xfrm>
                  <a:off x="422" y="1632"/>
                  <a:ext cx="822" cy="291"/>
                  <a:chOff x="422" y="1632"/>
                  <a:chExt cx="822" cy="291"/>
                </a:xfrm>
              </p:grpSpPr>
              <p:sp>
                <p:nvSpPr>
                  <p:cNvPr id="59670" name="Freeform 24">
                    <a:extLst>
                      <a:ext uri="{FF2B5EF4-FFF2-40B4-BE49-F238E27FC236}">
                        <a16:creationId xmlns:a16="http://schemas.microsoft.com/office/drawing/2014/main" id="{0C56D423-E237-4EF8-49DE-61BBE8C5D8E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71" name="Freeform 25">
                    <a:extLst>
                      <a:ext uri="{FF2B5EF4-FFF2-40B4-BE49-F238E27FC236}">
                        <a16:creationId xmlns:a16="http://schemas.microsoft.com/office/drawing/2014/main" id="{E6F7CAEA-C401-3E39-C7EC-85AF6F8564D6}"/>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72" name="Freeform 26">
                    <a:extLst>
                      <a:ext uri="{FF2B5EF4-FFF2-40B4-BE49-F238E27FC236}">
                        <a16:creationId xmlns:a16="http://schemas.microsoft.com/office/drawing/2014/main" id="{DA261EA7-71E1-69D7-1FC6-D28FEDE3147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73" name="Freeform 27">
                    <a:extLst>
                      <a:ext uri="{FF2B5EF4-FFF2-40B4-BE49-F238E27FC236}">
                        <a16:creationId xmlns:a16="http://schemas.microsoft.com/office/drawing/2014/main" id="{FA495797-5C25-D1E4-141C-E89999F2D7BC}"/>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74" name="Freeform 28">
                    <a:extLst>
                      <a:ext uri="{FF2B5EF4-FFF2-40B4-BE49-F238E27FC236}">
                        <a16:creationId xmlns:a16="http://schemas.microsoft.com/office/drawing/2014/main" id="{BB4EB832-D164-3F22-E092-22D41C3EDFB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75" name="Freeform 29">
                    <a:extLst>
                      <a:ext uri="{FF2B5EF4-FFF2-40B4-BE49-F238E27FC236}">
                        <a16:creationId xmlns:a16="http://schemas.microsoft.com/office/drawing/2014/main" id="{6A9987DB-602B-6A2D-3CCD-52691D3259D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76" name="Freeform 30">
                    <a:extLst>
                      <a:ext uri="{FF2B5EF4-FFF2-40B4-BE49-F238E27FC236}">
                        <a16:creationId xmlns:a16="http://schemas.microsoft.com/office/drawing/2014/main" id="{FCCAC6FD-5E86-6959-2A9A-4C6D29310D3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77" name="Freeform 31">
                    <a:extLst>
                      <a:ext uri="{FF2B5EF4-FFF2-40B4-BE49-F238E27FC236}">
                        <a16:creationId xmlns:a16="http://schemas.microsoft.com/office/drawing/2014/main" id="{0480765E-FD27-7A24-09F4-45A609FDCD8E}"/>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9661" name="Group 32">
                  <a:extLst>
                    <a:ext uri="{FF2B5EF4-FFF2-40B4-BE49-F238E27FC236}">
                      <a16:creationId xmlns:a16="http://schemas.microsoft.com/office/drawing/2014/main" id="{1D374BD7-6553-A78C-53B1-75C5C741FEA8}"/>
                    </a:ext>
                  </a:extLst>
                </p:cNvPr>
                <p:cNvGrpSpPr>
                  <a:grpSpLocks noChangeAspect="1"/>
                </p:cNvGrpSpPr>
                <p:nvPr/>
              </p:nvGrpSpPr>
              <p:grpSpPr bwMode="auto">
                <a:xfrm>
                  <a:off x="429" y="1639"/>
                  <a:ext cx="822" cy="291"/>
                  <a:chOff x="429" y="1639"/>
                  <a:chExt cx="822" cy="291"/>
                </a:xfrm>
              </p:grpSpPr>
              <p:sp>
                <p:nvSpPr>
                  <p:cNvPr id="59662" name="Freeform 33">
                    <a:extLst>
                      <a:ext uri="{FF2B5EF4-FFF2-40B4-BE49-F238E27FC236}">
                        <a16:creationId xmlns:a16="http://schemas.microsoft.com/office/drawing/2014/main" id="{DF769612-B8D2-668C-F184-206628C2BC32}"/>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63" name="Freeform 34">
                    <a:extLst>
                      <a:ext uri="{FF2B5EF4-FFF2-40B4-BE49-F238E27FC236}">
                        <a16:creationId xmlns:a16="http://schemas.microsoft.com/office/drawing/2014/main" id="{3092DF75-DCE1-334B-308F-B751E701D722}"/>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64" name="Freeform 35">
                    <a:extLst>
                      <a:ext uri="{FF2B5EF4-FFF2-40B4-BE49-F238E27FC236}">
                        <a16:creationId xmlns:a16="http://schemas.microsoft.com/office/drawing/2014/main" id="{8EE6B1BB-DCD2-056E-8021-C10BA7F7EB2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65" name="Freeform 36">
                    <a:extLst>
                      <a:ext uri="{FF2B5EF4-FFF2-40B4-BE49-F238E27FC236}">
                        <a16:creationId xmlns:a16="http://schemas.microsoft.com/office/drawing/2014/main" id="{819B3E8C-DEF3-07F6-068A-9F33890C8482}"/>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66" name="Freeform 37">
                    <a:extLst>
                      <a:ext uri="{FF2B5EF4-FFF2-40B4-BE49-F238E27FC236}">
                        <a16:creationId xmlns:a16="http://schemas.microsoft.com/office/drawing/2014/main" id="{6B36A248-FE08-241A-1573-7714507DCE3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67" name="Freeform 38">
                    <a:extLst>
                      <a:ext uri="{FF2B5EF4-FFF2-40B4-BE49-F238E27FC236}">
                        <a16:creationId xmlns:a16="http://schemas.microsoft.com/office/drawing/2014/main" id="{A0120735-9D73-1F30-E479-E70AC646FDB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68" name="Freeform 39">
                    <a:extLst>
                      <a:ext uri="{FF2B5EF4-FFF2-40B4-BE49-F238E27FC236}">
                        <a16:creationId xmlns:a16="http://schemas.microsoft.com/office/drawing/2014/main" id="{57458333-8735-A27B-49E5-4E3D90A57810}"/>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69" name="Freeform 40">
                    <a:extLst>
                      <a:ext uri="{FF2B5EF4-FFF2-40B4-BE49-F238E27FC236}">
                        <a16:creationId xmlns:a16="http://schemas.microsoft.com/office/drawing/2014/main" id="{08F7333E-9A21-DE62-030A-2F16157712C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9657" name="WordArt 41">
              <a:extLst>
                <a:ext uri="{FF2B5EF4-FFF2-40B4-BE49-F238E27FC236}">
                  <a16:creationId xmlns:a16="http://schemas.microsoft.com/office/drawing/2014/main" id="{90AD756D-D5E7-83D2-B857-5E50CB4BA4CF}"/>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sp>
        <p:nvSpPr>
          <p:cNvPr id="59403" name="Line 42">
            <a:extLst>
              <a:ext uri="{FF2B5EF4-FFF2-40B4-BE49-F238E27FC236}">
                <a16:creationId xmlns:a16="http://schemas.microsoft.com/office/drawing/2014/main" id="{5E0AC8A4-3ECE-B547-B271-4D7B09E9F3B8}"/>
              </a:ext>
            </a:extLst>
          </p:cNvPr>
          <p:cNvSpPr>
            <a:spLocks noChangeShapeType="1"/>
          </p:cNvSpPr>
          <p:nvPr/>
        </p:nvSpPr>
        <p:spPr bwMode="auto">
          <a:xfrm>
            <a:off x="6188075" y="3921125"/>
            <a:ext cx="0" cy="17526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9404" name="Group 43">
            <a:extLst>
              <a:ext uri="{FF2B5EF4-FFF2-40B4-BE49-F238E27FC236}">
                <a16:creationId xmlns:a16="http://schemas.microsoft.com/office/drawing/2014/main" id="{675DBA85-9B2F-4D3C-1E0A-1F36971786A5}"/>
              </a:ext>
            </a:extLst>
          </p:cNvPr>
          <p:cNvGrpSpPr>
            <a:grpSpLocks noChangeAspect="1"/>
          </p:cNvGrpSpPr>
          <p:nvPr/>
        </p:nvGrpSpPr>
        <p:grpSpPr bwMode="auto">
          <a:xfrm>
            <a:off x="5832475" y="4584701"/>
            <a:ext cx="723900" cy="460375"/>
            <a:chOff x="3312" y="2160"/>
            <a:chExt cx="960" cy="528"/>
          </a:xfrm>
        </p:grpSpPr>
        <p:grpSp>
          <p:nvGrpSpPr>
            <p:cNvPr id="59634" name="Group 44">
              <a:extLst>
                <a:ext uri="{FF2B5EF4-FFF2-40B4-BE49-F238E27FC236}">
                  <a16:creationId xmlns:a16="http://schemas.microsoft.com/office/drawing/2014/main" id="{3395BA46-9075-7A00-2C97-7773A605B705}"/>
                </a:ext>
              </a:extLst>
            </p:cNvPr>
            <p:cNvGrpSpPr>
              <a:grpSpLocks noChangeAspect="1"/>
            </p:cNvGrpSpPr>
            <p:nvPr/>
          </p:nvGrpSpPr>
          <p:grpSpPr bwMode="auto">
            <a:xfrm>
              <a:off x="3312" y="2160"/>
              <a:ext cx="960" cy="528"/>
              <a:chOff x="3312" y="2160"/>
              <a:chExt cx="960" cy="528"/>
            </a:xfrm>
          </p:grpSpPr>
          <p:sp>
            <p:nvSpPr>
              <p:cNvPr id="59636" name="AutoShape 45">
                <a:extLst>
                  <a:ext uri="{FF2B5EF4-FFF2-40B4-BE49-F238E27FC236}">
                    <a16:creationId xmlns:a16="http://schemas.microsoft.com/office/drawing/2014/main" id="{07E2F32A-8B06-94F6-1E67-9183830855F6}"/>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9637" name="Group 46">
                <a:extLst>
                  <a:ext uri="{FF2B5EF4-FFF2-40B4-BE49-F238E27FC236}">
                    <a16:creationId xmlns:a16="http://schemas.microsoft.com/office/drawing/2014/main" id="{1D14B46E-7E5B-B7EE-E59F-09110BDB2B9C}"/>
                  </a:ext>
                </a:extLst>
              </p:cNvPr>
              <p:cNvGrpSpPr>
                <a:grpSpLocks noChangeAspect="1"/>
              </p:cNvGrpSpPr>
              <p:nvPr/>
            </p:nvGrpSpPr>
            <p:grpSpPr bwMode="auto">
              <a:xfrm>
                <a:off x="3488" y="2193"/>
                <a:ext cx="599" cy="207"/>
                <a:chOff x="422" y="1632"/>
                <a:chExt cx="829" cy="298"/>
              </a:xfrm>
            </p:grpSpPr>
            <p:grpSp>
              <p:nvGrpSpPr>
                <p:cNvPr id="59638" name="Group 47">
                  <a:extLst>
                    <a:ext uri="{FF2B5EF4-FFF2-40B4-BE49-F238E27FC236}">
                      <a16:creationId xmlns:a16="http://schemas.microsoft.com/office/drawing/2014/main" id="{86B9EFEC-83E9-89B6-D0B5-8711000DB01D}"/>
                    </a:ext>
                  </a:extLst>
                </p:cNvPr>
                <p:cNvGrpSpPr>
                  <a:grpSpLocks noChangeAspect="1"/>
                </p:cNvGrpSpPr>
                <p:nvPr/>
              </p:nvGrpSpPr>
              <p:grpSpPr bwMode="auto">
                <a:xfrm>
                  <a:off x="422" y="1632"/>
                  <a:ext cx="822" cy="291"/>
                  <a:chOff x="422" y="1632"/>
                  <a:chExt cx="822" cy="291"/>
                </a:xfrm>
              </p:grpSpPr>
              <p:sp>
                <p:nvSpPr>
                  <p:cNvPr id="59648" name="Freeform 48">
                    <a:extLst>
                      <a:ext uri="{FF2B5EF4-FFF2-40B4-BE49-F238E27FC236}">
                        <a16:creationId xmlns:a16="http://schemas.microsoft.com/office/drawing/2014/main" id="{C5FABC09-6D8C-CB6F-BA13-4A396FC3B290}"/>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49" name="Freeform 49">
                    <a:extLst>
                      <a:ext uri="{FF2B5EF4-FFF2-40B4-BE49-F238E27FC236}">
                        <a16:creationId xmlns:a16="http://schemas.microsoft.com/office/drawing/2014/main" id="{97436432-722A-4D11-BD8A-4535D33284C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50" name="Freeform 50">
                    <a:extLst>
                      <a:ext uri="{FF2B5EF4-FFF2-40B4-BE49-F238E27FC236}">
                        <a16:creationId xmlns:a16="http://schemas.microsoft.com/office/drawing/2014/main" id="{FBA23F68-E4B4-40E0-8322-02A4910D107D}"/>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51" name="Freeform 51">
                    <a:extLst>
                      <a:ext uri="{FF2B5EF4-FFF2-40B4-BE49-F238E27FC236}">
                        <a16:creationId xmlns:a16="http://schemas.microsoft.com/office/drawing/2014/main" id="{C5B5D486-B916-E53A-3626-881513F19C2A}"/>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52" name="Freeform 52">
                    <a:extLst>
                      <a:ext uri="{FF2B5EF4-FFF2-40B4-BE49-F238E27FC236}">
                        <a16:creationId xmlns:a16="http://schemas.microsoft.com/office/drawing/2014/main" id="{78FE7AC2-32CF-0DC0-747F-75063FEB84C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53" name="Freeform 53">
                    <a:extLst>
                      <a:ext uri="{FF2B5EF4-FFF2-40B4-BE49-F238E27FC236}">
                        <a16:creationId xmlns:a16="http://schemas.microsoft.com/office/drawing/2014/main" id="{16B8AD69-BFF2-1485-6C86-77A1BF8729C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54" name="Freeform 54">
                    <a:extLst>
                      <a:ext uri="{FF2B5EF4-FFF2-40B4-BE49-F238E27FC236}">
                        <a16:creationId xmlns:a16="http://schemas.microsoft.com/office/drawing/2014/main" id="{DE82DE73-EF58-0BC3-5616-D4F89734415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55" name="Freeform 55">
                    <a:extLst>
                      <a:ext uri="{FF2B5EF4-FFF2-40B4-BE49-F238E27FC236}">
                        <a16:creationId xmlns:a16="http://schemas.microsoft.com/office/drawing/2014/main" id="{F2258331-304B-8D89-DF8F-720687DF9E6A}"/>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9639" name="Group 56">
                  <a:extLst>
                    <a:ext uri="{FF2B5EF4-FFF2-40B4-BE49-F238E27FC236}">
                      <a16:creationId xmlns:a16="http://schemas.microsoft.com/office/drawing/2014/main" id="{CC7F030D-28B0-CFC3-41A0-309A9540978A}"/>
                    </a:ext>
                  </a:extLst>
                </p:cNvPr>
                <p:cNvGrpSpPr>
                  <a:grpSpLocks noChangeAspect="1"/>
                </p:cNvGrpSpPr>
                <p:nvPr/>
              </p:nvGrpSpPr>
              <p:grpSpPr bwMode="auto">
                <a:xfrm>
                  <a:off x="429" y="1639"/>
                  <a:ext cx="822" cy="291"/>
                  <a:chOff x="429" y="1639"/>
                  <a:chExt cx="822" cy="291"/>
                </a:xfrm>
              </p:grpSpPr>
              <p:sp>
                <p:nvSpPr>
                  <p:cNvPr id="59640" name="Freeform 57">
                    <a:extLst>
                      <a:ext uri="{FF2B5EF4-FFF2-40B4-BE49-F238E27FC236}">
                        <a16:creationId xmlns:a16="http://schemas.microsoft.com/office/drawing/2014/main" id="{D4E4FFF2-F76E-1B3E-4CCF-7AB2A8ACB754}"/>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41" name="Freeform 58">
                    <a:extLst>
                      <a:ext uri="{FF2B5EF4-FFF2-40B4-BE49-F238E27FC236}">
                        <a16:creationId xmlns:a16="http://schemas.microsoft.com/office/drawing/2014/main" id="{132B336D-F9E0-B8F9-90A2-D0C396629DA3}"/>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42" name="Freeform 59">
                    <a:extLst>
                      <a:ext uri="{FF2B5EF4-FFF2-40B4-BE49-F238E27FC236}">
                        <a16:creationId xmlns:a16="http://schemas.microsoft.com/office/drawing/2014/main" id="{557BA30F-632E-4A2F-8A98-8861A0B7580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43" name="Freeform 60">
                    <a:extLst>
                      <a:ext uri="{FF2B5EF4-FFF2-40B4-BE49-F238E27FC236}">
                        <a16:creationId xmlns:a16="http://schemas.microsoft.com/office/drawing/2014/main" id="{F5A9A2F6-4079-40A2-D845-FBB79E50669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44" name="Freeform 61">
                    <a:extLst>
                      <a:ext uri="{FF2B5EF4-FFF2-40B4-BE49-F238E27FC236}">
                        <a16:creationId xmlns:a16="http://schemas.microsoft.com/office/drawing/2014/main" id="{9C71EB3A-5E36-778E-8F66-2C7C248A2AC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45" name="Freeform 62">
                    <a:extLst>
                      <a:ext uri="{FF2B5EF4-FFF2-40B4-BE49-F238E27FC236}">
                        <a16:creationId xmlns:a16="http://schemas.microsoft.com/office/drawing/2014/main" id="{1B65B33F-5AC7-A2EB-24A6-FDF1D6FF3E6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46" name="Freeform 63">
                    <a:extLst>
                      <a:ext uri="{FF2B5EF4-FFF2-40B4-BE49-F238E27FC236}">
                        <a16:creationId xmlns:a16="http://schemas.microsoft.com/office/drawing/2014/main" id="{8243D84E-4E79-7535-78BE-E046EAC49693}"/>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47" name="Freeform 64">
                    <a:extLst>
                      <a:ext uri="{FF2B5EF4-FFF2-40B4-BE49-F238E27FC236}">
                        <a16:creationId xmlns:a16="http://schemas.microsoft.com/office/drawing/2014/main" id="{4E06801B-9E2F-E20E-0486-283137BDCDC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9635" name="WordArt 65">
              <a:extLst>
                <a:ext uri="{FF2B5EF4-FFF2-40B4-BE49-F238E27FC236}">
                  <a16:creationId xmlns:a16="http://schemas.microsoft.com/office/drawing/2014/main" id="{E05E3B5B-67A7-9BD1-F4E3-398831204B04}"/>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59405" name="AutoShape 66">
            <a:extLst>
              <a:ext uri="{FF2B5EF4-FFF2-40B4-BE49-F238E27FC236}">
                <a16:creationId xmlns:a16="http://schemas.microsoft.com/office/drawing/2014/main" id="{010E0176-E586-C61B-EAD6-EC828C1BE010}"/>
              </a:ext>
            </a:extLst>
          </p:cNvPr>
          <p:cNvSpPr>
            <a:spLocks noChangeArrowheads="1"/>
          </p:cNvSpPr>
          <p:nvPr/>
        </p:nvSpPr>
        <p:spPr bwMode="auto">
          <a:xfrm>
            <a:off x="3503614" y="3876676"/>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0.0.0.0</a:t>
            </a:r>
          </a:p>
        </p:txBody>
      </p:sp>
      <p:sp>
        <p:nvSpPr>
          <p:cNvPr id="59406" name="Line 67">
            <a:extLst>
              <a:ext uri="{FF2B5EF4-FFF2-40B4-BE49-F238E27FC236}">
                <a16:creationId xmlns:a16="http://schemas.microsoft.com/office/drawing/2014/main" id="{DF717EDA-F06D-3519-7559-FC8247E42927}"/>
              </a:ext>
            </a:extLst>
          </p:cNvPr>
          <p:cNvSpPr>
            <a:spLocks noChangeShapeType="1"/>
          </p:cNvSpPr>
          <p:nvPr/>
        </p:nvSpPr>
        <p:spPr bwMode="auto">
          <a:xfrm>
            <a:off x="3998913" y="1871664"/>
            <a:ext cx="1041400" cy="19208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59407" name="AutoShape 68">
            <a:extLst>
              <a:ext uri="{FF2B5EF4-FFF2-40B4-BE49-F238E27FC236}">
                <a16:creationId xmlns:a16="http://schemas.microsoft.com/office/drawing/2014/main" id="{DF4768FC-3CC7-D6C4-CEBE-183022B994DB}"/>
              </a:ext>
            </a:extLst>
          </p:cNvPr>
          <p:cNvSpPr>
            <a:spLocks noChangeArrowheads="1"/>
          </p:cNvSpPr>
          <p:nvPr/>
        </p:nvSpPr>
        <p:spPr bwMode="auto">
          <a:xfrm>
            <a:off x="2868614" y="157164"/>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1.1.1.1</a:t>
            </a:r>
          </a:p>
        </p:txBody>
      </p:sp>
      <p:sp>
        <p:nvSpPr>
          <p:cNvPr id="59408" name="AutoShape 69">
            <a:extLst>
              <a:ext uri="{FF2B5EF4-FFF2-40B4-BE49-F238E27FC236}">
                <a16:creationId xmlns:a16="http://schemas.microsoft.com/office/drawing/2014/main" id="{EE54058B-B600-85BA-6308-D90037F98B26}"/>
              </a:ext>
            </a:extLst>
          </p:cNvPr>
          <p:cNvSpPr>
            <a:spLocks noChangeArrowheads="1"/>
          </p:cNvSpPr>
          <p:nvPr/>
        </p:nvSpPr>
        <p:spPr bwMode="auto">
          <a:xfrm>
            <a:off x="5927725" y="225426"/>
            <a:ext cx="1011238"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2.2.2.2</a:t>
            </a:r>
          </a:p>
        </p:txBody>
      </p:sp>
      <p:sp>
        <p:nvSpPr>
          <p:cNvPr id="59409" name="AutoShape 70">
            <a:extLst>
              <a:ext uri="{FF2B5EF4-FFF2-40B4-BE49-F238E27FC236}">
                <a16:creationId xmlns:a16="http://schemas.microsoft.com/office/drawing/2014/main" id="{C0624198-FFAF-A568-01AF-C460F6D31F4F}"/>
              </a:ext>
            </a:extLst>
          </p:cNvPr>
          <p:cNvSpPr>
            <a:spLocks noChangeArrowheads="1"/>
          </p:cNvSpPr>
          <p:nvPr/>
        </p:nvSpPr>
        <p:spPr bwMode="auto">
          <a:xfrm>
            <a:off x="9551989" y="44451"/>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3.3.3.3</a:t>
            </a:r>
          </a:p>
        </p:txBody>
      </p:sp>
      <p:sp>
        <p:nvSpPr>
          <p:cNvPr id="59410" name="Freeform 71">
            <a:extLst>
              <a:ext uri="{FF2B5EF4-FFF2-40B4-BE49-F238E27FC236}">
                <a16:creationId xmlns:a16="http://schemas.microsoft.com/office/drawing/2014/main" id="{A7BFD7CE-18E5-DC7E-C13E-CD7D834A2DA7}"/>
              </a:ext>
            </a:extLst>
          </p:cNvPr>
          <p:cNvSpPr>
            <a:spLocks/>
          </p:cNvSpPr>
          <p:nvPr/>
        </p:nvSpPr>
        <p:spPr bwMode="auto">
          <a:xfrm>
            <a:off x="2927350" y="1052514"/>
            <a:ext cx="1081088" cy="720725"/>
          </a:xfrm>
          <a:custGeom>
            <a:avLst/>
            <a:gdLst>
              <a:gd name="T0" fmla="*/ 0 w 681"/>
              <a:gd name="T1" fmla="*/ 0 h 454"/>
              <a:gd name="T2" fmla="*/ 1716227994 w 681"/>
              <a:gd name="T3" fmla="*/ 0 h 454"/>
              <a:gd name="T4" fmla="*/ 1716227994 w 681"/>
              <a:gd name="T5" fmla="*/ 1144150938 h 454"/>
              <a:gd name="T6" fmla="*/ 0 60000 65536"/>
              <a:gd name="T7" fmla="*/ 0 60000 65536"/>
              <a:gd name="T8" fmla="*/ 0 60000 65536"/>
              <a:gd name="T9" fmla="*/ 0 w 681"/>
              <a:gd name="T10" fmla="*/ 0 h 454"/>
              <a:gd name="T11" fmla="*/ 681 w 681"/>
              <a:gd name="T12" fmla="*/ 454 h 454"/>
            </a:gdLst>
            <a:ahLst/>
            <a:cxnLst>
              <a:cxn ang="T6">
                <a:pos x="T0" y="T1"/>
              </a:cxn>
              <a:cxn ang="T7">
                <a:pos x="T2" y="T3"/>
              </a:cxn>
              <a:cxn ang="T8">
                <a:pos x="T4" y="T5"/>
              </a:cxn>
            </a:cxnLst>
            <a:rect l="T9" t="T10" r="T11" b="T12"/>
            <a:pathLst>
              <a:path w="681" h="454">
                <a:moveTo>
                  <a:pt x="0" y="0"/>
                </a:moveTo>
                <a:lnTo>
                  <a:pt x="681" y="0"/>
                </a:lnTo>
                <a:lnTo>
                  <a:pt x="681" y="454"/>
                </a:lnTo>
              </a:path>
            </a:pathLst>
          </a:custGeom>
          <a:noFill/>
          <a:ln w="19050"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grpSp>
        <p:nvGrpSpPr>
          <p:cNvPr id="59411" name="Group 72">
            <a:extLst>
              <a:ext uri="{FF2B5EF4-FFF2-40B4-BE49-F238E27FC236}">
                <a16:creationId xmlns:a16="http://schemas.microsoft.com/office/drawing/2014/main" id="{50166313-55C2-62A1-1E35-784A97D9625A}"/>
              </a:ext>
            </a:extLst>
          </p:cNvPr>
          <p:cNvGrpSpPr>
            <a:grpSpLocks noChangeAspect="1"/>
          </p:cNvGrpSpPr>
          <p:nvPr/>
        </p:nvGrpSpPr>
        <p:grpSpPr bwMode="auto">
          <a:xfrm>
            <a:off x="3636963" y="1512889"/>
            <a:ext cx="723900" cy="460375"/>
            <a:chOff x="3312" y="2160"/>
            <a:chExt cx="960" cy="528"/>
          </a:xfrm>
        </p:grpSpPr>
        <p:grpSp>
          <p:nvGrpSpPr>
            <p:cNvPr id="59612" name="Group 73">
              <a:extLst>
                <a:ext uri="{FF2B5EF4-FFF2-40B4-BE49-F238E27FC236}">
                  <a16:creationId xmlns:a16="http://schemas.microsoft.com/office/drawing/2014/main" id="{67AC866A-3D14-CBC6-D119-12C7F05D73B1}"/>
                </a:ext>
              </a:extLst>
            </p:cNvPr>
            <p:cNvGrpSpPr>
              <a:grpSpLocks noChangeAspect="1"/>
            </p:cNvGrpSpPr>
            <p:nvPr/>
          </p:nvGrpSpPr>
          <p:grpSpPr bwMode="auto">
            <a:xfrm>
              <a:off x="3312" y="2160"/>
              <a:ext cx="960" cy="528"/>
              <a:chOff x="3312" y="2160"/>
              <a:chExt cx="960" cy="528"/>
            </a:xfrm>
          </p:grpSpPr>
          <p:sp>
            <p:nvSpPr>
              <p:cNvPr id="59614" name="AutoShape 74">
                <a:extLst>
                  <a:ext uri="{FF2B5EF4-FFF2-40B4-BE49-F238E27FC236}">
                    <a16:creationId xmlns:a16="http://schemas.microsoft.com/office/drawing/2014/main" id="{15BABE89-4015-969C-135A-9D271AD6BDD6}"/>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9615" name="Group 75">
                <a:extLst>
                  <a:ext uri="{FF2B5EF4-FFF2-40B4-BE49-F238E27FC236}">
                    <a16:creationId xmlns:a16="http://schemas.microsoft.com/office/drawing/2014/main" id="{68BA4A4A-5120-21C0-F3BE-77180A13638B}"/>
                  </a:ext>
                </a:extLst>
              </p:cNvPr>
              <p:cNvGrpSpPr>
                <a:grpSpLocks noChangeAspect="1"/>
              </p:cNvGrpSpPr>
              <p:nvPr/>
            </p:nvGrpSpPr>
            <p:grpSpPr bwMode="auto">
              <a:xfrm>
                <a:off x="3488" y="2193"/>
                <a:ext cx="599" cy="207"/>
                <a:chOff x="422" y="1632"/>
                <a:chExt cx="829" cy="298"/>
              </a:xfrm>
            </p:grpSpPr>
            <p:grpSp>
              <p:nvGrpSpPr>
                <p:cNvPr id="59616" name="Group 76">
                  <a:extLst>
                    <a:ext uri="{FF2B5EF4-FFF2-40B4-BE49-F238E27FC236}">
                      <a16:creationId xmlns:a16="http://schemas.microsoft.com/office/drawing/2014/main" id="{068F5786-91BB-C7B4-96E1-DAE4FC5E10B1}"/>
                    </a:ext>
                  </a:extLst>
                </p:cNvPr>
                <p:cNvGrpSpPr>
                  <a:grpSpLocks noChangeAspect="1"/>
                </p:cNvGrpSpPr>
                <p:nvPr/>
              </p:nvGrpSpPr>
              <p:grpSpPr bwMode="auto">
                <a:xfrm>
                  <a:off x="422" y="1632"/>
                  <a:ext cx="822" cy="291"/>
                  <a:chOff x="422" y="1632"/>
                  <a:chExt cx="822" cy="291"/>
                </a:xfrm>
              </p:grpSpPr>
              <p:sp>
                <p:nvSpPr>
                  <p:cNvPr id="59626" name="Freeform 77">
                    <a:extLst>
                      <a:ext uri="{FF2B5EF4-FFF2-40B4-BE49-F238E27FC236}">
                        <a16:creationId xmlns:a16="http://schemas.microsoft.com/office/drawing/2014/main" id="{A4C5D808-570D-3252-F27F-C7CD1AB6E19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27" name="Freeform 78">
                    <a:extLst>
                      <a:ext uri="{FF2B5EF4-FFF2-40B4-BE49-F238E27FC236}">
                        <a16:creationId xmlns:a16="http://schemas.microsoft.com/office/drawing/2014/main" id="{D85198E4-2990-4723-EF92-EB3E3040D8E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28" name="Freeform 79">
                    <a:extLst>
                      <a:ext uri="{FF2B5EF4-FFF2-40B4-BE49-F238E27FC236}">
                        <a16:creationId xmlns:a16="http://schemas.microsoft.com/office/drawing/2014/main" id="{1585D85A-DA62-D008-8C5F-991A7EC3113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29" name="Freeform 80">
                    <a:extLst>
                      <a:ext uri="{FF2B5EF4-FFF2-40B4-BE49-F238E27FC236}">
                        <a16:creationId xmlns:a16="http://schemas.microsoft.com/office/drawing/2014/main" id="{C5DE5669-696A-308E-0931-8038EA5FE8D4}"/>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30" name="Freeform 81">
                    <a:extLst>
                      <a:ext uri="{FF2B5EF4-FFF2-40B4-BE49-F238E27FC236}">
                        <a16:creationId xmlns:a16="http://schemas.microsoft.com/office/drawing/2014/main" id="{75417682-C004-BA1D-550F-D8169BC28B7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31" name="Freeform 82">
                    <a:extLst>
                      <a:ext uri="{FF2B5EF4-FFF2-40B4-BE49-F238E27FC236}">
                        <a16:creationId xmlns:a16="http://schemas.microsoft.com/office/drawing/2014/main" id="{7F059D18-7204-86B9-98D7-0E63E8CE5810}"/>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32" name="Freeform 83">
                    <a:extLst>
                      <a:ext uri="{FF2B5EF4-FFF2-40B4-BE49-F238E27FC236}">
                        <a16:creationId xmlns:a16="http://schemas.microsoft.com/office/drawing/2014/main" id="{F0CBBF77-8F65-53CB-7B31-C69851AD303A}"/>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33" name="Freeform 84">
                    <a:extLst>
                      <a:ext uri="{FF2B5EF4-FFF2-40B4-BE49-F238E27FC236}">
                        <a16:creationId xmlns:a16="http://schemas.microsoft.com/office/drawing/2014/main" id="{00D024CE-5697-9596-8253-74A42834679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9617" name="Group 85">
                  <a:extLst>
                    <a:ext uri="{FF2B5EF4-FFF2-40B4-BE49-F238E27FC236}">
                      <a16:creationId xmlns:a16="http://schemas.microsoft.com/office/drawing/2014/main" id="{8579CE62-860A-92E9-ED67-83AAD74E02D9}"/>
                    </a:ext>
                  </a:extLst>
                </p:cNvPr>
                <p:cNvGrpSpPr>
                  <a:grpSpLocks noChangeAspect="1"/>
                </p:cNvGrpSpPr>
                <p:nvPr/>
              </p:nvGrpSpPr>
              <p:grpSpPr bwMode="auto">
                <a:xfrm>
                  <a:off x="429" y="1639"/>
                  <a:ext cx="822" cy="291"/>
                  <a:chOff x="429" y="1639"/>
                  <a:chExt cx="822" cy="291"/>
                </a:xfrm>
              </p:grpSpPr>
              <p:sp>
                <p:nvSpPr>
                  <p:cNvPr id="59618" name="Freeform 86">
                    <a:extLst>
                      <a:ext uri="{FF2B5EF4-FFF2-40B4-BE49-F238E27FC236}">
                        <a16:creationId xmlns:a16="http://schemas.microsoft.com/office/drawing/2014/main" id="{0AAD13B7-23DE-3854-A22B-162211639C20}"/>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19" name="Freeform 87">
                    <a:extLst>
                      <a:ext uri="{FF2B5EF4-FFF2-40B4-BE49-F238E27FC236}">
                        <a16:creationId xmlns:a16="http://schemas.microsoft.com/office/drawing/2014/main" id="{95357BA8-B44B-CC55-7221-FB7731E517F0}"/>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20" name="Freeform 88">
                    <a:extLst>
                      <a:ext uri="{FF2B5EF4-FFF2-40B4-BE49-F238E27FC236}">
                        <a16:creationId xmlns:a16="http://schemas.microsoft.com/office/drawing/2014/main" id="{0058E33C-6DDB-8607-EACC-4A13C384274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21" name="Freeform 89">
                    <a:extLst>
                      <a:ext uri="{FF2B5EF4-FFF2-40B4-BE49-F238E27FC236}">
                        <a16:creationId xmlns:a16="http://schemas.microsoft.com/office/drawing/2014/main" id="{8B7A30BC-8C52-C580-6C84-D633197D488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22" name="Freeform 90">
                    <a:extLst>
                      <a:ext uri="{FF2B5EF4-FFF2-40B4-BE49-F238E27FC236}">
                        <a16:creationId xmlns:a16="http://schemas.microsoft.com/office/drawing/2014/main" id="{6B66B13C-C2C2-72A8-3F76-8C084494851F}"/>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23" name="Freeform 91">
                    <a:extLst>
                      <a:ext uri="{FF2B5EF4-FFF2-40B4-BE49-F238E27FC236}">
                        <a16:creationId xmlns:a16="http://schemas.microsoft.com/office/drawing/2014/main" id="{B4D50084-A312-89F4-9331-8B08DFE9EA2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24" name="Freeform 92">
                    <a:extLst>
                      <a:ext uri="{FF2B5EF4-FFF2-40B4-BE49-F238E27FC236}">
                        <a16:creationId xmlns:a16="http://schemas.microsoft.com/office/drawing/2014/main" id="{A7CED570-77E5-E94F-1A5D-BDA0BF3A1CF4}"/>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25" name="Freeform 93">
                    <a:extLst>
                      <a:ext uri="{FF2B5EF4-FFF2-40B4-BE49-F238E27FC236}">
                        <a16:creationId xmlns:a16="http://schemas.microsoft.com/office/drawing/2014/main" id="{D22A457F-D779-4E5A-E113-6DA75E35E770}"/>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9613" name="WordArt 94">
              <a:extLst>
                <a:ext uri="{FF2B5EF4-FFF2-40B4-BE49-F238E27FC236}">
                  <a16:creationId xmlns:a16="http://schemas.microsoft.com/office/drawing/2014/main" id="{CAF0448C-6323-439E-C966-91A5BB4F524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r1  </a:t>
              </a:r>
            </a:p>
          </p:txBody>
        </p:sp>
      </p:grpSp>
      <p:grpSp>
        <p:nvGrpSpPr>
          <p:cNvPr id="59412" name="Group 95">
            <a:extLst>
              <a:ext uri="{FF2B5EF4-FFF2-40B4-BE49-F238E27FC236}">
                <a16:creationId xmlns:a16="http://schemas.microsoft.com/office/drawing/2014/main" id="{855EB1D9-7382-F3F0-4B30-18906374F83F}"/>
              </a:ext>
            </a:extLst>
          </p:cNvPr>
          <p:cNvGrpSpPr>
            <a:grpSpLocks noChangeAspect="1"/>
          </p:cNvGrpSpPr>
          <p:nvPr/>
        </p:nvGrpSpPr>
        <p:grpSpPr bwMode="auto">
          <a:xfrm>
            <a:off x="2524125" y="881064"/>
            <a:ext cx="723900" cy="460375"/>
            <a:chOff x="3312" y="2160"/>
            <a:chExt cx="960" cy="528"/>
          </a:xfrm>
        </p:grpSpPr>
        <p:grpSp>
          <p:nvGrpSpPr>
            <p:cNvPr id="59590" name="Group 96">
              <a:extLst>
                <a:ext uri="{FF2B5EF4-FFF2-40B4-BE49-F238E27FC236}">
                  <a16:creationId xmlns:a16="http://schemas.microsoft.com/office/drawing/2014/main" id="{420FEDE6-EBEE-4BA9-DD82-2C4A806F3930}"/>
                </a:ext>
              </a:extLst>
            </p:cNvPr>
            <p:cNvGrpSpPr>
              <a:grpSpLocks noChangeAspect="1"/>
            </p:cNvGrpSpPr>
            <p:nvPr/>
          </p:nvGrpSpPr>
          <p:grpSpPr bwMode="auto">
            <a:xfrm>
              <a:off x="3312" y="2160"/>
              <a:ext cx="960" cy="528"/>
              <a:chOff x="3312" y="2160"/>
              <a:chExt cx="960" cy="528"/>
            </a:xfrm>
          </p:grpSpPr>
          <p:sp>
            <p:nvSpPr>
              <p:cNvPr id="59592" name="AutoShape 97">
                <a:extLst>
                  <a:ext uri="{FF2B5EF4-FFF2-40B4-BE49-F238E27FC236}">
                    <a16:creationId xmlns:a16="http://schemas.microsoft.com/office/drawing/2014/main" id="{3381E46F-105C-1547-ED57-055A3E757C2C}"/>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9593" name="Group 98">
                <a:extLst>
                  <a:ext uri="{FF2B5EF4-FFF2-40B4-BE49-F238E27FC236}">
                    <a16:creationId xmlns:a16="http://schemas.microsoft.com/office/drawing/2014/main" id="{03A15044-DAE1-CF3B-3049-ACEEC17117CF}"/>
                  </a:ext>
                </a:extLst>
              </p:cNvPr>
              <p:cNvGrpSpPr>
                <a:grpSpLocks noChangeAspect="1"/>
              </p:cNvGrpSpPr>
              <p:nvPr/>
            </p:nvGrpSpPr>
            <p:grpSpPr bwMode="auto">
              <a:xfrm>
                <a:off x="3488" y="2193"/>
                <a:ext cx="599" cy="207"/>
                <a:chOff x="422" y="1632"/>
                <a:chExt cx="829" cy="298"/>
              </a:xfrm>
            </p:grpSpPr>
            <p:grpSp>
              <p:nvGrpSpPr>
                <p:cNvPr id="59594" name="Group 99">
                  <a:extLst>
                    <a:ext uri="{FF2B5EF4-FFF2-40B4-BE49-F238E27FC236}">
                      <a16:creationId xmlns:a16="http://schemas.microsoft.com/office/drawing/2014/main" id="{E30F0AC7-46FD-C944-6AF0-84F9DE84CC96}"/>
                    </a:ext>
                  </a:extLst>
                </p:cNvPr>
                <p:cNvGrpSpPr>
                  <a:grpSpLocks noChangeAspect="1"/>
                </p:cNvGrpSpPr>
                <p:nvPr/>
              </p:nvGrpSpPr>
              <p:grpSpPr bwMode="auto">
                <a:xfrm>
                  <a:off x="422" y="1632"/>
                  <a:ext cx="822" cy="291"/>
                  <a:chOff x="422" y="1632"/>
                  <a:chExt cx="822" cy="291"/>
                </a:xfrm>
              </p:grpSpPr>
              <p:sp>
                <p:nvSpPr>
                  <p:cNvPr id="59604" name="Freeform 100">
                    <a:extLst>
                      <a:ext uri="{FF2B5EF4-FFF2-40B4-BE49-F238E27FC236}">
                        <a16:creationId xmlns:a16="http://schemas.microsoft.com/office/drawing/2014/main" id="{A029E80B-FEE8-2FAF-2D98-ABF6CD5136F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05" name="Freeform 101">
                    <a:extLst>
                      <a:ext uri="{FF2B5EF4-FFF2-40B4-BE49-F238E27FC236}">
                        <a16:creationId xmlns:a16="http://schemas.microsoft.com/office/drawing/2014/main" id="{D805FD39-2667-945B-3C74-45B2DB205F75}"/>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06" name="Freeform 102">
                    <a:extLst>
                      <a:ext uri="{FF2B5EF4-FFF2-40B4-BE49-F238E27FC236}">
                        <a16:creationId xmlns:a16="http://schemas.microsoft.com/office/drawing/2014/main" id="{0937636E-84B1-6584-72A0-57B521D4E3E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07" name="Freeform 103">
                    <a:extLst>
                      <a:ext uri="{FF2B5EF4-FFF2-40B4-BE49-F238E27FC236}">
                        <a16:creationId xmlns:a16="http://schemas.microsoft.com/office/drawing/2014/main" id="{A9B7D8B5-7E55-BF1B-8E7B-28B3E76C374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08" name="Freeform 104">
                    <a:extLst>
                      <a:ext uri="{FF2B5EF4-FFF2-40B4-BE49-F238E27FC236}">
                        <a16:creationId xmlns:a16="http://schemas.microsoft.com/office/drawing/2014/main" id="{982CF328-96CE-5EB9-8BDA-5468614E5A4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09" name="Freeform 105">
                    <a:extLst>
                      <a:ext uri="{FF2B5EF4-FFF2-40B4-BE49-F238E27FC236}">
                        <a16:creationId xmlns:a16="http://schemas.microsoft.com/office/drawing/2014/main" id="{58F715A4-BA97-42E8-CCDD-3AA78B77AE3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10" name="Freeform 106">
                    <a:extLst>
                      <a:ext uri="{FF2B5EF4-FFF2-40B4-BE49-F238E27FC236}">
                        <a16:creationId xmlns:a16="http://schemas.microsoft.com/office/drawing/2014/main" id="{FBD97EF1-828A-E636-26AA-AF28C48D60C2}"/>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11" name="Freeform 107">
                    <a:extLst>
                      <a:ext uri="{FF2B5EF4-FFF2-40B4-BE49-F238E27FC236}">
                        <a16:creationId xmlns:a16="http://schemas.microsoft.com/office/drawing/2014/main" id="{BCAAB568-AC4F-65A9-DF4B-D82063C2A2AF}"/>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9595" name="Group 108">
                  <a:extLst>
                    <a:ext uri="{FF2B5EF4-FFF2-40B4-BE49-F238E27FC236}">
                      <a16:creationId xmlns:a16="http://schemas.microsoft.com/office/drawing/2014/main" id="{31DB65A3-3BBE-486F-2CA5-7CE8FC3A9F3A}"/>
                    </a:ext>
                  </a:extLst>
                </p:cNvPr>
                <p:cNvGrpSpPr>
                  <a:grpSpLocks noChangeAspect="1"/>
                </p:cNvGrpSpPr>
                <p:nvPr/>
              </p:nvGrpSpPr>
              <p:grpSpPr bwMode="auto">
                <a:xfrm>
                  <a:off x="429" y="1639"/>
                  <a:ext cx="822" cy="291"/>
                  <a:chOff x="429" y="1639"/>
                  <a:chExt cx="822" cy="291"/>
                </a:xfrm>
              </p:grpSpPr>
              <p:sp>
                <p:nvSpPr>
                  <p:cNvPr id="59596" name="Freeform 109">
                    <a:extLst>
                      <a:ext uri="{FF2B5EF4-FFF2-40B4-BE49-F238E27FC236}">
                        <a16:creationId xmlns:a16="http://schemas.microsoft.com/office/drawing/2014/main" id="{49552682-F012-F3D1-CBC2-D322F00E8DF4}"/>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97" name="Freeform 110">
                    <a:extLst>
                      <a:ext uri="{FF2B5EF4-FFF2-40B4-BE49-F238E27FC236}">
                        <a16:creationId xmlns:a16="http://schemas.microsoft.com/office/drawing/2014/main" id="{B7C3FF56-60B1-C984-6ABB-BAD975951E4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98" name="Freeform 111">
                    <a:extLst>
                      <a:ext uri="{FF2B5EF4-FFF2-40B4-BE49-F238E27FC236}">
                        <a16:creationId xmlns:a16="http://schemas.microsoft.com/office/drawing/2014/main" id="{5B169604-B84E-DD0D-311C-ABA1B9870C8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99" name="Freeform 112">
                    <a:extLst>
                      <a:ext uri="{FF2B5EF4-FFF2-40B4-BE49-F238E27FC236}">
                        <a16:creationId xmlns:a16="http://schemas.microsoft.com/office/drawing/2014/main" id="{E68A9AD9-A679-81E6-7E2C-88AB2E93FD64}"/>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00" name="Freeform 113">
                    <a:extLst>
                      <a:ext uri="{FF2B5EF4-FFF2-40B4-BE49-F238E27FC236}">
                        <a16:creationId xmlns:a16="http://schemas.microsoft.com/office/drawing/2014/main" id="{C2CAF407-A28D-24C8-BCC9-588417D75AEA}"/>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01" name="Freeform 114">
                    <a:extLst>
                      <a:ext uri="{FF2B5EF4-FFF2-40B4-BE49-F238E27FC236}">
                        <a16:creationId xmlns:a16="http://schemas.microsoft.com/office/drawing/2014/main" id="{7511A812-1065-71B2-46C0-B11B99C45BEB}"/>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02" name="Freeform 115">
                    <a:extLst>
                      <a:ext uri="{FF2B5EF4-FFF2-40B4-BE49-F238E27FC236}">
                        <a16:creationId xmlns:a16="http://schemas.microsoft.com/office/drawing/2014/main" id="{999083CA-7BC5-CA27-6C95-9571A7A2639A}"/>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603" name="Freeform 116">
                    <a:extLst>
                      <a:ext uri="{FF2B5EF4-FFF2-40B4-BE49-F238E27FC236}">
                        <a16:creationId xmlns:a16="http://schemas.microsoft.com/office/drawing/2014/main" id="{B872E8F7-62BF-4C7B-1D95-1FCCC9DBAE4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9591" name="WordArt 117">
              <a:extLst>
                <a:ext uri="{FF2B5EF4-FFF2-40B4-BE49-F238E27FC236}">
                  <a16:creationId xmlns:a16="http://schemas.microsoft.com/office/drawing/2014/main" id="{7A927978-4D03-9F24-8BB8-42A5C0E8EFDC}"/>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r2  </a:t>
              </a:r>
            </a:p>
          </p:txBody>
        </p:sp>
      </p:grpSp>
      <p:sp>
        <p:nvSpPr>
          <p:cNvPr id="59413" name="Line 118">
            <a:extLst>
              <a:ext uri="{FF2B5EF4-FFF2-40B4-BE49-F238E27FC236}">
                <a16:creationId xmlns:a16="http://schemas.microsoft.com/office/drawing/2014/main" id="{D15E8DE4-C74E-1119-142B-003FA57FA717}"/>
              </a:ext>
            </a:extLst>
          </p:cNvPr>
          <p:cNvSpPr>
            <a:spLocks noChangeShapeType="1"/>
          </p:cNvSpPr>
          <p:nvPr/>
        </p:nvSpPr>
        <p:spPr bwMode="auto">
          <a:xfrm flipV="1">
            <a:off x="7975600" y="836614"/>
            <a:ext cx="1576388" cy="4778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59414" name="Line 119">
            <a:extLst>
              <a:ext uri="{FF2B5EF4-FFF2-40B4-BE49-F238E27FC236}">
                <a16:creationId xmlns:a16="http://schemas.microsoft.com/office/drawing/2014/main" id="{7B8FB99A-5FBB-C1B5-EE64-AFD43478AC2B}"/>
              </a:ext>
            </a:extLst>
          </p:cNvPr>
          <p:cNvSpPr>
            <a:spLocks noChangeShapeType="1"/>
          </p:cNvSpPr>
          <p:nvPr/>
        </p:nvSpPr>
        <p:spPr bwMode="auto">
          <a:xfrm>
            <a:off x="7880351" y="1368426"/>
            <a:ext cx="1744663" cy="7651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59415" name="Line 120">
            <a:extLst>
              <a:ext uri="{FF2B5EF4-FFF2-40B4-BE49-F238E27FC236}">
                <a16:creationId xmlns:a16="http://schemas.microsoft.com/office/drawing/2014/main" id="{3CC2EA50-B0D3-3648-F17E-0B4EE2E8700A}"/>
              </a:ext>
            </a:extLst>
          </p:cNvPr>
          <p:cNvSpPr>
            <a:spLocks noChangeShapeType="1"/>
          </p:cNvSpPr>
          <p:nvPr/>
        </p:nvSpPr>
        <p:spPr bwMode="auto">
          <a:xfrm>
            <a:off x="9551989" y="836614"/>
            <a:ext cx="1587" cy="115252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9416" name="Group 121">
            <a:extLst>
              <a:ext uri="{FF2B5EF4-FFF2-40B4-BE49-F238E27FC236}">
                <a16:creationId xmlns:a16="http://schemas.microsoft.com/office/drawing/2014/main" id="{0221D552-C023-15E7-FECE-F485ED740DA5}"/>
              </a:ext>
            </a:extLst>
          </p:cNvPr>
          <p:cNvGrpSpPr>
            <a:grpSpLocks noChangeAspect="1"/>
          </p:cNvGrpSpPr>
          <p:nvPr/>
        </p:nvGrpSpPr>
        <p:grpSpPr bwMode="auto">
          <a:xfrm>
            <a:off x="9191625" y="520701"/>
            <a:ext cx="723900" cy="460375"/>
            <a:chOff x="3312" y="2160"/>
            <a:chExt cx="960" cy="528"/>
          </a:xfrm>
        </p:grpSpPr>
        <p:sp>
          <p:nvSpPr>
            <p:cNvPr id="59570" name="AutoShape 122">
              <a:extLst>
                <a:ext uri="{FF2B5EF4-FFF2-40B4-BE49-F238E27FC236}">
                  <a16:creationId xmlns:a16="http://schemas.microsoft.com/office/drawing/2014/main" id="{01DC8C4D-9E17-924A-C2AB-3B67A959891B}"/>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9571" name="Group 123">
              <a:extLst>
                <a:ext uri="{FF2B5EF4-FFF2-40B4-BE49-F238E27FC236}">
                  <a16:creationId xmlns:a16="http://schemas.microsoft.com/office/drawing/2014/main" id="{19481897-30E4-B765-A32B-C87AA5E55A0B}"/>
                </a:ext>
              </a:extLst>
            </p:cNvPr>
            <p:cNvGrpSpPr>
              <a:grpSpLocks noChangeAspect="1"/>
            </p:cNvGrpSpPr>
            <p:nvPr/>
          </p:nvGrpSpPr>
          <p:grpSpPr bwMode="auto">
            <a:xfrm>
              <a:off x="3488" y="2193"/>
              <a:ext cx="599" cy="207"/>
              <a:chOff x="422" y="1632"/>
              <a:chExt cx="829" cy="298"/>
            </a:xfrm>
          </p:grpSpPr>
          <p:grpSp>
            <p:nvGrpSpPr>
              <p:cNvPr id="59572" name="Group 124">
                <a:extLst>
                  <a:ext uri="{FF2B5EF4-FFF2-40B4-BE49-F238E27FC236}">
                    <a16:creationId xmlns:a16="http://schemas.microsoft.com/office/drawing/2014/main" id="{0FD0BF03-0F2D-BABA-DFBA-80B78C0E5F40}"/>
                  </a:ext>
                </a:extLst>
              </p:cNvPr>
              <p:cNvGrpSpPr>
                <a:grpSpLocks noChangeAspect="1"/>
              </p:cNvGrpSpPr>
              <p:nvPr/>
            </p:nvGrpSpPr>
            <p:grpSpPr bwMode="auto">
              <a:xfrm>
                <a:off x="422" y="1632"/>
                <a:ext cx="822" cy="291"/>
                <a:chOff x="422" y="1632"/>
                <a:chExt cx="822" cy="291"/>
              </a:xfrm>
            </p:grpSpPr>
            <p:sp>
              <p:nvSpPr>
                <p:cNvPr id="59582" name="Freeform 125">
                  <a:extLst>
                    <a:ext uri="{FF2B5EF4-FFF2-40B4-BE49-F238E27FC236}">
                      <a16:creationId xmlns:a16="http://schemas.microsoft.com/office/drawing/2014/main" id="{055C19F6-B337-8B9E-FA59-4A165BC20DD3}"/>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83" name="Freeform 126">
                  <a:extLst>
                    <a:ext uri="{FF2B5EF4-FFF2-40B4-BE49-F238E27FC236}">
                      <a16:creationId xmlns:a16="http://schemas.microsoft.com/office/drawing/2014/main" id="{E9A95083-E104-5DFF-31AB-97DCE859C44F}"/>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84" name="Freeform 127">
                  <a:extLst>
                    <a:ext uri="{FF2B5EF4-FFF2-40B4-BE49-F238E27FC236}">
                      <a16:creationId xmlns:a16="http://schemas.microsoft.com/office/drawing/2014/main" id="{B2ECDE1B-2F77-7F61-35B9-AE2EA9E31E92}"/>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85" name="Freeform 128">
                  <a:extLst>
                    <a:ext uri="{FF2B5EF4-FFF2-40B4-BE49-F238E27FC236}">
                      <a16:creationId xmlns:a16="http://schemas.microsoft.com/office/drawing/2014/main" id="{F0D08F18-F8FD-17BE-A2DD-EAE70697D4D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86" name="Freeform 129">
                  <a:extLst>
                    <a:ext uri="{FF2B5EF4-FFF2-40B4-BE49-F238E27FC236}">
                      <a16:creationId xmlns:a16="http://schemas.microsoft.com/office/drawing/2014/main" id="{01C22FD5-0C9E-9110-57DC-3766BFCD7907}"/>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87" name="Freeform 130">
                  <a:extLst>
                    <a:ext uri="{FF2B5EF4-FFF2-40B4-BE49-F238E27FC236}">
                      <a16:creationId xmlns:a16="http://schemas.microsoft.com/office/drawing/2014/main" id="{A1168816-8818-FBC3-ED2B-BA40FA42376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88" name="Freeform 131">
                  <a:extLst>
                    <a:ext uri="{FF2B5EF4-FFF2-40B4-BE49-F238E27FC236}">
                      <a16:creationId xmlns:a16="http://schemas.microsoft.com/office/drawing/2014/main" id="{7095DCF0-9F9E-26AD-BE20-101DDFC00DA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89" name="Freeform 132">
                  <a:extLst>
                    <a:ext uri="{FF2B5EF4-FFF2-40B4-BE49-F238E27FC236}">
                      <a16:creationId xmlns:a16="http://schemas.microsoft.com/office/drawing/2014/main" id="{8C7FDBAC-A18E-FA7F-4C86-18895DCF4F39}"/>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9573" name="Group 133">
                <a:extLst>
                  <a:ext uri="{FF2B5EF4-FFF2-40B4-BE49-F238E27FC236}">
                    <a16:creationId xmlns:a16="http://schemas.microsoft.com/office/drawing/2014/main" id="{ECC3CD20-349F-4729-47A0-4DB49E3A5B44}"/>
                  </a:ext>
                </a:extLst>
              </p:cNvPr>
              <p:cNvGrpSpPr>
                <a:grpSpLocks noChangeAspect="1"/>
              </p:cNvGrpSpPr>
              <p:nvPr/>
            </p:nvGrpSpPr>
            <p:grpSpPr bwMode="auto">
              <a:xfrm>
                <a:off x="429" y="1639"/>
                <a:ext cx="822" cy="291"/>
                <a:chOff x="429" y="1639"/>
                <a:chExt cx="822" cy="291"/>
              </a:xfrm>
            </p:grpSpPr>
            <p:sp>
              <p:nvSpPr>
                <p:cNvPr id="59574" name="Freeform 134">
                  <a:extLst>
                    <a:ext uri="{FF2B5EF4-FFF2-40B4-BE49-F238E27FC236}">
                      <a16:creationId xmlns:a16="http://schemas.microsoft.com/office/drawing/2014/main" id="{4E337129-1ABC-343A-1584-8C7F84FB9790}"/>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75" name="Freeform 135">
                  <a:extLst>
                    <a:ext uri="{FF2B5EF4-FFF2-40B4-BE49-F238E27FC236}">
                      <a16:creationId xmlns:a16="http://schemas.microsoft.com/office/drawing/2014/main" id="{EDB59AED-5520-64D7-58F1-35BAA6A9CC42}"/>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76" name="Freeform 136">
                  <a:extLst>
                    <a:ext uri="{FF2B5EF4-FFF2-40B4-BE49-F238E27FC236}">
                      <a16:creationId xmlns:a16="http://schemas.microsoft.com/office/drawing/2014/main" id="{9288B536-C000-3E9E-84A6-EA3FBDEDF61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77" name="Freeform 137">
                  <a:extLst>
                    <a:ext uri="{FF2B5EF4-FFF2-40B4-BE49-F238E27FC236}">
                      <a16:creationId xmlns:a16="http://schemas.microsoft.com/office/drawing/2014/main" id="{402F6AC0-38E2-001E-973E-72F453D0755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78" name="Freeform 138">
                  <a:extLst>
                    <a:ext uri="{FF2B5EF4-FFF2-40B4-BE49-F238E27FC236}">
                      <a16:creationId xmlns:a16="http://schemas.microsoft.com/office/drawing/2014/main" id="{D81FE1CB-A620-C9F6-04EF-AF890EFE7D9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79" name="Freeform 139">
                  <a:extLst>
                    <a:ext uri="{FF2B5EF4-FFF2-40B4-BE49-F238E27FC236}">
                      <a16:creationId xmlns:a16="http://schemas.microsoft.com/office/drawing/2014/main" id="{51DC707B-F6A0-78C8-5331-819338C24B0F}"/>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80" name="Freeform 140">
                  <a:extLst>
                    <a:ext uri="{FF2B5EF4-FFF2-40B4-BE49-F238E27FC236}">
                      <a16:creationId xmlns:a16="http://schemas.microsoft.com/office/drawing/2014/main" id="{81AE6180-2DB3-D56A-6586-20260EEC38F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81" name="Freeform 141">
                  <a:extLst>
                    <a:ext uri="{FF2B5EF4-FFF2-40B4-BE49-F238E27FC236}">
                      <a16:creationId xmlns:a16="http://schemas.microsoft.com/office/drawing/2014/main" id="{BE9C97B9-615C-E5DD-C6DF-FD896C2B7E2A}"/>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9417" name="WordArt 142">
            <a:extLst>
              <a:ext uri="{FF2B5EF4-FFF2-40B4-BE49-F238E27FC236}">
                <a16:creationId xmlns:a16="http://schemas.microsoft.com/office/drawing/2014/main" id="{22C55BE6-69D4-BDE3-0480-2AD9A6CA2069}"/>
              </a:ext>
            </a:extLst>
          </p:cNvPr>
          <p:cNvSpPr>
            <a:spLocks noChangeAspect="1" noChangeArrowheads="1" noChangeShapeType="1" noTextEdit="1"/>
          </p:cNvSpPr>
          <p:nvPr/>
        </p:nvSpPr>
        <p:spPr bwMode="auto">
          <a:xfrm>
            <a:off x="9228139" y="709614"/>
            <a:ext cx="650875" cy="225425"/>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r6  </a:t>
            </a:r>
          </a:p>
        </p:txBody>
      </p:sp>
      <p:grpSp>
        <p:nvGrpSpPr>
          <p:cNvPr id="59418" name="Group 143">
            <a:extLst>
              <a:ext uri="{FF2B5EF4-FFF2-40B4-BE49-F238E27FC236}">
                <a16:creationId xmlns:a16="http://schemas.microsoft.com/office/drawing/2014/main" id="{E3A27585-76E7-1B85-8ED8-0F1F0E2DFEF8}"/>
              </a:ext>
            </a:extLst>
          </p:cNvPr>
          <p:cNvGrpSpPr>
            <a:grpSpLocks noChangeAspect="1"/>
          </p:cNvGrpSpPr>
          <p:nvPr/>
        </p:nvGrpSpPr>
        <p:grpSpPr bwMode="auto">
          <a:xfrm>
            <a:off x="6956425" y="5495926"/>
            <a:ext cx="723900" cy="460375"/>
            <a:chOff x="3312" y="2160"/>
            <a:chExt cx="960" cy="528"/>
          </a:xfrm>
        </p:grpSpPr>
        <p:grpSp>
          <p:nvGrpSpPr>
            <p:cNvPr id="59548" name="Group 144">
              <a:extLst>
                <a:ext uri="{FF2B5EF4-FFF2-40B4-BE49-F238E27FC236}">
                  <a16:creationId xmlns:a16="http://schemas.microsoft.com/office/drawing/2014/main" id="{EACF6909-25DC-43AD-B609-7FFF1E09F036}"/>
                </a:ext>
              </a:extLst>
            </p:cNvPr>
            <p:cNvGrpSpPr>
              <a:grpSpLocks noChangeAspect="1"/>
            </p:cNvGrpSpPr>
            <p:nvPr/>
          </p:nvGrpSpPr>
          <p:grpSpPr bwMode="auto">
            <a:xfrm>
              <a:off x="3312" y="2160"/>
              <a:ext cx="960" cy="528"/>
              <a:chOff x="3312" y="2160"/>
              <a:chExt cx="960" cy="528"/>
            </a:xfrm>
          </p:grpSpPr>
          <p:sp>
            <p:nvSpPr>
              <p:cNvPr id="59550" name="AutoShape 145">
                <a:extLst>
                  <a:ext uri="{FF2B5EF4-FFF2-40B4-BE49-F238E27FC236}">
                    <a16:creationId xmlns:a16="http://schemas.microsoft.com/office/drawing/2014/main" id="{1672028F-C6F8-2C13-E501-2CEDFBDA12D2}"/>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9551" name="Group 146">
                <a:extLst>
                  <a:ext uri="{FF2B5EF4-FFF2-40B4-BE49-F238E27FC236}">
                    <a16:creationId xmlns:a16="http://schemas.microsoft.com/office/drawing/2014/main" id="{7504C03E-081D-DECC-97A8-D68E58A3CFCC}"/>
                  </a:ext>
                </a:extLst>
              </p:cNvPr>
              <p:cNvGrpSpPr>
                <a:grpSpLocks noChangeAspect="1"/>
              </p:cNvGrpSpPr>
              <p:nvPr/>
            </p:nvGrpSpPr>
            <p:grpSpPr bwMode="auto">
              <a:xfrm>
                <a:off x="3488" y="2193"/>
                <a:ext cx="599" cy="207"/>
                <a:chOff x="422" y="1632"/>
                <a:chExt cx="829" cy="298"/>
              </a:xfrm>
            </p:grpSpPr>
            <p:grpSp>
              <p:nvGrpSpPr>
                <p:cNvPr id="59552" name="Group 147">
                  <a:extLst>
                    <a:ext uri="{FF2B5EF4-FFF2-40B4-BE49-F238E27FC236}">
                      <a16:creationId xmlns:a16="http://schemas.microsoft.com/office/drawing/2014/main" id="{FFA1554C-EBC3-1B92-0C24-C1A47227BF60}"/>
                    </a:ext>
                  </a:extLst>
                </p:cNvPr>
                <p:cNvGrpSpPr>
                  <a:grpSpLocks noChangeAspect="1"/>
                </p:cNvGrpSpPr>
                <p:nvPr/>
              </p:nvGrpSpPr>
              <p:grpSpPr bwMode="auto">
                <a:xfrm>
                  <a:off x="422" y="1632"/>
                  <a:ext cx="822" cy="291"/>
                  <a:chOff x="422" y="1632"/>
                  <a:chExt cx="822" cy="291"/>
                </a:xfrm>
              </p:grpSpPr>
              <p:sp>
                <p:nvSpPr>
                  <p:cNvPr id="59562" name="Freeform 148">
                    <a:extLst>
                      <a:ext uri="{FF2B5EF4-FFF2-40B4-BE49-F238E27FC236}">
                        <a16:creationId xmlns:a16="http://schemas.microsoft.com/office/drawing/2014/main" id="{45DEDB73-B0A1-9D55-EF66-C57B3705E14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63" name="Freeform 149">
                    <a:extLst>
                      <a:ext uri="{FF2B5EF4-FFF2-40B4-BE49-F238E27FC236}">
                        <a16:creationId xmlns:a16="http://schemas.microsoft.com/office/drawing/2014/main" id="{FE1E0B0A-3015-51C4-20A2-61894043838D}"/>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64" name="Freeform 150">
                    <a:extLst>
                      <a:ext uri="{FF2B5EF4-FFF2-40B4-BE49-F238E27FC236}">
                        <a16:creationId xmlns:a16="http://schemas.microsoft.com/office/drawing/2014/main" id="{37663283-F0D7-5D10-E43C-01103D8E82C3}"/>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65" name="Freeform 151">
                    <a:extLst>
                      <a:ext uri="{FF2B5EF4-FFF2-40B4-BE49-F238E27FC236}">
                        <a16:creationId xmlns:a16="http://schemas.microsoft.com/office/drawing/2014/main" id="{F6612D9F-6E90-336D-0DBE-E39709640C05}"/>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66" name="Freeform 152">
                    <a:extLst>
                      <a:ext uri="{FF2B5EF4-FFF2-40B4-BE49-F238E27FC236}">
                        <a16:creationId xmlns:a16="http://schemas.microsoft.com/office/drawing/2014/main" id="{B45DE879-60CD-5CDB-E76C-D9E9C73B681A}"/>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67" name="Freeform 153">
                    <a:extLst>
                      <a:ext uri="{FF2B5EF4-FFF2-40B4-BE49-F238E27FC236}">
                        <a16:creationId xmlns:a16="http://schemas.microsoft.com/office/drawing/2014/main" id="{6D92CFEE-B53B-F5DA-4A6E-9A148727A18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68" name="Freeform 154">
                    <a:extLst>
                      <a:ext uri="{FF2B5EF4-FFF2-40B4-BE49-F238E27FC236}">
                        <a16:creationId xmlns:a16="http://schemas.microsoft.com/office/drawing/2014/main" id="{D4A3759B-FC91-4892-E74A-08A445CD7D8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69" name="Freeform 155">
                    <a:extLst>
                      <a:ext uri="{FF2B5EF4-FFF2-40B4-BE49-F238E27FC236}">
                        <a16:creationId xmlns:a16="http://schemas.microsoft.com/office/drawing/2014/main" id="{54143461-3A28-A0BC-91A6-F148A89477B0}"/>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9553" name="Group 156">
                  <a:extLst>
                    <a:ext uri="{FF2B5EF4-FFF2-40B4-BE49-F238E27FC236}">
                      <a16:creationId xmlns:a16="http://schemas.microsoft.com/office/drawing/2014/main" id="{AF77DC8F-84AC-E160-E3DA-D8A1816BAB07}"/>
                    </a:ext>
                  </a:extLst>
                </p:cNvPr>
                <p:cNvGrpSpPr>
                  <a:grpSpLocks noChangeAspect="1"/>
                </p:cNvGrpSpPr>
                <p:nvPr/>
              </p:nvGrpSpPr>
              <p:grpSpPr bwMode="auto">
                <a:xfrm>
                  <a:off x="429" y="1639"/>
                  <a:ext cx="822" cy="291"/>
                  <a:chOff x="429" y="1639"/>
                  <a:chExt cx="822" cy="291"/>
                </a:xfrm>
              </p:grpSpPr>
              <p:sp>
                <p:nvSpPr>
                  <p:cNvPr id="59554" name="Freeform 157">
                    <a:extLst>
                      <a:ext uri="{FF2B5EF4-FFF2-40B4-BE49-F238E27FC236}">
                        <a16:creationId xmlns:a16="http://schemas.microsoft.com/office/drawing/2014/main" id="{CB46AD3D-306E-1209-5E63-5741109CB503}"/>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55" name="Freeform 158">
                    <a:extLst>
                      <a:ext uri="{FF2B5EF4-FFF2-40B4-BE49-F238E27FC236}">
                        <a16:creationId xmlns:a16="http://schemas.microsoft.com/office/drawing/2014/main" id="{BE5D81D5-B433-B9BA-DE8B-8262B389432B}"/>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56" name="Freeform 159">
                    <a:extLst>
                      <a:ext uri="{FF2B5EF4-FFF2-40B4-BE49-F238E27FC236}">
                        <a16:creationId xmlns:a16="http://schemas.microsoft.com/office/drawing/2014/main" id="{AF100146-602C-0723-52BB-3E6F66AA5BB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57" name="Freeform 160">
                    <a:extLst>
                      <a:ext uri="{FF2B5EF4-FFF2-40B4-BE49-F238E27FC236}">
                        <a16:creationId xmlns:a16="http://schemas.microsoft.com/office/drawing/2014/main" id="{FE233720-1D9F-A5DF-EB0C-D9669283DF8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58" name="Freeform 161">
                    <a:extLst>
                      <a:ext uri="{FF2B5EF4-FFF2-40B4-BE49-F238E27FC236}">
                        <a16:creationId xmlns:a16="http://schemas.microsoft.com/office/drawing/2014/main" id="{13427CDB-9090-29E5-666E-BB207B9D23C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59" name="Freeform 162">
                    <a:extLst>
                      <a:ext uri="{FF2B5EF4-FFF2-40B4-BE49-F238E27FC236}">
                        <a16:creationId xmlns:a16="http://schemas.microsoft.com/office/drawing/2014/main" id="{E2B6545C-6D7A-38F1-A7F1-A346CFCB8654}"/>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60" name="Freeform 163">
                    <a:extLst>
                      <a:ext uri="{FF2B5EF4-FFF2-40B4-BE49-F238E27FC236}">
                        <a16:creationId xmlns:a16="http://schemas.microsoft.com/office/drawing/2014/main" id="{C638A3E5-5FFE-414C-74F1-006CE813C870}"/>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61" name="Freeform 164">
                    <a:extLst>
                      <a:ext uri="{FF2B5EF4-FFF2-40B4-BE49-F238E27FC236}">
                        <a16:creationId xmlns:a16="http://schemas.microsoft.com/office/drawing/2014/main" id="{C07CA6F1-29C3-6CAB-903B-CE691067A01D}"/>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9549" name="WordArt 165">
              <a:extLst>
                <a:ext uri="{FF2B5EF4-FFF2-40B4-BE49-F238E27FC236}">
                  <a16:creationId xmlns:a16="http://schemas.microsoft.com/office/drawing/2014/main" id="{952EFDD8-A8A6-7FCB-EF85-3035B2A672DC}"/>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sp>
        <p:nvSpPr>
          <p:cNvPr id="59419" name="Line 166">
            <a:extLst>
              <a:ext uri="{FF2B5EF4-FFF2-40B4-BE49-F238E27FC236}">
                <a16:creationId xmlns:a16="http://schemas.microsoft.com/office/drawing/2014/main" id="{31EFF768-941A-DA11-491B-B188839E4B19}"/>
              </a:ext>
            </a:extLst>
          </p:cNvPr>
          <p:cNvSpPr>
            <a:spLocks noChangeShapeType="1"/>
          </p:cNvSpPr>
          <p:nvPr/>
        </p:nvSpPr>
        <p:spPr bwMode="auto">
          <a:xfrm flipH="1">
            <a:off x="7464425" y="2133601"/>
            <a:ext cx="2160588" cy="173196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9420" name="Group 167">
            <a:extLst>
              <a:ext uri="{FF2B5EF4-FFF2-40B4-BE49-F238E27FC236}">
                <a16:creationId xmlns:a16="http://schemas.microsoft.com/office/drawing/2014/main" id="{591445A1-F2CA-BF67-5E6A-7BF89E2C5BB1}"/>
              </a:ext>
            </a:extLst>
          </p:cNvPr>
          <p:cNvGrpSpPr>
            <a:grpSpLocks/>
          </p:cNvGrpSpPr>
          <p:nvPr/>
        </p:nvGrpSpPr>
        <p:grpSpPr bwMode="auto">
          <a:xfrm>
            <a:off x="9191625" y="1816101"/>
            <a:ext cx="723900" cy="460375"/>
            <a:chOff x="4830" y="1144"/>
            <a:chExt cx="456" cy="290"/>
          </a:xfrm>
        </p:grpSpPr>
        <p:grpSp>
          <p:nvGrpSpPr>
            <p:cNvPr id="59526" name="Group 168">
              <a:extLst>
                <a:ext uri="{FF2B5EF4-FFF2-40B4-BE49-F238E27FC236}">
                  <a16:creationId xmlns:a16="http://schemas.microsoft.com/office/drawing/2014/main" id="{2FF6AA32-EF3A-0F18-71BD-A1269DC073A8}"/>
                </a:ext>
              </a:extLst>
            </p:cNvPr>
            <p:cNvGrpSpPr>
              <a:grpSpLocks noChangeAspect="1"/>
            </p:cNvGrpSpPr>
            <p:nvPr/>
          </p:nvGrpSpPr>
          <p:grpSpPr bwMode="auto">
            <a:xfrm>
              <a:off x="4830" y="1144"/>
              <a:ext cx="456" cy="290"/>
              <a:chOff x="3312" y="2160"/>
              <a:chExt cx="960" cy="528"/>
            </a:xfrm>
          </p:grpSpPr>
          <p:sp>
            <p:nvSpPr>
              <p:cNvPr id="59528" name="AutoShape 169">
                <a:extLst>
                  <a:ext uri="{FF2B5EF4-FFF2-40B4-BE49-F238E27FC236}">
                    <a16:creationId xmlns:a16="http://schemas.microsoft.com/office/drawing/2014/main" id="{1481E23E-AE57-347A-4EBF-7445E394B775}"/>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9529" name="Group 170">
                <a:extLst>
                  <a:ext uri="{FF2B5EF4-FFF2-40B4-BE49-F238E27FC236}">
                    <a16:creationId xmlns:a16="http://schemas.microsoft.com/office/drawing/2014/main" id="{28F42316-B831-8AE2-1AF8-1872E6F47F57}"/>
                  </a:ext>
                </a:extLst>
              </p:cNvPr>
              <p:cNvGrpSpPr>
                <a:grpSpLocks noChangeAspect="1"/>
              </p:cNvGrpSpPr>
              <p:nvPr/>
            </p:nvGrpSpPr>
            <p:grpSpPr bwMode="auto">
              <a:xfrm>
                <a:off x="3488" y="2193"/>
                <a:ext cx="599" cy="207"/>
                <a:chOff x="422" y="1632"/>
                <a:chExt cx="829" cy="298"/>
              </a:xfrm>
            </p:grpSpPr>
            <p:grpSp>
              <p:nvGrpSpPr>
                <p:cNvPr id="59530" name="Group 171">
                  <a:extLst>
                    <a:ext uri="{FF2B5EF4-FFF2-40B4-BE49-F238E27FC236}">
                      <a16:creationId xmlns:a16="http://schemas.microsoft.com/office/drawing/2014/main" id="{8AD6AE58-229A-81FF-A220-A96B392D7AA4}"/>
                    </a:ext>
                  </a:extLst>
                </p:cNvPr>
                <p:cNvGrpSpPr>
                  <a:grpSpLocks noChangeAspect="1"/>
                </p:cNvGrpSpPr>
                <p:nvPr/>
              </p:nvGrpSpPr>
              <p:grpSpPr bwMode="auto">
                <a:xfrm>
                  <a:off x="422" y="1632"/>
                  <a:ext cx="822" cy="291"/>
                  <a:chOff x="422" y="1632"/>
                  <a:chExt cx="822" cy="291"/>
                </a:xfrm>
              </p:grpSpPr>
              <p:sp>
                <p:nvSpPr>
                  <p:cNvPr id="59540" name="Freeform 172">
                    <a:extLst>
                      <a:ext uri="{FF2B5EF4-FFF2-40B4-BE49-F238E27FC236}">
                        <a16:creationId xmlns:a16="http://schemas.microsoft.com/office/drawing/2014/main" id="{B9AC6D10-B7EE-41FE-297E-F17B9EA47D11}"/>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41" name="Freeform 173">
                    <a:extLst>
                      <a:ext uri="{FF2B5EF4-FFF2-40B4-BE49-F238E27FC236}">
                        <a16:creationId xmlns:a16="http://schemas.microsoft.com/office/drawing/2014/main" id="{3FC4FB0A-3944-8876-9DB2-91D974D8E44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42" name="Freeform 174">
                    <a:extLst>
                      <a:ext uri="{FF2B5EF4-FFF2-40B4-BE49-F238E27FC236}">
                        <a16:creationId xmlns:a16="http://schemas.microsoft.com/office/drawing/2014/main" id="{F390460F-7C22-45E2-3E6A-FBD6BA495A9C}"/>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43" name="Freeform 175">
                    <a:extLst>
                      <a:ext uri="{FF2B5EF4-FFF2-40B4-BE49-F238E27FC236}">
                        <a16:creationId xmlns:a16="http://schemas.microsoft.com/office/drawing/2014/main" id="{271315B0-7EB1-1751-27DB-0B06E71B6D6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44" name="Freeform 176">
                    <a:extLst>
                      <a:ext uri="{FF2B5EF4-FFF2-40B4-BE49-F238E27FC236}">
                        <a16:creationId xmlns:a16="http://schemas.microsoft.com/office/drawing/2014/main" id="{36B3A7F0-7740-A060-2F53-052046995A5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45" name="Freeform 177">
                    <a:extLst>
                      <a:ext uri="{FF2B5EF4-FFF2-40B4-BE49-F238E27FC236}">
                        <a16:creationId xmlns:a16="http://schemas.microsoft.com/office/drawing/2014/main" id="{CB726682-FA8A-7BFB-DB5E-33908AEEAF22}"/>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46" name="Freeform 178">
                    <a:extLst>
                      <a:ext uri="{FF2B5EF4-FFF2-40B4-BE49-F238E27FC236}">
                        <a16:creationId xmlns:a16="http://schemas.microsoft.com/office/drawing/2014/main" id="{D8196FD6-3C42-7FEC-C7AA-8E3BFE23FAD0}"/>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47" name="Freeform 179">
                    <a:extLst>
                      <a:ext uri="{FF2B5EF4-FFF2-40B4-BE49-F238E27FC236}">
                        <a16:creationId xmlns:a16="http://schemas.microsoft.com/office/drawing/2014/main" id="{F2DD8DD3-AC8B-4187-10A8-3F2C1EA5B993}"/>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9531" name="Group 180">
                  <a:extLst>
                    <a:ext uri="{FF2B5EF4-FFF2-40B4-BE49-F238E27FC236}">
                      <a16:creationId xmlns:a16="http://schemas.microsoft.com/office/drawing/2014/main" id="{D3B0A5BC-7744-02AF-CF84-D994205D0C5C}"/>
                    </a:ext>
                  </a:extLst>
                </p:cNvPr>
                <p:cNvGrpSpPr>
                  <a:grpSpLocks noChangeAspect="1"/>
                </p:cNvGrpSpPr>
                <p:nvPr/>
              </p:nvGrpSpPr>
              <p:grpSpPr bwMode="auto">
                <a:xfrm>
                  <a:off x="429" y="1639"/>
                  <a:ext cx="822" cy="291"/>
                  <a:chOff x="429" y="1639"/>
                  <a:chExt cx="822" cy="291"/>
                </a:xfrm>
              </p:grpSpPr>
              <p:sp>
                <p:nvSpPr>
                  <p:cNvPr id="59532" name="Freeform 181">
                    <a:extLst>
                      <a:ext uri="{FF2B5EF4-FFF2-40B4-BE49-F238E27FC236}">
                        <a16:creationId xmlns:a16="http://schemas.microsoft.com/office/drawing/2014/main" id="{73FC86E2-AFDB-F299-5A83-F54DF698A18F}"/>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33" name="Freeform 182">
                    <a:extLst>
                      <a:ext uri="{FF2B5EF4-FFF2-40B4-BE49-F238E27FC236}">
                        <a16:creationId xmlns:a16="http://schemas.microsoft.com/office/drawing/2014/main" id="{3C8FFC62-2603-C41D-EFF4-FDEA1EA9A3F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34" name="Freeform 183">
                    <a:extLst>
                      <a:ext uri="{FF2B5EF4-FFF2-40B4-BE49-F238E27FC236}">
                        <a16:creationId xmlns:a16="http://schemas.microsoft.com/office/drawing/2014/main" id="{D3DB3FEA-4F4A-E0D9-727E-D7E8EA283E9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35" name="Freeform 184">
                    <a:extLst>
                      <a:ext uri="{FF2B5EF4-FFF2-40B4-BE49-F238E27FC236}">
                        <a16:creationId xmlns:a16="http://schemas.microsoft.com/office/drawing/2014/main" id="{EB9A5A8B-1B23-888A-21DB-E234531E62C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36" name="Freeform 185">
                    <a:extLst>
                      <a:ext uri="{FF2B5EF4-FFF2-40B4-BE49-F238E27FC236}">
                        <a16:creationId xmlns:a16="http://schemas.microsoft.com/office/drawing/2014/main" id="{D774CC91-8570-0E96-F2CA-E7E6D413F28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37" name="Freeform 186">
                    <a:extLst>
                      <a:ext uri="{FF2B5EF4-FFF2-40B4-BE49-F238E27FC236}">
                        <a16:creationId xmlns:a16="http://schemas.microsoft.com/office/drawing/2014/main" id="{376D2BF7-A181-F8C2-16A9-3792B503797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38" name="Freeform 187">
                    <a:extLst>
                      <a:ext uri="{FF2B5EF4-FFF2-40B4-BE49-F238E27FC236}">
                        <a16:creationId xmlns:a16="http://schemas.microsoft.com/office/drawing/2014/main" id="{332C8A90-546A-E465-7D17-D0FC8F0C83D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39" name="Freeform 188">
                    <a:extLst>
                      <a:ext uri="{FF2B5EF4-FFF2-40B4-BE49-F238E27FC236}">
                        <a16:creationId xmlns:a16="http://schemas.microsoft.com/office/drawing/2014/main" id="{84C15F3A-BFAC-2905-AB25-E57512604D7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9527" name="WordArt 189">
              <a:extLst>
                <a:ext uri="{FF2B5EF4-FFF2-40B4-BE49-F238E27FC236}">
                  <a16:creationId xmlns:a16="http://schemas.microsoft.com/office/drawing/2014/main" id="{D4D0F2F6-A302-E275-D223-9AF8AEDCA7B0}"/>
                </a:ext>
              </a:extLst>
            </p:cNvPr>
            <p:cNvSpPr>
              <a:spLocks noChangeAspect="1" noChangeArrowheads="1" noChangeShapeType="1" noTextEdit="1"/>
            </p:cNvSpPr>
            <p:nvPr/>
          </p:nvSpPr>
          <p:spPr bwMode="auto">
            <a:xfrm>
              <a:off x="4853" y="1263"/>
              <a:ext cx="410" cy="142"/>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r5  </a:t>
              </a:r>
            </a:p>
          </p:txBody>
        </p:sp>
      </p:grpSp>
      <p:sp>
        <p:nvSpPr>
          <p:cNvPr id="59421" name="Line 190">
            <a:extLst>
              <a:ext uri="{FF2B5EF4-FFF2-40B4-BE49-F238E27FC236}">
                <a16:creationId xmlns:a16="http://schemas.microsoft.com/office/drawing/2014/main" id="{DA0CEBE7-5C35-2804-437E-144E4FEF445A}"/>
              </a:ext>
            </a:extLst>
          </p:cNvPr>
          <p:cNvSpPr>
            <a:spLocks noChangeShapeType="1"/>
          </p:cNvSpPr>
          <p:nvPr/>
        </p:nvSpPr>
        <p:spPr bwMode="auto">
          <a:xfrm>
            <a:off x="6735763" y="1436689"/>
            <a:ext cx="512762" cy="23526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9422" name="Group 191">
            <a:extLst>
              <a:ext uri="{FF2B5EF4-FFF2-40B4-BE49-F238E27FC236}">
                <a16:creationId xmlns:a16="http://schemas.microsoft.com/office/drawing/2014/main" id="{8C1AE6A9-AE7D-8CCD-45EF-361855CD7370}"/>
              </a:ext>
            </a:extLst>
          </p:cNvPr>
          <p:cNvGrpSpPr>
            <a:grpSpLocks noChangeAspect="1"/>
          </p:cNvGrpSpPr>
          <p:nvPr/>
        </p:nvGrpSpPr>
        <p:grpSpPr bwMode="auto">
          <a:xfrm>
            <a:off x="6956425" y="3684589"/>
            <a:ext cx="723900" cy="460375"/>
            <a:chOff x="3312" y="2160"/>
            <a:chExt cx="960" cy="528"/>
          </a:xfrm>
        </p:grpSpPr>
        <p:grpSp>
          <p:nvGrpSpPr>
            <p:cNvPr id="59504" name="Group 192">
              <a:extLst>
                <a:ext uri="{FF2B5EF4-FFF2-40B4-BE49-F238E27FC236}">
                  <a16:creationId xmlns:a16="http://schemas.microsoft.com/office/drawing/2014/main" id="{187D119B-A1BC-EF9D-9E09-B21A0F62FB73}"/>
                </a:ext>
              </a:extLst>
            </p:cNvPr>
            <p:cNvGrpSpPr>
              <a:grpSpLocks noChangeAspect="1"/>
            </p:cNvGrpSpPr>
            <p:nvPr/>
          </p:nvGrpSpPr>
          <p:grpSpPr bwMode="auto">
            <a:xfrm>
              <a:off x="3312" y="2160"/>
              <a:ext cx="960" cy="528"/>
              <a:chOff x="3312" y="2160"/>
              <a:chExt cx="960" cy="528"/>
            </a:xfrm>
          </p:grpSpPr>
          <p:sp>
            <p:nvSpPr>
              <p:cNvPr id="59506" name="AutoShape 193">
                <a:extLst>
                  <a:ext uri="{FF2B5EF4-FFF2-40B4-BE49-F238E27FC236}">
                    <a16:creationId xmlns:a16="http://schemas.microsoft.com/office/drawing/2014/main" id="{72CF3A62-1C66-29CE-D5EB-2799C56B13F1}"/>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9507" name="Group 194">
                <a:extLst>
                  <a:ext uri="{FF2B5EF4-FFF2-40B4-BE49-F238E27FC236}">
                    <a16:creationId xmlns:a16="http://schemas.microsoft.com/office/drawing/2014/main" id="{B862FD88-D24A-40CC-ABD0-AD90FD1CBC99}"/>
                  </a:ext>
                </a:extLst>
              </p:cNvPr>
              <p:cNvGrpSpPr>
                <a:grpSpLocks noChangeAspect="1"/>
              </p:cNvGrpSpPr>
              <p:nvPr/>
            </p:nvGrpSpPr>
            <p:grpSpPr bwMode="auto">
              <a:xfrm>
                <a:off x="3488" y="2193"/>
                <a:ext cx="599" cy="207"/>
                <a:chOff x="422" y="1632"/>
                <a:chExt cx="829" cy="298"/>
              </a:xfrm>
            </p:grpSpPr>
            <p:grpSp>
              <p:nvGrpSpPr>
                <p:cNvPr id="59508" name="Group 195">
                  <a:extLst>
                    <a:ext uri="{FF2B5EF4-FFF2-40B4-BE49-F238E27FC236}">
                      <a16:creationId xmlns:a16="http://schemas.microsoft.com/office/drawing/2014/main" id="{EC5F6116-965B-94F3-0D20-BEA3F9998012}"/>
                    </a:ext>
                  </a:extLst>
                </p:cNvPr>
                <p:cNvGrpSpPr>
                  <a:grpSpLocks noChangeAspect="1"/>
                </p:cNvGrpSpPr>
                <p:nvPr/>
              </p:nvGrpSpPr>
              <p:grpSpPr bwMode="auto">
                <a:xfrm>
                  <a:off x="422" y="1632"/>
                  <a:ext cx="822" cy="291"/>
                  <a:chOff x="422" y="1632"/>
                  <a:chExt cx="822" cy="291"/>
                </a:xfrm>
              </p:grpSpPr>
              <p:sp>
                <p:nvSpPr>
                  <p:cNvPr id="59518" name="Freeform 196">
                    <a:extLst>
                      <a:ext uri="{FF2B5EF4-FFF2-40B4-BE49-F238E27FC236}">
                        <a16:creationId xmlns:a16="http://schemas.microsoft.com/office/drawing/2014/main" id="{86F28C21-7E2B-9BB9-74E7-A531065C243C}"/>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19" name="Freeform 197">
                    <a:extLst>
                      <a:ext uri="{FF2B5EF4-FFF2-40B4-BE49-F238E27FC236}">
                        <a16:creationId xmlns:a16="http://schemas.microsoft.com/office/drawing/2014/main" id="{2F2B545F-2B59-073A-7A07-A1C0071D5810}"/>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20" name="Freeform 198">
                    <a:extLst>
                      <a:ext uri="{FF2B5EF4-FFF2-40B4-BE49-F238E27FC236}">
                        <a16:creationId xmlns:a16="http://schemas.microsoft.com/office/drawing/2014/main" id="{616331A5-9659-6AFF-1751-0A65EAEC999A}"/>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21" name="Freeform 199">
                    <a:extLst>
                      <a:ext uri="{FF2B5EF4-FFF2-40B4-BE49-F238E27FC236}">
                        <a16:creationId xmlns:a16="http://schemas.microsoft.com/office/drawing/2014/main" id="{4DD0264A-65B9-554E-5835-A7188D2D690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22" name="Freeform 200">
                    <a:extLst>
                      <a:ext uri="{FF2B5EF4-FFF2-40B4-BE49-F238E27FC236}">
                        <a16:creationId xmlns:a16="http://schemas.microsoft.com/office/drawing/2014/main" id="{DA347213-7424-10D4-03A3-D40D934E9CA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23" name="Freeform 201">
                    <a:extLst>
                      <a:ext uri="{FF2B5EF4-FFF2-40B4-BE49-F238E27FC236}">
                        <a16:creationId xmlns:a16="http://schemas.microsoft.com/office/drawing/2014/main" id="{CFC7FF28-2DDC-6835-644C-FB59F36D47F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24" name="Freeform 202">
                    <a:extLst>
                      <a:ext uri="{FF2B5EF4-FFF2-40B4-BE49-F238E27FC236}">
                        <a16:creationId xmlns:a16="http://schemas.microsoft.com/office/drawing/2014/main" id="{8E961051-D9A7-9F22-3537-12AD975836F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25" name="Freeform 203">
                    <a:extLst>
                      <a:ext uri="{FF2B5EF4-FFF2-40B4-BE49-F238E27FC236}">
                        <a16:creationId xmlns:a16="http://schemas.microsoft.com/office/drawing/2014/main" id="{5317BE81-0B3D-89CB-3602-8DA277B1449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9509" name="Group 204">
                  <a:extLst>
                    <a:ext uri="{FF2B5EF4-FFF2-40B4-BE49-F238E27FC236}">
                      <a16:creationId xmlns:a16="http://schemas.microsoft.com/office/drawing/2014/main" id="{C3047DFE-D34A-6CA4-818D-8598A2E75FCC}"/>
                    </a:ext>
                  </a:extLst>
                </p:cNvPr>
                <p:cNvGrpSpPr>
                  <a:grpSpLocks noChangeAspect="1"/>
                </p:cNvGrpSpPr>
                <p:nvPr/>
              </p:nvGrpSpPr>
              <p:grpSpPr bwMode="auto">
                <a:xfrm>
                  <a:off x="429" y="1639"/>
                  <a:ext cx="822" cy="291"/>
                  <a:chOff x="429" y="1639"/>
                  <a:chExt cx="822" cy="291"/>
                </a:xfrm>
              </p:grpSpPr>
              <p:sp>
                <p:nvSpPr>
                  <p:cNvPr id="59510" name="Freeform 205">
                    <a:extLst>
                      <a:ext uri="{FF2B5EF4-FFF2-40B4-BE49-F238E27FC236}">
                        <a16:creationId xmlns:a16="http://schemas.microsoft.com/office/drawing/2014/main" id="{4FC2C605-1B15-97A4-62BE-244779B83643}"/>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11" name="Freeform 206">
                    <a:extLst>
                      <a:ext uri="{FF2B5EF4-FFF2-40B4-BE49-F238E27FC236}">
                        <a16:creationId xmlns:a16="http://schemas.microsoft.com/office/drawing/2014/main" id="{659A0F65-CF1C-846A-E79C-B1208B45826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12" name="Freeform 207">
                    <a:extLst>
                      <a:ext uri="{FF2B5EF4-FFF2-40B4-BE49-F238E27FC236}">
                        <a16:creationId xmlns:a16="http://schemas.microsoft.com/office/drawing/2014/main" id="{5A002CB5-D1FF-DAF9-5F4C-6C9066A0D005}"/>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13" name="Freeform 208">
                    <a:extLst>
                      <a:ext uri="{FF2B5EF4-FFF2-40B4-BE49-F238E27FC236}">
                        <a16:creationId xmlns:a16="http://schemas.microsoft.com/office/drawing/2014/main" id="{10767C3E-2EA2-0147-9AFA-B997CA369E84}"/>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14" name="Freeform 209">
                    <a:extLst>
                      <a:ext uri="{FF2B5EF4-FFF2-40B4-BE49-F238E27FC236}">
                        <a16:creationId xmlns:a16="http://schemas.microsoft.com/office/drawing/2014/main" id="{FF8B722D-4525-E4FA-1B46-AF05A3A2539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15" name="Freeform 210">
                    <a:extLst>
                      <a:ext uri="{FF2B5EF4-FFF2-40B4-BE49-F238E27FC236}">
                        <a16:creationId xmlns:a16="http://schemas.microsoft.com/office/drawing/2014/main" id="{D5C39153-5E8F-24DE-5696-1FBF1BD025E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16" name="Freeform 211">
                    <a:extLst>
                      <a:ext uri="{FF2B5EF4-FFF2-40B4-BE49-F238E27FC236}">
                        <a16:creationId xmlns:a16="http://schemas.microsoft.com/office/drawing/2014/main" id="{AF17A154-7062-FC81-8012-11B2EBBA75A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17" name="Freeform 212">
                    <a:extLst>
                      <a:ext uri="{FF2B5EF4-FFF2-40B4-BE49-F238E27FC236}">
                        <a16:creationId xmlns:a16="http://schemas.microsoft.com/office/drawing/2014/main" id="{79A60DA7-B886-636B-911D-02E0B556A26B}"/>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9505" name="WordArt 213">
              <a:extLst>
                <a:ext uri="{FF2B5EF4-FFF2-40B4-BE49-F238E27FC236}">
                  <a16:creationId xmlns:a16="http://schemas.microsoft.com/office/drawing/2014/main" id="{040D1315-3D75-8B35-4F5F-BA0A0D89F001}"/>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59423" name="Group 214">
            <a:extLst>
              <a:ext uri="{FF2B5EF4-FFF2-40B4-BE49-F238E27FC236}">
                <a16:creationId xmlns:a16="http://schemas.microsoft.com/office/drawing/2014/main" id="{0DD3D526-D781-13FB-B40B-005CC4A3CB95}"/>
              </a:ext>
            </a:extLst>
          </p:cNvPr>
          <p:cNvGrpSpPr>
            <a:grpSpLocks noChangeAspect="1"/>
          </p:cNvGrpSpPr>
          <p:nvPr/>
        </p:nvGrpSpPr>
        <p:grpSpPr bwMode="auto">
          <a:xfrm>
            <a:off x="7532688" y="1168401"/>
            <a:ext cx="723900" cy="460375"/>
            <a:chOff x="3312" y="2160"/>
            <a:chExt cx="960" cy="528"/>
          </a:xfrm>
        </p:grpSpPr>
        <p:grpSp>
          <p:nvGrpSpPr>
            <p:cNvPr id="59482" name="Group 215">
              <a:extLst>
                <a:ext uri="{FF2B5EF4-FFF2-40B4-BE49-F238E27FC236}">
                  <a16:creationId xmlns:a16="http://schemas.microsoft.com/office/drawing/2014/main" id="{A23534F2-C510-4F8F-A81A-4382C9DE964A}"/>
                </a:ext>
              </a:extLst>
            </p:cNvPr>
            <p:cNvGrpSpPr>
              <a:grpSpLocks noChangeAspect="1"/>
            </p:cNvGrpSpPr>
            <p:nvPr/>
          </p:nvGrpSpPr>
          <p:grpSpPr bwMode="auto">
            <a:xfrm>
              <a:off x="3312" y="2160"/>
              <a:ext cx="960" cy="528"/>
              <a:chOff x="3312" y="2160"/>
              <a:chExt cx="960" cy="528"/>
            </a:xfrm>
          </p:grpSpPr>
          <p:sp>
            <p:nvSpPr>
              <p:cNvPr id="59484" name="AutoShape 216">
                <a:extLst>
                  <a:ext uri="{FF2B5EF4-FFF2-40B4-BE49-F238E27FC236}">
                    <a16:creationId xmlns:a16="http://schemas.microsoft.com/office/drawing/2014/main" id="{F9391DF4-E798-B327-12B7-43BEE437E365}"/>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9485" name="Group 217">
                <a:extLst>
                  <a:ext uri="{FF2B5EF4-FFF2-40B4-BE49-F238E27FC236}">
                    <a16:creationId xmlns:a16="http://schemas.microsoft.com/office/drawing/2014/main" id="{4C70AE36-4405-D2E0-5BB1-91FA6F71FB50}"/>
                  </a:ext>
                </a:extLst>
              </p:cNvPr>
              <p:cNvGrpSpPr>
                <a:grpSpLocks noChangeAspect="1"/>
              </p:cNvGrpSpPr>
              <p:nvPr/>
            </p:nvGrpSpPr>
            <p:grpSpPr bwMode="auto">
              <a:xfrm>
                <a:off x="3488" y="2193"/>
                <a:ext cx="599" cy="207"/>
                <a:chOff x="422" y="1632"/>
                <a:chExt cx="829" cy="298"/>
              </a:xfrm>
            </p:grpSpPr>
            <p:grpSp>
              <p:nvGrpSpPr>
                <p:cNvPr id="59486" name="Group 218">
                  <a:extLst>
                    <a:ext uri="{FF2B5EF4-FFF2-40B4-BE49-F238E27FC236}">
                      <a16:creationId xmlns:a16="http://schemas.microsoft.com/office/drawing/2014/main" id="{38F55797-A967-3997-2140-B4668F03203A}"/>
                    </a:ext>
                  </a:extLst>
                </p:cNvPr>
                <p:cNvGrpSpPr>
                  <a:grpSpLocks noChangeAspect="1"/>
                </p:cNvGrpSpPr>
                <p:nvPr/>
              </p:nvGrpSpPr>
              <p:grpSpPr bwMode="auto">
                <a:xfrm>
                  <a:off x="422" y="1632"/>
                  <a:ext cx="822" cy="291"/>
                  <a:chOff x="422" y="1632"/>
                  <a:chExt cx="822" cy="291"/>
                </a:xfrm>
              </p:grpSpPr>
              <p:sp>
                <p:nvSpPr>
                  <p:cNvPr id="59496" name="Freeform 219">
                    <a:extLst>
                      <a:ext uri="{FF2B5EF4-FFF2-40B4-BE49-F238E27FC236}">
                        <a16:creationId xmlns:a16="http://schemas.microsoft.com/office/drawing/2014/main" id="{94CFEB93-B800-8233-2FB0-51471EA400D1}"/>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97" name="Freeform 220">
                    <a:extLst>
                      <a:ext uri="{FF2B5EF4-FFF2-40B4-BE49-F238E27FC236}">
                        <a16:creationId xmlns:a16="http://schemas.microsoft.com/office/drawing/2014/main" id="{81631EDC-D71E-D59A-EF1A-C20250FBF4D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98" name="Freeform 221">
                    <a:extLst>
                      <a:ext uri="{FF2B5EF4-FFF2-40B4-BE49-F238E27FC236}">
                        <a16:creationId xmlns:a16="http://schemas.microsoft.com/office/drawing/2014/main" id="{CD1E5EAE-E796-47EF-2418-68E0064F771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99" name="Freeform 222">
                    <a:extLst>
                      <a:ext uri="{FF2B5EF4-FFF2-40B4-BE49-F238E27FC236}">
                        <a16:creationId xmlns:a16="http://schemas.microsoft.com/office/drawing/2014/main" id="{25E7BEC3-E6FE-07C1-70FD-EBB2A28CE430}"/>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00" name="Freeform 223">
                    <a:extLst>
                      <a:ext uri="{FF2B5EF4-FFF2-40B4-BE49-F238E27FC236}">
                        <a16:creationId xmlns:a16="http://schemas.microsoft.com/office/drawing/2014/main" id="{DB5D56BB-9DF4-2ABC-E184-800563E1C3C7}"/>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01" name="Freeform 224">
                    <a:extLst>
                      <a:ext uri="{FF2B5EF4-FFF2-40B4-BE49-F238E27FC236}">
                        <a16:creationId xmlns:a16="http://schemas.microsoft.com/office/drawing/2014/main" id="{454D78AB-61AD-3716-D5D1-ADF37021D44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02" name="Freeform 225">
                    <a:extLst>
                      <a:ext uri="{FF2B5EF4-FFF2-40B4-BE49-F238E27FC236}">
                        <a16:creationId xmlns:a16="http://schemas.microsoft.com/office/drawing/2014/main" id="{51CD527D-04E3-618E-D0BE-BF466D6F5C7F}"/>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503" name="Freeform 226">
                    <a:extLst>
                      <a:ext uri="{FF2B5EF4-FFF2-40B4-BE49-F238E27FC236}">
                        <a16:creationId xmlns:a16="http://schemas.microsoft.com/office/drawing/2014/main" id="{996A84AD-21D5-AF8E-211B-897D44FCB3B3}"/>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9487" name="Group 227">
                  <a:extLst>
                    <a:ext uri="{FF2B5EF4-FFF2-40B4-BE49-F238E27FC236}">
                      <a16:creationId xmlns:a16="http://schemas.microsoft.com/office/drawing/2014/main" id="{627548B6-524D-7F84-BB11-AD84178A0D9C}"/>
                    </a:ext>
                  </a:extLst>
                </p:cNvPr>
                <p:cNvGrpSpPr>
                  <a:grpSpLocks noChangeAspect="1"/>
                </p:cNvGrpSpPr>
                <p:nvPr/>
              </p:nvGrpSpPr>
              <p:grpSpPr bwMode="auto">
                <a:xfrm>
                  <a:off x="429" y="1639"/>
                  <a:ext cx="822" cy="291"/>
                  <a:chOff x="429" y="1639"/>
                  <a:chExt cx="822" cy="291"/>
                </a:xfrm>
              </p:grpSpPr>
              <p:sp>
                <p:nvSpPr>
                  <p:cNvPr id="59488" name="Freeform 228">
                    <a:extLst>
                      <a:ext uri="{FF2B5EF4-FFF2-40B4-BE49-F238E27FC236}">
                        <a16:creationId xmlns:a16="http://schemas.microsoft.com/office/drawing/2014/main" id="{30D9F035-1C82-C600-EC6E-F56E0501E4D7}"/>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89" name="Freeform 229">
                    <a:extLst>
                      <a:ext uri="{FF2B5EF4-FFF2-40B4-BE49-F238E27FC236}">
                        <a16:creationId xmlns:a16="http://schemas.microsoft.com/office/drawing/2014/main" id="{E3BCB0B3-48F0-FF14-9AC0-67DA5D5087C2}"/>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90" name="Freeform 230">
                    <a:extLst>
                      <a:ext uri="{FF2B5EF4-FFF2-40B4-BE49-F238E27FC236}">
                        <a16:creationId xmlns:a16="http://schemas.microsoft.com/office/drawing/2014/main" id="{98A33A0C-B003-43F0-5CB9-CBCED8B0B2C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91" name="Freeform 231">
                    <a:extLst>
                      <a:ext uri="{FF2B5EF4-FFF2-40B4-BE49-F238E27FC236}">
                        <a16:creationId xmlns:a16="http://schemas.microsoft.com/office/drawing/2014/main" id="{682AEEBF-E79E-C030-FFCB-6CA5C5D0C13D}"/>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92" name="Freeform 232">
                    <a:extLst>
                      <a:ext uri="{FF2B5EF4-FFF2-40B4-BE49-F238E27FC236}">
                        <a16:creationId xmlns:a16="http://schemas.microsoft.com/office/drawing/2014/main" id="{54B9EC66-5997-0DD7-867E-973B71A5CD6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93" name="Freeform 233">
                    <a:extLst>
                      <a:ext uri="{FF2B5EF4-FFF2-40B4-BE49-F238E27FC236}">
                        <a16:creationId xmlns:a16="http://schemas.microsoft.com/office/drawing/2014/main" id="{B6A1E70C-E100-CCC7-980E-E29C01A8A50F}"/>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94" name="Freeform 234">
                    <a:extLst>
                      <a:ext uri="{FF2B5EF4-FFF2-40B4-BE49-F238E27FC236}">
                        <a16:creationId xmlns:a16="http://schemas.microsoft.com/office/drawing/2014/main" id="{2D77C1B1-7745-6250-0D6E-51477EB1C10A}"/>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95" name="Freeform 235">
                    <a:extLst>
                      <a:ext uri="{FF2B5EF4-FFF2-40B4-BE49-F238E27FC236}">
                        <a16:creationId xmlns:a16="http://schemas.microsoft.com/office/drawing/2014/main" id="{E68A7EB3-7073-FF0A-9152-2499A2C2256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9483" name="WordArt 236">
              <a:extLst>
                <a:ext uri="{FF2B5EF4-FFF2-40B4-BE49-F238E27FC236}">
                  <a16:creationId xmlns:a16="http://schemas.microsoft.com/office/drawing/2014/main" id="{57344EAE-E4EE-8323-96A2-8D51F94D6137}"/>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r4  </a:t>
              </a:r>
            </a:p>
          </p:txBody>
        </p:sp>
      </p:grpSp>
      <p:sp>
        <p:nvSpPr>
          <p:cNvPr id="59424" name="Line 237">
            <a:extLst>
              <a:ext uri="{FF2B5EF4-FFF2-40B4-BE49-F238E27FC236}">
                <a16:creationId xmlns:a16="http://schemas.microsoft.com/office/drawing/2014/main" id="{C0E39EAB-CD00-9B06-39BA-0FBDAF870FDE}"/>
              </a:ext>
            </a:extLst>
          </p:cNvPr>
          <p:cNvSpPr>
            <a:spLocks noChangeShapeType="1"/>
          </p:cNvSpPr>
          <p:nvPr/>
        </p:nvSpPr>
        <p:spPr bwMode="auto">
          <a:xfrm flipV="1">
            <a:off x="5135563" y="1452563"/>
            <a:ext cx="1301750" cy="2366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59425" name="Group 238">
            <a:extLst>
              <a:ext uri="{FF2B5EF4-FFF2-40B4-BE49-F238E27FC236}">
                <a16:creationId xmlns:a16="http://schemas.microsoft.com/office/drawing/2014/main" id="{247AAEDA-4FE1-EF48-FFD2-0E8F4CF2E4F4}"/>
              </a:ext>
            </a:extLst>
          </p:cNvPr>
          <p:cNvGrpSpPr>
            <a:grpSpLocks noChangeAspect="1"/>
          </p:cNvGrpSpPr>
          <p:nvPr/>
        </p:nvGrpSpPr>
        <p:grpSpPr bwMode="auto">
          <a:xfrm>
            <a:off x="6272213" y="1125539"/>
            <a:ext cx="723900" cy="460375"/>
            <a:chOff x="3312" y="2160"/>
            <a:chExt cx="960" cy="528"/>
          </a:xfrm>
        </p:grpSpPr>
        <p:grpSp>
          <p:nvGrpSpPr>
            <p:cNvPr id="59460" name="Group 239">
              <a:extLst>
                <a:ext uri="{FF2B5EF4-FFF2-40B4-BE49-F238E27FC236}">
                  <a16:creationId xmlns:a16="http://schemas.microsoft.com/office/drawing/2014/main" id="{882A616B-A4AA-18FD-954D-0D49D9CF6607}"/>
                </a:ext>
              </a:extLst>
            </p:cNvPr>
            <p:cNvGrpSpPr>
              <a:grpSpLocks noChangeAspect="1"/>
            </p:cNvGrpSpPr>
            <p:nvPr/>
          </p:nvGrpSpPr>
          <p:grpSpPr bwMode="auto">
            <a:xfrm>
              <a:off x="3312" y="2160"/>
              <a:ext cx="960" cy="528"/>
              <a:chOff x="3312" y="2160"/>
              <a:chExt cx="960" cy="528"/>
            </a:xfrm>
          </p:grpSpPr>
          <p:sp>
            <p:nvSpPr>
              <p:cNvPr id="59462" name="AutoShape 240">
                <a:extLst>
                  <a:ext uri="{FF2B5EF4-FFF2-40B4-BE49-F238E27FC236}">
                    <a16:creationId xmlns:a16="http://schemas.microsoft.com/office/drawing/2014/main" id="{6934CCB0-AE1D-0392-413D-4C90CEA38228}"/>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9463" name="Group 241">
                <a:extLst>
                  <a:ext uri="{FF2B5EF4-FFF2-40B4-BE49-F238E27FC236}">
                    <a16:creationId xmlns:a16="http://schemas.microsoft.com/office/drawing/2014/main" id="{6BF0BCDE-CE67-3487-BA50-68272AA49325}"/>
                  </a:ext>
                </a:extLst>
              </p:cNvPr>
              <p:cNvGrpSpPr>
                <a:grpSpLocks noChangeAspect="1"/>
              </p:cNvGrpSpPr>
              <p:nvPr/>
            </p:nvGrpSpPr>
            <p:grpSpPr bwMode="auto">
              <a:xfrm>
                <a:off x="3488" y="2193"/>
                <a:ext cx="599" cy="207"/>
                <a:chOff x="422" y="1632"/>
                <a:chExt cx="829" cy="298"/>
              </a:xfrm>
            </p:grpSpPr>
            <p:grpSp>
              <p:nvGrpSpPr>
                <p:cNvPr id="59464" name="Group 242">
                  <a:extLst>
                    <a:ext uri="{FF2B5EF4-FFF2-40B4-BE49-F238E27FC236}">
                      <a16:creationId xmlns:a16="http://schemas.microsoft.com/office/drawing/2014/main" id="{EC4F60F5-4A26-BBA2-8629-FC69DB448C09}"/>
                    </a:ext>
                  </a:extLst>
                </p:cNvPr>
                <p:cNvGrpSpPr>
                  <a:grpSpLocks noChangeAspect="1"/>
                </p:cNvGrpSpPr>
                <p:nvPr/>
              </p:nvGrpSpPr>
              <p:grpSpPr bwMode="auto">
                <a:xfrm>
                  <a:off x="422" y="1632"/>
                  <a:ext cx="822" cy="291"/>
                  <a:chOff x="422" y="1632"/>
                  <a:chExt cx="822" cy="291"/>
                </a:xfrm>
              </p:grpSpPr>
              <p:sp>
                <p:nvSpPr>
                  <p:cNvPr id="59474" name="Freeform 243">
                    <a:extLst>
                      <a:ext uri="{FF2B5EF4-FFF2-40B4-BE49-F238E27FC236}">
                        <a16:creationId xmlns:a16="http://schemas.microsoft.com/office/drawing/2014/main" id="{9E63391E-ADFC-78AB-C6C3-3FE97DC2F63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75" name="Freeform 244">
                    <a:extLst>
                      <a:ext uri="{FF2B5EF4-FFF2-40B4-BE49-F238E27FC236}">
                        <a16:creationId xmlns:a16="http://schemas.microsoft.com/office/drawing/2014/main" id="{53F230A1-5245-AB79-C968-CBA724028D5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76" name="Freeform 245">
                    <a:extLst>
                      <a:ext uri="{FF2B5EF4-FFF2-40B4-BE49-F238E27FC236}">
                        <a16:creationId xmlns:a16="http://schemas.microsoft.com/office/drawing/2014/main" id="{631D80F7-67DC-CD0B-D51E-3C89384B321C}"/>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77" name="Freeform 246">
                    <a:extLst>
                      <a:ext uri="{FF2B5EF4-FFF2-40B4-BE49-F238E27FC236}">
                        <a16:creationId xmlns:a16="http://schemas.microsoft.com/office/drawing/2014/main" id="{7D4F0018-EFED-6150-9E95-E2E8EA5B944F}"/>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78" name="Freeform 247">
                    <a:extLst>
                      <a:ext uri="{FF2B5EF4-FFF2-40B4-BE49-F238E27FC236}">
                        <a16:creationId xmlns:a16="http://schemas.microsoft.com/office/drawing/2014/main" id="{889C228A-F82E-B9A5-29BB-1BD1BD45B38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79" name="Freeform 248">
                    <a:extLst>
                      <a:ext uri="{FF2B5EF4-FFF2-40B4-BE49-F238E27FC236}">
                        <a16:creationId xmlns:a16="http://schemas.microsoft.com/office/drawing/2014/main" id="{06962E96-D1B2-1185-159D-8BC78B805C8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80" name="Freeform 249">
                    <a:extLst>
                      <a:ext uri="{FF2B5EF4-FFF2-40B4-BE49-F238E27FC236}">
                        <a16:creationId xmlns:a16="http://schemas.microsoft.com/office/drawing/2014/main" id="{A298AF90-2F39-0B83-E436-F363DE427600}"/>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81" name="Freeform 250">
                    <a:extLst>
                      <a:ext uri="{FF2B5EF4-FFF2-40B4-BE49-F238E27FC236}">
                        <a16:creationId xmlns:a16="http://schemas.microsoft.com/office/drawing/2014/main" id="{C379E6C2-05B0-57E5-02CC-02F7F5D9C60A}"/>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9465" name="Group 251">
                  <a:extLst>
                    <a:ext uri="{FF2B5EF4-FFF2-40B4-BE49-F238E27FC236}">
                      <a16:creationId xmlns:a16="http://schemas.microsoft.com/office/drawing/2014/main" id="{E61E8334-F3B6-2F87-3EA5-D104D0DF0CF1}"/>
                    </a:ext>
                  </a:extLst>
                </p:cNvPr>
                <p:cNvGrpSpPr>
                  <a:grpSpLocks noChangeAspect="1"/>
                </p:cNvGrpSpPr>
                <p:nvPr/>
              </p:nvGrpSpPr>
              <p:grpSpPr bwMode="auto">
                <a:xfrm>
                  <a:off x="429" y="1639"/>
                  <a:ext cx="822" cy="291"/>
                  <a:chOff x="429" y="1639"/>
                  <a:chExt cx="822" cy="291"/>
                </a:xfrm>
              </p:grpSpPr>
              <p:sp>
                <p:nvSpPr>
                  <p:cNvPr id="59466" name="Freeform 252">
                    <a:extLst>
                      <a:ext uri="{FF2B5EF4-FFF2-40B4-BE49-F238E27FC236}">
                        <a16:creationId xmlns:a16="http://schemas.microsoft.com/office/drawing/2014/main" id="{2F1F33A7-980C-6984-5E4A-5ADA71666F2F}"/>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67" name="Freeform 253">
                    <a:extLst>
                      <a:ext uri="{FF2B5EF4-FFF2-40B4-BE49-F238E27FC236}">
                        <a16:creationId xmlns:a16="http://schemas.microsoft.com/office/drawing/2014/main" id="{454469AC-E1DF-5E86-2DBA-2875F38644B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68" name="Freeform 254">
                    <a:extLst>
                      <a:ext uri="{FF2B5EF4-FFF2-40B4-BE49-F238E27FC236}">
                        <a16:creationId xmlns:a16="http://schemas.microsoft.com/office/drawing/2014/main" id="{D9000D9A-3BF1-51B4-E3ED-643A3518A75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69" name="Freeform 255">
                    <a:extLst>
                      <a:ext uri="{FF2B5EF4-FFF2-40B4-BE49-F238E27FC236}">
                        <a16:creationId xmlns:a16="http://schemas.microsoft.com/office/drawing/2014/main" id="{42196A8B-D82A-C227-00C3-52523BE4C373}"/>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70" name="Freeform 256">
                    <a:extLst>
                      <a:ext uri="{FF2B5EF4-FFF2-40B4-BE49-F238E27FC236}">
                        <a16:creationId xmlns:a16="http://schemas.microsoft.com/office/drawing/2014/main" id="{2F347D6D-5244-8071-2862-5FB7D308625D}"/>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71" name="Freeform 257">
                    <a:extLst>
                      <a:ext uri="{FF2B5EF4-FFF2-40B4-BE49-F238E27FC236}">
                        <a16:creationId xmlns:a16="http://schemas.microsoft.com/office/drawing/2014/main" id="{D38947C8-77ED-F497-377C-420F0CDCD54A}"/>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72" name="Freeform 258">
                    <a:extLst>
                      <a:ext uri="{FF2B5EF4-FFF2-40B4-BE49-F238E27FC236}">
                        <a16:creationId xmlns:a16="http://schemas.microsoft.com/office/drawing/2014/main" id="{BB446C22-78B8-EF7C-3A64-ADA25B627E1D}"/>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73" name="Freeform 259">
                    <a:extLst>
                      <a:ext uri="{FF2B5EF4-FFF2-40B4-BE49-F238E27FC236}">
                        <a16:creationId xmlns:a16="http://schemas.microsoft.com/office/drawing/2014/main" id="{8DBE16D0-E9FE-6525-1D80-BBCE82ABA214}"/>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9461" name="WordArt 260">
              <a:extLst>
                <a:ext uri="{FF2B5EF4-FFF2-40B4-BE49-F238E27FC236}">
                  <a16:creationId xmlns:a16="http://schemas.microsoft.com/office/drawing/2014/main" id="{B330F924-CE8F-5344-F375-45686D4A3913}"/>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r3  </a:t>
              </a:r>
            </a:p>
          </p:txBody>
        </p:sp>
      </p:grpSp>
      <p:grpSp>
        <p:nvGrpSpPr>
          <p:cNvPr id="59426" name="Group 261">
            <a:extLst>
              <a:ext uri="{FF2B5EF4-FFF2-40B4-BE49-F238E27FC236}">
                <a16:creationId xmlns:a16="http://schemas.microsoft.com/office/drawing/2014/main" id="{06446E2C-8B14-95F8-E3E9-E0ED101C151E}"/>
              </a:ext>
            </a:extLst>
          </p:cNvPr>
          <p:cNvGrpSpPr>
            <a:grpSpLocks noChangeAspect="1"/>
          </p:cNvGrpSpPr>
          <p:nvPr/>
        </p:nvGrpSpPr>
        <p:grpSpPr bwMode="auto">
          <a:xfrm>
            <a:off x="4768850" y="3684589"/>
            <a:ext cx="723900" cy="460375"/>
            <a:chOff x="3312" y="2160"/>
            <a:chExt cx="960" cy="528"/>
          </a:xfrm>
        </p:grpSpPr>
        <p:grpSp>
          <p:nvGrpSpPr>
            <p:cNvPr id="59438" name="Group 262">
              <a:extLst>
                <a:ext uri="{FF2B5EF4-FFF2-40B4-BE49-F238E27FC236}">
                  <a16:creationId xmlns:a16="http://schemas.microsoft.com/office/drawing/2014/main" id="{FFBBB2CC-7BA2-1E3D-F69F-9BCB23F8A02D}"/>
                </a:ext>
              </a:extLst>
            </p:cNvPr>
            <p:cNvGrpSpPr>
              <a:grpSpLocks noChangeAspect="1"/>
            </p:cNvGrpSpPr>
            <p:nvPr/>
          </p:nvGrpSpPr>
          <p:grpSpPr bwMode="auto">
            <a:xfrm>
              <a:off x="3312" y="2160"/>
              <a:ext cx="960" cy="528"/>
              <a:chOff x="3312" y="2160"/>
              <a:chExt cx="960" cy="528"/>
            </a:xfrm>
          </p:grpSpPr>
          <p:sp>
            <p:nvSpPr>
              <p:cNvPr id="59440" name="AutoShape 263">
                <a:extLst>
                  <a:ext uri="{FF2B5EF4-FFF2-40B4-BE49-F238E27FC236}">
                    <a16:creationId xmlns:a16="http://schemas.microsoft.com/office/drawing/2014/main" id="{2962E7DA-5CC9-0A8A-6E97-70461576C1D0}"/>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59441" name="Group 264">
                <a:extLst>
                  <a:ext uri="{FF2B5EF4-FFF2-40B4-BE49-F238E27FC236}">
                    <a16:creationId xmlns:a16="http://schemas.microsoft.com/office/drawing/2014/main" id="{2677FBEB-6338-7AA7-82A9-DAB51A620982}"/>
                  </a:ext>
                </a:extLst>
              </p:cNvPr>
              <p:cNvGrpSpPr>
                <a:grpSpLocks noChangeAspect="1"/>
              </p:cNvGrpSpPr>
              <p:nvPr/>
            </p:nvGrpSpPr>
            <p:grpSpPr bwMode="auto">
              <a:xfrm>
                <a:off x="3488" y="2193"/>
                <a:ext cx="599" cy="207"/>
                <a:chOff x="422" y="1632"/>
                <a:chExt cx="829" cy="298"/>
              </a:xfrm>
            </p:grpSpPr>
            <p:grpSp>
              <p:nvGrpSpPr>
                <p:cNvPr id="59442" name="Group 265">
                  <a:extLst>
                    <a:ext uri="{FF2B5EF4-FFF2-40B4-BE49-F238E27FC236}">
                      <a16:creationId xmlns:a16="http://schemas.microsoft.com/office/drawing/2014/main" id="{FD916D56-CB13-EA23-5F16-97D72E120E24}"/>
                    </a:ext>
                  </a:extLst>
                </p:cNvPr>
                <p:cNvGrpSpPr>
                  <a:grpSpLocks noChangeAspect="1"/>
                </p:cNvGrpSpPr>
                <p:nvPr/>
              </p:nvGrpSpPr>
              <p:grpSpPr bwMode="auto">
                <a:xfrm>
                  <a:off x="422" y="1632"/>
                  <a:ext cx="822" cy="291"/>
                  <a:chOff x="422" y="1632"/>
                  <a:chExt cx="822" cy="291"/>
                </a:xfrm>
              </p:grpSpPr>
              <p:sp>
                <p:nvSpPr>
                  <p:cNvPr id="59452" name="Freeform 266">
                    <a:extLst>
                      <a:ext uri="{FF2B5EF4-FFF2-40B4-BE49-F238E27FC236}">
                        <a16:creationId xmlns:a16="http://schemas.microsoft.com/office/drawing/2014/main" id="{C7DAC681-014D-01D9-CDB6-6C9F0AD70C25}"/>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53" name="Freeform 267">
                    <a:extLst>
                      <a:ext uri="{FF2B5EF4-FFF2-40B4-BE49-F238E27FC236}">
                        <a16:creationId xmlns:a16="http://schemas.microsoft.com/office/drawing/2014/main" id="{C5CBDEF5-E686-D5EE-5FE0-95B45DC1A486}"/>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54" name="Freeform 268">
                    <a:extLst>
                      <a:ext uri="{FF2B5EF4-FFF2-40B4-BE49-F238E27FC236}">
                        <a16:creationId xmlns:a16="http://schemas.microsoft.com/office/drawing/2014/main" id="{6EE0976E-BD42-C281-BCD0-E2C571E1B68F}"/>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55" name="Freeform 269">
                    <a:extLst>
                      <a:ext uri="{FF2B5EF4-FFF2-40B4-BE49-F238E27FC236}">
                        <a16:creationId xmlns:a16="http://schemas.microsoft.com/office/drawing/2014/main" id="{5013F5A2-8CDC-AFBE-5089-FBAE82AEE21F}"/>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56" name="Freeform 270">
                    <a:extLst>
                      <a:ext uri="{FF2B5EF4-FFF2-40B4-BE49-F238E27FC236}">
                        <a16:creationId xmlns:a16="http://schemas.microsoft.com/office/drawing/2014/main" id="{FFA9FC49-E439-150D-5420-F246ED50EFE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57" name="Freeform 271">
                    <a:extLst>
                      <a:ext uri="{FF2B5EF4-FFF2-40B4-BE49-F238E27FC236}">
                        <a16:creationId xmlns:a16="http://schemas.microsoft.com/office/drawing/2014/main" id="{0C1BAB84-72D6-C1EE-CA8C-BBEAA3039010}"/>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58" name="Freeform 272">
                    <a:extLst>
                      <a:ext uri="{FF2B5EF4-FFF2-40B4-BE49-F238E27FC236}">
                        <a16:creationId xmlns:a16="http://schemas.microsoft.com/office/drawing/2014/main" id="{76272841-4BBE-A49E-B5CC-71AAB26E4CD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59" name="Freeform 273">
                    <a:extLst>
                      <a:ext uri="{FF2B5EF4-FFF2-40B4-BE49-F238E27FC236}">
                        <a16:creationId xmlns:a16="http://schemas.microsoft.com/office/drawing/2014/main" id="{C6EBF8E3-5B52-600D-EA01-9BA7A3FCE800}"/>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59443" name="Group 274">
                  <a:extLst>
                    <a:ext uri="{FF2B5EF4-FFF2-40B4-BE49-F238E27FC236}">
                      <a16:creationId xmlns:a16="http://schemas.microsoft.com/office/drawing/2014/main" id="{50C8DF03-2F2E-F639-733F-26B4E38508DE}"/>
                    </a:ext>
                  </a:extLst>
                </p:cNvPr>
                <p:cNvGrpSpPr>
                  <a:grpSpLocks noChangeAspect="1"/>
                </p:cNvGrpSpPr>
                <p:nvPr/>
              </p:nvGrpSpPr>
              <p:grpSpPr bwMode="auto">
                <a:xfrm>
                  <a:off x="429" y="1639"/>
                  <a:ext cx="822" cy="291"/>
                  <a:chOff x="429" y="1639"/>
                  <a:chExt cx="822" cy="291"/>
                </a:xfrm>
              </p:grpSpPr>
              <p:sp>
                <p:nvSpPr>
                  <p:cNvPr id="59444" name="Freeform 275">
                    <a:extLst>
                      <a:ext uri="{FF2B5EF4-FFF2-40B4-BE49-F238E27FC236}">
                        <a16:creationId xmlns:a16="http://schemas.microsoft.com/office/drawing/2014/main" id="{CE1C4AF2-2AC2-1423-CE74-01FB5D5A4521}"/>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45" name="Freeform 276">
                    <a:extLst>
                      <a:ext uri="{FF2B5EF4-FFF2-40B4-BE49-F238E27FC236}">
                        <a16:creationId xmlns:a16="http://schemas.microsoft.com/office/drawing/2014/main" id="{B48AEC6E-2F46-B39D-B3F1-9ADF34BE447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46" name="Freeform 277">
                    <a:extLst>
                      <a:ext uri="{FF2B5EF4-FFF2-40B4-BE49-F238E27FC236}">
                        <a16:creationId xmlns:a16="http://schemas.microsoft.com/office/drawing/2014/main" id="{773B5027-D0F5-C334-D9F0-AC670C3145F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47" name="Freeform 278">
                    <a:extLst>
                      <a:ext uri="{FF2B5EF4-FFF2-40B4-BE49-F238E27FC236}">
                        <a16:creationId xmlns:a16="http://schemas.microsoft.com/office/drawing/2014/main" id="{51E9E9D4-C90B-0FD5-B08C-F02DBB070B2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48" name="Freeform 279">
                    <a:extLst>
                      <a:ext uri="{FF2B5EF4-FFF2-40B4-BE49-F238E27FC236}">
                        <a16:creationId xmlns:a16="http://schemas.microsoft.com/office/drawing/2014/main" id="{11D87CF3-677A-8779-FB3C-1A4274A0B541}"/>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49" name="Freeform 280">
                    <a:extLst>
                      <a:ext uri="{FF2B5EF4-FFF2-40B4-BE49-F238E27FC236}">
                        <a16:creationId xmlns:a16="http://schemas.microsoft.com/office/drawing/2014/main" id="{5333B519-342C-ED5B-16E9-D14447A2218E}"/>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50" name="Freeform 281">
                    <a:extLst>
                      <a:ext uri="{FF2B5EF4-FFF2-40B4-BE49-F238E27FC236}">
                        <a16:creationId xmlns:a16="http://schemas.microsoft.com/office/drawing/2014/main" id="{8AD19755-EF58-ACBA-08B1-87A3ADE543E7}"/>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59451" name="Freeform 282">
                    <a:extLst>
                      <a:ext uri="{FF2B5EF4-FFF2-40B4-BE49-F238E27FC236}">
                        <a16:creationId xmlns:a16="http://schemas.microsoft.com/office/drawing/2014/main" id="{8C4B0A78-4E1D-E196-E70B-0D707E6F783B}"/>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59439" name="WordArt 283">
              <a:extLst>
                <a:ext uri="{FF2B5EF4-FFF2-40B4-BE49-F238E27FC236}">
                  <a16:creationId xmlns:a16="http://schemas.microsoft.com/office/drawing/2014/main" id="{B3D2B5A2-A661-2BDE-74AF-8E80B8BD74CD}"/>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grpSp>
        <p:nvGrpSpPr>
          <p:cNvPr id="59427" name="Group 284">
            <a:extLst>
              <a:ext uri="{FF2B5EF4-FFF2-40B4-BE49-F238E27FC236}">
                <a16:creationId xmlns:a16="http://schemas.microsoft.com/office/drawing/2014/main" id="{2A18A0D4-FAC2-5E1D-227E-5C11448F222F}"/>
              </a:ext>
            </a:extLst>
          </p:cNvPr>
          <p:cNvGrpSpPr>
            <a:grpSpLocks/>
          </p:cNvGrpSpPr>
          <p:nvPr/>
        </p:nvGrpSpPr>
        <p:grpSpPr bwMode="auto">
          <a:xfrm>
            <a:off x="4673601" y="3625850"/>
            <a:ext cx="904875" cy="571500"/>
            <a:chOff x="195" y="394"/>
            <a:chExt cx="570" cy="360"/>
          </a:xfrm>
        </p:grpSpPr>
        <p:sp>
          <p:nvSpPr>
            <p:cNvPr id="59434" name="Arc 285">
              <a:extLst>
                <a:ext uri="{FF2B5EF4-FFF2-40B4-BE49-F238E27FC236}">
                  <a16:creationId xmlns:a16="http://schemas.microsoft.com/office/drawing/2014/main" id="{D00C8C10-D0A5-EC7C-12C3-A04749C95692}"/>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59435" name="Arc 286">
              <a:extLst>
                <a:ext uri="{FF2B5EF4-FFF2-40B4-BE49-F238E27FC236}">
                  <a16:creationId xmlns:a16="http://schemas.microsoft.com/office/drawing/2014/main" id="{1366EA6D-1D38-4B2E-469E-1031C8EC6CD9}"/>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59436" name="Line 287">
              <a:extLst>
                <a:ext uri="{FF2B5EF4-FFF2-40B4-BE49-F238E27FC236}">
                  <a16:creationId xmlns:a16="http://schemas.microsoft.com/office/drawing/2014/main" id="{CF8FC503-EA53-FF8E-BC79-4B7BCB3B09B6}"/>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59437" name="Line 288">
              <a:extLst>
                <a:ext uri="{FF2B5EF4-FFF2-40B4-BE49-F238E27FC236}">
                  <a16:creationId xmlns:a16="http://schemas.microsoft.com/office/drawing/2014/main" id="{D0261E3F-6EF9-81B6-336D-B250FCC1AB0F}"/>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59428" name="Group 299">
            <a:extLst>
              <a:ext uri="{FF2B5EF4-FFF2-40B4-BE49-F238E27FC236}">
                <a16:creationId xmlns:a16="http://schemas.microsoft.com/office/drawing/2014/main" id="{EDFC0FB0-2770-846B-1138-6773DD407EF2}"/>
              </a:ext>
            </a:extLst>
          </p:cNvPr>
          <p:cNvGrpSpPr>
            <a:grpSpLocks/>
          </p:cNvGrpSpPr>
          <p:nvPr/>
        </p:nvGrpSpPr>
        <p:grpSpPr bwMode="auto">
          <a:xfrm>
            <a:off x="6864351" y="3625850"/>
            <a:ext cx="904875" cy="571500"/>
            <a:chOff x="195" y="394"/>
            <a:chExt cx="570" cy="360"/>
          </a:xfrm>
        </p:grpSpPr>
        <p:sp>
          <p:nvSpPr>
            <p:cNvPr id="59430" name="Arc 300">
              <a:extLst>
                <a:ext uri="{FF2B5EF4-FFF2-40B4-BE49-F238E27FC236}">
                  <a16:creationId xmlns:a16="http://schemas.microsoft.com/office/drawing/2014/main" id="{8B818E62-98FE-ABE3-B975-8D5C9B1CE498}"/>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59431" name="Arc 301">
              <a:extLst>
                <a:ext uri="{FF2B5EF4-FFF2-40B4-BE49-F238E27FC236}">
                  <a16:creationId xmlns:a16="http://schemas.microsoft.com/office/drawing/2014/main" id="{4FA9D3A2-7DC9-7629-0A2A-61C62FBBE0A0}"/>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59432" name="Line 302">
              <a:extLst>
                <a:ext uri="{FF2B5EF4-FFF2-40B4-BE49-F238E27FC236}">
                  <a16:creationId xmlns:a16="http://schemas.microsoft.com/office/drawing/2014/main" id="{C7FCECB9-4853-A89D-F531-07B5EA34A014}"/>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59433" name="Line 303">
              <a:extLst>
                <a:ext uri="{FF2B5EF4-FFF2-40B4-BE49-F238E27FC236}">
                  <a16:creationId xmlns:a16="http://schemas.microsoft.com/office/drawing/2014/main" id="{6112CE35-D966-D654-E89F-6DEE608D3CEC}"/>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sp>
        <p:nvSpPr>
          <p:cNvPr id="59429" name="Text Box 309">
            <a:extLst>
              <a:ext uri="{FF2B5EF4-FFF2-40B4-BE49-F238E27FC236}">
                <a16:creationId xmlns:a16="http://schemas.microsoft.com/office/drawing/2014/main" id="{5986B484-4170-5CA0-EB60-EE724AAE44CB}"/>
              </a:ext>
            </a:extLst>
          </p:cNvPr>
          <p:cNvSpPr txBox="1">
            <a:spLocks noChangeArrowheads="1"/>
          </p:cNvSpPr>
          <p:nvPr/>
        </p:nvSpPr>
        <p:spPr bwMode="auto">
          <a:xfrm>
            <a:off x="1504951" y="4638387"/>
            <a:ext cx="2274888"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dirty="0">
                <a:solidFill>
                  <a:schemeClr val="tx2"/>
                </a:solidFill>
              </a:rPr>
              <a:t>area </a:t>
            </a:r>
            <a:r>
              <a:rPr lang="it-IT" altLang="it-IT" dirty="0" err="1">
                <a:solidFill>
                  <a:schemeClr val="tx2"/>
                </a:solidFill>
              </a:rPr>
              <a:t>border</a:t>
            </a:r>
            <a:endParaRPr lang="it-IT" altLang="it-IT" dirty="0">
              <a:solidFill>
                <a:schemeClr val="tx2"/>
              </a:solidFill>
            </a:endParaRPr>
          </a:p>
          <a:p>
            <a:pPr algn="ctr" eaLnBrk="1" hangingPunct="1">
              <a:spcBef>
                <a:spcPct val="0"/>
              </a:spcBef>
              <a:buClrTx/>
              <a:buSzTx/>
              <a:buFontTx/>
              <a:buNone/>
            </a:pPr>
            <a:r>
              <a:rPr lang="it-IT" altLang="it-IT" dirty="0">
                <a:solidFill>
                  <a:schemeClr val="tx2"/>
                </a:solidFill>
              </a:rPr>
              <a:t>routers</a:t>
            </a: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CD3015FE-1083-9218-2DF8-C7EBF66DEC08}"/>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D0FE0A00-E36D-7D09-2008-6D16FF149047}"/>
              </a:ext>
            </a:extLst>
          </p:cNvPr>
          <p:cNvSpPr>
            <a:spLocks noGrp="1" noChangeArrowheads="1"/>
          </p:cNvSpPr>
          <p:nvPr>
            <p:ph type="ftr" sz="quarter" idx="11"/>
          </p:nvPr>
        </p:nvSpPr>
        <p:spPr>
          <a:ln/>
        </p:spPr>
        <p:txBody>
          <a:bodyPr/>
          <a:lstStyle/>
          <a:p>
            <a:r>
              <a:rPr lang="it-IT" altLang="en-IT"/>
              <a:t>kathara – [ labs: ospf_frr ]</a:t>
            </a:r>
          </a:p>
        </p:txBody>
      </p:sp>
      <p:sp>
        <p:nvSpPr>
          <p:cNvPr id="331" name="Segnaposto piè di pagina 2">
            <a:extLst>
              <a:ext uri="{FF2B5EF4-FFF2-40B4-BE49-F238E27FC236}">
                <a16:creationId xmlns:a16="http://schemas.microsoft.com/office/drawing/2014/main" id="{943AD41E-697B-4E3B-A206-06D071D338DC}"/>
              </a:ext>
            </a:extLst>
          </p:cNvPr>
          <p:cNvSpPr txBox="1">
            <a:spLocks noGrp="1"/>
          </p:cNvSpPr>
          <p:nvPr/>
        </p:nvSpPr>
        <p:spPr bwMode="auto">
          <a:xfrm>
            <a:off x="3863975" y="6453189"/>
            <a:ext cx="4464050" cy="333375"/>
          </a:xfrm>
          <a:prstGeom prst="rect">
            <a:avLst/>
          </a:prstGeom>
          <a:noFill/>
          <a:ln>
            <a:miter lim="800000"/>
            <a:headEnd/>
            <a:tailEnd/>
          </a:ln>
        </p:spPr>
        <p:txBody>
          <a:bodyPr/>
          <a:lstStyle/>
          <a:p>
            <a:pPr algn="ctr" eaLnBrk="1" hangingPunct="1">
              <a:defRPr/>
            </a:pPr>
            <a:r>
              <a:rPr lang="it-IT" sz="1400" dirty="0" err="1">
                <a:latin typeface="+mn-lt"/>
              </a:rPr>
              <a:t>kathara</a:t>
            </a:r>
            <a:r>
              <a:rPr lang="it-IT" sz="1400" dirty="0">
                <a:latin typeface="+mn-lt"/>
              </a:rPr>
              <a:t> – [ labs: </a:t>
            </a:r>
            <a:r>
              <a:rPr lang="it-IT" sz="1400" dirty="0" err="1">
                <a:latin typeface="+mn-lt"/>
              </a:rPr>
              <a:t>ospf</a:t>
            </a:r>
            <a:r>
              <a:rPr lang="it-IT" sz="1400" dirty="0">
                <a:latin typeface="+mn-lt"/>
              </a:rPr>
              <a:t> ]</a:t>
            </a:r>
          </a:p>
        </p:txBody>
      </p:sp>
      <p:sp>
        <p:nvSpPr>
          <p:cNvPr id="60420" name="Rectangle 2">
            <a:extLst>
              <a:ext uri="{FF2B5EF4-FFF2-40B4-BE49-F238E27FC236}">
                <a16:creationId xmlns:a16="http://schemas.microsoft.com/office/drawing/2014/main" id="{0014A3ED-DA3B-8CF2-D498-4FBD3146F341}"/>
              </a:ext>
            </a:extLst>
          </p:cNvPr>
          <p:cNvSpPr>
            <a:spLocks noChangeArrowheads="1"/>
          </p:cNvSpPr>
          <p:nvPr/>
        </p:nvSpPr>
        <p:spPr bwMode="auto">
          <a:xfrm>
            <a:off x="1524000" y="6457950"/>
            <a:ext cx="7016750" cy="4000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0421" name="Group 3">
            <a:extLst>
              <a:ext uri="{FF2B5EF4-FFF2-40B4-BE49-F238E27FC236}">
                <a16:creationId xmlns:a16="http://schemas.microsoft.com/office/drawing/2014/main" id="{952090BA-3E37-49C9-9A25-1BA3B7BCC206}"/>
              </a:ext>
            </a:extLst>
          </p:cNvPr>
          <p:cNvGrpSpPr>
            <a:grpSpLocks/>
          </p:cNvGrpSpPr>
          <p:nvPr/>
        </p:nvGrpSpPr>
        <p:grpSpPr bwMode="auto">
          <a:xfrm>
            <a:off x="2894014" y="3603626"/>
            <a:ext cx="6510337" cy="3209925"/>
            <a:chOff x="863" y="2270"/>
            <a:chExt cx="4101" cy="2022"/>
          </a:xfrm>
        </p:grpSpPr>
        <p:grpSp>
          <p:nvGrpSpPr>
            <p:cNvPr id="60737" name="Group 4">
              <a:extLst>
                <a:ext uri="{FF2B5EF4-FFF2-40B4-BE49-F238E27FC236}">
                  <a16:creationId xmlns:a16="http://schemas.microsoft.com/office/drawing/2014/main" id="{0F410419-AE06-0906-4509-4FEAB8E682A7}"/>
                </a:ext>
              </a:extLst>
            </p:cNvPr>
            <p:cNvGrpSpPr>
              <a:grpSpLocks/>
            </p:cNvGrpSpPr>
            <p:nvPr/>
          </p:nvGrpSpPr>
          <p:grpSpPr bwMode="auto">
            <a:xfrm>
              <a:off x="863" y="2406"/>
              <a:ext cx="4101" cy="1886"/>
              <a:chOff x="863" y="2406"/>
              <a:chExt cx="4101" cy="1886"/>
            </a:xfrm>
          </p:grpSpPr>
          <p:sp>
            <p:nvSpPr>
              <p:cNvPr id="60739" name="Oval 5">
                <a:extLst>
                  <a:ext uri="{FF2B5EF4-FFF2-40B4-BE49-F238E27FC236}">
                    <a16:creationId xmlns:a16="http://schemas.microsoft.com/office/drawing/2014/main" id="{2CE6A0DC-C40F-42CF-1C9F-ED3568C5C929}"/>
                  </a:ext>
                </a:extLst>
              </p:cNvPr>
              <p:cNvSpPr>
                <a:spLocks noChangeAspect="1" noChangeArrowheads="1"/>
              </p:cNvSpPr>
              <p:nvPr/>
            </p:nvSpPr>
            <p:spPr bwMode="auto">
              <a:xfrm>
                <a:off x="1519" y="2406"/>
                <a:ext cx="2819" cy="76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60740" name="Oval 6">
                <a:extLst>
                  <a:ext uri="{FF2B5EF4-FFF2-40B4-BE49-F238E27FC236}">
                    <a16:creationId xmlns:a16="http://schemas.microsoft.com/office/drawing/2014/main" id="{781652A7-1740-5BD7-A4B4-783CE428143C}"/>
                  </a:ext>
                </a:extLst>
              </p:cNvPr>
              <p:cNvSpPr>
                <a:spLocks noChangeAspect="1" noChangeArrowheads="1"/>
              </p:cNvSpPr>
              <p:nvPr/>
            </p:nvSpPr>
            <p:spPr bwMode="auto">
              <a:xfrm>
                <a:off x="1174" y="2666"/>
                <a:ext cx="1487" cy="673"/>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60741" name="Oval 7">
                <a:extLst>
                  <a:ext uri="{FF2B5EF4-FFF2-40B4-BE49-F238E27FC236}">
                    <a16:creationId xmlns:a16="http://schemas.microsoft.com/office/drawing/2014/main" id="{06C3121D-6D61-025B-050D-426CB09BB1DC}"/>
                  </a:ext>
                </a:extLst>
              </p:cNvPr>
              <p:cNvSpPr>
                <a:spLocks noChangeAspect="1" noChangeArrowheads="1"/>
              </p:cNvSpPr>
              <p:nvPr/>
            </p:nvSpPr>
            <p:spPr bwMode="auto">
              <a:xfrm>
                <a:off x="863" y="2887"/>
                <a:ext cx="860" cy="733"/>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60742" name="Oval 8">
                <a:extLst>
                  <a:ext uri="{FF2B5EF4-FFF2-40B4-BE49-F238E27FC236}">
                    <a16:creationId xmlns:a16="http://schemas.microsoft.com/office/drawing/2014/main" id="{1D75867E-5B24-6A4C-EDB5-9F1F0E3109EA}"/>
                  </a:ext>
                </a:extLst>
              </p:cNvPr>
              <p:cNvSpPr>
                <a:spLocks noChangeAspect="1" noChangeArrowheads="1"/>
              </p:cNvSpPr>
              <p:nvPr/>
            </p:nvSpPr>
            <p:spPr bwMode="auto">
              <a:xfrm>
                <a:off x="1247" y="3312"/>
                <a:ext cx="1286" cy="59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60743" name="Oval 9">
                <a:extLst>
                  <a:ext uri="{FF2B5EF4-FFF2-40B4-BE49-F238E27FC236}">
                    <a16:creationId xmlns:a16="http://schemas.microsoft.com/office/drawing/2014/main" id="{ACB12B54-C637-00A1-8A24-30F04DF0D9D7}"/>
                  </a:ext>
                </a:extLst>
              </p:cNvPr>
              <p:cNvSpPr>
                <a:spLocks noChangeAspect="1" noChangeArrowheads="1"/>
              </p:cNvSpPr>
              <p:nvPr/>
            </p:nvSpPr>
            <p:spPr bwMode="auto">
              <a:xfrm>
                <a:off x="1530" y="3412"/>
                <a:ext cx="2534" cy="88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60744" name="Oval 10">
                <a:extLst>
                  <a:ext uri="{FF2B5EF4-FFF2-40B4-BE49-F238E27FC236}">
                    <a16:creationId xmlns:a16="http://schemas.microsoft.com/office/drawing/2014/main" id="{0B42FA7A-1874-351A-DCE9-E76825669D54}"/>
                  </a:ext>
                </a:extLst>
              </p:cNvPr>
              <p:cNvSpPr>
                <a:spLocks noChangeAspect="1" noChangeArrowheads="1"/>
              </p:cNvSpPr>
              <p:nvPr/>
            </p:nvSpPr>
            <p:spPr bwMode="auto">
              <a:xfrm>
                <a:off x="3525" y="2685"/>
                <a:ext cx="1439" cy="71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60745" name="Oval 11">
                <a:extLst>
                  <a:ext uri="{FF2B5EF4-FFF2-40B4-BE49-F238E27FC236}">
                    <a16:creationId xmlns:a16="http://schemas.microsoft.com/office/drawing/2014/main" id="{CF4B4A47-5888-7BB2-0183-7703803B4D47}"/>
                  </a:ext>
                </a:extLst>
              </p:cNvPr>
              <p:cNvSpPr>
                <a:spLocks noChangeAspect="1" noChangeArrowheads="1"/>
              </p:cNvSpPr>
              <p:nvPr/>
            </p:nvSpPr>
            <p:spPr bwMode="auto">
              <a:xfrm>
                <a:off x="3743" y="3025"/>
                <a:ext cx="826" cy="59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60746" name="Oval 12">
                <a:extLst>
                  <a:ext uri="{FF2B5EF4-FFF2-40B4-BE49-F238E27FC236}">
                    <a16:creationId xmlns:a16="http://schemas.microsoft.com/office/drawing/2014/main" id="{AAF89064-0588-5A73-CB25-01A0934FA688}"/>
                  </a:ext>
                </a:extLst>
              </p:cNvPr>
              <p:cNvSpPr>
                <a:spLocks noChangeAspect="1" noChangeArrowheads="1"/>
              </p:cNvSpPr>
              <p:nvPr/>
            </p:nvSpPr>
            <p:spPr bwMode="auto">
              <a:xfrm>
                <a:off x="3611" y="3136"/>
                <a:ext cx="675" cy="88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60747" name="Oval 13">
                <a:extLst>
                  <a:ext uri="{FF2B5EF4-FFF2-40B4-BE49-F238E27FC236}">
                    <a16:creationId xmlns:a16="http://schemas.microsoft.com/office/drawing/2014/main" id="{07767A6E-EF69-B693-E5A7-58370A1E1889}"/>
                  </a:ext>
                </a:extLst>
              </p:cNvPr>
              <p:cNvSpPr>
                <a:spLocks noChangeAspect="1" noChangeArrowheads="1"/>
              </p:cNvSpPr>
              <p:nvPr/>
            </p:nvSpPr>
            <p:spPr bwMode="auto">
              <a:xfrm>
                <a:off x="1530" y="2887"/>
                <a:ext cx="2890" cy="868"/>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60738" name="Oval 14">
              <a:extLst>
                <a:ext uri="{FF2B5EF4-FFF2-40B4-BE49-F238E27FC236}">
                  <a16:creationId xmlns:a16="http://schemas.microsoft.com/office/drawing/2014/main" id="{BCFE0299-BCB7-7CAD-8991-001305C7EB3F}"/>
                </a:ext>
              </a:extLst>
            </p:cNvPr>
            <p:cNvSpPr>
              <a:spLocks noChangeAspect="1" noChangeArrowheads="1"/>
            </p:cNvSpPr>
            <p:nvPr/>
          </p:nvSpPr>
          <p:spPr bwMode="auto">
            <a:xfrm>
              <a:off x="2215" y="2270"/>
              <a:ext cx="1518" cy="76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60422" name="Freeform 15">
            <a:extLst>
              <a:ext uri="{FF2B5EF4-FFF2-40B4-BE49-F238E27FC236}">
                <a16:creationId xmlns:a16="http://schemas.microsoft.com/office/drawing/2014/main" id="{4953D185-E377-E55F-1834-064A66DCF34E}"/>
              </a:ext>
            </a:extLst>
          </p:cNvPr>
          <p:cNvSpPr>
            <a:spLocks/>
          </p:cNvSpPr>
          <p:nvPr/>
        </p:nvSpPr>
        <p:spPr bwMode="auto">
          <a:xfrm>
            <a:off x="7224713" y="49213"/>
            <a:ext cx="3371850" cy="3886200"/>
          </a:xfrm>
          <a:custGeom>
            <a:avLst/>
            <a:gdLst>
              <a:gd name="T0" fmla="*/ 168849675 w 2124"/>
              <a:gd name="T1" fmla="*/ 2147483646 h 2448"/>
              <a:gd name="T2" fmla="*/ 572074675 w 2124"/>
              <a:gd name="T3" fmla="*/ 2147483646 h 2448"/>
              <a:gd name="T4" fmla="*/ 841732188 w 2124"/>
              <a:gd name="T5" fmla="*/ 2147483646 h 2448"/>
              <a:gd name="T6" fmla="*/ 587195613 w 2124"/>
              <a:gd name="T7" fmla="*/ 2147483646 h 2448"/>
              <a:gd name="T8" fmla="*/ 1081146238 w 2124"/>
              <a:gd name="T9" fmla="*/ 2147483646 h 2448"/>
              <a:gd name="T10" fmla="*/ 2069047488 w 2124"/>
              <a:gd name="T11" fmla="*/ 2147483646 h 2448"/>
              <a:gd name="T12" fmla="*/ 2147483646 w 2124"/>
              <a:gd name="T13" fmla="*/ 2147483646 h 2448"/>
              <a:gd name="T14" fmla="*/ 2147483646 w 2124"/>
              <a:gd name="T15" fmla="*/ 2147483646 h 2448"/>
              <a:gd name="T16" fmla="*/ 2147483646 w 2124"/>
              <a:gd name="T17" fmla="*/ 2147483646 h 2448"/>
              <a:gd name="T18" fmla="*/ 2147483646 w 2124"/>
              <a:gd name="T19" fmla="*/ 1708665938 h 2448"/>
              <a:gd name="T20" fmla="*/ 2147483646 w 2124"/>
              <a:gd name="T21" fmla="*/ 282257500 h 2448"/>
              <a:gd name="T22" fmla="*/ 2147483646 w 2124"/>
              <a:gd name="T23" fmla="*/ 70564375 h 2448"/>
              <a:gd name="T24" fmla="*/ 423386250 w 2124"/>
              <a:gd name="T25" fmla="*/ 176410938 h 2448"/>
              <a:gd name="T26" fmla="*/ 302418750 w 2124"/>
              <a:gd name="T27" fmla="*/ 1134070313 h 2448"/>
              <a:gd name="T28" fmla="*/ 511590925 w 2124"/>
              <a:gd name="T29" fmla="*/ 1688504688 h 2448"/>
              <a:gd name="T30" fmla="*/ 168849675 w 2124"/>
              <a:gd name="T31" fmla="*/ 2147483646 h 24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124"/>
              <a:gd name="T49" fmla="*/ 0 h 2448"/>
              <a:gd name="T50" fmla="*/ 2124 w 2124"/>
              <a:gd name="T51" fmla="*/ 2448 h 244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124" h="2448">
                <a:moveTo>
                  <a:pt x="67" y="990"/>
                </a:moveTo>
                <a:cubicBezTo>
                  <a:pt x="27" y="1066"/>
                  <a:pt x="183" y="1206"/>
                  <a:pt x="227" y="1359"/>
                </a:cubicBezTo>
                <a:cubicBezTo>
                  <a:pt x="271" y="1512"/>
                  <a:pt x="333" y="1748"/>
                  <a:pt x="334" y="1911"/>
                </a:cubicBezTo>
                <a:cubicBezTo>
                  <a:pt x="335" y="2074"/>
                  <a:pt x="217" y="2249"/>
                  <a:pt x="233" y="2338"/>
                </a:cubicBezTo>
                <a:cubicBezTo>
                  <a:pt x="249" y="2427"/>
                  <a:pt x="331" y="2448"/>
                  <a:pt x="429" y="2445"/>
                </a:cubicBezTo>
                <a:cubicBezTo>
                  <a:pt x="527" y="2442"/>
                  <a:pt x="679" y="2351"/>
                  <a:pt x="821" y="2321"/>
                </a:cubicBezTo>
                <a:cubicBezTo>
                  <a:pt x="963" y="2291"/>
                  <a:pt x="1110" y="2289"/>
                  <a:pt x="1285" y="2265"/>
                </a:cubicBezTo>
                <a:cubicBezTo>
                  <a:pt x="1460" y="2241"/>
                  <a:pt x="1738" y="2250"/>
                  <a:pt x="1874" y="2174"/>
                </a:cubicBezTo>
                <a:cubicBezTo>
                  <a:pt x="2010" y="2098"/>
                  <a:pt x="2078" y="2060"/>
                  <a:pt x="2101" y="1811"/>
                </a:cubicBezTo>
                <a:cubicBezTo>
                  <a:pt x="2124" y="1562"/>
                  <a:pt x="2044" y="961"/>
                  <a:pt x="2011" y="678"/>
                </a:cubicBezTo>
                <a:cubicBezTo>
                  <a:pt x="1978" y="395"/>
                  <a:pt x="2049" y="220"/>
                  <a:pt x="1902" y="112"/>
                </a:cubicBezTo>
                <a:cubicBezTo>
                  <a:pt x="1755" y="4"/>
                  <a:pt x="1419" y="35"/>
                  <a:pt x="1130" y="28"/>
                </a:cubicBezTo>
                <a:cubicBezTo>
                  <a:pt x="841" y="21"/>
                  <a:pt x="336" y="0"/>
                  <a:pt x="168" y="70"/>
                </a:cubicBezTo>
                <a:cubicBezTo>
                  <a:pt x="0" y="140"/>
                  <a:pt x="114" y="350"/>
                  <a:pt x="120" y="450"/>
                </a:cubicBezTo>
                <a:cubicBezTo>
                  <a:pt x="126" y="550"/>
                  <a:pt x="212" y="580"/>
                  <a:pt x="203" y="670"/>
                </a:cubicBezTo>
                <a:cubicBezTo>
                  <a:pt x="194" y="760"/>
                  <a:pt x="95" y="923"/>
                  <a:pt x="67" y="990"/>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endParaRPr lang="en-GB"/>
          </a:p>
        </p:txBody>
      </p:sp>
      <p:sp>
        <p:nvSpPr>
          <p:cNvPr id="60423" name="Freeform 16">
            <a:extLst>
              <a:ext uri="{FF2B5EF4-FFF2-40B4-BE49-F238E27FC236}">
                <a16:creationId xmlns:a16="http://schemas.microsoft.com/office/drawing/2014/main" id="{97A8263A-BEE2-7235-356E-26E0634990FA}"/>
              </a:ext>
            </a:extLst>
          </p:cNvPr>
          <p:cNvSpPr>
            <a:spLocks/>
          </p:cNvSpPr>
          <p:nvPr/>
        </p:nvSpPr>
        <p:spPr bwMode="auto">
          <a:xfrm>
            <a:off x="4737101" y="52389"/>
            <a:ext cx="2828925" cy="3748087"/>
          </a:xfrm>
          <a:custGeom>
            <a:avLst/>
            <a:gdLst>
              <a:gd name="T0" fmla="*/ 332660625 w 1782"/>
              <a:gd name="T1" fmla="*/ 1577617602 h 2361"/>
              <a:gd name="T2" fmla="*/ 614918125 w 1782"/>
              <a:gd name="T3" fmla="*/ 1083667043 h 2361"/>
              <a:gd name="T4" fmla="*/ 975301263 w 1782"/>
              <a:gd name="T5" fmla="*/ 859372373 h 2361"/>
              <a:gd name="T6" fmla="*/ 1355844063 w 1782"/>
              <a:gd name="T7" fmla="*/ 559474613 h 2361"/>
              <a:gd name="T8" fmla="*/ 2147483646 w 1782"/>
              <a:gd name="T9" fmla="*/ 80644989 h 2361"/>
              <a:gd name="T10" fmla="*/ 2147483646 w 1782"/>
              <a:gd name="T11" fmla="*/ 110886860 h 2361"/>
              <a:gd name="T12" fmla="*/ 2147483646 w 1782"/>
              <a:gd name="T13" fmla="*/ 740925839 h 2361"/>
              <a:gd name="T14" fmla="*/ 2147483646 w 1782"/>
              <a:gd name="T15" fmla="*/ 1607859473 h 2361"/>
              <a:gd name="T16" fmla="*/ 2147483646 w 1782"/>
              <a:gd name="T17" fmla="*/ 2147483646 h 2361"/>
              <a:gd name="T18" fmla="*/ 2147483646 w 1782"/>
              <a:gd name="T19" fmla="*/ 2147483646 h 2361"/>
              <a:gd name="T20" fmla="*/ 2147483646 w 1782"/>
              <a:gd name="T21" fmla="*/ 2147483646 h 2361"/>
              <a:gd name="T22" fmla="*/ 2147483646 w 1782"/>
              <a:gd name="T23" fmla="*/ 2147483646 h 2361"/>
              <a:gd name="T24" fmla="*/ 2147483646 w 1782"/>
              <a:gd name="T25" fmla="*/ 2147483646 h 2361"/>
              <a:gd name="T26" fmla="*/ 2147483646 w 1782"/>
              <a:gd name="T27" fmla="*/ 2147483646 h 2361"/>
              <a:gd name="T28" fmla="*/ 1514614700 w 1782"/>
              <a:gd name="T29" fmla="*/ 2147483646 h 2361"/>
              <a:gd name="T30" fmla="*/ 1305440938 w 1782"/>
              <a:gd name="T31" fmla="*/ 2147483646 h 2361"/>
              <a:gd name="T32" fmla="*/ 645160000 w 1782"/>
              <a:gd name="T33" fmla="*/ 2147483646 h 2361"/>
              <a:gd name="T34" fmla="*/ 599797188 w 1782"/>
              <a:gd name="T35" fmla="*/ 2147483646 h 2361"/>
              <a:gd name="T36" fmla="*/ 93246575 w 1782"/>
              <a:gd name="T37" fmla="*/ 2147483646 h 2361"/>
              <a:gd name="T38" fmla="*/ 47883763 w 1782"/>
              <a:gd name="T39" fmla="*/ 2147483646 h 2361"/>
              <a:gd name="T40" fmla="*/ 332660625 w 1782"/>
              <a:gd name="T41" fmla="*/ 1577617602 h 236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82"/>
              <a:gd name="T64" fmla="*/ 0 h 2361"/>
              <a:gd name="T65" fmla="*/ 1782 w 1782"/>
              <a:gd name="T66" fmla="*/ 2361 h 236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82" h="2361">
                <a:moveTo>
                  <a:pt x="132" y="626"/>
                </a:moveTo>
                <a:cubicBezTo>
                  <a:pt x="170" y="530"/>
                  <a:pt x="202" y="477"/>
                  <a:pt x="244" y="430"/>
                </a:cubicBezTo>
                <a:cubicBezTo>
                  <a:pt x="286" y="383"/>
                  <a:pt x="338" y="376"/>
                  <a:pt x="387" y="341"/>
                </a:cubicBezTo>
                <a:cubicBezTo>
                  <a:pt x="436" y="306"/>
                  <a:pt x="456" y="273"/>
                  <a:pt x="538" y="222"/>
                </a:cubicBezTo>
                <a:cubicBezTo>
                  <a:pt x="620" y="171"/>
                  <a:pt x="745" y="62"/>
                  <a:pt x="880" y="32"/>
                </a:cubicBezTo>
                <a:cubicBezTo>
                  <a:pt x="1015" y="2"/>
                  <a:pt x="1243" y="0"/>
                  <a:pt x="1349" y="44"/>
                </a:cubicBezTo>
                <a:cubicBezTo>
                  <a:pt x="1455" y="88"/>
                  <a:pt x="1469" y="195"/>
                  <a:pt x="1515" y="294"/>
                </a:cubicBezTo>
                <a:cubicBezTo>
                  <a:pt x="1561" y="393"/>
                  <a:pt x="1629" y="523"/>
                  <a:pt x="1628" y="638"/>
                </a:cubicBezTo>
                <a:cubicBezTo>
                  <a:pt x="1627" y="753"/>
                  <a:pt x="1501" y="860"/>
                  <a:pt x="1509" y="982"/>
                </a:cubicBezTo>
                <a:cubicBezTo>
                  <a:pt x="1517" y="1104"/>
                  <a:pt x="1630" y="1221"/>
                  <a:pt x="1675" y="1368"/>
                </a:cubicBezTo>
                <a:cubicBezTo>
                  <a:pt x="1720" y="1515"/>
                  <a:pt x="1782" y="1717"/>
                  <a:pt x="1782" y="1867"/>
                </a:cubicBezTo>
                <a:cubicBezTo>
                  <a:pt x="1782" y="2017"/>
                  <a:pt x="1746" y="2209"/>
                  <a:pt x="1675" y="2271"/>
                </a:cubicBezTo>
                <a:cubicBezTo>
                  <a:pt x="1604" y="2333"/>
                  <a:pt x="1424" y="2303"/>
                  <a:pt x="1355" y="2241"/>
                </a:cubicBezTo>
                <a:cubicBezTo>
                  <a:pt x="1286" y="2179"/>
                  <a:pt x="1426" y="1921"/>
                  <a:pt x="1260" y="1897"/>
                </a:cubicBezTo>
                <a:cubicBezTo>
                  <a:pt x="1094" y="1873"/>
                  <a:pt x="708" y="1885"/>
                  <a:pt x="601" y="1909"/>
                </a:cubicBezTo>
                <a:cubicBezTo>
                  <a:pt x="494" y="1933"/>
                  <a:pt x="575" y="2222"/>
                  <a:pt x="518" y="2283"/>
                </a:cubicBezTo>
                <a:cubicBezTo>
                  <a:pt x="465" y="2345"/>
                  <a:pt x="303" y="2361"/>
                  <a:pt x="256" y="2277"/>
                </a:cubicBezTo>
                <a:cubicBezTo>
                  <a:pt x="209" y="2193"/>
                  <a:pt x="274" y="1910"/>
                  <a:pt x="238" y="1778"/>
                </a:cubicBezTo>
                <a:cubicBezTo>
                  <a:pt x="202" y="1646"/>
                  <a:pt x="74" y="1616"/>
                  <a:pt x="37" y="1487"/>
                </a:cubicBezTo>
                <a:cubicBezTo>
                  <a:pt x="0" y="1358"/>
                  <a:pt x="3" y="1149"/>
                  <a:pt x="19" y="1006"/>
                </a:cubicBezTo>
                <a:cubicBezTo>
                  <a:pt x="35" y="863"/>
                  <a:pt x="94" y="710"/>
                  <a:pt x="132" y="626"/>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endParaRPr lang="en-GB"/>
          </a:p>
        </p:txBody>
      </p:sp>
      <p:sp>
        <p:nvSpPr>
          <p:cNvPr id="60424" name="Freeform 17">
            <a:extLst>
              <a:ext uri="{FF2B5EF4-FFF2-40B4-BE49-F238E27FC236}">
                <a16:creationId xmlns:a16="http://schemas.microsoft.com/office/drawing/2014/main" id="{1F4269D2-1394-1EAE-9F91-965CFCEE45B3}"/>
              </a:ext>
            </a:extLst>
          </p:cNvPr>
          <p:cNvSpPr>
            <a:spLocks/>
          </p:cNvSpPr>
          <p:nvPr/>
        </p:nvSpPr>
        <p:spPr bwMode="auto">
          <a:xfrm>
            <a:off x="1770063" y="66675"/>
            <a:ext cx="3784600" cy="3708400"/>
          </a:xfrm>
          <a:custGeom>
            <a:avLst/>
            <a:gdLst>
              <a:gd name="T0" fmla="*/ 2147483646 w 2384"/>
              <a:gd name="T1" fmla="*/ 2147483646 h 2336"/>
              <a:gd name="T2" fmla="*/ 2147483646 w 2384"/>
              <a:gd name="T3" fmla="*/ 2147483646 h 2336"/>
              <a:gd name="T4" fmla="*/ 2147483646 w 2384"/>
              <a:gd name="T5" fmla="*/ 2147483646 h 2336"/>
              <a:gd name="T6" fmla="*/ 2147483646 w 2384"/>
              <a:gd name="T7" fmla="*/ 2147483646 h 2336"/>
              <a:gd name="T8" fmla="*/ 2147483646 w 2384"/>
              <a:gd name="T9" fmla="*/ 2147483646 h 2336"/>
              <a:gd name="T10" fmla="*/ 2147483646 w 2384"/>
              <a:gd name="T11" fmla="*/ 1436489063 h 2336"/>
              <a:gd name="T12" fmla="*/ 2147483646 w 2384"/>
              <a:gd name="T13" fmla="*/ 688003450 h 2336"/>
              <a:gd name="T14" fmla="*/ 2147483646 w 2384"/>
              <a:gd name="T15" fmla="*/ 642639050 h 2336"/>
              <a:gd name="T16" fmla="*/ 2147483646 w 2384"/>
              <a:gd name="T17" fmla="*/ 118446550 h 2336"/>
              <a:gd name="T18" fmla="*/ 2147483646 w 2384"/>
              <a:gd name="T19" fmla="*/ 88206263 h 2336"/>
              <a:gd name="T20" fmla="*/ 1391126250 w 2384"/>
              <a:gd name="T21" fmla="*/ 209172175 h 2336"/>
              <a:gd name="T22" fmla="*/ 466228113 w 2384"/>
              <a:gd name="T23" fmla="*/ 1335682813 h 2336"/>
              <a:gd name="T24" fmla="*/ 352821875 w 2384"/>
              <a:gd name="T25" fmla="*/ 2147483646 h 2336"/>
              <a:gd name="T26" fmla="*/ 118446550 w 2384"/>
              <a:gd name="T27" fmla="*/ 2147483646 h 2336"/>
              <a:gd name="T28" fmla="*/ 1060984988 w 2384"/>
              <a:gd name="T29" fmla="*/ 2147483646 h 2336"/>
              <a:gd name="T30" fmla="*/ 1630540300 w 2384"/>
              <a:gd name="T31" fmla="*/ 2147483646 h 2336"/>
              <a:gd name="T32" fmla="*/ 2147483646 w 2384"/>
              <a:gd name="T33" fmla="*/ 2147483646 h 2336"/>
              <a:gd name="T34" fmla="*/ 2147483646 w 2384"/>
              <a:gd name="T35" fmla="*/ 2147483646 h 23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384"/>
              <a:gd name="T55" fmla="*/ 0 h 2336"/>
              <a:gd name="T56" fmla="*/ 2384 w 2384"/>
              <a:gd name="T57" fmla="*/ 2336 h 23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384" h="2336">
                <a:moveTo>
                  <a:pt x="1401" y="2054"/>
                </a:moveTo>
                <a:cubicBezTo>
                  <a:pt x="1552" y="2098"/>
                  <a:pt x="1676" y="2257"/>
                  <a:pt x="1787" y="2292"/>
                </a:cubicBezTo>
                <a:cubicBezTo>
                  <a:pt x="1898" y="2327"/>
                  <a:pt x="2023" y="2336"/>
                  <a:pt x="2066" y="2262"/>
                </a:cubicBezTo>
                <a:cubicBezTo>
                  <a:pt x="2109" y="2188"/>
                  <a:pt x="2098" y="1979"/>
                  <a:pt x="2048" y="1846"/>
                </a:cubicBezTo>
                <a:cubicBezTo>
                  <a:pt x="1998" y="1713"/>
                  <a:pt x="1789" y="1673"/>
                  <a:pt x="1763" y="1460"/>
                </a:cubicBezTo>
                <a:cubicBezTo>
                  <a:pt x="1737" y="1247"/>
                  <a:pt x="1816" y="768"/>
                  <a:pt x="1894" y="570"/>
                </a:cubicBezTo>
                <a:cubicBezTo>
                  <a:pt x="1972" y="372"/>
                  <a:pt x="2173" y="325"/>
                  <a:pt x="2232" y="273"/>
                </a:cubicBezTo>
                <a:cubicBezTo>
                  <a:pt x="2291" y="221"/>
                  <a:pt x="2246" y="293"/>
                  <a:pt x="2250" y="255"/>
                </a:cubicBezTo>
                <a:cubicBezTo>
                  <a:pt x="2254" y="217"/>
                  <a:pt x="2384" y="84"/>
                  <a:pt x="2256" y="47"/>
                </a:cubicBezTo>
                <a:cubicBezTo>
                  <a:pt x="2128" y="10"/>
                  <a:pt x="1768" y="29"/>
                  <a:pt x="1484" y="35"/>
                </a:cubicBezTo>
                <a:cubicBezTo>
                  <a:pt x="1200" y="41"/>
                  <a:pt x="769" y="0"/>
                  <a:pt x="552" y="83"/>
                </a:cubicBezTo>
                <a:cubicBezTo>
                  <a:pt x="335" y="166"/>
                  <a:pt x="254" y="380"/>
                  <a:pt x="185" y="530"/>
                </a:cubicBezTo>
                <a:cubicBezTo>
                  <a:pt x="116" y="680"/>
                  <a:pt x="163" y="777"/>
                  <a:pt x="140" y="984"/>
                </a:cubicBezTo>
                <a:cubicBezTo>
                  <a:pt x="117" y="1191"/>
                  <a:pt x="0" y="1628"/>
                  <a:pt x="47" y="1775"/>
                </a:cubicBezTo>
                <a:cubicBezTo>
                  <a:pt x="94" y="1922"/>
                  <a:pt x="321" y="1833"/>
                  <a:pt x="421" y="1864"/>
                </a:cubicBezTo>
                <a:cubicBezTo>
                  <a:pt x="521" y="1895"/>
                  <a:pt x="571" y="1931"/>
                  <a:pt x="647" y="1959"/>
                </a:cubicBezTo>
                <a:cubicBezTo>
                  <a:pt x="723" y="1987"/>
                  <a:pt x="752" y="2014"/>
                  <a:pt x="878" y="2030"/>
                </a:cubicBezTo>
                <a:cubicBezTo>
                  <a:pt x="1004" y="2046"/>
                  <a:pt x="1292" y="2049"/>
                  <a:pt x="1401" y="2054"/>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a:lstStyle/>
          <a:p>
            <a:endParaRPr lang="en-GB"/>
          </a:p>
        </p:txBody>
      </p:sp>
      <p:sp>
        <p:nvSpPr>
          <p:cNvPr id="60425" name="Rectangle 18">
            <a:extLst>
              <a:ext uri="{FF2B5EF4-FFF2-40B4-BE49-F238E27FC236}">
                <a16:creationId xmlns:a16="http://schemas.microsoft.com/office/drawing/2014/main" id="{F8CA1879-AE04-5B26-AE09-8F541354766D}"/>
              </a:ext>
            </a:extLst>
          </p:cNvPr>
          <p:cNvSpPr>
            <a:spLocks noChangeArrowheads="1"/>
          </p:cNvSpPr>
          <p:nvPr/>
        </p:nvSpPr>
        <p:spPr bwMode="auto">
          <a:xfrm>
            <a:off x="5137151" y="3921126"/>
            <a:ext cx="2182813" cy="1789113"/>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0426" name="Group 19">
            <a:extLst>
              <a:ext uri="{FF2B5EF4-FFF2-40B4-BE49-F238E27FC236}">
                <a16:creationId xmlns:a16="http://schemas.microsoft.com/office/drawing/2014/main" id="{A08D9A03-F9A9-C0CE-3010-FB5AFAD138C6}"/>
              </a:ext>
            </a:extLst>
          </p:cNvPr>
          <p:cNvGrpSpPr>
            <a:grpSpLocks noChangeAspect="1"/>
          </p:cNvGrpSpPr>
          <p:nvPr/>
        </p:nvGrpSpPr>
        <p:grpSpPr bwMode="auto">
          <a:xfrm>
            <a:off x="4768850" y="5495926"/>
            <a:ext cx="723900" cy="460375"/>
            <a:chOff x="3312" y="2160"/>
            <a:chExt cx="960" cy="528"/>
          </a:xfrm>
        </p:grpSpPr>
        <p:grpSp>
          <p:nvGrpSpPr>
            <p:cNvPr id="60715" name="Group 20">
              <a:extLst>
                <a:ext uri="{FF2B5EF4-FFF2-40B4-BE49-F238E27FC236}">
                  <a16:creationId xmlns:a16="http://schemas.microsoft.com/office/drawing/2014/main" id="{281CB50B-F03A-8204-433F-729DE6B4EE74}"/>
                </a:ext>
              </a:extLst>
            </p:cNvPr>
            <p:cNvGrpSpPr>
              <a:grpSpLocks noChangeAspect="1"/>
            </p:cNvGrpSpPr>
            <p:nvPr/>
          </p:nvGrpSpPr>
          <p:grpSpPr bwMode="auto">
            <a:xfrm>
              <a:off x="3312" y="2160"/>
              <a:ext cx="960" cy="528"/>
              <a:chOff x="3312" y="2160"/>
              <a:chExt cx="960" cy="528"/>
            </a:xfrm>
          </p:grpSpPr>
          <p:sp>
            <p:nvSpPr>
              <p:cNvPr id="60717" name="AutoShape 21">
                <a:extLst>
                  <a:ext uri="{FF2B5EF4-FFF2-40B4-BE49-F238E27FC236}">
                    <a16:creationId xmlns:a16="http://schemas.microsoft.com/office/drawing/2014/main" id="{71F515B7-335A-D555-739C-4FD2F6A54CB7}"/>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0718" name="Group 22">
                <a:extLst>
                  <a:ext uri="{FF2B5EF4-FFF2-40B4-BE49-F238E27FC236}">
                    <a16:creationId xmlns:a16="http://schemas.microsoft.com/office/drawing/2014/main" id="{308A3E80-1351-92C5-A42B-E2B5979A10F7}"/>
                  </a:ext>
                </a:extLst>
              </p:cNvPr>
              <p:cNvGrpSpPr>
                <a:grpSpLocks noChangeAspect="1"/>
              </p:cNvGrpSpPr>
              <p:nvPr/>
            </p:nvGrpSpPr>
            <p:grpSpPr bwMode="auto">
              <a:xfrm>
                <a:off x="3488" y="2193"/>
                <a:ext cx="599" cy="207"/>
                <a:chOff x="422" y="1632"/>
                <a:chExt cx="829" cy="298"/>
              </a:xfrm>
            </p:grpSpPr>
            <p:grpSp>
              <p:nvGrpSpPr>
                <p:cNvPr id="60719" name="Group 23">
                  <a:extLst>
                    <a:ext uri="{FF2B5EF4-FFF2-40B4-BE49-F238E27FC236}">
                      <a16:creationId xmlns:a16="http://schemas.microsoft.com/office/drawing/2014/main" id="{283E2373-6B52-DD34-41D5-9E03D98BDA72}"/>
                    </a:ext>
                  </a:extLst>
                </p:cNvPr>
                <p:cNvGrpSpPr>
                  <a:grpSpLocks noChangeAspect="1"/>
                </p:cNvGrpSpPr>
                <p:nvPr/>
              </p:nvGrpSpPr>
              <p:grpSpPr bwMode="auto">
                <a:xfrm>
                  <a:off x="422" y="1632"/>
                  <a:ext cx="822" cy="291"/>
                  <a:chOff x="422" y="1632"/>
                  <a:chExt cx="822" cy="291"/>
                </a:xfrm>
              </p:grpSpPr>
              <p:sp>
                <p:nvSpPr>
                  <p:cNvPr id="60729" name="Freeform 24">
                    <a:extLst>
                      <a:ext uri="{FF2B5EF4-FFF2-40B4-BE49-F238E27FC236}">
                        <a16:creationId xmlns:a16="http://schemas.microsoft.com/office/drawing/2014/main" id="{EAD87E71-9B21-0BED-F7A6-A757805FEC0F}"/>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30" name="Freeform 25">
                    <a:extLst>
                      <a:ext uri="{FF2B5EF4-FFF2-40B4-BE49-F238E27FC236}">
                        <a16:creationId xmlns:a16="http://schemas.microsoft.com/office/drawing/2014/main" id="{00EBB99B-AE93-0AB9-5978-4276B3FD2A05}"/>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31" name="Freeform 26">
                    <a:extLst>
                      <a:ext uri="{FF2B5EF4-FFF2-40B4-BE49-F238E27FC236}">
                        <a16:creationId xmlns:a16="http://schemas.microsoft.com/office/drawing/2014/main" id="{8367035D-81BF-477C-AC4E-1B87565D9AA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32" name="Freeform 27">
                    <a:extLst>
                      <a:ext uri="{FF2B5EF4-FFF2-40B4-BE49-F238E27FC236}">
                        <a16:creationId xmlns:a16="http://schemas.microsoft.com/office/drawing/2014/main" id="{9DA8D004-3DE0-AF7F-F8FB-BB5EC6CBB1EC}"/>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33" name="Freeform 28">
                    <a:extLst>
                      <a:ext uri="{FF2B5EF4-FFF2-40B4-BE49-F238E27FC236}">
                        <a16:creationId xmlns:a16="http://schemas.microsoft.com/office/drawing/2014/main" id="{AD85EFDA-C6BA-5F23-9975-4FD30B130F23}"/>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34" name="Freeform 29">
                    <a:extLst>
                      <a:ext uri="{FF2B5EF4-FFF2-40B4-BE49-F238E27FC236}">
                        <a16:creationId xmlns:a16="http://schemas.microsoft.com/office/drawing/2014/main" id="{5C749011-6549-0D74-731A-9BE4F9B39D5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35" name="Freeform 30">
                    <a:extLst>
                      <a:ext uri="{FF2B5EF4-FFF2-40B4-BE49-F238E27FC236}">
                        <a16:creationId xmlns:a16="http://schemas.microsoft.com/office/drawing/2014/main" id="{FE8C8B8D-3906-95FF-36FD-C62B31A165C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36" name="Freeform 31">
                    <a:extLst>
                      <a:ext uri="{FF2B5EF4-FFF2-40B4-BE49-F238E27FC236}">
                        <a16:creationId xmlns:a16="http://schemas.microsoft.com/office/drawing/2014/main" id="{5524B618-C2CB-B33A-684C-7672FB3F992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0720" name="Group 32">
                  <a:extLst>
                    <a:ext uri="{FF2B5EF4-FFF2-40B4-BE49-F238E27FC236}">
                      <a16:creationId xmlns:a16="http://schemas.microsoft.com/office/drawing/2014/main" id="{74B6ADEF-0542-13AB-39D9-E8D2C83F9E81}"/>
                    </a:ext>
                  </a:extLst>
                </p:cNvPr>
                <p:cNvGrpSpPr>
                  <a:grpSpLocks noChangeAspect="1"/>
                </p:cNvGrpSpPr>
                <p:nvPr/>
              </p:nvGrpSpPr>
              <p:grpSpPr bwMode="auto">
                <a:xfrm>
                  <a:off x="429" y="1639"/>
                  <a:ext cx="822" cy="291"/>
                  <a:chOff x="429" y="1639"/>
                  <a:chExt cx="822" cy="291"/>
                </a:xfrm>
              </p:grpSpPr>
              <p:sp>
                <p:nvSpPr>
                  <p:cNvPr id="60721" name="Freeform 33">
                    <a:extLst>
                      <a:ext uri="{FF2B5EF4-FFF2-40B4-BE49-F238E27FC236}">
                        <a16:creationId xmlns:a16="http://schemas.microsoft.com/office/drawing/2014/main" id="{2195A1FF-8CED-10FD-0FCC-C6B4F92E4A3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22" name="Freeform 34">
                    <a:extLst>
                      <a:ext uri="{FF2B5EF4-FFF2-40B4-BE49-F238E27FC236}">
                        <a16:creationId xmlns:a16="http://schemas.microsoft.com/office/drawing/2014/main" id="{924F04FB-E601-0313-AAD3-0D9B141259FC}"/>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23" name="Freeform 35">
                    <a:extLst>
                      <a:ext uri="{FF2B5EF4-FFF2-40B4-BE49-F238E27FC236}">
                        <a16:creationId xmlns:a16="http://schemas.microsoft.com/office/drawing/2014/main" id="{BC75D5F2-3EA1-9C26-F4C9-6FF2FFC6F992}"/>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24" name="Freeform 36">
                    <a:extLst>
                      <a:ext uri="{FF2B5EF4-FFF2-40B4-BE49-F238E27FC236}">
                        <a16:creationId xmlns:a16="http://schemas.microsoft.com/office/drawing/2014/main" id="{B936B503-953C-0B44-2FE2-9E1BC2696C63}"/>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25" name="Freeform 37">
                    <a:extLst>
                      <a:ext uri="{FF2B5EF4-FFF2-40B4-BE49-F238E27FC236}">
                        <a16:creationId xmlns:a16="http://schemas.microsoft.com/office/drawing/2014/main" id="{D87AB83C-9ACF-283B-D57B-31B46E8F387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26" name="Freeform 38">
                    <a:extLst>
                      <a:ext uri="{FF2B5EF4-FFF2-40B4-BE49-F238E27FC236}">
                        <a16:creationId xmlns:a16="http://schemas.microsoft.com/office/drawing/2014/main" id="{332305F3-81B5-BB7A-2DD3-57C43EA07C97}"/>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27" name="Freeform 39">
                    <a:extLst>
                      <a:ext uri="{FF2B5EF4-FFF2-40B4-BE49-F238E27FC236}">
                        <a16:creationId xmlns:a16="http://schemas.microsoft.com/office/drawing/2014/main" id="{7B61E8EB-9F42-D921-FA86-E14CF82D9453}"/>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28" name="Freeform 40">
                    <a:extLst>
                      <a:ext uri="{FF2B5EF4-FFF2-40B4-BE49-F238E27FC236}">
                        <a16:creationId xmlns:a16="http://schemas.microsoft.com/office/drawing/2014/main" id="{1891C93E-A97D-1845-7707-92A7C52DE7E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716" name="WordArt 41">
              <a:extLst>
                <a:ext uri="{FF2B5EF4-FFF2-40B4-BE49-F238E27FC236}">
                  <a16:creationId xmlns:a16="http://schemas.microsoft.com/office/drawing/2014/main" id="{12968D5A-D186-BDD1-B174-CBC5B768BCAD}"/>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sp>
        <p:nvSpPr>
          <p:cNvPr id="60427" name="Line 42">
            <a:extLst>
              <a:ext uri="{FF2B5EF4-FFF2-40B4-BE49-F238E27FC236}">
                <a16:creationId xmlns:a16="http://schemas.microsoft.com/office/drawing/2014/main" id="{A3E264C0-4BDD-A204-459D-C6E677389208}"/>
              </a:ext>
            </a:extLst>
          </p:cNvPr>
          <p:cNvSpPr>
            <a:spLocks noChangeShapeType="1"/>
          </p:cNvSpPr>
          <p:nvPr/>
        </p:nvSpPr>
        <p:spPr bwMode="auto">
          <a:xfrm>
            <a:off x="6188075" y="3921125"/>
            <a:ext cx="0" cy="17526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60428" name="Group 43">
            <a:extLst>
              <a:ext uri="{FF2B5EF4-FFF2-40B4-BE49-F238E27FC236}">
                <a16:creationId xmlns:a16="http://schemas.microsoft.com/office/drawing/2014/main" id="{BC8FA202-E00B-4779-C682-08CE00A9ECF7}"/>
              </a:ext>
            </a:extLst>
          </p:cNvPr>
          <p:cNvGrpSpPr>
            <a:grpSpLocks noChangeAspect="1"/>
          </p:cNvGrpSpPr>
          <p:nvPr/>
        </p:nvGrpSpPr>
        <p:grpSpPr bwMode="auto">
          <a:xfrm>
            <a:off x="5832475" y="4584701"/>
            <a:ext cx="723900" cy="460375"/>
            <a:chOff x="3312" y="2160"/>
            <a:chExt cx="960" cy="528"/>
          </a:xfrm>
        </p:grpSpPr>
        <p:grpSp>
          <p:nvGrpSpPr>
            <p:cNvPr id="60693" name="Group 44">
              <a:extLst>
                <a:ext uri="{FF2B5EF4-FFF2-40B4-BE49-F238E27FC236}">
                  <a16:creationId xmlns:a16="http://schemas.microsoft.com/office/drawing/2014/main" id="{F5513EB4-53DF-CA9E-2321-8CBE1B98585E}"/>
                </a:ext>
              </a:extLst>
            </p:cNvPr>
            <p:cNvGrpSpPr>
              <a:grpSpLocks noChangeAspect="1"/>
            </p:cNvGrpSpPr>
            <p:nvPr/>
          </p:nvGrpSpPr>
          <p:grpSpPr bwMode="auto">
            <a:xfrm>
              <a:off x="3312" y="2160"/>
              <a:ext cx="960" cy="528"/>
              <a:chOff x="3312" y="2160"/>
              <a:chExt cx="960" cy="528"/>
            </a:xfrm>
          </p:grpSpPr>
          <p:sp>
            <p:nvSpPr>
              <p:cNvPr id="60695" name="AutoShape 45">
                <a:extLst>
                  <a:ext uri="{FF2B5EF4-FFF2-40B4-BE49-F238E27FC236}">
                    <a16:creationId xmlns:a16="http://schemas.microsoft.com/office/drawing/2014/main" id="{6467C3EE-DA66-625C-19F6-8B7168641C45}"/>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0696" name="Group 46">
                <a:extLst>
                  <a:ext uri="{FF2B5EF4-FFF2-40B4-BE49-F238E27FC236}">
                    <a16:creationId xmlns:a16="http://schemas.microsoft.com/office/drawing/2014/main" id="{7EBB6A65-F233-834A-ECE7-C076A38084A7}"/>
                  </a:ext>
                </a:extLst>
              </p:cNvPr>
              <p:cNvGrpSpPr>
                <a:grpSpLocks noChangeAspect="1"/>
              </p:cNvGrpSpPr>
              <p:nvPr/>
            </p:nvGrpSpPr>
            <p:grpSpPr bwMode="auto">
              <a:xfrm>
                <a:off x="3488" y="2193"/>
                <a:ext cx="599" cy="207"/>
                <a:chOff x="422" y="1632"/>
                <a:chExt cx="829" cy="298"/>
              </a:xfrm>
            </p:grpSpPr>
            <p:grpSp>
              <p:nvGrpSpPr>
                <p:cNvPr id="60697" name="Group 47">
                  <a:extLst>
                    <a:ext uri="{FF2B5EF4-FFF2-40B4-BE49-F238E27FC236}">
                      <a16:creationId xmlns:a16="http://schemas.microsoft.com/office/drawing/2014/main" id="{AB230051-E0F5-60AA-C76E-7BD29AC18B79}"/>
                    </a:ext>
                  </a:extLst>
                </p:cNvPr>
                <p:cNvGrpSpPr>
                  <a:grpSpLocks noChangeAspect="1"/>
                </p:cNvGrpSpPr>
                <p:nvPr/>
              </p:nvGrpSpPr>
              <p:grpSpPr bwMode="auto">
                <a:xfrm>
                  <a:off x="422" y="1632"/>
                  <a:ext cx="822" cy="291"/>
                  <a:chOff x="422" y="1632"/>
                  <a:chExt cx="822" cy="291"/>
                </a:xfrm>
              </p:grpSpPr>
              <p:sp>
                <p:nvSpPr>
                  <p:cNvPr id="60707" name="Freeform 48">
                    <a:extLst>
                      <a:ext uri="{FF2B5EF4-FFF2-40B4-BE49-F238E27FC236}">
                        <a16:creationId xmlns:a16="http://schemas.microsoft.com/office/drawing/2014/main" id="{7BE67CCC-FFE9-4764-B4DD-12275AF7270C}"/>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08" name="Freeform 49">
                    <a:extLst>
                      <a:ext uri="{FF2B5EF4-FFF2-40B4-BE49-F238E27FC236}">
                        <a16:creationId xmlns:a16="http://schemas.microsoft.com/office/drawing/2014/main" id="{89D23760-A0D5-5A8C-0794-A203DE94BF9C}"/>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09" name="Freeform 50">
                    <a:extLst>
                      <a:ext uri="{FF2B5EF4-FFF2-40B4-BE49-F238E27FC236}">
                        <a16:creationId xmlns:a16="http://schemas.microsoft.com/office/drawing/2014/main" id="{250F70D4-7054-BB07-AA11-70298F858E46}"/>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10" name="Freeform 51">
                    <a:extLst>
                      <a:ext uri="{FF2B5EF4-FFF2-40B4-BE49-F238E27FC236}">
                        <a16:creationId xmlns:a16="http://schemas.microsoft.com/office/drawing/2014/main" id="{88420AA7-E0AA-FA7D-011B-EA65466C07E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11" name="Freeform 52">
                    <a:extLst>
                      <a:ext uri="{FF2B5EF4-FFF2-40B4-BE49-F238E27FC236}">
                        <a16:creationId xmlns:a16="http://schemas.microsoft.com/office/drawing/2014/main" id="{00D5F59C-BE7D-8A4B-B324-EEA31FEE7BF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12" name="Freeform 53">
                    <a:extLst>
                      <a:ext uri="{FF2B5EF4-FFF2-40B4-BE49-F238E27FC236}">
                        <a16:creationId xmlns:a16="http://schemas.microsoft.com/office/drawing/2014/main" id="{DA5522C6-6DFC-4C44-BE3B-6E63B2842F7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13" name="Freeform 54">
                    <a:extLst>
                      <a:ext uri="{FF2B5EF4-FFF2-40B4-BE49-F238E27FC236}">
                        <a16:creationId xmlns:a16="http://schemas.microsoft.com/office/drawing/2014/main" id="{41B6280A-65C2-8C4A-BBB9-7A67548ADEC1}"/>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14" name="Freeform 55">
                    <a:extLst>
                      <a:ext uri="{FF2B5EF4-FFF2-40B4-BE49-F238E27FC236}">
                        <a16:creationId xmlns:a16="http://schemas.microsoft.com/office/drawing/2014/main" id="{272F462C-E423-C860-2A60-0B7CD1B3B3B1}"/>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0698" name="Group 56">
                  <a:extLst>
                    <a:ext uri="{FF2B5EF4-FFF2-40B4-BE49-F238E27FC236}">
                      <a16:creationId xmlns:a16="http://schemas.microsoft.com/office/drawing/2014/main" id="{0F2B575F-6C74-3C80-78AE-8DE7C9B05AA9}"/>
                    </a:ext>
                  </a:extLst>
                </p:cNvPr>
                <p:cNvGrpSpPr>
                  <a:grpSpLocks noChangeAspect="1"/>
                </p:cNvGrpSpPr>
                <p:nvPr/>
              </p:nvGrpSpPr>
              <p:grpSpPr bwMode="auto">
                <a:xfrm>
                  <a:off x="429" y="1639"/>
                  <a:ext cx="822" cy="291"/>
                  <a:chOff x="429" y="1639"/>
                  <a:chExt cx="822" cy="291"/>
                </a:xfrm>
              </p:grpSpPr>
              <p:sp>
                <p:nvSpPr>
                  <p:cNvPr id="60699" name="Freeform 57">
                    <a:extLst>
                      <a:ext uri="{FF2B5EF4-FFF2-40B4-BE49-F238E27FC236}">
                        <a16:creationId xmlns:a16="http://schemas.microsoft.com/office/drawing/2014/main" id="{0F586660-0022-0B88-FE38-80CED93D5897}"/>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00" name="Freeform 58">
                    <a:extLst>
                      <a:ext uri="{FF2B5EF4-FFF2-40B4-BE49-F238E27FC236}">
                        <a16:creationId xmlns:a16="http://schemas.microsoft.com/office/drawing/2014/main" id="{FE52FF79-3D56-DBE4-87F0-E2F6357F8847}"/>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01" name="Freeform 59">
                    <a:extLst>
                      <a:ext uri="{FF2B5EF4-FFF2-40B4-BE49-F238E27FC236}">
                        <a16:creationId xmlns:a16="http://schemas.microsoft.com/office/drawing/2014/main" id="{973C45CC-105F-D234-A0E7-DF0FBC5915A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02" name="Freeform 60">
                    <a:extLst>
                      <a:ext uri="{FF2B5EF4-FFF2-40B4-BE49-F238E27FC236}">
                        <a16:creationId xmlns:a16="http://schemas.microsoft.com/office/drawing/2014/main" id="{00B24A3B-BE8A-626D-CC64-D57CCE9933D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03" name="Freeform 61">
                    <a:extLst>
                      <a:ext uri="{FF2B5EF4-FFF2-40B4-BE49-F238E27FC236}">
                        <a16:creationId xmlns:a16="http://schemas.microsoft.com/office/drawing/2014/main" id="{D965E590-1758-B2CC-D57E-E36B256B2011}"/>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04" name="Freeform 62">
                    <a:extLst>
                      <a:ext uri="{FF2B5EF4-FFF2-40B4-BE49-F238E27FC236}">
                        <a16:creationId xmlns:a16="http://schemas.microsoft.com/office/drawing/2014/main" id="{45CBFC3C-DE13-662D-C658-6FBECCDBACA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05" name="Freeform 63">
                    <a:extLst>
                      <a:ext uri="{FF2B5EF4-FFF2-40B4-BE49-F238E27FC236}">
                        <a16:creationId xmlns:a16="http://schemas.microsoft.com/office/drawing/2014/main" id="{43F65E89-9204-1797-1749-76D5B9CB6331}"/>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706" name="Freeform 64">
                    <a:extLst>
                      <a:ext uri="{FF2B5EF4-FFF2-40B4-BE49-F238E27FC236}">
                        <a16:creationId xmlns:a16="http://schemas.microsoft.com/office/drawing/2014/main" id="{E9889F8D-9D51-3225-7CA9-04F8B465FD5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694" name="WordArt 65">
              <a:extLst>
                <a:ext uri="{FF2B5EF4-FFF2-40B4-BE49-F238E27FC236}">
                  <a16:creationId xmlns:a16="http://schemas.microsoft.com/office/drawing/2014/main" id="{6172F123-38DD-FFE9-D9BB-9BDF7A66D243}"/>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sp>
        <p:nvSpPr>
          <p:cNvPr id="60429" name="AutoShape 66">
            <a:extLst>
              <a:ext uri="{FF2B5EF4-FFF2-40B4-BE49-F238E27FC236}">
                <a16:creationId xmlns:a16="http://schemas.microsoft.com/office/drawing/2014/main" id="{0107D564-CAD8-4744-F49B-3D27B9187B69}"/>
              </a:ext>
            </a:extLst>
          </p:cNvPr>
          <p:cNvSpPr>
            <a:spLocks noChangeArrowheads="1"/>
          </p:cNvSpPr>
          <p:nvPr/>
        </p:nvSpPr>
        <p:spPr bwMode="auto">
          <a:xfrm>
            <a:off x="3503614" y="3876676"/>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0.0.0.0</a:t>
            </a:r>
          </a:p>
        </p:txBody>
      </p:sp>
      <p:sp>
        <p:nvSpPr>
          <p:cNvPr id="60430" name="Line 67">
            <a:extLst>
              <a:ext uri="{FF2B5EF4-FFF2-40B4-BE49-F238E27FC236}">
                <a16:creationId xmlns:a16="http://schemas.microsoft.com/office/drawing/2014/main" id="{C7FC5A28-0D76-42F7-71BE-7500B33C1234}"/>
              </a:ext>
            </a:extLst>
          </p:cNvPr>
          <p:cNvSpPr>
            <a:spLocks noChangeShapeType="1"/>
          </p:cNvSpPr>
          <p:nvPr/>
        </p:nvSpPr>
        <p:spPr bwMode="auto">
          <a:xfrm>
            <a:off x="3998913" y="1871664"/>
            <a:ext cx="1041400" cy="19208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60431" name="AutoShape 68">
            <a:extLst>
              <a:ext uri="{FF2B5EF4-FFF2-40B4-BE49-F238E27FC236}">
                <a16:creationId xmlns:a16="http://schemas.microsoft.com/office/drawing/2014/main" id="{94F71F3B-5AD2-08D8-9240-A074F3EE2DC2}"/>
              </a:ext>
            </a:extLst>
          </p:cNvPr>
          <p:cNvSpPr>
            <a:spLocks noChangeArrowheads="1"/>
          </p:cNvSpPr>
          <p:nvPr/>
        </p:nvSpPr>
        <p:spPr bwMode="auto">
          <a:xfrm>
            <a:off x="2868614" y="157164"/>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1.1.1.1</a:t>
            </a:r>
          </a:p>
        </p:txBody>
      </p:sp>
      <p:sp>
        <p:nvSpPr>
          <p:cNvPr id="60432" name="AutoShape 69">
            <a:extLst>
              <a:ext uri="{FF2B5EF4-FFF2-40B4-BE49-F238E27FC236}">
                <a16:creationId xmlns:a16="http://schemas.microsoft.com/office/drawing/2014/main" id="{F46DF6BD-36B9-626E-6C03-F8C74FFEF16F}"/>
              </a:ext>
            </a:extLst>
          </p:cNvPr>
          <p:cNvSpPr>
            <a:spLocks noChangeArrowheads="1"/>
          </p:cNvSpPr>
          <p:nvPr/>
        </p:nvSpPr>
        <p:spPr bwMode="auto">
          <a:xfrm>
            <a:off x="5927725" y="225426"/>
            <a:ext cx="1011238"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2.2.2.2</a:t>
            </a:r>
          </a:p>
        </p:txBody>
      </p:sp>
      <p:sp>
        <p:nvSpPr>
          <p:cNvPr id="60433" name="AutoShape 70">
            <a:extLst>
              <a:ext uri="{FF2B5EF4-FFF2-40B4-BE49-F238E27FC236}">
                <a16:creationId xmlns:a16="http://schemas.microsoft.com/office/drawing/2014/main" id="{E049F2E7-ED19-73D4-B6D6-A84981F5FEEA}"/>
              </a:ext>
            </a:extLst>
          </p:cNvPr>
          <p:cNvSpPr>
            <a:spLocks noChangeArrowheads="1"/>
          </p:cNvSpPr>
          <p:nvPr/>
        </p:nvSpPr>
        <p:spPr bwMode="auto">
          <a:xfrm>
            <a:off x="9551989" y="44451"/>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3.3.3.3</a:t>
            </a:r>
          </a:p>
        </p:txBody>
      </p:sp>
      <p:sp>
        <p:nvSpPr>
          <p:cNvPr id="60434" name="Freeform 71">
            <a:extLst>
              <a:ext uri="{FF2B5EF4-FFF2-40B4-BE49-F238E27FC236}">
                <a16:creationId xmlns:a16="http://schemas.microsoft.com/office/drawing/2014/main" id="{F4C6EF8D-85C7-1144-F2F0-C17A4A8AA34A}"/>
              </a:ext>
            </a:extLst>
          </p:cNvPr>
          <p:cNvSpPr>
            <a:spLocks/>
          </p:cNvSpPr>
          <p:nvPr/>
        </p:nvSpPr>
        <p:spPr bwMode="auto">
          <a:xfrm>
            <a:off x="2927350" y="1052514"/>
            <a:ext cx="1081088" cy="720725"/>
          </a:xfrm>
          <a:custGeom>
            <a:avLst/>
            <a:gdLst>
              <a:gd name="T0" fmla="*/ 0 w 681"/>
              <a:gd name="T1" fmla="*/ 0 h 454"/>
              <a:gd name="T2" fmla="*/ 1716227994 w 681"/>
              <a:gd name="T3" fmla="*/ 0 h 454"/>
              <a:gd name="T4" fmla="*/ 1716227994 w 681"/>
              <a:gd name="T5" fmla="*/ 1144150938 h 454"/>
              <a:gd name="T6" fmla="*/ 0 60000 65536"/>
              <a:gd name="T7" fmla="*/ 0 60000 65536"/>
              <a:gd name="T8" fmla="*/ 0 60000 65536"/>
              <a:gd name="T9" fmla="*/ 0 w 681"/>
              <a:gd name="T10" fmla="*/ 0 h 454"/>
              <a:gd name="T11" fmla="*/ 681 w 681"/>
              <a:gd name="T12" fmla="*/ 454 h 454"/>
            </a:gdLst>
            <a:ahLst/>
            <a:cxnLst>
              <a:cxn ang="T6">
                <a:pos x="T0" y="T1"/>
              </a:cxn>
              <a:cxn ang="T7">
                <a:pos x="T2" y="T3"/>
              </a:cxn>
              <a:cxn ang="T8">
                <a:pos x="T4" y="T5"/>
              </a:cxn>
            </a:cxnLst>
            <a:rect l="T9" t="T10" r="T11" b="T12"/>
            <a:pathLst>
              <a:path w="681" h="454">
                <a:moveTo>
                  <a:pt x="0" y="0"/>
                </a:moveTo>
                <a:lnTo>
                  <a:pt x="681" y="0"/>
                </a:lnTo>
                <a:lnTo>
                  <a:pt x="681" y="454"/>
                </a:lnTo>
              </a:path>
            </a:pathLst>
          </a:custGeom>
          <a:noFill/>
          <a:ln w="19050"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grpSp>
        <p:nvGrpSpPr>
          <p:cNvPr id="60435" name="Group 72">
            <a:extLst>
              <a:ext uri="{FF2B5EF4-FFF2-40B4-BE49-F238E27FC236}">
                <a16:creationId xmlns:a16="http://schemas.microsoft.com/office/drawing/2014/main" id="{F75B868C-86BD-EB90-57F7-A3CFE35A55D9}"/>
              </a:ext>
            </a:extLst>
          </p:cNvPr>
          <p:cNvGrpSpPr>
            <a:grpSpLocks noChangeAspect="1"/>
          </p:cNvGrpSpPr>
          <p:nvPr/>
        </p:nvGrpSpPr>
        <p:grpSpPr bwMode="auto">
          <a:xfrm>
            <a:off x="3636963" y="1512889"/>
            <a:ext cx="723900" cy="460375"/>
            <a:chOff x="3312" y="2160"/>
            <a:chExt cx="960" cy="528"/>
          </a:xfrm>
        </p:grpSpPr>
        <p:grpSp>
          <p:nvGrpSpPr>
            <p:cNvPr id="60671" name="Group 73">
              <a:extLst>
                <a:ext uri="{FF2B5EF4-FFF2-40B4-BE49-F238E27FC236}">
                  <a16:creationId xmlns:a16="http://schemas.microsoft.com/office/drawing/2014/main" id="{127AB861-A57B-975F-17A3-F085F822AFAF}"/>
                </a:ext>
              </a:extLst>
            </p:cNvPr>
            <p:cNvGrpSpPr>
              <a:grpSpLocks noChangeAspect="1"/>
            </p:cNvGrpSpPr>
            <p:nvPr/>
          </p:nvGrpSpPr>
          <p:grpSpPr bwMode="auto">
            <a:xfrm>
              <a:off x="3312" y="2160"/>
              <a:ext cx="960" cy="528"/>
              <a:chOff x="3312" y="2160"/>
              <a:chExt cx="960" cy="528"/>
            </a:xfrm>
          </p:grpSpPr>
          <p:sp>
            <p:nvSpPr>
              <p:cNvPr id="60673" name="AutoShape 74">
                <a:extLst>
                  <a:ext uri="{FF2B5EF4-FFF2-40B4-BE49-F238E27FC236}">
                    <a16:creationId xmlns:a16="http://schemas.microsoft.com/office/drawing/2014/main" id="{47BAEE75-8A03-59F8-3254-35D5FAEC03DE}"/>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0674" name="Group 75">
                <a:extLst>
                  <a:ext uri="{FF2B5EF4-FFF2-40B4-BE49-F238E27FC236}">
                    <a16:creationId xmlns:a16="http://schemas.microsoft.com/office/drawing/2014/main" id="{1E35433A-C049-39BA-C355-2BA91313C774}"/>
                  </a:ext>
                </a:extLst>
              </p:cNvPr>
              <p:cNvGrpSpPr>
                <a:grpSpLocks noChangeAspect="1"/>
              </p:cNvGrpSpPr>
              <p:nvPr/>
            </p:nvGrpSpPr>
            <p:grpSpPr bwMode="auto">
              <a:xfrm>
                <a:off x="3488" y="2193"/>
                <a:ext cx="599" cy="207"/>
                <a:chOff x="422" y="1632"/>
                <a:chExt cx="829" cy="298"/>
              </a:xfrm>
            </p:grpSpPr>
            <p:grpSp>
              <p:nvGrpSpPr>
                <p:cNvPr id="60675" name="Group 76">
                  <a:extLst>
                    <a:ext uri="{FF2B5EF4-FFF2-40B4-BE49-F238E27FC236}">
                      <a16:creationId xmlns:a16="http://schemas.microsoft.com/office/drawing/2014/main" id="{1A05A16F-752B-9A1F-C6E8-6518A1A0214D}"/>
                    </a:ext>
                  </a:extLst>
                </p:cNvPr>
                <p:cNvGrpSpPr>
                  <a:grpSpLocks noChangeAspect="1"/>
                </p:cNvGrpSpPr>
                <p:nvPr/>
              </p:nvGrpSpPr>
              <p:grpSpPr bwMode="auto">
                <a:xfrm>
                  <a:off x="422" y="1632"/>
                  <a:ext cx="822" cy="291"/>
                  <a:chOff x="422" y="1632"/>
                  <a:chExt cx="822" cy="291"/>
                </a:xfrm>
              </p:grpSpPr>
              <p:sp>
                <p:nvSpPr>
                  <p:cNvPr id="60685" name="Freeform 77">
                    <a:extLst>
                      <a:ext uri="{FF2B5EF4-FFF2-40B4-BE49-F238E27FC236}">
                        <a16:creationId xmlns:a16="http://schemas.microsoft.com/office/drawing/2014/main" id="{61A33DD1-09D1-FB3A-859A-ED63AD7EF7E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86" name="Freeform 78">
                    <a:extLst>
                      <a:ext uri="{FF2B5EF4-FFF2-40B4-BE49-F238E27FC236}">
                        <a16:creationId xmlns:a16="http://schemas.microsoft.com/office/drawing/2014/main" id="{EA941612-01E9-2C88-48E2-3845F871DB65}"/>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87" name="Freeform 79">
                    <a:extLst>
                      <a:ext uri="{FF2B5EF4-FFF2-40B4-BE49-F238E27FC236}">
                        <a16:creationId xmlns:a16="http://schemas.microsoft.com/office/drawing/2014/main" id="{5F540F5C-80A3-6F43-2A35-3AD4CF352132}"/>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88" name="Freeform 80">
                    <a:extLst>
                      <a:ext uri="{FF2B5EF4-FFF2-40B4-BE49-F238E27FC236}">
                        <a16:creationId xmlns:a16="http://schemas.microsoft.com/office/drawing/2014/main" id="{74D0DB94-7B64-2657-684C-E9D0858AB4CA}"/>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89" name="Freeform 81">
                    <a:extLst>
                      <a:ext uri="{FF2B5EF4-FFF2-40B4-BE49-F238E27FC236}">
                        <a16:creationId xmlns:a16="http://schemas.microsoft.com/office/drawing/2014/main" id="{D32AA6BD-45D5-658A-0432-B6796AC081C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90" name="Freeform 82">
                    <a:extLst>
                      <a:ext uri="{FF2B5EF4-FFF2-40B4-BE49-F238E27FC236}">
                        <a16:creationId xmlns:a16="http://schemas.microsoft.com/office/drawing/2014/main" id="{8A5B1F97-517F-2534-CAAB-9EFEDBD64C1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91" name="Freeform 83">
                    <a:extLst>
                      <a:ext uri="{FF2B5EF4-FFF2-40B4-BE49-F238E27FC236}">
                        <a16:creationId xmlns:a16="http://schemas.microsoft.com/office/drawing/2014/main" id="{9A0FB2EB-90DE-AC45-3D70-4A2F3F8AA7F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92" name="Freeform 84">
                    <a:extLst>
                      <a:ext uri="{FF2B5EF4-FFF2-40B4-BE49-F238E27FC236}">
                        <a16:creationId xmlns:a16="http://schemas.microsoft.com/office/drawing/2014/main" id="{857D64F8-B39E-70B0-9D03-80485CDECAD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0676" name="Group 85">
                  <a:extLst>
                    <a:ext uri="{FF2B5EF4-FFF2-40B4-BE49-F238E27FC236}">
                      <a16:creationId xmlns:a16="http://schemas.microsoft.com/office/drawing/2014/main" id="{009E5D64-24B3-156A-5077-4687374A21A4}"/>
                    </a:ext>
                  </a:extLst>
                </p:cNvPr>
                <p:cNvGrpSpPr>
                  <a:grpSpLocks noChangeAspect="1"/>
                </p:cNvGrpSpPr>
                <p:nvPr/>
              </p:nvGrpSpPr>
              <p:grpSpPr bwMode="auto">
                <a:xfrm>
                  <a:off x="429" y="1639"/>
                  <a:ext cx="822" cy="291"/>
                  <a:chOff x="429" y="1639"/>
                  <a:chExt cx="822" cy="291"/>
                </a:xfrm>
              </p:grpSpPr>
              <p:sp>
                <p:nvSpPr>
                  <p:cNvPr id="60677" name="Freeform 86">
                    <a:extLst>
                      <a:ext uri="{FF2B5EF4-FFF2-40B4-BE49-F238E27FC236}">
                        <a16:creationId xmlns:a16="http://schemas.microsoft.com/office/drawing/2014/main" id="{3923EBAA-F0E5-FA29-F242-E8E8CF819F3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78" name="Freeform 87">
                    <a:extLst>
                      <a:ext uri="{FF2B5EF4-FFF2-40B4-BE49-F238E27FC236}">
                        <a16:creationId xmlns:a16="http://schemas.microsoft.com/office/drawing/2014/main" id="{28622E04-B212-DEFC-0687-16D25DD19D72}"/>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79" name="Freeform 88">
                    <a:extLst>
                      <a:ext uri="{FF2B5EF4-FFF2-40B4-BE49-F238E27FC236}">
                        <a16:creationId xmlns:a16="http://schemas.microsoft.com/office/drawing/2014/main" id="{EA61058A-F419-EC79-6A3A-65EDE7B71E1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80" name="Freeform 89">
                    <a:extLst>
                      <a:ext uri="{FF2B5EF4-FFF2-40B4-BE49-F238E27FC236}">
                        <a16:creationId xmlns:a16="http://schemas.microsoft.com/office/drawing/2014/main" id="{9BC08513-77CC-B6C3-A91D-95472AEC974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81" name="Freeform 90">
                    <a:extLst>
                      <a:ext uri="{FF2B5EF4-FFF2-40B4-BE49-F238E27FC236}">
                        <a16:creationId xmlns:a16="http://schemas.microsoft.com/office/drawing/2014/main" id="{6781D4B7-DA9D-7EAE-1D1A-398D455F875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82" name="Freeform 91">
                    <a:extLst>
                      <a:ext uri="{FF2B5EF4-FFF2-40B4-BE49-F238E27FC236}">
                        <a16:creationId xmlns:a16="http://schemas.microsoft.com/office/drawing/2014/main" id="{1A4E8627-0505-3612-F11D-0361730547BD}"/>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83" name="Freeform 92">
                    <a:extLst>
                      <a:ext uri="{FF2B5EF4-FFF2-40B4-BE49-F238E27FC236}">
                        <a16:creationId xmlns:a16="http://schemas.microsoft.com/office/drawing/2014/main" id="{5CCF1E7C-CBF3-F4A3-B63E-106F26E43600}"/>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84" name="Freeform 93">
                    <a:extLst>
                      <a:ext uri="{FF2B5EF4-FFF2-40B4-BE49-F238E27FC236}">
                        <a16:creationId xmlns:a16="http://schemas.microsoft.com/office/drawing/2014/main" id="{50972628-DAA8-BFCB-4806-8EB68974CC3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672" name="WordArt 94">
              <a:extLst>
                <a:ext uri="{FF2B5EF4-FFF2-40B4-BE49-F238E27FC236}">
                  <a16:creationId xmlns:a16="http://schemas.microsoft.com/office/drawing/2014/main" id="{B68FB397-879A-222A-068F-8DD32EA35BC5}"/>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r1  </a:t>
              </a:r>
            </a:p>
          </p:txBody>
        </p:sp>
      </p:grpSp>
      <p:grpSp>
        <p:nvGrpSpPr>
          <p:cNvPr id="60436" name="Group 95">
            <a:extLst>
              <a:ext uri="{FF2B5EF4-FFF2-40B4-BE49-F238E27FC236}">
                <a16:creationId xmlns:a16="http://schemas.microsoft.com/office/drawing/2014/main" id="{20405E50-41C3-38A8-A9EE-8F8BCA15DC84}"/>
              </a:ext>
            </a:extLst>
          </p:cNvPr>
          <p:cNvGrpSpPr>
            <a:grpSpLocks noChangeAspect="1"/>
          </p:cNvGrpSpPr>
          <p:nvPr/>
        </p:nvGrpSpPr>
        <p:grpSpPr bwMode="auto">
          <a:xfrm>
            <a:off x="2524125" y="881064"/>
            <a:ext cx="723900" cy="460375"/>
            <a:chOff x="3312" y="2160"/>
            <a:chExt cx="960" cy="528"/>
          </a:xfrm>
        </p:grpSpPr>
        <p:grpSp>
          <p:nvGrpSpPr>
            <p:cNvPr id="60649" name="Group 96">
              <a:extLst>
                <a:ext uri="{FF2B5EF4-FFF2-40B4-BE49-F238E27FC236}">
                  <a16:creationId xmlns:a16="http://schemas.microsoft.com/office/drawing/2014/main" id="{8295F736-07A2-14B7-E3D4-05F035C9782D}"/>
                </a:ext>
              </a:extLst>
            </p:cNvPr>
            <p:cNvGrpSpPr>
              <a:grpSpLocks noChangeAspect="1"/>
            </p:cNvGrpSpPr>
            <p:nvPr/>
          </p:nvGrpSpPr>
          <p:grpSpPr bwMode="auto">
            <a:xfrm>
              <a:off x="3312" y="2160"/>
              <a:ext cx="960" cy="528"/>
              <a:chOff x="3312" y="2160"/>
              <a:chExt cx="960" cy="528"/>
            </a:xfrm>
          </p:grpSpPr>
          <p:sp>
            <p:nvSpPr>
              <p:cNvPr id="60651" name="AutoShape 97">
                <a:extLst>
                  <a:ext uri="{FF2B5EF4-FFF2-40B4-BE49-F238E27FC236}">
                    <a16:creationId xmlns:a16="http://schemas.microsoft.com/office/drawing/2014/main" id="{1C589178-BBAE-D949-BC9D-CD757FEB24FA}"/>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0652" name="Group 98">
                <a:extLst>
                  <a:ext uri="{FF2B5EF4-FFF2-40B4-BE49-F238E27FC236}">
                    <a16:creationId xmlns:a16="http://schemas.microsoft.com/office/drawing/2014/main" id="{4A3B35C2-AB77-0BDC-ACC9-BE6AAB624891}"/>
                  </a:ext>
                </a:extLst>
              </p:cNvPr>
              <p:cNvGrpSpPr>
                <a:grpSpLocks noChangeAspect="1"/>
              </p:cNvGrpSpPr>
              <p:nvPr/>
            </p:nvGrpSpPr>
            <p:grpSpPr bwMode="auto">
              <a:xfrm>
                <a:off x="3488" y="2193"/>
                <a:ext cx="599" cy="207"/>
                <a:chOff x="422" y="1632"/>
                <a:chExt cx="829" cy="298"/>
              </a:xfrm>
            </p:grpSpPr>
            <p:grpSp>
              <p:nvGrpSpPr>
                <p:cNvPr id="60653" name="Group 99">
                  <a:extLst>
                    <a:ext uri="{FF2B5EF4-FFF2-40B4-BE49-F238E27FC236}">
                      <a16:creationId xmlns:a16="http://schemas.microsoft.com/office/drawing/2014/main" id="{CD4BD82C-1DBD-9957-CE9F-B395DE435A59}"/>
                    </a:ext>
                  </a:extLst>
                </p:cNvPr>
                <p:cNvGrpSpPr>
                  <a:grpSpLocks noChangeAspect="1"/>
                </p:cNvGrpSpPr>
                <p:nvPr/>
              </p:nvGrpSpPr>
              <p:grpSpPr bwMode="auto">
                <a:xfrm>
                  <a:off x="422" y="1632"/>
                  <a:ext cx="822" cy="291"/>
                  <a:chOff x="422" y="1632"/>
                  <a:chExt cx="822" cy="291"/>
                </a:xfrm>
              </p:grpSpPr>
              <p:sp>
                <p:nvSpPr>
                  <p:cNvPr id="60663" name="Freeform 100">
                    <a:extLst>
                      <a:ext uri="{FF2B5EF4-FFF2-40B4-BE49-F238E27FC236}">
                        <a16:creationId xmlns:a16="http://schemas.microsoft.com/office/drawing/2014/main" id="{35B56A70-A3E0-4788-B2BF-377139B0FB2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64" name="Freeform 101">
                    <a:extLst>
                      <a:ext uri="{FF2B5EF4-FFF2-40B4-BE49-F238E27FC236}">
                        <a16:creationId xmlns:a16="http://schemas.microsoft.com/office/drawing/2014/main" id="{A02A24C1-C462-EF2C-8F31-045BCFEFA3D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65" name="Freeform 102">
                    <a:extLst>
                      <a:ext uri="{FF2B5EF4-FFF2-40B4-BE49-F238E27FC236}">
                        <a16:creationId xmlns:a16="http://schemas.microsoft.com/office/drawing/2014/main" id="{480CB96D-A228-5FC8-5E0D-BA21268BCE9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66" name="Freeform 103">
                    <a:extLst>
                      <a:ext uri="{FF2B5EF4-FFF2-40B4-BE49-F238E27FC236}">
                        <a16:creationId xmlns:a16="http://schemas.microsoft.com/office/drawing/2014/main" id="{AED30E0E-C838-AD61-9079-3DA563BA889C}"/>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67" name="Freeform 104">
                    <a:extLst>
                      <a:ext uri="{FF2B5EF4-FFF2-40B4-BE49-F238E27FC236}">
                        <a16:creationId xmlns:a16="http://schemas.microsoft.com/office/drawing/2014/main" id="{D83FA7D9-8112-83FB-785B-09208A51969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68" name="Freeform 105">
                    <a:extLst>
                      <a:ext uri="{FF2B5EF4-FFF2-40B4-BE49-F238E27FC236}">
                        <a16:creationId xmlns:a16="http://schemas.microsoft.com/office/drawing/2014/main" id="{367EE7A6-CBD5-6C02-6F55-469746FF1463}"/>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69" name="Freeform 106">
                    <a:extLst>
                      <a:ext uri="{FF2B5EF4-FFF2-40B4-BE49-F238E27FC236}">
                        <a16:creationId xmlns:a16="http://schemas.microsoft.com/office/drawing/2014/main" id="{700F6BB9-8C0D-8F25-0551-97B7F487FA6F}"/>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70" name="Freeform 107">
                    <a:extLst>
                      <a:ext uri="{FF2B5EF4-FFF2-40B4-BE49-F238E27FC236}">
                        <a16:creationId xmlns:a16="http://schemas.microsoft.com/office/drawing/2014/main" id="{489EDFCD-20B3-0235-DCE5-AD4933EBC9D1}"/>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0654" name="Group 108">
                  <a:extLst>
                    <a:ext uri="{FF2B5EF4-FFF2-40B4-BE49-F238E27FC236}">
                      <a16:creationId xmlns:a16="http://schemas.microsoft.com/office/drawing/2014/main" id="{4854C37C-F3C7-ED56-1333-601CC8587B9D}"/>
                    </a:ext>
                  </a:extLst>
                </p:cNvPr>
                <p:cNvGrpSpPr>
                  <a:grpSpLocks noChangeAspect="1"/>
                </p:cNvGrpSpPr>
                <p:nvPr/>
              </p:nvGrpSpPr>
              <p:grpSpPr bwMode="auto">
                <a:xfrm>
                  <a:off x="429" y="1639"/>
                  <a:ext cx="822" cy="291"/>
                  <a:chOff x="429" y="1639"/>
                  <a:chExt cx="822" cy="291"/>
                </a:xfrm>
              </p:grpSpPr>
              <p:sp>
                <p:nvSpPr>
                  <p:cNvPr id="60655" name="Freeform 109">
                    <a:extLst>
                      <a:ext uri="{FF2B5EF4-FFF2-40B4-BE49-F238E27FC236}">
                        <a16:creationId xmlns:a16="http://schemas.microsoft.com/office/drawing/2014/main" id="{44182B72-BC9B-A493-50E0-7E94EEC1AC32}"/>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56" name="Freeform 110">
                    <a:extLst>
                      <a:ext uri="{FF2B5EF4-FFF2-40B4-BE49-F238E27FC236}">
                        <a16:creationId xmlns:a16="http://schemas.microsoft.com/office/drawing/2014/main" id="{293FF4B3-B304-58F9-A0C8-4501BB42C51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57" name="Freeform 111">
                    <a:extLst>
                      <a:ext uri="{FF2B5EF4-FFF2-40B4-BE49-F238E27FC236}">
                        <a16:creationId xmlns:a16="http://schemas.microsoft.com/office/drawing/2014/main" id="{4731A10B-71D3-1E50-C335-AD2CD02D078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58" name="Freeform 112">
                    <a:extLst>
                      <a:ext uri="{FF2B5EF4-FFF2-40B4-BE49-F238E27FC236}">
                        <a16:creationId xmlns:a16="http://schemas.microsoft.com/office/drawing/2014/main" id="{73E251F5-5BFC-63A2-A9A3-FAC69CEF182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59" name="Freeform 113">
                    <a:extLst>
                      <a:ext uri="{FF2B5EF4-FFF2-40B4-BE49-F238E27FC236}">
                        <a16:creationId xmlns:a16="http://schemas.microsoft.com/office/drawing/2014/main" id="{34F619A1-3820-C75F-7568-1F6530DFB82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60" name="Freeform 114">
                    <a:extLst>
                      <a:ext uri="{FF2B5EF4-FFF2-40B4-BE49-F238E27FC236}">
                        <a16:creationId xmlns:a16="http://schemas.microsoft.com/office/drawing/2014/main" id="{0B6E9292-8B31-6438-57CD-D7E441F57CE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61" name="Freeform 115">
                    <a:extLst>
                      <a:ext uri="{FF2B5EF4-FFF2-40B4-BE49-F238E27FC236}">
                        <a16:creationId xmlns:a16="http://schemas.microsoft.com/office/drawing/2014/main" id="{6C4227C9-FFA7-CA16-6915-F0F631046DA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62" name="Freeform 116">
                    <a:extLst>
                      <a:ext uri="{FF2B5EF4-FFF2-40B4-BE49-F238E27FC236}">
                        <a16:creationId xmlns:a16="http://schemas.microsoft.com/office/drawing/2014/main" id="{87F385D9-FA84-2F86-7E92-A03EA8DD5EC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650" name="WordArt 117">
              <a:extLst>
                <a:ext uri="{FF2B5EF4-FFF2-40B4-BE49-F238E27FC236}">
                  <a16:creationId xmlns:a16="http://schemas.microsoft.com/office/drawing/2014/main" id="{B0493141-864D-13A9-E2FF-87615B17D18C}"/>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r2  </a:t>
              </a:r>
            </a:p>
          </p:txBody>
        </p:sp>
      </p:grpSp>
      <p:sp>
        <p:nvSpPr>
          <p:cNvPr id="60437" name="Line 118">
            <a:extLst>
              <a:ext uri="{FF2B5EF4-FFF2-40B4-BE49-F238E27FC236}">
                <a16:creationId xmlns:a16="http://schemas.microsoft.com/office/drawing/2014/main" id="{988F3264-5554-A687-474D-5760B421F701}"/>
              </a:ext>
            </a:extLst>
          </p:cNvPr>
          <p:cNvSpPr>
            <a:spLocks noChangeShapeType="1"/>
          </p:cNvSpPr>
          <p:nvPr/>
        </p:nvSpPr>
        <p:spPr bwMode="auto">
          <a:xfrm flipV="1">
            <a:off x="7975600" y="836614"/>
            <a:ext cx="1576388" cy="4778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60438" name="Line 119">
            <a:extLst>
              <a:ext uri="{FF2B5EF4-FFF2-40B4-BE49-F238E27FC236}">
                <a16:creationId xmlns:a16="http://schemas.microsoft.com/office/drawing/2014/main" id="{EDBBEAF2-4041-C5A6-4B94-42B72154DDB4}"/>
              </a:ext>
            </a:extLst>
          </p:cNvPr>
          <p:cNvSpPr>
            <a:spLocks noChangeShapeType="1"/>
          </p:cNvSpPr>
          <p:nvPr/>
        </p:nvSpPr>
        <p:spPr bwMode="auto">
          <a:xfrm>
            <a:off x="7880351" y="1368426"/>
            <a:ext cx="1744663" cy="7651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60439" name="Line 120">
            <a:extLst>
              <a:ext uri="{FF2B5EF4-FFF2-40B4-BE49-F238E27FC236}">
                <a16:creationId xmlns:a16="http://schemas.microsoft.com/office/drawing/2014/main" id="{CB71E13D-4573-5D46-21CC-84D883814D0E}"/>
              </a:ext>
            </a:extLst>
          </p:cNvPr>
          <p:cNvSpPr>
            <a:spLocks noChangeShapeType="1"/>
          </p:cNvSpPr>
          <p:nvPr/>
        </p:nvSpPr>
        <p:spPr bwMode="auto">
          <a:xfrm>
            <a:off x="9551989" y="836614"/>
            <a:ext cx="1587" cy="115252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60440" name="Group 121">
            <a:extLst>
              <a:ext uri="{FF2B5EF4-FFF2-40B4-BE49-F238E27FC236}">
                <a16:creationId xmlns:a16="http://schemas.microsoft.com/office/drawing/2014/main" id="{BB7FB5BC-3EF4-C73D-E81E-D1B682DD8D8A}"/>
              </a:ext>
            </a:extLst>
          </p:cNvPr>
          <p:cNvGrpSpPr>
            <a:grpSpLocks noChangeAspect="1"/>
          </p:cNvGrpSpPr>
          <p:nvPr/>
        </p:nvGrpSpPr>
        <p:grpSpPr bwMode="auto">
          <a:xfrm>
            <a:off x="9191625" y="520701"/>
            <a:ext cx="723900" cy="460375"/>
            <a:chOff x="3312" y="2160"/>
            <a:chExt cx="960" cy="528"/>
          </a:xfrm>
        </p:grpSpPr>
        <p:sp>
          <p:nvSpPr>
            <p:cNvPr id="60629" name="AutoShape 122">
              <a:extLst>
                <a:ext uri="{FF2B5EF4-FFF2-40B4-BE49-F238E27FC236}">
                  <a16:creationId xmlns:a16="http://schemas.microsoft.com/office/drawing/2014/main" id="{15C13E0E-C7C6-DE2A-2B6D-A6901E8656EF}"/>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0630" name="Group 123">
              <a:extLst>
                <a:ext uri="{FF2B5EF4-FFF2-40B4-BE49-F238E27FC236}">
                  <a16:creationId xmlns:a16="http://schemas.microsoft.com/office/drawing/2014/main" id="{A91FBADD-716C-9D55-A63C-11CEC0866D6A}"/>
                </a:ext>
              </a:extLst>
            </p:cNvPr>
            <p:cNvGrpSpPr>
              <a:grpSpLocks noChangeAspect="1"/>
            </p:cNvGrpSpPr>
            <p:nvPr/>
          </p:nvGrpSpPr>
          <p:grpSpPr bwMode="auto">
            <a:xfrm>
              <a:off x="3488" y="2193"/>
              <a:ext cx="599" cy="207"/>
              <a:chOff x="422" y="1632"/>
              <a:chExt cx="829" cy="298"/>
            </a:xfrm>
          </p:grpSpPr>
          <p:grpSp>
            <p:nvGrpSpPr>
              <p:cNvPr id="60631" name="Group 124">
                <a:extLst>
                  <a:ext uri="{FF2B5EF4-FFF2-40B4-BE49-F238E27FC236}">
                    <a16:creationId xmlns:a16="http://schemas.microsoft.com/office/drawing/2014/main" id="{CFA78C7F-D9A1-109C-4B8C-211B3E76183E}"/>
                  </a:ext>
                </a:extLst>
              </p:cNvPr>
              <p:cNvGrpSpPr>
                <a:grpSpLocks noChangeAspect="1"/>
              </p:cNvGrpSpPr>
              <p:nvPr/>
            </p:nvGrpSpPr>
            <p:grpSpPr bwMode="auto">
              <a:xfrm>
                <a:off x="422" y="1632"/>
                <a:ext cx="822" cy="291"/>
                <a:chOff x="422" y="1632"/>
                <a:chExt cx="822" cy="291"/>
              </a:xfrm>
            </p:grpSpPr>
            <p:sp>
              <p:nvSpPr>
                <p:cNvPr id="60641" name="Freeform 125">
                  <a:extLst>
                    <a:ext uri="{FF2B5EF4-FFF2-40B4-BE49-F238E27FC236}">
                      <a16:creationId xmlns:a16="http://schemas.microsoft.com/office/drawing/2014/main" id="{8AD263F7-F61D-C733-6466-9B80E0014553}"/>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42" name="Freeform 126">
                  <a:extLst>
                    <a:ext uri="{FF2B5EF4-FFF2-40B4-BE49-F238E27FC236}">
                      <a16:creationId xmlns:a16="http://schemas.microsoft.com/office/drawing/2014/main" id="{1123AEB6-D5EB-40B4-3116-8BF82E770FF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43" name="Freeform 127">
                  <a:extLst>
                    <a:ext uri="{FF2B5EF4-FFF2-40B4-BE49-F238E27FC236}">
                      <a16:creationId xmlns:a16="http://schemas.microsoft.com/office/drawing/2014/main" id="{2BD80A4F-9493-0EB4-A09D-F3C1CFD84A8A}"/>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44" name="Freeform 128">
                  <a:extLst>
                    <a:ext uri="{FF2B5EF4-FFF2-40B4-BE49-F238E27FC236}">
                      <a16:creationId xmlns:a16="http://schemas.microsoft.com/office/drawing/2014/main" id="{270ACE52-5777-52FB-AE0A-DF9CA2339510}"/>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45" name="Freeform 129">
                  <a:extLst>
                    <a:ext uri="{FF2B5EF4-FFF2-40B4-BE49-F238E27FC236}">
                      <a16:creationId xmlns:a16="http://schemas.microsoft.com/office/drawing/2014/main" id="{4B40E760-912C-67DD-6337-F4CC2DF0E97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46" name="Freeform 130">
                  <a:extLst>
                    <a:ext uri="{FF2B5EF4-FFF2-40B4-BE49-F238E27FC236}">
                      <a16:creationId xmlns:a16="http://schemas.microsoft.com/office/drawing/2014/main" id="{5DCCDF43-5042-BE4B-CEC1-6FEE4A8F96E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47" name="Freeform 131">
                  <a:extLst>
                    <a:ext uri="{FF2B5EF4-FFF2-40B4-BE49-F238E27FC236}">
                      <a16:creationId xmlns:a16="http://schemas.microsoft.com/office/drawing/2014/main" id="{5A59C436-1937-E456-FCEC-2876C8EC109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48" name="Freeform 132">
                  <a:extLst>
                    <a:ext uri="{FF2B5EF4-FFF2-40B4-BE49-F238E27FC236}">
                      <a16:creationId xmlns:a16="http://schemas.microsoft.com/office/drawing/2014/main" id="{6ABC9D25-1774-BD58-379E-918A96D7866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0632" name="Group 133">
                <a:extLst>
                  <a:ext uri="{FF2B5EF4-FFF2-40B4-BE49-F238E27FC236}">
                    <a16:creationId xmlns:a16="http://schemas.microsoft.com/office/drawing/2014/main" id="{DD92E340-971C-1821-2651-AEFCA3D6EA54}"/>
                  </a:ext>
                </a:extLst>
              </p:cNvPr>
              <p:cNvGrpSpPr>
                <a:grpSpLocks noChangeAspect="1"/>
              </p:cNvGrpSpPr>
              <p:nvPr/>
            </p:nvGrpSpPr>
            <p:grpSpPr bwMode="auto">
              <a:xfrm>
                <a:off x="429" y="1639"/>
                <a:ext cx="822" cy="291"/>
                <a:chOff x="429" y="1639"/>
                <a:chExt cx="822" cy="291"/>
              </a:xfrm>
            </p:grpSpPr>
            <p:sp>
              <p:nvSpPr>
                <p:cNvPr id="60633" name="Freeform 134">
                  <a:extLst>
                    <a:ext uri="{FF2B5EF4-FFF2-40B4-BE49-F238E27FC236}">
                      <a16:creationId xmlns:a16="http://schemas.microsoft.com/office/drawing/2014/main" id="{C4DF91AB-9DC4-1225-0A98-DFE26F988F30}"/>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34" name="Freeform 135">
                  <a:extLst>
                    <a:ext uri="{FF2B5EF4-FFF2-40B4-BE49-F238E27FC236}">
                      <a16:creationId xmlns:a16="http://schemas.microsoft.com/office/drawing/2014/main" id="{7FE8616E-8C70-2451-B6FD-ACC24DE825A0}"/>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35" name="Freeform 136">
                  <a:extLst>
                    <a:ext uri="{FF2B5EF4-FFF2-40B4-BE49-F238E27FC236}">
                      <a16:creationId xmlns:a16="http://schemas.microsoft.com/office/drawing/2014/main" id="{B49F1762-8561-23FB-72B6-E808E9589E44}"/>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36" name="Freeform 137">
                  <a:extLst>
                    <a:ext uri="{FF2B5EF4-FFF2-40B4-BE49-F238E27FC236}">
                      <a16:creationId xmlns:a16="http://schemas.microsoft.com/office/drawing/2014/main" id="{AB885A2E-3160-30A5-53E2-64D4BA7306C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37" name="Freeform 138">
                  <a:extLst>
                    <a:ext uri="{FF2B5EF4-FFF2-40B4-BE49-F238E27FC236}">
                      <a16:creationId xmlns:a16="http://schemas.microsoft.com/office/drawing/2014/main" id="{E465EBEE-778B-E569-6693-A62B85EFE24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38" name="Freeform 139">
                  <a:extLst>
                    <a:ext uri="{FF2B5EF4-FFF2-40B4-BE49-F238E27FC236}">
                      <a16:creationId xmlns:a16="http://schemas.microsoft.com/office/drawing/2014/main" id="{36740559-8A21-6380-26AF-C3C6471F899D}"/>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39" name="Freeform 140">
                  <a:extLst>
                    <a:ext uri="{FF2B5EF4-FFF2-40B4-BE49-F238E27FC236}">
                      <a16:creationId xmlns:a16="http://schemas.microsoft.com/office/drawing/2014/main" id="{3C394234-0E59-FD85-9218-C82CB0D50F86}"/>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40" name="Freeform 141">
                  <a:extLst>
                    <a:ext uri="{FF2B5EF4-FFF2-40B4-BE49-F238E27FC236}">
                      <a16:creationId xmlns:a16="http://schemas.microsoft.com/office/drawing/2014/main" id="{D055140C-BFD2-8DBA-C452-9613E4A57D2D}"/>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441" name="WordArt 142">
            <a:extLst>
              <a:ext uri="{FF2B5EF4-FFF2-40B4-BE49-F238E27FC236}">
                <a16:creationId xmlns:a16="http://schemas.microsoft.com/office/drawing/2014/main" id="{81126527-D0FE-DD30-CDD0-1DB7D9C31ECF}"/>
              </a:ext>
            </a:extLst>
          </p:cNvPr>
          <p:cNvSpPr>
            <a:spLocks noChangeAspect="1" noChangeArrowheads="1" noChangeShapeType="1" noTextEdit="1"/>
          </p:cNvSpPr>
          <p:nvPr/>
        </p:nvSpPr>
        <p:spPr bwMode="auto">
          <a:xfrm>
            <a:off x="9228139" y="709614"/>
            <a:ext cx="650875" cy="225425"/>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r6  </a:t>
            </a:r>
          </a:p>
        </p:txBody>
      </p:sp>
      <p:grpSp>
        <p:nvGrpSpPr>
          <p:cNvPr id="60442" name="Group 143">
            <a:extLst>
              <a:ext uri="{FF2B5EF4-FFF2-40B4-BE49-F238E27FC236}">
                <a16:creationId xmlns:a16="http://schemas.microsoft.com/office/drawing/2014/main" id="{46911A53-9EBA-8517-09C5-A1A0D968F5C3}"/>
              </a:ext>
            </a:extLst>
          </p:cNvPr>
          <p:cNvGrpSpPr>
            <a:grpSpLocks noChangeAspect="1"/>
          </p:cNvGrpSpPr>
          <p:nvPr/>
        </p:nvGrpSpPr>
        <p:grpSpPr bwMode="auto">
          <a:xfrm>
            <a:off x="6956425" y="5495926"/>
            <a:ext cx="723900" cy="460375"/>
            <a:chOff x="3312" y="2160"/>
            <a:chExt cx="960" cy="528"/>
          </a:xfrm>
        </p:grpSpPr>
        <p:grpSp>
          <p:nvGrpSpPr>
            <p:cNvPr id="60607" name="Group 144">
              <a:extLst>
                <a:ext uri="{FF2B5EF4-FFF2-40B4-BE49-F238E27FC236}">
                  <a16:creationId xmlns:a16="http://schemas.microsoft.com/office/drawing/2014/main" id="{FA0D471B-19BF-5A19-0497-77DDE0D89EDB}"/>
                </a:ext>
              </a:extLst>
            </p:cNvPr>
            <p:cNvGrpSpPr>
              <a:grpSpLocks noChangeAspect="1"/>
            </p:cNvGrpSpPr>
            <p:nvPr/>
          </p:nvGrpSpPr>
          <p:grpSpPr bwMode="auto">
            <a:xfrm>
              <a:off x="3312" y="2160"/>
              <a:ext cx="960" cy="528"/>
              <a:chOff x="3312" y="2160"/>
              <a:chExt cx="960" cy="528"/>
            </a:xfrm>
          </p:grpSpPr>
          <p:sp>
            <p:nvSpPr>
              <p:cNvPr id="60609" name="AutoShape 145">
                <a:extLst>
                  <a:ext uri="{FF2B5EF4-FFF2-40B4-BE49-F238E27FC236}">
                    <a16:creationId xmlns:a16="http://schemas.microsoft.com/office/drawing/2014/main" id="{7E35669B-AF99-F87A-A50A-4DF3E1769D9B}"/>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0610" name="Group 146">
                <a:extLst>
                  <a:ext uri="{FF2B5EF4-FFF2-40B4-BE49-F238E27FC236}">
                    <a16:creationId xmlns:a16="http://schemas.microsoft.com/office/drawing/2014/main" id="{0A665B3E-18E0-E294-C3C4-72053063C928}"/>
                  </a:ext>
                </a:extLst>
              </p:cNvPr>
              <p:cNvGrpSpPr>
                <a:grpSpLocks noChangeAspect="1"/>
              </p:cNvGrpSpPr>
              <p:nvPr/>
            </p:nvGrpSpPr>
            <p:grpSpPr bwMode="auto">
              <a:xfrm>
                <a:off x="3488" y="2193"/>
                <a:ext cx="599" cy="207"/>
                <a:chOff x="422" y="1632"/>
                <a:chExt cx="829" cy="298"/>
              </a:xfrm>
            </p:grpSpPr>
            <p:grpSp>
              <p:nvGrpSpPr>
                <p:cNvPr id="60611" name="Group 147">
                  <a:extLst>
                    <a:ext uri="{FF2B5EF4-FFF2-40B4-BE49-F238E27FC236}">
                      <a16:creationId xmlns:a16="http://schemas.microsoft.com/office/drawing/2014/main" id="{D0533B93-F66E-D5D1-398B-B3CAEB908611}"/>
                    </a:ext>
                  </a:extLst>
                </p:cNvPr>
                <p:cNvGrpSpPr>
                  <a:grpSpLocks noChangeAspect="1"/>
                </p:cNvGrpSpPr>
                <p:nvPr/>
              </p:nvGrpSpPr>
              <p:grpSpPr bwMode="auto">
                <a:xfrm>
                  <a:off x="422" y="1632"/>
                  <a:ext cx="822" cy="291"/>
                  <a:chOff x="422" y="1632"/>
                  <a:chExt cx="822" cy="291"/>
                </a:xfrm>
              </p:grpSpPr>
              <p:sp>
                <p:nvSpPr>
                  <p:cNvPr id="60621" name="Freeform 148">
                    <a:extLst>
                      <a:ext uri="{FF2B5EF4-FFF2-40B4-BE49-F238E27FC236}">
                        <a16:creationId xmlns:a16="http://schemas.microsoft.com/office/drawing/2014/main" id="{1BB413C3-0F54-D89C-886A-3895559AD933}"/>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22" name="Freeform 149">
                    <a:extLst>
                      <a:ext uri="{FF2B5EF4-FFF2-40B4-BE49-F238E27FC236}">
                        <a16:creationId xmlns:a16="http://schemas.microsoft.com/office/drawing/2014/main" id="{1EAF575D-95CA-DCDB-792E-E0F025BF2C7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23" name="Freeform 150">
                    <a:extLst>
                      <a:ext uri="{FF2B5EF4-FFF2-40B4-BE49-F238E27FC236}">
                        <a16:creationId xmlns:a16="http://schemas.microsoft.com/office/drawing/2014/main" id="{CC2B207A-F099-D761-C4EF-215AC620BB2F}"/>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24" name="Freeform 151">
                    <a:extLst>
                      <a:ext uri="{FF2B5EF4-FFF2-40B4-BE49-F238E27FC236}">
                        <a16:creationId xmlns:a16="http://schemas.microsoft.com/office/drawing/2014/main" id="{399F0FF8-335A-4FA7-21AD-4CE5A241343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25" name="Freeform 152">
                    <a:extLst>
                      <a:ext uri="{FF2B5EF4-FFF2-40B4-BE49-F238E27FC236}">
                        <a16:creationId xmlns:a16="http://schemas.microsoft.com/office/drawing/2014/main" id="{18D5D7CB-DE8C-F73B-2C71-B161D06511F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26" name="Freeform 153">
                    <a:extLst>
                      <a:ext uri="{FF2B5EF4-FFF2-40B4-BE49-F238E27FC236}">
                        <a16:creationId xmlns:a16="http://schemas.microsoft.com/office/drawing/2014/main" id="{3EAED5A2-6378-2A84-293B-D5CED4714E90}"/>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27" name="Freeform 154">
                    <a:extLst>
                      <a:ext uri="{FF2B5EF4-FFF2-40B4-BE49-F238E27FC236}">
                        <a16:creationId xmlns:a16="http://schemas.microsoft.com/office/drawing/2014/main" id="{6A53A002-359F-7F86-5CE1-D5ABCA42001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28" name="Freeform 155">
                    <a:extLst>
                      <a:ext uri="{FF2B5EF4-FFF2-40B4-BE49-F238E27FC236}">
                        <a16:creationId xmlns:a16="http://schemas.microsoft.com/office/drawing/2014/main" id="{2986D750-C51B-0CD3-8CE8-2AFA7736B58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0612" name="Group 156">
                  <a:extLst>
                    <a:ext uri="{FF2B5EF4-FFF2-40B4-BE49-F238E27FC236}">
                      <a16:creationId xmlns:a16="http://schemas.microsoft.com/office/drawing/2014/main" id="{751A66C7-D233-F44A-ED48-242116A476FF}"/>
                    </a:ext>
                  </a:extLst>
                </p:cNvPr>
                <p:cNvGrpSpPr>
                  <a:grpSpLocks noChangeAspect="1"/>
                </p:cNvGrpSpPr>
                <p:nvPr/>
              </p:nvGrpSpPr>
              <p:grpSpPr bwMode="auto">
                <a:xfrm>
                  <a:off x="429" y="1639"/>
                  <a:ext cx="822" cy="291"/>
                  <a:chOff x="429" y="1639"/>
                  <a:chExt cx="822" cy="291"/>
                </a:xfrm>
              </p:grpSpPr>
              <p:sp>
                <p:nvSpPr>
                  <p:cNvPr id="60613" name="Freeform 157">
                    <a:extLst>
                      <a:ext uri="{FF2B5EF4-FFF2-40B4-BE49-F238E27FC236}">
                        <a16:creationId xmlns:a16="http://schemas.microsoft.com/office/drawing/2014/main" id="{287967C8-4BCE-A9EF-ED03-E999CE2037D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14" name="Freeform 158">
                    <a:extLst>
                      <a:ext uri="{FF2B5EF4-FFF2-40B4-BE49-F238E27FC236}">
                        <a16:creationId xmlns:a16="http://schemas.microsoft.com/office/drawing/2014/main" id="{7DFE9F54-8AA7-3F19-772B-0CE8598F284C}"/>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15" name="Freeform 159">
                    <a:extLst>
                      <a:ext uri="{FF2B5EF4-FFF2-40B4-BE49-F238E27FC236}">
                        <a16:creationId xmlns:a16="http://schemas.microsoft.com/office/drawing/2014/main" id="{A62790C8-3501-FF4B-8326-315B7F5D4A44}"/>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16" name="Freeform 160">
                    <a:extLst>
                      <a:ext uri="{FF2B5EF4-FFF2-40B4-BE49-F238E27FC236}">
                        <a16:creationId xmlns:a16="http://schemas.microsoft.com/office/drawing/2014/main" id="{3BBEF0DD-ACC0-0257-F8FA-F3C589F364F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17" name="Freeform 161">
                    <a:extLst>
                      <a:ext uri="{FF2B5EF4-FFF2-40B4-BE49-F238E27FC236}">
                        <a16:creationId xmlns:a16="http://schemas.microsoft.com/office/drawing/2014/main" id="{DB5746FC-B7EB-EFFB-76C9-C4D85BA2B46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18" name="Freeform 162">
                    <a:extLst>
                      <a:ext uri="{FF2B5EF4-FFF2-40B4-BE49-F238E27FC236}">
                        <a16:creationId xmlns:a16="http://schemas.microsoft.com/office/drawing/2014/main" id="{038747C4-8454-91C6-F8EE-2381578EDBDE}"/>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19" name="Freeform 163">
                    <a:extLst>
                      <a:ext uri="{FF2B5EF4-FFF2-40B4-BE49-F238E27FC236}">
                        <a16:creationId xmlns:a16="http://schemas.microsoft.com/office/drawing/2014/main" id="{2A01F775-28C9-3F16-D220-FB27987588D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20" name="Freeform 164">
                    <a:extLst>
                      <a:ext uri="{FF2B5EF4-FFF2-40B4-BE49-F238E27FC236}">
                        <a16:creationId xmlns:a16="http://schemas.microsoft.com/office/drawing/2014/main" id="{FA3BD884-7C7B-3422-ECE7-5827C06E6AB4}"/>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608" name="WordArt 165">
              <a:extLst>
                <a:ext uri="{FF2B5EF4-FFF2-40B4-BE49-F238E27FC236}">
                  <a16:creationId xmlns:a16="http://schemas.microsoft.com/office/drawing/2014/main" id="{1706BD53-3278-0EF6-19A5-398025775E2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sp>
        <p:nvSpPr>
          <p:cNvPr id="60443" name="Line 166">
            <a:extLst>
              <a:ext uri="{FF2B5EF4-FFF2-40B4-BE49-F238E27FC236}">
                <a16:creationId xmlns:a16="http://schemas.microsoft.com/office/drawing/2014/main" id="{C804F108-88EE-F9FB-E5A1-EEC4E4D08A9B}"/>
              </a:ext>
            </a:extLst>
          </p:cNvPr>
          <p:cNvSpPr>
            <a:spLocks noChangeShapeType="1"/>
          </p:cNvSpPr>
          <p:nvPr/>
        </p:nvSpPr>
        <p:spPr bwMode="auto">
          <a:xfrm flipH="1">
            <a:off x="7464425" y="2133601"/>
            <a:ext cx="2160588" cy="173196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60444" name="Group 167">
            <a:extLst>
              <a:ext uri="{FF2B5EF4-FFF2-40B4-BE49-F238E27FC236}">
                <a16:creationId xmlns:a16="http://schemas.microsoft.com/office/drawing/2014/main" id="{32E0AF64-9340-3E83-7EA3-FDCA3E84F27B}"/>
              </a:ext>
            </a:extLst>
          </p:cNvPr>
          <p:cNvGrpSpPr>
            <a:grpSpLocks/>
          </p:cNvGrpSpPr>
          <p:nvPr/>
        </p:nvGrpSpPr>
        <p:grpSpPr bwMode="auto">
          <a:xfrm>
            <a:off x="9191625" y="1816101"/>
            <a:ext cx="723900" cy="460375"/>
            <a:chOff x="4830" y="1144"/>
            <a:chExt cx="456" cy="290"/>
          </a:xfrm>
        </p:grpSpPr>
        <p:grpSp>
          <p:nvGrpSpPr>
            <p:cNvPr id="60585" name="Group 168">
              <a:extLst>
                <a:ext uri="{FF2B5EF4-FFF2-40B4-BE49-F238E27FC236}">
                  <a16:creationId xmlns:a16="http://schemas.microsoft.com/office/drawing/2014/main" id="{5A73BE24-C835-3F52-14C2-0A80F00D5199}"/>
                </a:ext>
              </a:extLst>
            </p:cNvPr>
            <p:cNvGrpSpPr>
              <a:grpSpLocks noChangeAspect="1"/>
            </p:cNvGrpSpPr>
            <p:nvPr/>
          </p:nvGrpSpPr>
          <p:grpSpPr bwMode="auto">
            <a:xfrm>
              <a:off x="4830" y="1144"/>
              <a:ext cx="456" cy="290"/>
              <a:chOff x="3312" y="2160"/>
              <a:chExt cx="960" cy="528"/>
            </a:xfrm>
          </p:grpSpPr>
          <p:sp>
            <p:nvSpPr>
              <p:cNvPr id="60587" name="AutoShape 169">
                <a:extLst>
                  <a:ext uri="{FF2B5EF4-FFF2-40B4-BE49-F238E27FC236}">
                    <a16:creationId xmlns:a16="http://schemas.microsoft.com/office/drawing/2014/main" id="{F5B0C29F-A20D-C097-16E1-C11BD8866F4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0588" name="Group 170">
                <a:extLst>
                  <a:ext uri="{FF2B5EF4-FFF2-40B4-BE49-F238E27FC236}">
                    <a16:creationId xmlns:a16="http://schemas.microsoft.com/office/drawing/2014/main" id="{23E2CF01-E375-A0A6-25D2-2D278F0DCF11}"/>
                  </a:ext>
                </a:extLst>
              </p:cNvPr>
              <p:cNvGrpSpPr>
                <a:grpSpLocks noChangeAspect="1"/>
              </p:cNvGrpSpPr>
              <p:nvPr/>
            </p:nvGrpSpPr>
            <p:grpSpPr bwMode="auto">
              <a:xfrm>
                <a:off x="3488" y="2193"/>
                <a:ext cx="599" cy="207"/>
                <a:chOff x="422" y="1632"/>
                <a:chExt cx="829" cy="298"/>
              </a:xfrm>
            </p:grpSpPr>
            <p:grpSp>
              <p:nvGrpSpPr>
                <p:cNvPr id="60589" name="Group 171">
                  <a:extLst>
                    <a:ext uri="{FF2B5EF4-FFF2-40B4-BE49-F238E27FC236}">
                      <a16:creationId xmlns:a16="http://schemas.microsoft.com/office/drawing/2014/main" id="{10DF564C-6387-1B09-FB1F-55542E957B68}"/>
                    </a:ext>
                  </a:extLst>
                </p:cNvPr>
                <p:cNvGrpSpPr>
                  <a:grpSpLocks noChangeAspect="1"/>
                </p:cNvGrpSpPr>
                <p:nvPr/>
              </p:nvGrpSpPr>
              <p:grpSpPr bwMode="auto">
                <a:xfrm>
                  <a:off x="422" y="1632"/>
                  <a:ext cx="822" cy="291"/>
                  <a:chOff x="422" y="1632"/>
                  <a:chExt cx="822" cy="291"/>
                </a:xfrm>
              </p:grpSpPr>
              <p:sp>
                <p:nvSpPr>
                  <p:cNvPr id="60599" name="Freeform 172">
                    <a:extLst>
                      <a:ext uri="{FF2B5EF4-FFF2-40B4-BE49-F238E27FC236}">
                        <a16:creationId xmlns:a16="http://schemas.microsoft.com/office/drawing/2014/main" id="{D4224BCE-43A1-256A-50C1-8B5F714F8D26}"/>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00" name="Freeform 173">
                    <a:extLst>
                      <a:ext uri="{FF2B5EF4-FFF2-40B4-BE49-F238E27FC236}">
                        <a16:creationId xmlns:a16="http://schemas.microsoft.com/office/drawing/2014/main" id="{82CDDD76-FE40-735D-5302-BCA221C3780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01" name="Freeform 174">
                    <a:extLst>
                      <a:ext uri="{FF2B5EF4-FFF2-40B4-BE49-F238E27FC236}">
                        <a16:creationId xmlns:a16="http://schemas.microsoft.com/office/drawing/2014/main" id="{650D07C6-5463-0035-96BB-55DFAFDF7AE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02" name="Freeform 175">
                    <a:extLst>
                      <a:ext uri="{FF2B5EF4-FFF2-40B4-BE49-F238E27FC236}">
                        <a16:creationId xmlns:a16="http://schemas.microsoft.com/office/drawing/2014/main" id="{3728BDF7-E204-F518-FBAD-80B8D4927BF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03" name="Freeform 176">
                    <a:extLst>
                      <a:ext uri="{FF2B5EF4-FFF2-40B4-BE49-F238E27FC236}">
                        <a16:creationId xmlns:a16="http://schemas.microsoft.com/office/drawing/2014/main" id="{E256FC99-0DFB-C50D-4EBF-9F0815B48E6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04" name="Freeform 177">
                    <a:extLst>
                      <a:ext uri="{FF2B5EF4-FFF2-40B4-BE49-F238E27FC236}">
                        <a16:creationId xmlns:a16="http://schemas.microsoft.com/office/drawing/2014/main" id="{BE96E6D2-080E-5D4B-0D4A-C118D947F0A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05" name="Freeform 178">
                    <a:extLst>
                      <a:ext uri="{FF2B5EF4-FFF2-40B4-BE49-F238E27FC236}">
                        <a16:creationId xmlns:a16="http://schemas.microsoft.com/office/drawing/2014/main" id="{E66E3D84-1E4E-2C02-8D60-72081E18940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606" name="Freeform 179">
                    <a:extLst>
                      <a:ext uri="{FF2B5EF4-FFF2-40B4-BE49-F238E27FC236}">
                        <a16:creationId xmlns:a16="http://schemas.microsoft.com/office/drawing/2014/main" id="{597758CA-F36D-B11C-F188-332DF4FF92CA}"/>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0590" name="Group 180">
                  <a:extLst>
                    <a:ext uri="{FF2B5EF4-FFF2-40B4-BE49-F238E27FC236}">
                      <a16:creationId xmlns:a16="http://schemas.microsoft.com/office/drawing/2014/main" id="{00D9FB85-3C7F-7782-2AE7-0504A1610F05}"/>
                    </a:ext>
                  </a:extLst>
                </p:cNvPr>
                <p:cNvGrpSpPr>
                  <a:grpSpLocks noChangeAspect="1"/>
                </p:cNvGrpSpPr>
                <p:nvPr/>
              </p:nvGrpSpPr>
              <p:grpSpPr bwMode="auto">
                <a:xfrm>
                  <a:off x="429" y="1639"/>
                  <a:ext cx="822" cy="291"/>
                  <a:chOff x="429" y="1639"/>
                  <a:chExt cx="822" cy="291"/>
                </a:xfrm>
              </p:grpSpPr>
              <p:sp>
                <p:nvSpPr>
                  <p:cNvPr id="60591" name="Freeform 181">
                    <a:extLst>
                      <a:ext uri="{FF2B5EF4-FFF2-40B4-BE49-F238E27FC236}">
                        <a16:creationId xmlns:a16="http://schemas.microsoft.com/office/drawing/2014/main" id="{2AB4B1F1-2A61-1907-B8AA-5DC075E8D867}"/>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92" name="Freeform 182">
                    <a:extLst>
                      <a:ext uri="{FF2B5EF4-FFF2-40B4-BE49-F238E27FC236}">
                        <a16:creationId xmlns:a16="http://schemas.microsoft.com/office/drawing/2014/main" id="{1ED89888-E9BD-823D-F82C-0AE16EF66F9B}"/>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93" name="Freeform 183">
                    <a:extLst>
                      <a:ext uri="{FF2B5EF4-FFF2-40B4-BE49-F238E27FC236}">
                        <a16:creationId xmlns:a16="http://schemas.microsoft.com/office/drawing/2014/main" id="{540CD853-5B26-E5B2-D3F8-7E42131FC9F2}"/>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94" name="Freeform 184">
                    <a:extLst>
                      <a:ext uri="{FF2B5EF4-FFF2-40B4-BE49-F238E27FC236}">
                        <a16:creationId xmlns:a16="http://schemas.microsoft.com/office/drawing/2014/main" id="{9FBEA097-B204-9B19-16B7-D21D53F9E5E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95" name="Freeform 185">
                    <a:extLst>
                      <a:ext uri="{FF2B5EF4-FFF2-40B4-BE49-F238E27FC236}">
                        <a16:creationId xmlns:a16="http://schemas.microsoft.com/office/drawing/2014/main" id="{D5994725-33F7-C932-9294-D73146A4BB8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96" name="Freeform 186">
                    <a:extLst>
                      <a:ext uri="{FF2B5EF4-FFF2-40B4-BE49-F238E27FC236}">
                        <a16:creationId xmlns:a16="http://schemas.microsoft.com/office/drawing/2014/main" id="{8620DE68-F86F-A9FB-7C9C-DC4FFB815664}"/>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97" name="Freeform 187">
                    <a:extLst>
                      <a:ext uri="{FF2B5EF4-FFF2-40B4-BE49-F238E27FC236}">
                        <a16:creationId xmlns:a16="http://schemas.microsoft.com/office/drawing/2014/main" id="{C8533032-6A35-824A-2ADE-AD65F6F119F6}"/>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98" name="Freeform 188">
                    <a:extLst>
                      <a:ext uri="{FF2B5EF4-FFF2-40B4-BE49-F238E27FC236}">
                        <a16:creationId xmlns:a16="http://schemas.microsoft.com/office/drawing/2014/main" id="{8A560698-55D9-7431-C490-91F168CF709B}"/>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586" name="WordArt 189">
              <a:extLst>
                <a:ext uri="{FF2B5EF4-FFF2-40B4-BE49-F238E27FC236}">
                  <a16:creationId xmlns:a16="http://schemas.microsoft.com/office/drawing/2014/main" id="{6BF85E01-C62C-7DC7-CA93-FBD58D6B45CF}"/>
                </a:ext>
              </a:extLst>
            </p:cNvPr>
            <p:cNvSpPr>
              <a:spLocks noChangeAspect="1" noChangeArrowheads="1" noChangeShapeType="1" noTextEdit="1"/>
            </p:cNvSpPr>
            <p:nvPr/>
          </p:nvSpPr>
          <p:spPr bwMode="auto">
            <a:xfrm>
              <a:off x="4853" y="1263"/>
              <a:ext cx="410" cy="142"/>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r5  </a:t>
              </a:r>
            </a:p>
          </p:txBody>
        </p:sp>
      </p:grpSp>
      <p:sp>
        <p:nvSpPr>
          <p:cNvPr id="60445" name="Line 190">
            <a:extLst>
              <a:ext uri="{FF2B5EF4-FFF2-40B4-BE49-F238E27FC236}">
                <a16:creationId xmlns:a16="http://schemas.microsoft.com/office/drawing/2014/main" id="{454CBE0D-EA90-4709-27F1-E9B13A4D7463}"/>
              </a:ext>
            </a:extLst>
          </p:cNvPr>
          <p:cNvSpPr>
            <a:spLocks noChangeShapeType="1"/>
          </p:cNvSpPr>
          <p:nvPr/>
        </p:nvSpPr>
        <p:spPr bwMode="auto">
          <a:xfrm>
            <a:off x="6735763" y="1436689"/>
            <a:ext cx="512762" cy="23526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60446" name="Group 191">
            <a:extLst>
              <a:ext uri="{FF2B5EF4-FFF2-40B4-BE49-F238E27FC236}">
                <a16:creationId xmlns:a16="http://schemas.microsoft.com/office/drawing/2014/main" id="{D7C2FF55-7B9C-C931-4A9F-167C5C2E9F41}"/>
              </a:ext>
            </a:extLst>
          </p:cNvPr>
          <p:cNvGrpSpPr>
            <a:grpSpLocks noChangeAspect="1"/>
          </p:cNvGrpSpPr>
          <p:nvPr/>
        </p:nvGrpSpPr>
        <p:grpSpPr bwMode="auto">
          <a:xfrm>
            <a:off x="6956425" y="3684589"/>
            <a:ext cx="723900" cy="460375"/>
            <a:chOff x="3312" y="2160"/>
            <a:chExt cx="960" cy="528"/>
          </a:xfrm>
        </p:grpSpPr>
        <p:grpSp>
          <p:nvGrpSpPr>
            <p:cNvPr id="60563" name="Group 192">
              <a:extLst>
                <a:ext uri="{FF2B5EF4-FFF2-40B4-BE49-F238E27FC236}">
                  <a16:creationId xmlns:a16="http://schemas.microsoft.com/office/drawing/2014/main" id="{DDA9B76D-3B54-A473-9A9E-24142E98CD72}"/>
                </a:ext>
              </a:extLst>
            </p:cNvPr>
            <p:cNvGrpSpPr>
              <a:grpSpLocks noChangeAspect="1"/>
            </p:cNvGrpSpPr>
            <p:nvPr/>
          </p:nvGrpSpPr>
          <p:grpSpPr bwMode="auto">
            <a:xfrm>
              <a:off x="3312" y="2160"/>
              <a:ext cx="960" cy="528"/>
              <a:chOff x="3312" y="2160"/>
              <a:chExt cx="960" cy="528"/>
            </a:xfrm>
          </p:grpSpPr>
          <p:sp>
            <p:nvSpPr>
              <p:cNvPr id="60565" name="AutoShape 193">
                <a:extLst>
                  <a:ext uri="{FF2B5EF4-FFF2-40B4-BE49-F238E27FC236}">
                    <a16:creationId xmlns:a16="http://schemas.microsoft.com/office/drawing/2014/main" id="{768328EC-9761-E42C-5FB5-37EFF745A129}"/>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0566" name="Group 194">
                <a:extLst>
                  <a:ext uri="{FF2B5EF4-FFF2-40B4-BE49-F238E27FC236}">
                    <a16:creationId xmlns:a16="http://schemas.microsoft.com/office/drawing/2014/main" id="{B7C6B5C2-C7B4-FFE8-2C43-7015310CA9D4}"/>
                  </a:ext>
                </a:extLst>
              </p:cNvPr>
              <p:cNvGrpSpPr>
                <a:grpSpLocks noChangeAspect="1"/>
              </p:cNvGrpSpPr>
              <p:nvPr/>
            </p:nvGrpSpPr>
            <p:grpSpPr bwMode="auto">
              <a:xfrm>
                <a:off x="3488" y="2193"/>
                <a:ext cx="599" cy="207"/>
                <a:chOff x="422" y="1632"/>
                <a:chExt cx="829" cy="298"/>
              </a:xfrm>
            </p:grpSpPr>
            <p:grpSp>
              <p:nvGrpSpPr>
                <p:cNvPr id="60567" name="Group 195">
                  <a:extLst>
                    <a:ext uri="{FF2B5EF4-FFF2-40B4-BE49-F238E27FC236}">
                      <a16:creationId xmlns:a16="http://schemas.microsoft.com/office/drawing/2014/main" id="{B451B2A2-CA86-32B2-3F28-03B26F19F77C}"/>
                    </a:ext>
                  </a:extLst>
                </p:cNvPr>
                <p:cNvGrpSpPr>
                  <a:grpSpLocks noChangeAspect="1"/>
                </p:cNvGrpSpPr>
                <p:nvPr/>
              </p:nvGrpSpPr>
              <p:grpSpPr bwMode="auto">
                <a:xfrm>
                  <a:off x="422" y="1632"/>
                  <a:ext cx="822" cy="291"/>
                  <a:chOff x="422" y="1632"/>
                  <a:chExt cx="822" cy="291"/>
                </a:xfrm>
              </p:grpSpPr>
              <p:sp>
                <p:nvSpPr>
                  <p:cNvPr id="60577" name="Freeform 196">
                    <a:extLst>
                      <a:ext uri="{FF2B5EF4-FFF2-40B4-BE49-F238E27FC236}">
                        <a16:creationId xmlns:a16="http://schemas.microsoft.com/office/drawing/2014/main" id="{5BFFC8A3-522A-6522-D471-9EA6FE861E7C}"/>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78" name="Freeform 197">
                    <a:extLst>
                      <a:ext uri="{FF2B5EF4-FFF2-40B4-BE49-F238E27FC236}">
                        <a16:creationId xmlns:a16="http://schemas.microsoft.com/office/drawing/2014/main" id="{4A7ACC22-1505-7AD1-C507-C43D85CAF4C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79" name="Freeform 198">
                    <a:extLst>
                      <a:ext uri="{FF2B5EF4-FFF2-40B4-BE49-F238E27FC236}">
                        <a16:creationId xmlns:a16="http://schemas.microsoft.com/office/drawing/2014/main" id="{8C1FC83F-375A-A24B-2F83-671E2C8EA174}"/>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80" name="Freeform 199">
                    <a:extLst>
                      <a:ext uri="{FF2B5EF4-FFF2-40B4-BE49-F238E27FC236}">
                        <a16:creationId xmlns:a16="http://schemas.microsoft.com/office/drawing/2014/main" id="{1F8C56AD-AE57-0268-14A4-6237EF7AA1B0}"/>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81" name="Freeform 200">
                    <a:extLst>
                      <a:ext uri="{FF2B5EF4-FFF2-40B4-BE49-F238E27FC236}">
                        <a16:creationId xmlns:a16="http://schemas.microsoft.com/office/drawing/2014/main" id="{C31BA137-E33F-071E-A3C2-D6CF310A73C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82" name="Freeform 201">
                    <a:extLst>
                      <a:ext uri="{FF2B5EF4-FFF2-40B4-BE49-F238E27FC236}">
                        <a16:creationId xmlns:a16="http://schemas.microsoft.com/office/drawing/2014/main" id="{CDFB65C4-D5C6-2915-D64D-A301B8DA8BC7}"/>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83" name="Freeform 202">
                    <a:extLst>
                      <a:ext uri="{FF2B5EF4-FFF2-40B4-BE49-F238E27FC236}">
                        <a16:creationId xmlns:a16="http://schemas.microsoft.com/office/drawing/2014/main" id="{C089F883-DC40-1869-A57B-24559BF5D5E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84" name="Freeform 203">
                    <a:extLst>
                      <a:ext uri="{FF2B5EF4-FFF2-40B4-BE49-F238E27FC236}">
                        <a16:creationId xmlns:a16="http://schemas.microsoft.com/office/drawing/2014/main" id="{FD51BB23-7F4A-5966-AC04-301A1285AEF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0568" name="Group 204">
                  <a:extLst>
                    <a:ext uri="{FF2B5EF4-FFF2-40B4-BE49-F238E27FC236}">
                      <a16:creationId xmlns:a16="http://schemas.microsoft.com/office/drawing/2014/main" id="{5651831C-6D04-9502-59E0-9D9A81640430}"/>
                    </a:ext>
                  </a:extLst>
                </p:cNvPr>
                <p:cNvGrpSpPr>
                  <a:grpSpLocks noChangeAspect="1"/>
                </p:cNvGrpSpPr>
                <p:nvPr/>
              </p:nvGrpSpPr>
              <p:grpSpPr bwMode="auto">
                <a:xfrm>
                  <a:off x="429" y="1639"/>
                  <a:ext cx="822" cy="291"/>
                  <a:chOff x="429" y="1639"/>
                  <a:chExt cx="822" cy="291"/>
                </a:xfrm>
              </p:grpSpPr>
              <p:sp>
                <p:nvSpPr>
                  <p:cNvPr id="60569" name="Freeform 205">
                    <a:extLst>
                      <a:ext uri="{FF2B5EF4-FFF2-40B4-BE49-F238E27FC236}">
                        <a16:creationId xmlns:a16="http://schemas.microsoft.com/office/drawing/2014/main" id="{1BE3AC4A-05E9-CDF8-7010-AF00EC3C0291}"/>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70" name="Freeform 206">
                    <a:extLst>
                      <a:ext uri="{FF2B5EF4-FFF2-40B4-BE49-F238E27FC236}">
                        <a16:creationId xmlns:a16="http://schemas.microsoft.com/office/drawing/2014/main" id="{56623440-B92E-22DB-F574-C2482A26C8B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71" name="Freeform 207">
                    <a:extLst>
                      <a:ext uri="{FF2B5EF4-FFF2-40B4-BE49-F238E27FC236}">
                        <a16:creationId xmlns:a16="http://schemas.microsoft.com/office/drawing/2014/main" id="{8B39A003-4E66-EBA2-5C42-EEDAEC2CA4AD}"/>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72" name="Freeform 208">
                    <a:extLst>
                      <a:ext uri="{FF2B5EF4-FFF2-40B4-BE49-F238E27FC236}">
                        <a16:creationId xmlns:a16="http://schemas.microsoft.com/office/drawing/2014/main" id="{D9FDEB57-8889-6E79-CECC-6A74C7C38FD2}"/>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73" name="Freeform 209">
                    <a:extLst>
                      <a:ext uri="{FF2B5EF4-FFF2-40B4-BE49-F238E27FC236}">
                        <a16:creationId xmlns:a16="http://schemas.microsoft.com/office/drawing/2014/main" id="{B0F97228-1D38-75A9-226C-E1C439F96C8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74" name="Freeform 210">
                    <a:extLst>
                      <a:ext uri="{FF2B5EF4-FFF2-40B4-BE49-F238E27FC236}">
                        <a16:creationId xmlns:a16="http://schemas.microsoft.com/office/drawing/2014/main" id="{3A61FA1D-0F81-1A47-E031-5C9536B5DFF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75" name="Freeform 211">
                    <a:extLst>
                      <a:ext uri="{FF2B5EF4-FFF2-40B4-BE49-F238E27FC236}">
                        <a16:creationId xmlns:a16="http://schemas.microsoft.com/office/drawing/2014/main" id="{D5119554-4985-0675-A4A2-0DD7D38D5CA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76" name="Freeform 212">
                    <a:extLst>
                      <a:ext uri="{FF2B5EF4-FFF2-40B4-BE49-F238E27FC236}">
                        <a16:creationId xmlns:a16="http://schemas.microsoft.com/office/drawing/2014/main" id="{F4B16315-58BF-FEEA-9DF5-2AA10DAA31B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564" name="WordArt 213">
              <a:extLst>
                <a:ext uri="{FF2B5EF4-FFF2-40B4-BE49-F238E27FC236}">
                  <a16:creationId xmlns:a16="http://schemas.microsoft.com/office/drawing/2014/main" id="{29F9920E-EAB5-326E-97EF-8AA105C9657C}"/>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60447" name="Group 214">
            <a:extLst>
              <a:ext uri="{FF2B5EF4-FFF2-40B4-BE49-F238E27FC236}">
                <a16:creationId xmlns:a16="http://schemas.microsoft.com/office/drawing/2014/main" id="{19BF3785-DC7F-E5FD-0C01-14D0119B2D87}"/>
              </a:ext>
            </a:extLst>
          </p:cNvPr>
          <p:cNvGrpSpPr>
            <a:grpSpLocks noChangeAspect="1"/>
          </p:cNvGrpSpPr>
          <p:nvPr/>
        </p:nvGrpSpPr>
        <p:grpSpPr bwMode="auto">
          <a:xfrm>
            <a:off x="7532688" y="1168401"/>
            <a:ext cx="723900" cy="460375"/>
            <a:chOff x="3312" y="2160"/>
            <a:chExt cx="960" cy="528"/>
          </a:xfrm>
        </p:grpSpPr>
        <p:grpSp>
          <p:nvGrpSpPr>
            <p:cNvPr id="60541" name="Group 215">
              <a:extLst>
                <a:ext uri="{FF2B5EF4-FFF2-40B4-BE49-F238E27FC236}">
                  <a16:creationId xmlns:a16="http://schemas.microsoft.com/office/drawing/2014/main" id="{B12572EF-194C-AB7D-FA3D-D2828745BA9B}"/>
                </a:ext>
              </a:extLst>
            </p:cNvPr>
            <p:cNvGrpSpPr>
              <a:grpSpLocks noChangeAspect="1"/>
            </p:cNvGrpSpPr>
            <p:nvPr/>
          </p:nvGrpSpPr>
          <p:grpSpPr bwMode="auto">
            <a:xfrm>
              <a:off x="3312" y="2160"/>
              <a:ext cx="960" cy="528"/>
              <a:chOff x="3312" y="2160"/>
              <a:chExt cx="960" cy="528"/>
            </a:xfrm>
          </p:grpSpPr>
          <p:sp>
            <p:nvSpPr>
              <p:cNvPr id="60543" name="AutoShape 216">
                <a:extLst>
                  <a:ext uri="{FF2B5EF4-FFF2-40B4-BE49-F238E27FC236}">
                    <a16:creationId xmlns:a16="http://schemas.microsoft.com/office/drawing/2014/main" id="{B0A8ECA8-0040-5692-1E3C-B25600DE8609}"/>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0544" name="Group 217">
                <a:extLst>
                  <a:ext uri="{FF2B5EF4-FFF2-40B4-BE49-F238E27FC236}">
                    <a16:creationId xmlns:a16="http://schemas.microsoft.com/office/drawing/2014/main" id="{9402B7ED-7A34-316B-FC9F-B0B7FB4BD148}"/>
                  </a:ext>
                </a:extLst>
              </p:cNvPr>
              <p:cNvGrpSpPr>
                <a:grpSpLocks noChangeAspect="1"/>
              </p:cNvGrpSpPr>
              <p:nvPr/>
            </p:nvGrpSpPr>
            <p:grpSpPr bwMode="auto">
              <a:xfrm>
                <a:off x="3488" y="2193"/>
                <a:ext cx="599" cy="207"/>
                <a:chOff x="422" y="1632"/>
                <a:chExt cx="829" cy="298"/>
              </a:xfrm>
            </p:grpSpPr>
            <p:grpSp>
              <p:nvGrpSpPr>
                <p:cNvPr id="60545" name="Group 218">
                  <a:extLst>
                    <a:ext uri="{FF2B5EF4-FFF2-40B4-BE49-F238E27FC236}">
                      <a16:creationId xmlns:a16="http://schemas.microsoft.com/office/drawing/2014/main" id="{19673F93-639B-6C7B-3EB9-EA41E468C490}"/>
                    </a:ext>
                  </a:extLst>
                </p:cNvPr>
                <p:cNvGrpSpPr>
                  <a:grpSpLocks noChangeAspect="1"/>
                </p:cNvGrpSpPr>
                <p:nvPr/>
              </p:nvGrpSpPr>
              <p:grpSpPr bwMode="auto">
                <a:xfrm>
                  <a:off x="422" y="1632"/>
                  <a:ext cx="822" cy="291"/>
                  <a:chOff x="422" y="1632"/>
                  <a:chExt cx="822" cy="291"/>
                </a:xfrm>
              </p:grpSpPr>
              <p:sp>
                <p:nvSpPr>
                  <p:cNvPr id="60555" name="Freeform 219">
                    <a:extLst>
                      <a:ext uri="{FF2B5EF4-FFF2-40B4-BE49-F238E27FC236}">
                        <a16:creationId xmlns:a16="http://schemas.microsoft.com/office/drawing/2014/main" id="{BE08153A-5126-C41D-A42D-8D1DF1CCB1D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56" name="Freeform 220">
                    <a:extLst>
                      <a:ext uri="{FF2B5EF4-FFF2-40B4-BE49-F238E27FC236}">
                        <a16:creationId xmlns:a16="http://schemas.microsoft.com/office/drawing/2014/main" id="{97F320E8-DF9E-EE35-C1FE-523B450FDCED}"/>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57" name="Freeform 221">
                    <a:extLst>
                      <a:ext uri="{FF2B5EF4-FFF2-40B4-BE49-F238E27FC236}">
                        <a16:creationId xmlns:a16="http://schemas.microsoft.com/office/drawing/2014/main" id="{8DBDC014-3D9D-8D59-B7AB-A6EEEBFAD8CD}"/>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58" name="Freeform 222">
                    <a:extLst>
                      <a:ext uri="{FF2B5EF4-FFF2-40B4-BE49-F238E27FC236}">
                        <a16:creationId xmlns:a16="http://schemas.microsoft.com/office/drawing/2014/main" id="{6CEA31FA-3793-9DAD-603F-29FCF7F7AABC}"/>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59" name="Freeform 223">
                    <a:extLst>
                      <a:ext uri="{FF2B5EF4-FFF2-40B4-BE49-F238E27FC236}">
                        <a16:creationId xmlns:a16="http://schemas.microsoft.com/office/drawing/2014/main" id="{0B8352C8-F088-3726-C690-64989D653C8E}"/>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60" name="Freeform 224">
                    <a:extLst>
                      <a:ext uri="{FF2B5EF4-FFF2-40B4-BE49-F238E27FC236}">
                        <a16:creationId xmlns:a16="http://schemas.microsoft.com/office/drawing/2014/main" id="{4AAE118D-04F2-C0A8-5361-BD4447433F6A}"/>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61" name="Freeform 225">
                    <a:extLst>
                      <a:ext uri="{FF2B5EF4-FFF2-40B4-BE49-F238E27FC236}">
                        <a16:creationId xmlns:a16="http://schemas.microsoft.com/office/drawing/2014/main" id="{D3EF23B1-35B6-4B58-7AA7-7D9B78DF5603}"/>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62" name="Freeform 226">
                    <a:extLst>
                      <a:ext uri="{FF2B5EF4-FFF2-40B4-BE49-F238E27FC236}">
                        <a16:creationId xmlns:a16="http://schemas.microsoft.com/office/drawing/2014/main" id="{8C2565B0-A14F-0BB0-37F1-0158496EEF00}"/>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0546" name="Group 227">
                  <a:extLst>
                    <a:ext uri="{FF2B5EF4-FFF2-40B4-BE49-F238E27FC236}">
                      <a16:creationId xmlns:a16="http://schemas.microsoft.com/office/drawing/2014/main" id="{42132046-14B9-1ADC-C46C-F465211A18F7}"/>
                    </a:ext>
                  </a:extLst>
                </p:cNvPr>
                <p:cNvGrpSpPr>
                  <a:grpSpLocks noChangeAspect="1"/>
                </p:cNvGrpSpPr>
                <p:nvPr/>
              </p:nvGrpSpPr>
              <p:grpSpPr bwMode="auto">
                <a:xfrm>
                  <a:off x="429" y="1639"/>
                  <a:ext cx="822" cy="291"/>
                  <a:chOff x="429" y="1639"/>
                  <a:chExt cx="822" cy="291"/>
                </a:xfrm>
              </p:grpSpPr>
              <p:sp>
                <p:nvSpPr>
                  <p:cNvPr id="60547" name="Freeform 228">
                    <a:extLst>
                      <a:ext uri="{FF2B5EF4-FFF2-40B4-BE49-F238E27FC236}">
                        <a16:creationId xmlns:a16="http://schemas.microsoft.com/office/drawing/2014/main" id="{F94818B1-AE89-A76A-90CD-FCD69DDB478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48" name="Freeform 229">
                    <a:extLst>
                      <a:ext uri="{FF2B5EF4-FFF2-40B4-BE49-F238E27FC236}">
                        <a16:creationId xmlns:a16="http://schemas.microsoft.com/office/drawing/2014/main" id="{FEC50EFB-E323-8FE8-B5C3-2E370A0B89CC}"/>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49" name="Freeform 230">
                    <a:extLst>
                      <a:ext uri="{FF2B5EF4-FFF2-40B4-BE49-F238E27FC236}">
                        <a16:creationId xmlns:a16="http://schemas.microsoft.com/office/drawing/2014/main" id="{9B8E0227-606E-C9F7-BE07-54139725AAFD}"/>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50" name="Freeform 231">
                    <a:extLst>
                      <a:ext uri="{FF2B5EF4-FFF2-40B4-BE49-F238E27FC236}">
                        <a16:creationId xmlns:a16="http://schemas.microsoft.com/office/drawing/2014/main" id="{DDF42D0C-0FF1-3EBF-6050-479562BE0CB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51" name="Freeform 232">
                    <a:extLst>
                      <a:ext uri="{FF2B5EF4-FFF2-40B4-BE49-F238E27FC236}">
                        <a16:creationId xmlns:a16="http://schemas.microsoft.com/office/drawing/2014/main" id="{661A7EC3-0F7B-E846-4E2F-FAD9161D558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52" name="Freeform 233">
                    <a:extLst>
                      <a:ext uri="{FF2B5EF4-FFF2-40B4-BE49-F238E27FC236}">
                        <a16:creationId xmlns:a16="http://schemas.microsoft.com/office/drawing/2014/main" id="{83AC655E-5D17-4EAB-F42A-FC2990691D71}"/>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53" name="Freeform 234">
                    <a:extLst>
                      <a:ext uri="{FF2B5EF4-FFF2-40B4-BE49-F238E27FC236}">
                        <a16:creationId xmlns:a16="http://schemas.microsoft.com/office/drawing/2014/main" id="{9FF91C5D-B2C3-EF68-63B2-07BF9733FA4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54" name="Freeform 235">
                    <a:extLst>
                      <a:ext uri="{FF2B5EF4-FFF2-40B4-BE49-F238E27FC236}">
                        <a16:creationId xmlns:a16="http://schemas.microsoft.com/office/drawing/2014/main" id="{489D63E7-B510-96C6-CA27-05BE3D887CC7}"/>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542" name="WordArt 236">
              <a:extLst>
                <a:ext uri="{FF2B5EF4-FFF2-40B4-BE49-F238E27FC236}">
                  <a16:creationId xmlns:a16="http://schemas.microsoft.com/office/drawing/2014/main" id="{8AB6DA46-51F5-621C-E5E5-B8C5B88B588F}"/>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r4  </a:t>
              </a:r>
            </a:p>
          </p:txBody>
        </p:sp>
      </p:grpSp>
      <p:sp>
        <p:nvSpPr>
          <p:cNvPr id="60448" name="Line 237">
            <a:extLst>
              <a:ext uri="{FF2B5EF4-FFF2-40B4-BE49-F238E27FC236}">
                <a16:creationId xmlns:a16="http://schemas.microsoft.com/office/drawing/2014/main" id="{B2C93A1B-4B13-B35B-3353-DBB1A977CF00}"/>
              </a:ext>
            </a:extLst>
          </p:cNvPr>
          <p:cNvSpPr>
            <a:spLocks noChangeShapeType="1"/>
          </p:cNvSpPr>
          <p:nvPr/>
        </p:nvSpPr>
        <p:spPr bwMode="auto">
          <a:xfrm flipV="1">
            <a:off x="5135563" y="1452563"/>
            <a:ext cx="1301750" cy="2366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60449" name="Group 238">
            <a:extLst>
              <a:ext uri="{FF2B5EF4-FFF2-40B4-BE49-F238E27FC236}">
                <a16:creationId xmlns:a16="http://schemas.microsoft.com/office/drawing/2014/main" id="{20116548-78CF-228E-0DC6-463BAC077231}"/>
              </a:ext>
            </a:extLst>
          </p:cNvPr>
          <p:cNvGrpSpPr>
            <a:grpSpLocks noChangeAspect="1"/>
          </p:cNvGrpSpPr>
          <p:nvPr/>
        </p:nvGrpSpPr>
        <p:grpSpPr bwMode="auto">
          <a:xfrm>
            <a:off x="6272213" y="1125539"/>
            <a:ext cx="723900" cy="460375"/>
            <a:chOff x="3312" y="2160"/>
            <a:chExt cx="960" cy="528"/>
          </a:xfrm>
        </p:grpSpPr>
        <p:grpSp>
          <p:nvGrpSpPr>
            <p:cNvPr id="60519" name="Group 239">
              <a:extLst>
                <a:ext uri="{FF2B5EF4-FFF2-40B4-BE49-F238E27FC236}">
                  <a16:creationId xmlns:a16="http://schemas.microsoft.com/office/drawing/2014/main" id="{4F7CC1E1-5689-310B-797A-8E0C513DEFA3}"/>
                </a:ext>
              </a:extLst>
            </p:cNvPr>
            <p:cNvGrpSpPr>
              <a:grpSpLocks noChangeAspect="1"/>
            </p:cNvGrpSpPr>
            <p:nvPr/>
          </p:nvGrpSpPr>
          <p:grpSpPr bwMode="auto">
            <a:xfrm>
              <a:off x="3312" y="2160"/>
              <a:ext cx="960" cy="528"/>
              <a:chOff x="3312" y="2160"/>
              <a:chExt cx="960" cy="528"/>
            </a:xfrm>
          </p:grpSpPr>
          <p:sp>
            <p:nvSpPr>
              <p:cNvPr id="60521" name="AutoShape 240">
                <a:extLst>
                  <a:ext uri="{FF2B5EF4-FFF2-40B4-BE49-F238E27FC236}">
                    <a16:creationId xmlns:a16="http://schemas.microsoft.com/office/drawing/2014/main" id="{3671020C-6073-75EF-A902-58C65E74442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0522" name="Group 241">
                <a:extLst>
                  <a:ext uri="{FF2B5EF4-FFF2-40B4-BE49-F238E27FC236}">
                    <a16:creationId xmlns:a16="http://schemas.microsoft.com/office/drawing/2014/main" id="{C6244D99-5652-AB25-0ECE-E34EA6601768}"/>
                  </a:ext>
                </a:extLst>
              </p:cNvPr>
              <p:cNvGrpSpPr>
                <a:grpSpLocks noChangeAspect="1"/>
              </p:cNvGrpSpPr>
              <p:nvPr/>
            </p:nvGrpSpPr>
            <p:grpSpPr bwMode="auto">
              <a:xfrm>
                <a:off x="3488" y="2193"/>
                <a:ext cx="599" cy="207"/>
                <a:chOff x="422" y="1632"/>
                <a:chExt cx="829" cy="298"/>
              </a:xfrm>
            </p:grpSpPr>
            <p:grpSp>
              <p:nvGrpSpPr>
                <p:cNvPr id="60523" name="Group 242">
                  <a:extLst>
                    <a:ext uri="{FF2B5EF4-FFF2-40B4-BE49-F238E27FC236}">
                      <a16:creationId xmlns:a16="http://schemas.microsoft.com/office/drawing/2014/main" id="{F157672C-9C24-2E4A-3D00-E6B04F79C96B}"/>
                    </a:ext>
                  </a:extLst>
                </p:cNvPr>
                <p:cNvGrpSpPr>
                  <a:grpSpLocks noChangeAspect="1"/>
                </p:cNvGrpSpPr>
                <p:nvPr/>
              </p:nvGrpSpPr>
              <p:grpSpPr bwMode="auto">
                <a:xfrm>
                  <a:off x="422" y="1632"/>
                  <a:ext cx="822" cy="291"/>
                  <a:chOff x="422" y="1632"/>
                  <a:chExt cx="822" cy="291"/>
                </a:xfrm>
              </p:grpSpPr>
              <p:sp>
                <p:nvSpPr>
                  <p:cNvPr id="60533" name="Freeform 243">
                    <a:extLst>
                      <a:ext uri="{FF2B5EF4-FFF2-40B4-BE49-F238E27FC236}">
                        <a16:creationId xmlns:a16="http://schemas.microsoft.com/office/drawing/2014/main" id="{4FAA7563-EBFE-6B3A-8196-179D615CF9F5}"/>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34" name="Freeform 244">
                    <a:extLst>
                      <a:ext uri="{FF2B5EF4-FFF2-40B4-BE49-F238E27FC236}">
                        <a16:creationId xmlns:a16="http://schemas.microsoft.com/office/drawing/2014/main" id="{363FA989-DD26-CFCA-962D-ADF4925D4851}"/>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35" name="Freeform 245">
                    <a:extLst>
                      <a:ext uri="{FF2B5EF4-FFF2-40B4-BE49-F238E27FC236}">
                        <a16:creationId xmlns:a16="http://schemas.microsoft.com/office/drawing/2014/main" id="{5F0AB7F1-2966-B70A-8D07-0B0C3856F946}"/>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36" name="Freeform 246">
                    <a:extLst>
                      <a:ext uri="{FF2B5EF4-FFF2-40B4-BE49-F238E27FC236}">
                        <a16:creationId xmlns:a16="http://schemas.microsoft.com/office/drawing/2014/main" id="{E34E524A-634D-F0D2-3470-96D2CC1A3D0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37" name="Freeform 247">
                    <a:extLst>
                      <a:ext uri="{FF2B5EF4-FFF2-40B4-BE49-F238E27FC236}">
                        <a16:creationId xmlns:a16="http://schemas.microsoft.com/office/drawing/2014/main" id="{4684E342-66E5-C25D-4C7C-B8B67ACDBB9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38" name="Freeform 248">
                    <a:extLst>
                      <a:ext uri="{FF2B5EF4-FFF2-40B4-BE49-F238E27FC236}">
                        <a16:creationId xmlns:a16="http://schemas.microsoft.com/office/drawing/2014/main" id="{DF03DD72-92BB-888F-606C-2F897AD03732}"/>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39" name="Freeform 249">
                    <a:extLst>
                      <a:ext uri="{FF2B5EF4-FFF2-40B4-BE49-F238E27FC236}">
                        <a16:creationId xmlns:a16="http://schemas.microsoft.com/office/drawing/2014/main" id="{A9BE4B22-E5F0-4409-0C98-F9ED70590CBB}"/>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40" name="Freeform 250">
                    <a:extLst>
                      <a:ext uri="{FF2B5EF4-FFF2-40B4-BE49-F238E27FC236}">
                        <a16:creationId xmlns:a16="http://schemas.microsoft.com/office/drawing/2014/main" id="{9175F505-0462-2CD4-D620-01640B2E03EF}"/>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0524" name="Group 251">
                  <a:extLst>
                    <a:ext uri="{FF2B5EF4-FFF2-40B4-BE49-F238E27FC236}">
                      <a16:creationId xmlns:a16="http://schemas.microsoft.com/office/drawing/2014/main" id="{07C8AD7D-409E-F5DF-A943-1E4885F9139D}"/>
                    </a:ext>
                  </a:extLst>
                </p:cNvPr>
                <p:cNvGrpSpPr>
                  <a:grpSpLocks noChangeAspect="1"/>
                </p:cNvGrpSpPr>
                <p:nvPr/>
              </p:nvGrpSpPr>
              <p:grpSpPr bwMode="auto">
                <a:xfrm>
                  <a:off x="429" y="1639"/>
                  <a:ext cx="822" cy="291"/>
                  <a:chOff x="429" y="1639"/>
                  <a:chExt cx="822" cy="291"/>
                </a:xfrm>
              </p:grpSpPr>
              <p:sp>
                <p:nvSpPr>
                  <p:cNvPr id="60525" name="Freeform 252">
                    <a:extLst>
                      <a:ext uri="{FF2B5EF4-FFF2-40B4-BE49-F238E27FC236}">
                        <a16:creationId xmlns:a16="http://schemas.microsoft.com/office/drawing/2014/main" id="{6C4F0AC6-6C84-15FE-AC37-B62B34B2827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26" name="Freeform 253">
                    <a:extLst>
                      <a:ext uri="{FF2B5EF4-FFF2-40B4-BE49-F238E27FC236}">
                        <a16:creationId xmlns:a16="http://schemas.microsoft.com/office/drawing/2014/main" id="{7CA127F9-A7F5-ADE5-EF7E-A8419BDF35AF}"/>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27" name="Freeform 254">
                    <a:extLst>
                      <a:ext uri="{FF2B5EF4-FFF2-40B4-BE49-F238E27FC236}">
                        <a16:creationId xmlns:a16="http://schemas.microsoft.com/office/drawing/2014/main" id="{633CED97-F62E-B779-0AB9-250304A301B2}"/>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28" name="Freeform 255">
                    <a:extLst>
                      <a:ext uri="{FF2B5EF4-FFF2-40B4-BE49-F238E27FC236}">
                        <a16:creationId xmlns:a16="http://schemas.microsoft.com/office/drawing/2014/main" id="{E868ED17-59BF-2312-BB81-BFF9D7683545}"/>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29" name="Freeform 256">
                    <a:extLst>
                      <a:ext uri="{FF2B5EF4-FFF2-40B4-BE49-F238E27FC236}">
                        <a16:creationId xmlns:a16="http://schemas.microsoft.com/office/drawing/2014/main" id="{A398879A-4C4F-9380-A396-531C08A2428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30" name="Freeform 257">
                    <a:extLst>
                      <a:ext uri="{FF2B5EF4-FFF2-40B4-BE49-F238E27FC236}">
                        <a16:creationId xmlns:a16="http://schemas.microsoft.com/office/drawing/2014/main" id="{B359DF29-0265-30B7-316E-5EFA8699454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31" name="Freeform 258">
                    <a:extLst>
                      <a:ext uri="{FF2B5EF4-FFF2-40B4-BE49-F238E27FC236}">
                        <a16:creationId xmlns:a16="http://schemas.microsoft.com/office/drawing/2014/main" id="{12DCCE70-F367-0D6C-CA57-9BCA4FDC4307}"/>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32" name="Freeform 259">
                    <a:extLst>
                      <a:ext uri="{FF2B5EF4-FFF2-40B4-BE49-F238E27FC236}">
                        <a16:creationId xmlns:a16="http://schemas.microsoft.com/office/drawing/2014/main" id="{443E7C02-90BE-AD7D-7942-9502C7985CC7}"/>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520" name="WordArt 260">
              <a:extLst>
                <a:ext uri="{FF2B5EF4-FFF2-40B4-BE49-F238E27FC236}">
                  <a16:creationId xmlns:a16="http://schemas.microsoft.com/office/drawing/2014/main" id="{135E19D1-9AEE-A42D-3210-2CC75EC1E248}"/>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r3  </a:t>
              </a:r>
            </a:p>
          </p:txBody>
        </p:sp>
      </p:grpSp>
      <p:grpSp>
        <p:nvGrpSpPr>
          <p:cNvPr id="60450" name="Group 261">
            <a:extLst>
              <a:ext uri="{FF2B5EF4-FFF2-40B4-BE49-F238E27FC236}">
                <a16:creationId xmlns:a16="http://schemas.microsoft.com/office/drawing/2014/main" id="{76FB0FE5-DD9C-BA08-13FC-A2B3C4A925B8}"/>
              </a:ext>
            </a:extLst>
          </p:cNvPr>
          <p:cNvGrpSpPr>
            <a:grpSpLocks noChangeAspect="1"/>
          </p:cNvGrpSpPr>
          <p:nvPr/>
        </p:nvGrpSpPr>
        <p:grpSpPr bwMode="auto">
          <a:xfrm>
            <a:off x="4768850" y="3684589"/>
            <a:ext cx="723900" cy="460375"/>
            <a:chOff x="3312" y="2160"/>
            <a:chExt cx="960" cy="528"/>
          </a:xfrm>
        </p:grpSpPr>
        <p:grpSp>
          <p:nvGrpSpPr>
            <p:cNvPr id="60497" name="Group 262">
              <a:extLst>
                <a:ext uri="{FF2B5EF4-FFF2-40B4-BE49-F238E27FC236}">
                  <a16:creationId xmlns:a16="http://schemas.microsoft.com/office/drawing/2014/main" id="{1D5D5C73-2368-0B66-DAE4-6179BC75AA80}"/>
                </a:ext>
              </a:extLst>
            </p:cNvPr>
            <p:cNvGrpSpPr>
              <a:grpSpLocks noChangeAspect="1"/>
            </p:cNvGrpSpPr>
            <p:nvPr/>
          </p:nvGrpSpPr>
          <p:grpSpPr bwMode="auto">
            <a:xfrm>
              <a:off x="3312" y="2160"/>
              <a:ext cx="960" cy="528"/>
              <a:chOff x="3312" y="2160"/>
              <a:chExt cx="960" cy="528"/>
            </a:xfrm>
          </p:grpSpPr>
          <p:sp>
            <p:nvSpPr>
              <p:cNvPr id="60499" name="AutoShape 263">
                <a:extLst>
                  <a:ext uri="{FF2B5EF4-FFF2-40B4-BE49-F238E27FC236}">
                    <a16:creationId xmlns:a16="http://schemas.microsoft.com/office/drawing/2014/main" id="{50B625B2-298A-5D29-5230-81E71D11D67B}"/>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0500" name="Group 264">
                <a:extLst>
                  <a:ext uri="{FF2B5EF4-FFF2-40B4-BE49-F238E27FC236}">
                    <a16:creationId xmlns:a16="http://schemas.microsoft.com/office/drawing/2014/main" id="{6420A14F-C58C-C72B-5FCD-E9B9DB72668F}"/>
                  </a:ext>
                </a:extLst>
              </p:cNvPr>
              <p:cNvGrpSpPr>
                <a:grpSpLocks noChangeAspect="1"/>
              </p:cNvGrpSpPr>
              <p:nvPr/>
            </p:nvGrpSpPr>
            <p:grpSpPr bwMode="auto">
              <a:xfrm>
                <a:off x="3488" y="2193"/>
                <a:ext cx="599" cy="207"/>
                <a:chOff x="422" y="1632"/>
                <a:chExt cx="829" cy="298"/>
              </a:xfrm>
            </p:grpSpPr>
            <p:grpSp>
              <p:nvGrpSpPr>
                <p:cNvPr id="60501" name="Group 265">
                  <a:extLst>
                    <a:ext uri="{FF2B5EF4-FFF2-40B4-BE49-F238E27FC236}">
                      <a16:creationId xmlns:a16="http://schemas.microsoft.com/office/drawing/2014/main" id="{8556CC5E-49AF-774B-E4F0-EB16AC63FA7C}"/>
                    </a:ext>
                  </a:extLst>
                </p:cNvPr>
                <p:cNvGrpSpPr>
                  <a:grpSpLocks noChangeAspect="1"/>
                </p:cNvGrpSpPr>
                <p:nvPr/>
              </p:nvGrpSpPr>
              <p:grpSpPr bwMode="auto">
                <a:xfrm>
                  <a:off x="422" y="1632"/>
                  <a:ext cx="822" cy="291"/>
                  <a:chOff x="422" y="1632"/>
                  <a:chExt cx="822" cy="291"/>
                </a:xfrm>
              </p:grpSpPr>
              <p:sp>
                <p:nvSpPr>
                  <p:cNvPr id="60511" name="Freeform 266">
                    <a:extLst>
                      <a:ext uri="{FF2B5EF4-FFF2-40B4-BE49-F238E27FC236}">
                        <a16:creationId xmlns:a16="http://schemas.microsoft.com/office/drawing/2014/main" id="{938256AC-3FCD-ED94-A0D5-BFFC03F68B4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12" name="Freeform 267">
                    <a:extLst>
                      <a:ext uri="{FF2B5EF4-FFF2-40B4-BE49-F238E27FC236}">
                        <a16:creationId xmlns:a16="http://schemas.microsoft.com/office/drawing/2014/main" id="{17D27DF3-DB35-2661-44EC-4C7A5ACD5D7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13" name="Freeform 268">
                    <a:extLst>
                      <a:ext uri="{FF2B5EF4-FFF2-40B4-BE49-F238E27FC236}">
                        <a16:creationId xmlns:a16="http://schemas.microsoft.com/office/drawing/2014/main" id="{3D231928-FBC5-B6FE-C2EC-9ABBA3A1F083}"/>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14" name="Freeform 269">
                    <a:extLst>
                      <a:ext uri="{FF2B5EF4-FFF2-40B4-BE49-F238E27FC236}">
                        <a16:creationId xmlns:a16="http://schemas.microsoft.com/office/drawing/2014/main" id="{E280EA2D-39BB-02F1-747F-4A926A3F025C}"/>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15" name="Freeform 270">
                    <a:extLst>
                      <a:ext uri="{FF2B5EF4-FFF2-40B4-BE49-F238E27FC236}">
                        <a16:creationId xmlns:a16="http://schemas.microsoft.com/office/drawing/2014/main" id="{6DD53E34-E87B-ED30-34FB-A51CA48E0312}"/>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16" name="Freeform 271">
                    <a:extLst>
                      <a:ext uri="{FF2B5EF4-FFF2-40B4-BE49-F238E27FC236}">
                        <a16:creationId xmlns:a16="http://schemas.microsoft.com/office/drawing/2014/main" id="{C1D6AEA4-87F0-A931-648B-C58B4A6FD73A}"/>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17" name="Freeform 272">
                    <a:extLst>
                      <a:ext uri="{FF2B5EF4-FFF2-40B4-BE49-F238E27FC236}">
                        <a16:creationId xmlns:a16="http://schemas.microsoft.com/office/drawing/2014/main" id="{D1C22EF3-1C4D-C108-5BE5-D4334C25D83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18" name="Freeform 273">
                    <a:extLst>
                      <a:ext uri="{FF2B5EF4-FFF2-40B4-BE49-F238E27FC236}">
                        <a16:creationId xmlns:a16="http://schemas.microsoft.com/office/drawing/2014/main" id="{ED34E8A7-0399-D1C7-F4A2-5CD03BC2740A}"/>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0502" name="Group 274">
                  <a:extLst>
                    <a:ext uri="{FF2B5EF4-FFF2-40B4-BE49-F238E27FC236}">
                      <a16:creationId xmlns:a16="http://schemas.microsoft.com/office/drawing/2014/main" id="{EF0959AA-91C6-907E-3DA7-58D44B00BF1C}"/>
                    </a:ext>
                  </a:extLst>
                </p:cNvPr>
                <p:cNvGrpSpPr>
                  <a:grpSpLocks noChangeAspect="1"/>
                </p:cNvGrpSpPr>
                <p:nvPr/>
              </p:nvGrpSpPr>
              <p:grpSpPr bwMode="auto">
                <a:xfrm>
                  <a:off x="429" y="1639"/>
                  <a:ext cx="822" cy="291"/>
                  <a:chOff x="429" y="1639"/>
                  <a:chExt cx="822" cy="291"/>
                </a:xfrm>
              </p:grpSpPr>
              <p:sp>
                <p:nvSpPr>
                  <p:cNvPr id="60503" name="Freeform 275">
                    <a:extLst>
                      <a:ext uri="{FF2B5EF4-FFF2-40B4-BE49-F238E27FC236}">
                        <a16:creationId xmlns:a16="http://schemas.microsoft.com/office/drawing/2014/main" id="{22592170-A67B-9CED-54B7-9BF565E4AEB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04" name="Freeform 276">
                    <a:extLst>
                      <a:ext uri="{FF2B5EF4-FFF2-40B4-BE49-F238E27FC236}">
                        <a16:creationId xmlns:a16="http://schemas.microsoft.com/office/drawing/2014/main" id="{CD713C36-B907-91CF-012A-DFB312734172}"/>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05" name="Freeform 277">
                    <a:extLst>
                      <a:ext uri="{FF2B5EF4-FFF2-40B4-BE49-F238E27FC236}">
                        <a16:creationId xmlns:a16="http://schemas.microsoft.com/office/drawing/2014/main" id="{349140C4-97F1-3AD1-DE71-E1C41DE1EC6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06" name="Freeform 278">
                    <a:extLst>
                      <a:ext uri="{FF2B5EF4-FFF2-40B4-BE49-F238E27FC236}">
                        <a16:creationId xmlns:a16="http://schemas.microsoft.com/office/drawing/2014/main" id="{081C692D-B323-AD58-A4A3-40AEBEAC5B72}"/>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07" name="Freeform 279">
                    <a:extLst>
                      <a:ext uri="{FF2B5EF4-FFF2-40B4-BE49-F238E27FC236}">
                        <a16:creationId xmlns:a16="http://schemas.microsoft.com/office/drawing/2014/main" id="{964D9FA8-0119-28EB-73A4-2E3B6539EF9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08" name="Freeform 280">
                    <a:extLst>
                      <a:ext uri="{FF2B5EF4-FFF2-40B4-BE49-F238E27FC236}">
                        <a16:creationId xmlns:a16="http://schemas.microsoft.com/office/drawing/2014/main" id="{AE57290C-CB34-6901-8770-D121BB01E72B}"/>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09" name="Freeform 281">
                    <a:extLst>
                      <a:ext uri="{FF2B5EF4-FFF2-40B4-BE49-F238E27FC236}">
                        <a16:creationId xmlns:a16="http://schemas.microsoft.com/office/drawing/2014/main" id="{C84381C3-EDFC-2637-C890-C4AD347F0E9F}"/>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0510" name="Freeform 282">
                    <a:extLst>
                      <a:ext uri="{FF2B5EF4-FFF2-40B4-BE49-F238E27FC236}">
                        <a16:creationId xmlns:a16="http://schemas.microsoft.com/office/drawing/2014/main" id="{17BA9F65-49EC-3C99-030A-13514AFF165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0498" name="WordArt 283">
              <a:extLst>
                <a:ext uri="{FF2B5EF4-FFF2-40B4-BE49-F238E27FC236}">
                  <a16:creationId xmlns:a16="http://schemas.microsoft.com/office/drawing/2014/main" id="{9EAD74E9-97C6-FB80-7E9D-803BA34C186C}"/>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grpSp>
        <p:nvGrpSpPr>
          <p:cNvPr id="60451" name="Group 284">
            <a:extLst>
              <a:ext uri="{FF2B5EF4-FFF2-40B4-BE49-F238E27FC236}">
                <a16:creationId xmlns:a16="http://schemas.microsoft.com/office/drawing/2014/main" id="{5133744B-AC61-FCB4-F8A5-BB14A8B9D95B}"/>
              </a:ext>
            </a:extLst>
          </p:cNvPr>
          <p:cNvGrpSpPr>
            <a:grpSpLocks/>
          </p:cNvGrpSpPr>
          <p:nvPr/>
        </p:nvGrpSpPr>
        <p:grpSpPr bwMode="auto">
          <a:xfrm>
            <a:off x="5749926" y="4524375"/>
            <a:ext cx="904875" cy="571500"/>
            <a:chOff x="195" y="394"/>
            <a:chExt cx="570" cy="360"/>
          </a:xfrm>
        </p:grpSpPr>
        <p:sp>
          <p:nvSpPr>
            <p:cNvPr id="60493" name="Arc 285">
              <a:extLst>
                <a:ext uri="{FF2B5EF4-FFF2-40B4-BE49-F238E27FC236}">
                  <a16:creationId xmlns:a16="http://schemas.microsoft.com/office/drawing/2014/main" id="{E5DF5E02-6ADE-1E64-BA3A-7FB86D09A697}"/>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60494" name="Arc 286">
              <a:extLst>
                <a:ext uri="{FF2B5EF4-FFF2-40B4-BE49-F238E27FC236}">
                  <a16:creationId xmlns:a16="http://schemas.microsoft.com/office/drawing/2014/main" id="{4C52B4D5-FB19-E45A-D7A9-5AEF33A5FDED}"/>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60495" name="Line 287">
              <a:extLst>
                <a:ext uri="{FF2B5EF4-FFF2-40B4-BE49-F238E27FC236}">
                  <a16:creationId xmlns:a16="http://schemas.microsoft.com/office/drawing/2014/main" id="{BABFAD27-4761-3C89-308D-1083B5450C59}"/>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60496" name="Line 288">
              <a:extLst>
                <a:ext uri="{FF2B5EF4-FFF2-40B4-BE49-F238E27FC236}">
                  <a16:creationId xmlns:a16="http://schemas.microsoft.com/office/drawing/2014/main" id="{DAA36F3B-C1B0-72D0-A81F-F69CF66B4E9D}"/>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60453" name="Group 295">
            <a:extLst>
              <a:ext uri="{FF2B5EF4-FFF2-40B4-BE49-F238E27FC236}">
                <a16:creationId xmlns:a16="http://schemas.microsoft.com/office/drawing/2014/main" id="{1E89EA5D-D9FE-301D-220C-444E195F0A44}"/>
              </a:ext>
            </a:extLst>
          </p:cNvPr>
          <p:cNvGrpSpPr>
            <a:grpSpLocks/>
          </p:cNvGrpSpPr>
          <p:nvPr/>
        </p:nvGrpSpPr>
        <p:grpSpPr bwMode="auto">
          <a:xfrm>
            <a:off x="4667251" y="5434013"/>
            <a:ext cx="904875" cy="571500"/>
            <a:chOff x="195" y="394"/>
            <a:chExt cx="570" cy="360"/>
          </a:xfrm>
        </p:grpSpPr>
        <p:sp>
          <p:nvSpPr>
            <p:cNvPr id="60489" name="Arc 296">
              <a:extLst>
                <a:ext uri="{FF2B5EF4-FFF2-40B4-BE49-F238E27FC236}">
                  <a16:creationId xmlns:a16="http://schemas.microsoft.com/office/drawing/2014/main" id="{D09D7026-1F32-0EFF-B000-72B946FDCD81}"/>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60490" name="Arc 297">
              <a:extLst>
                <a:ext uri="{FF2B5EF4-FFF2-40B4-BE49-F238E27FC236}">
                  <a16:creationId xmlns:a16="http://schemas.microsoft.com/office/drawing/2014/main" id="{C35625FE-4F5F-AFC0-3AFD-9B60706CA0AF}"/>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60491" name="Line 298">
              <a:extLst>
                <a:ext uri="{FF2B5EF4-FFF2-40B4-BE49-F238E27FC236}">
                  <a16:creationId xmlns:a16="http://schemas.microsoft.com/office/drawing/2014/main" id="{7084027E-8E29-CB47-5E0C-5561E00FC077}"/>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60492" name="Line 299">
              <a:extLst>
                <a:ext uri="{FF2B5EF4-FFF2-40B4-BE49-F238E27FC236}">
                  <a16:creationId xmlns:a16="http://schemas.microsoft.com/office/drawing/2014/main" id="{E0D9BDA5-29ED-DA4E-6E48-5C76757F8179}"/>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60454" name="Group 300">
            <a:extLst>
              <a:ext uri="{FF2B5EF4-FFF2-40B4-BE49-F238E27FC236}">
                <a16:creationId xmlns:a16="http://schemas.microsoft.com/office/drawing/2014/main" id="{D80EFFC9-3255-29C0-D811-25F1DDE07043}"/>
              </a:ext>
            </a:extLst>
          </p:cNvPr>
          <p:cNvGrpSpPr>
            <a:grpSpLocks/>
          </p:cNvGrpSpPr>
          <p:nvPr/>
        </p:nvGrpSpPr>
        <p:grpSpPr bwMode="auto">
          <a:xfrm>
            <a:off x="6864351" y="5434013"/>
            <a:ext cx="904875" cy="571500"/>
            <a:chOff x="195" y="394"/>
            <a:chExt cx="570" cy="360"/>
          </a:xfrm>
        </p:grpSpPr>
        <p:sp>
          <p:nvSpPr>
            <p:cNvPr id="60485" name="Arc 301">
              <a:extLst>
                <a:ext uri="{FF2B5EF4-FFF2-40B4-BE49-F238E27FC236}">
                  <a16:creationId xmlns:a16="http://schemas.microsoft.com/office/drawing/2014/main" id="{4386E053-4F73-14A5-BF44-5560BAACCF11}"/>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60486" name="Arc 302">
              <a:extLst>
                <a:ext uri="{FF2B5EF4-FFF2-40B4-BE49-F238E27FC236}">
                  <a16:creationId xmlns:a16="http://schemas.microsoft.com/office/drawing/2014/main" id="{7C03B76C-C407-E80F-FC41-E041C3095720}"/>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60487" name="Line 303">
              <a:extLst>
                <a:ext uri="{FF2B5EF4-FFF2-40B4-BE49-F238E27FC236}">
                  <a16:creationId xmlns:a16="http://schemas.microsoft.com/office/drawing/2014/main" id="{41C72AD2-5036-5168-4791-13C8A30A5C41}"/>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60488" name="Line 304">
              <a:extLst>
                <a:ext uri="{FF2B5EF4-FFF2-40B4-BE49-F238E27FC236}">
                  <a16:creationId xmlns:a16="http://schemas.microsoft.com/office/drawing/2014/main" id="{CDBA09A1-6AE9-8EB6-3CEE-EBF8B080CCC5}"/>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60455" name="Group 305">
            <a:extLst>
              <a:ext uri="{FF2B5EF4-FFF2-40B4-BE49-F238E27FC236}">
                <a16:creationId xmlns:a16="http://schemas.microsoft.com/office/drawing/2014/main" id="{4DBD1C76-27FC-5E0E-7CBE-280B89C993F3}"/>
              </a:ext>
            </a:extLst>
          </p:cNvPr>
          <p:cNvGrpSpPr>
            <a:grpSpLocks/>
          </p:cNvGrpSpPr>
          <p:nvPr/>
        </p:nvGrpSpPr>
        <p:grpSpPr bwMode="auto">
          <a:xfrm>
            <a:off x="3535364" y="1454150"/>
            <a:ext cx="904875" cy="571500"/>
            <a:chOff x="195" y="394"/>
            <a:chExt cx="570" cy="360"/>
          </a:xfrm>
        </p:grpSpPr>
        <p:sp>
          <p:nvSpPr>
            <p:cNvPr id="60481" name="Arc 306">
              <a:extLst>
                <a:ext uri="{FF2B5EF4-FFF2-40B4-BE49-F238E27FC236}">
                  <a16:creationId xmlns:a16="http://schemas.microsoft.com/office/drawing/2014/main" id="{4E6CDA14-8C87-8AD4-6378-2CBE26739202}"/>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60482" name="Arc 307">
              <a:extLst>
                <a:ext uri="{FF2B5EF4-FFF2-40B4-BE49-F238E27FC236}">
                  <a16:creationId xmlns:a16="http://schemas.microsoft.com/office/drawing/2014/main" id="{77A84E28-D1C0-758D-5158-028963F6F8E1}"/>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60483" name="Line 308">
              <a:extLst>
                <a:ext uri="{FF2B5EF4-FFF2-40B4-BE49-F238E27FC236}">
                  <a16:creationId xmlns:a16="http://schemas.microsoft.com/office/drawing/2014/main" id="{26C366F1-C151-2DF9-4CA2-8D5339E1D047}"/>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60484" name="Line 309">
              <a:extLst>
                <a:ext uri="{FF2B5EF4-FFF2-40B4-BE49-F238E27FC236}">
                  <a16:creationId xmlns:a16="http://schemas.microsoft.com/office/drawing/2014/main" id="{7016DBC3-C8C0-D96A-7B89-04FDCF18ACB9}"/>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60456" name="Group 310">
            <a:extLst>
              <a:ext uri="{FF2B5EF4-FFF2-40B4-BE49-F238E27FC236}">
                <a16:creationId xmlns:a16="http://schemas.microsoft.com/office/drawing/2014/main" id="{EE31BEEC-4C17-D069-CAEC-86DB001B1018}"/>
              </a:ext>
            </a:extLst>
          </p:cNvPr>
          <p:cNvGrpSpPr>
            <a:grpSpLocks/>
          </p:cNvGrpSpPr>
          <p:nvPr/>
        </p:nvGrpSpPr>
        <p:grpSpPr bwMode="auto">
          <a:xfrm>
            <a:off x="2432051" y="820738"/>
            <a:ext cx="904875" cy="571500"/>
            <a:chOff x="195" y="394"/>
            <a:chExt cx="570" cy="360"/>
          </a:xfrm>
        </p:grpSpPr>
        <p:sp>
          <p:nvSpPr>
            <p:cNvPr id="60477" name="Arc 311">
              <a:extLst>
                <a:ext uri="{FF2B5EF4-FFF2-40B4-BE49-F238E27FC236}">
                  <a16:creationId xmlns:a16="http://schemas.microsoft.com/office/drawing/2014/main" id="{488BEA29-9465-96AC-C55F-593E6D2CA33B}"/>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60478" name="Arc 312">
              <a:extLst>
                <a:ext uri="{FF2B5EF4-FFF2-40B4-BE49-F238E27FC236}">
                  <a16:creationId xmlns:a16="http://schemas.microsoft.com/office/drawing/2014/main" id="{70F97539-CEAE-FFA9-9A4B-70696C217E67}"/>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60479" name="Line 313">
              <a:extLst>
                <a:ext uri="{FF2B5EF4-FFF2-40B4-BE49-F238E27FC236}">
                  <a16:creationId xmlns:a16="http://schemas.microsoft.com/office/drawing/2014/main" id="{8303F45D-FD83-DB24-3A92-262BC3838A49}"/>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60480" name="Line 314">
              <a:extLst>
                <a:ext uri="{FF2B5EF4-FFF2-40B4-BE49-F238E27FC236}">
                  <a16:creationId xmlns:a16="http://schemas.microsoft.com/office/drawing/2014/main" id="{96BA7C33-8AD7-4869-1288-D062A5C3BB9E}"/>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60457" name="Group 315">
            <a:extLst>
              <a:ext uri="{FF2B5EF4-FFF2-40B4-BE49-F238E27FC236}">
                <a16:creationId xmlns:a16="http://schemas.microsoft.com/office/drawing/2014/main" id="{B5CA159E-593E-20D7-D90F-614984BFF823}"/>
              </a:ext>
            </a:extLst>
          </p:cNvPr>
          <p:cNvGrpSpPr>
            <a:grpSpLocks/>
          </p:cNvGrpSpPr>
          <p:nvPr/>
        </p:nvGrpSpPr>
        <p:grpSpPr bwMode="auto">
          <a:xfrm>
            <a:off x="6167439" y="1066800"/>
            <a:ext cx="904875" cy="571500"/>
            <a:chOff x="195" y="394"/>
            <a:chExt cx="570" cy="360"/>
          </a:xfrm>
        </p:grpSpPr>
        <p:sp>
          <p:nvSpPr>
            <p:cNvPr id="60473" name="Arc 316">
              <a:extLst>
                <a:ext uri="{FF2B5EF4-FFF2-40B4-BE49-F238E27FC236}">
                  <a16:creationId xmlns:a16="http://schemas.microsoft.com/office/drawing/2014/main" id="{2D974F90-3B5A-45D9-32C7-DDDEA604C0D8}"/>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60474" name="Arc 317">
              <a:extLst>
                <a:ext uri="{FF2B5EF4-FFF2-40B4-BE49-F238E27FC236}">
                  <a16:creationId xmlns:a16="http://schemas.microsoft.com/office/drawing/2014/main" id="{F54FA4AF-9E43-3A73-D120-CFB1D4B1DF5A}"/>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60475" name="Line 318">
              <a:extLst>
                <a:ext uri="{FF2B5EF4-FFF2-40B4-BE49-F238E27FC236}">
                  <a16:creationId xmlns:a16="http://schemas.microsoft.com/office/drawing/2014/main" id="{F6E59E5D-0CDD-7887-3030-EEF0B70FF9C2}"/>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60476" name="Line 319">
              <a:extLst>
                <a:ext uri="{FF2B5EF4-FFF2-40B4-BE49-F238E27FC236}">
                  <a16:creationId xmlns:a16="http://schemas.microsoft.com/office/drawing/2014/main" id="{EB2C5BF6-21B4-CCAD-8750-E38F70B1F375}"/>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60458" name="Group 320">
            <a:extLst>
              <a:ext uri="{FF2B5EF4-FFF2-40B4-BE49-F238E27FC236}">
                <a16:creationId xmlns:a16="http://schemas.microsoft.com/office/drawing/2014/main" id="{38D0330A-291F-D58D-46BA-D0500D96347F}"/>
              </a:ext>
            </a:extLst>
          </p:cNvPr>
          <p:cNvGrpSpPr>
            <a:grpSpLocks/>
          </p:cNvGrpSpPr>
          <p:nvPr/>
        </p:nvGrpSpPr>
        <p:grpSpPr bwMode="auto">
          <a:xfrm>
            <a:off x="7439026" y="1106488"/>
            <a:ext cx="904875" cy="571500"/>
            <a:chOff x="195" y="394"/>
            <a:chExt cx="570" cy="360"/>
          </a:xfrm>
        </p:grpSpPr>
        <p:sp>
          <p:nvSpPr>
            <p:cNvPr id="60469" name="Arc 321">
              <a:extLst>
                <a:ext uri="{FF2B5EF4-FFF2-40B4-BE49-F238E27FC236}">
                  <a16:creationId xmlns:a16="http://schemas.microsoft.com/office/drawing/2014/main" id="{BBC71D05-0C17-DDBA-F0BB-BA6BEB56B46C}"/>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60470" name="Arc 322">
              <a:extLst>
                <a:ext uri="{FF2B5EF4-FFF2-40B4-BE49-F238E27FC236}">
                  <a16:creationId xmlns:a16="http://schemas.microsoft.com/office/drawing/2014/main" id="{E7C52658-3B73-1812-67FC-82E3D37F900B}"/>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60471" name="Line 323">
              <a:extLst>
                <a:ext uri="{FF2B5EF4-FFF2-40B4-BE49-F238E27FC236}">
                  <a16:creationId xmlns:a16="http://schemas.microsoft.com/office/drawing/2014/main" id="{D2D31EB0-5921-04E0-C1A6-6177B5811CB1}"/>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60472" name="Line 324">
              <a:extLst>
                <a:ext uri="{FF2B5EF4-FFF2-40B4-BE49-F238E27FC236}">
                  <a16:creationId xmlns:a16="http://schemas.microsoft.com/office/drawing/2014/main" id="{248BADAE-1E8A-2C8D-3170-332960978B79}"/>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60459" name="Group 325">
            <a:extLst>
              <a:ext uri="{FF2B5EF4-FFF2-40B4-BE49-F238E27FC236}">
                <a16:creationId xmlns:a16="http://schemas.microsoft.com/office/drawing/2014/main" id="{30F80ADC-D1A8-E925-0E62-75A04149A16A}"/>
              </a:ext>
            </a:extLst>
          </p:cNvPr>
          <p:cNvGrpSpPr>
            <a:grpSpLocks/>
          </p:cNvGrpSpPr>
          <p:nvPr/>
        </p:nvGrpSpPr>
        <p:grpSpPr bwMode="auto">
          <a:xfrm>
            <a:off x="9097964" y="460375"/>
            <a:ext cx="904875" cy="571500"/>
            <a:chOff x="195" y="394"/>
            <a:chExt cx="570" cy="360"/>
          </a:xfrm>
        </p:grpSpPr>
        <p:sp>
          <p:nvSpPr>
            <p:cNvPr id="60465" name="Arc 326">
              <a:extLst>
                <a:ext uri="{FF2B5EF4-FFF2-40B4-BE49-F238E27FC236}">
                  <a16:creationId xmlns:a16="http://schemas.microsoft.com/office/drawing/2014/main" id="{CBE4DFB4-B6F6-B840-1C92-D36876692BE5}"/>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60466" name="Arc 327">
              <a:extLst>
                <a:ext uri="{FF2B5EF4-FFF2-40B4-BE49-F238E27FC236}">
                  <a16:creationId xmlns:a16="http://schemas.microsoft.com/office/drawing/2014/main" id="{FE3C30DD-A1A7-731B-3A06-0202EE609ADB}"/>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60467" name="Line 328">
              <a:extLst>
                <a:ext uri="{FF2B5EF4-FFF2-40B4-BE49-F238E27FC236}">
                  <a16:creationId xmlns:a16="http://schemas.microsoft.com/office/drawing/2014/main" id="{FD7E0CD9-8D3C-CBC6-845B-58DF25B47B86}"/>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60468" name="Line 329">
              <a:extLst>
                <a:ext uri="{FF2B5EF4-FFF2-40B4-BE49-F238E27FC236}">
                  <a16:creationId xmlns:a16="http://schemas.microsoft.com/office/drawing/2014/main" id="{F3036D14-77B0-CFAA-95C9-1D7EBFEBACDB}"/>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grpSp>
        <p:nvGrpSpPr>
          <p:cNvPr id="60460" name="Group 330">
            <a:extLst>
              <a:ext uri="{FF2B5EF4-FFF2-40B4-BE49-F238E27FC236}">
                <a16:creationId xmlns:a16="http://schemas.microsoft.com/office/drawing/2014/main" id="{B7ED1D6F-EBF8-381C-F915-0A44265385B1}"/>
              </a:ext>
            </a:extLst>
          </p:cNvPr>
          <p:cNvGrpSpPr>
            <a:grpSpLocks/>
          </p:cNvGrpSpPr>
          <p:nvPr/>
        </p:nvGrpSpPr>
        <p:grpSpPr bwMode="auto">
          <a:xfrm>
            <a:off x="9097964" y="1758950"/>
            <a:ext cx="904875" cy="571500"/>
            <a:chOff x="195" y="394"/>
            <a:chExt cx="570" cy="360"/>
          </a:xfrm>
        </p:grpSpPr>
        <p:sp>
          <p:nvSpPr>
            <p:cNvPr id="60461" name="Arc 331">
              <a:extLst>
                <a:ext uri="{FF2B5EF4-FFF2-40B4-BE49-F238E27FC236}">
                  <a16:creationId xmlns:a16="http://schemas.microsoft.com/office/drawing/2014/main" id="{5F57A6F0-AAA9-F112-B448-FF03C0F0DF5C}"/>
                </a:ext>
              </a:extLst>
            </p:cNvPr>
            <p:cNvSpPr>
              <a:spLocks/>
            </p:cNvSpPr>
            <p:nvPr/>
          </p:nvSpPr>
          <p:spPr bwMode="auto">
            <a:xfrm flipV="1">
              <a:off x="195" y="656"/>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60462" name="Arc 332">
              <a:extLst>
                <a:ext uri="{FF2B5EF4-FFF2-40B4-BE49-F238E27FC236}">
                  <a16:creationId xmlns:a16="http://schemas.microsoft.com/office/drawing/2014/main" id="{B650EAFF-B7EA-8695-9B61-96F56AE21B0A}"/>
                </a:ext>
              </a:extLst>
            </p:cNvPr>
            <p:cNvSpPr>
              <a:spLocks/>
            </p:cNvSpPr>
            <p:nvPr/>
          </p:nvSpPr>
          <p:spPr bwMode="auto">
            <a:xfrm>
              <a:off x="195" y="394"/>
              <a:ext cx="565" cy="98"/>
            </a:xfrm>
            <a:custGeom>
              <a:avLst/>
              <a:gdLst>
                <a:gd name="T0" fmla="*/ 0 w 43177"/>
                <a:gd name="T1" fmla="*/ 0 h 21600"/>
                <a:gd name="T2" fmla="*/ 0 w 43177"/>
                <a:gd name="T3" fmla="*/ 0 h 21600"/>
                <a:gd name="T4" fmla="*/ 0 w 43177"/>
                <a:gd name="T5" fmla="*/ 0 h 21600"/>
                <a:gd name="T6" fmla="*/ 0 60000 65536"/>
                <a:gd name="T7" fmla="*/ 0 60000 65536"/>
                <a:gd name="T8" fmla="*/ 0 60000 65536"/>
                <a:gd name="T9" fmla="*/ 0 w 43177"/>
                <a:gd name="T10" fmla="*/ 0 h 21600"/>
                <a:gd name="T11" fmla="*/ 43177 w 43177"/>
                <a:gd name="T12" fmla="*/ 21600 h 21600"/>
              </a:gdLst>
              <a:ahLst/>
              <a:cxnLst>
                <a:cxn ang="T6">
                  <a:pos x="T0" y="T1"/>
                </a:cxn>
                <a:cxn ang="T7">
                  <a:pos x="T2" y="T3"/>
                </a:cxn>
                <a:cxn ang="T8">
                  <a:pos x="T4" y="T5"/>
                </a:cxn>
              </a:cxnLst>
              <a:rect l="T9" t="T10" r="T11" b="T12"/>
              <a:pathLst>
                <a:path w="43177" h="21600" fill="none" extrusionOk="0">
                  <a:moveTo>
                    <a:pt x="-1" y="20612"/>
                  </a:moveTo>
                  <a:cubicBezTo>
                    <a:pt x="527" y="9079"/>
                    <a:pt x="10031" y="-1"/>
                    <a:pt x="21577" y="0"/>
                  </a:cubicBezTo>
                  <a:cubicBezTo>
                    <a:pt x="33506" y="0"/>
                    <a:pt x="43177" y="9670"/>
                    <a:pt x="43177" y="21600"/>
                  </a:cubicBezTo>
                </a:path>
                <a:path w="43177" h="21600" stroke="0" extrusionOk="0">
                  <a:moveTo>
                    <a:pt x="-1" y="20612"/>
                  </a:moveTo>
                  <a:cubicBezTo>
                    <a:pt x="527" y="9079"/>
                    <a:pt x="10031" y="-1"/>
                    <a:pt x="21577" y="0"/>
                  </a:cubicBezTo>
                  <a:cubicBezTo>
                    <a:pt x="33506" y="0"/>
                    <a:pt x="43177" y="9670"/>
                    <a:pt x="43177" y="21600"/>
                  </a:cubicBezTo>
                  <a:lnTo>
                    <a:pt x="21577" y="21600"/>
                  </a:lnTo>
                  <a:lnTo>
                    <a:pt x="-1" y="20612"/>
                  </a:lnTo>
                  <a:close/>
                </a:path>
              </a:pathLst>
            </a:custGeom>
            <a:noFill/>
            <a:ln w="7620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sp>
          <p:nvSpPr>
            <p:cNvPr id="60463" name="Line 333">
              <a:extLst>
                <a:ext uri="{FF2B5EF4-FFF2-40B4-BE49-F238E27FC236}">
                  <a16:creationId xmlns:a16="http://schemas.microsoft.com/office/drawing/2014/main" id="{D114A282-4F0D-AA22-8954-A9561AC2D259}"/>
                </a:ext>
              </a:extLst>
            </p:cNvPr>
            <p:cNvSpPr>
              <a:spLocks noChangeShapeType="1"/>
            </p:cNvSpPr>
            <p:nvPr/>
          </p:nvSpPr>
          <p:spPr bwMode="auto">
            <a:xfrm flipV="1">
              <a:off x="19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60464" name="Line 334">
              <a:extLst>
                <a:ext uri="{FF2B5EF4-FFF2-40B4-BE49-F238E27FC236}">
                  <a16:creationId xmlns:a16="http://schemas.microsoft.com/office/drawing/2014/main" id="{456CA95D-E176-D403-59AD-1B262A146795}"/>
                </a:ext>
              </a:extLst>
            </p:cNvPr>
            <p:cNvSpPr>
              <a:spLocks noChangeShapeType="1"/>
            </p:cNvSpPr>
            <p:nvPr/>
          </p:nvSpPr>
          <p:spPr bwMode="auto">
            <a:xfrm flipV="1">
              <a:off x="765" y="492"/>
              <a:ext cx="0" cy="164"/>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en-GB"/>
            </a:p>
          </p:txBody>
        </p:sp>
      </p:grpSp>
      <p:sp>
        <p:nvSpPr>
          <p:cNvPr id="4" name="Text Box 309">
            <a:extLst>
              <a:ext uri="{FF2B5EF4-FFF2-40B4-BE49-F238E27FC236}">
                <a16:creationId xmlns:a16="http://schemas.microsoft.com/office/drawing/2014/main" id="{BC8A62CF-F72F-CDD1-05A9-8887A2D34FCF}"/>
              </a:ext>
            </a:extLst>
          </p:cNvPr>
          <p:cNvSpPr txBox="1">
            <a:spLocks noChangeArrowheads="1"/>
          </p:cNvSpPr>
          <p:nvPr/>
        </p:nvSpPr>
        <p:spPr bwMode="auto">
          <a:xfrm>
            <a:off x="1867984" y="4638387"/>
            <a:ext cx="1548822"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dirty="0" err="1">
                <a:solidFill>
                  <a:schemeClr val="tx2"/>
                </a:solidFill>
              </a:rPr>
              <a:t>internal</a:t>
            </a:r>
            <a:endParaRPr lang="it-IT" altLang="it-IT" dirty="0">
              <a:solidFill>
                <a:schemeClr val="tx2"/>
              </a:solidFill>
            </a:endParaRPr>
          </a:p>
          <a:p>
            <a:pPr algn="ctr" eaLnBrk="1" hangingPunct="1">
              <a:spcBef>
                <a:spcPct val="0"/>
              </a:spcBef>
              <a:buClrTx/>
              <a:buSzTx/>
              <a:buFontTx/>
              <a:buNone/>
            </a:pPr>
            <a:r>
              <a:rPr lang="it-IT" altLang="it-IT" dirty="0">
                <a:solidFill>
                  <a:schemeClr val="tx2"/>
                </a:solidFill>
              </a:rPr>
              <a:t>routers</a:t>
            </a: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E44DE807-F0B4-F9A9-E606-B493B8207707}"/>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4A291B09-5989-BE99-9939-09E4E581DD02}"/>
              </a:ext>
            </a:extLst>
          </p:cNvPr>
          <p:cNvSpPr>
            <a:spLocks noGrp="1" noChangeArrowheads="1"/>
          </p:cNvSpPr>
          <p:nvPr>
            <p:ph type="ftr" sz="quarter" idx="11"/>
          </p:nvPr>
        </p:nvSpPr>
        <p:spPr>
          <a:ln/>
        </p:spPr>
        <p:txBody>
          <a:bodyPr/>
          <a:lstStyle/>
          <a:p>
            <a:r>
              <a:rPr lang="it-IT" altLang="en-IT"/>
              <a:t>kathara – [ labs: ospf_frr ]</a:t>
            </a:r>
          </a:p>
        </p:txBody>
      </p:sp>
      <p:sp>
        <p:nvSpPr>
          <p:cNvPr id="416" name="Segnaposto piè di pagina 2">
            <a:extLst>
              <a:ext uri="{FF2B5EF4-FFF2-40B4-BE49-F238E27FC236}">
                <a16:creationId xmlns:a16="http://schemas.microsoft.com/office/drawing/2014/main" id="{A12923D2-0286-4E10-9B74-54151A66A087}"/>
              </a:ext>
            </a:extLst>
          </p:cNvPr>
          <p:cNvSpPr txBox="1">
            <a:spLocks noGrp="1"/>
          </p:cNvSpPr>
          <p:nvPr/>
        </p:nvSpPr>
        <p:spPr bwMode="auto">
          <a:xfrm>
            <a:off x="3863975" y="6453189"/>
            <a:ext cx="4464050" cy="333375"/>
          </a:xfrm>
          <a:prstGeom prst="rect">
            <a:avLst/>
          </a:prstGeom>
          <a:noFill/>
          <a:ln>
            <a:miter lim="800000"/>
            <a:headEnd/>
            <a:tailEnd/>
          </a:ln>
        </p:spPr>
        <p:txBody>
          <a:bodyPr/>
          <a:lstStyle/>
          <a:p>
            <a:pPr algn="ctr" eaLnBrk="1" hangingPunct="1">
              <a:defRPr/>
            </a:pPr>
            <a:r>
              <a:rPr lang="it-IT" sz="1400" dirty="0" err="1">
                <a:latin typeface="+mn-lt"/>
              </a:rPr>
              <a:t>kathara</a:t>
            </a:r>
            <a:r>
              <a:rPr lang="it-IT" sz="1400" dirty="0">
                <a:latin typeface="+mn-lt"/>
              </a:rPr>
              <a:t> – [ labs: </a:t>
            </a:r>
            <a:r>
              <a:rPr lang="it-IT" sz="1400" dirty="0" err="1">
                <a:latin typeface="+mn-lt"/>
              </a:rPr>
              <a:t>ospf</a:t>
            </a:r>
            <a:r>
              <a:rPr lang="it-IT" sz="1400" dirty="0">
                <a:latin typeface="+mn-lt"/>
              </a:rPr>
              <a:t> ]</a:t>
            </a:r>
          </a:p>
        </p:txBody>
      </p:sp>
      <p:sp>
        <p:nvSpPr>
          <p:cNvPr id="61444" name="Rectangle 2">
            <a:extLst>
              <a:ext uri="{FF2B5EF4-FFF2-40B4-BE49-F238E27FC236}">
                <a16:creationId xmlns:a16="http://schemas.microsoft.com/office/drawing/2014/main" id="{7DB89625-01AC-3F60-FACF-638FE435F01F}"/>
              </a:ext>
            </a:extLst>
          </p:cNvPr>
          <p:cNvSpPr>
            <a:spLocks noChangeArrowheads="1"/>
          </p:cNvSpPr>
          <p:nvPr/>
        </p:nvSpPr>
        <p:spPr bwMode="auto">
          <a:xfrm>
            <a:off x="1524000" y="6457950"/>
            <a:ext cx="7112000" cy="4000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1445" name="Group 3">
            <a:extLst>
              <a:ext uri="{FF2B5EF4-FFF2-40B4-BE49-F238E27FC236}">
                <a16:creationId xmlns:a16="http://schemas.microsoft.com/office/drawing/2014/main" id="{42E8B608-D394-9FC0-3C9D-ABF1C04864E9}"/>
              </a:ext>
            </a:extLst>
          </p:cNvPr>
          <p:cNvGrpSpPr>
            <a:grpSpLocks/>
          </p:cNvGrpSpPr>
          <p:nvPr/>
        </p:nvGrpSpPr>
        <p:grpSpPr bwMode="auto">
          <a:xfrm>
            <a:off x="2894014" y="3603626"/>
            <a:ext cx="6510337" cy="3209925"/>
            <a:chOff x="863" y="2270"/>
            <a:chExt cx="4101" cy="2022"/>
          </a:xfrm>
        </p:grpSpPr>
        <p:grpSp>
          <p:nvGrpSpPr>
            <p:cNvPr id="61846" name="Group 4">
              <a:extLst>
                <a:ext uri="{FF2B5EF4-FFF2-40B4-BE49-F238E27FC236}">
                  <a16:creationId xmlns:a16="http://schemas.microsoft.com/office/drawing/2014/main" id="{DD1F67DA-2FED-234E-EEB3-BF20CC6B5472}"/>
                </a:ext>
              </a:extLst>
            </p:cNvPr>
            <p:cNvGrpSpPr>
              <a:grpSpLocks/>
            </p:cNvGrpSpPr>
            <p:nvPr/>
          </p:nvGrpSpPr>
          <p:grpSpPr bwMode="auto">
            <a:xfrm>
              <a:off x="863" y="2406"/>
              <a:ext cx="4101" cy="1886"/>
              <a:chOff x="863" y="2406"/>
              <a:chExt cx="4101" cy="1886"/>
            </a:xfrm>
          </p:grpSpPr>
          <p:sp>
            <p:nvSpPr>
              <p:cNvPr id="61848" name="Oval 5">
                <a:extLst>
                  <a:ext uri="{FF2B5EF4-FFF2-40B4-BE49-F238E27FC236}">
                    <a16:creationId xmlns:a16="http://schemas.microsoft.com/office/drawing/2014/main" id="{E3ECEF39-6E1A-8512-D393-A97BF9509BE9}"/>
                  </a:ext>
                </a:extLst>
              </p:cNvPr>
              <p:cNvSpPr>
                <a:spLocks noChangeAspect="1" noChangeArrowheads="1"/>
              </p:cNvSpPr>
              <p:nvPr/>
            </p:nvSpPr>
            <p:spPr bwMode="auto">
              <a:xfrm>
                <a:off x="1519" y="2406"/>
                <a:ext cx="2819" cy="76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61849" name="Oval 6">
                <a:extLst>
                  <a:ext uri="{FF2B5EF4-FFF2-40B4-BE49-F238E27FC236}">
                    <a16:creationId xmlns:a16="http://schemas.microsoft.com/office/drawing/2014/main" id="{29061D26-F533-54F7-B2E6-4ADF9632F036}"/>
                  </a:ext>
                </a:extLst>
              </p:cNvPr>
              <p:cNvSpPr>
                <a:spLocks noChangeAspect="1" noChangeArrowheads="1"/>
              </p:cNvSpPr>
              <p:nvPr/>
            </p:nvSpPr>
            <p:spPr bwMode="auto">
              <a:xfrm>
                <a:off x="1174" y="2666"/>
                <a:ext cx="1487" cy="673"/>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61850" name="Oval 7">
                <a:extLst>
                  <a:ext uri="{FF2B5EF4-FFF2-40B4-BE49-F238E27FC236}">
                    <a16:creationId xmlns:a16="http://schemas.microsoft.com/office/drawing/2014/main" id="{4F56946A-5C37-86EE-EBBC-C278D5695D2A}"/>
                  </a:ext>
                </a:extLst>
              </p:cNvPr>
              <p:cNvSpPr>
                <a:spLocks noChangeAspect="1" noChangeArrowheads="1"/>
              </p:cNvSpPr>
              <p:nvPr/>
            </p:nvSpPr>
            <p:spPr bwMode="auto">
              <a:xfrm>
                <a:off x="863" y="2887"/>
                <a:ext cx="860" cy="733"/>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61851" name="Oval 8">
                <a:extLst>
                  <a:ext uri="{FF2B5EF4-FFF2-40B4-BE49-F238E27FC236}">
                    <a16:creationId xmlns:a16="http://schemas.microsoft.com/office/drawing/2014/main" id="{A5E1F270-89D3-EB53-647D-7FC8236D9D9A}"/>
                  </a:ext>
                </a:extLst>
              </p:cNvPr>
              <p:cNvSpPr>
                <a:spLocks noChangeAspect="1" noChangeArrowheads="1"/>
              </p:cNvSpPr>
              <p:nvPr/>
            </p:nvSpPr>
            <p:spPr bwMode="auto">
              <a:xfrm>
                <a:off x="1247" y="3312"/>
                <a:ext cx="1286" cy="59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61852" name="Oval 9">
                <a:extLst>
                  <a:ext uri="{FF2B5EF4-FFF2-40B4-BE49-F238E27FC236}">
                    <a16:creationId xmlns:a16="http://schemas.microsoft.com/office/drawing/2014/main" id="{04C51678-77DB-A148-24D4-E3E6D13ACA0E}"/>
                  </a:ext>
                </a:extLst>
              </p:cNvPr>
              <p:cNvSpPr>
                <a:spLocks noChangeAspect="1" noChangeArrowheads="1"/>
              </p:cNvSpPr>
              <p:nvPr/>
            </p:nvSpPr>
            <p:spPr bwMode="auto">
              <a:xfrm>
                <a:off x="1530" y="3412"/>
                <a:ext cx="2534" cy="88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61853" name="Oval 10">
                <a:extLst>
                  <a:ext uri="{FF2B5EF4-FFF2-40B4-BE49-F238E27FC236}">
                    <a16:creationId xmlns:a16="http://schemas.microsoft.com/office/drawing/2014/main" id="{21872F76-FF6E-C1DE-2C00-933412F71D3F}"/>
                  </a:ext>
                </a:extLst>
              </p:cNvPr>
              <p:cNvSpPr>
                <a:spLocks noChangeAspect="1" noChangeArrowheads="1"/>
              </p:cNvSpPr>
              <p:nvPr/>
            </p:nvSpPr>
            <p:spPr bwMode="auto">
              <a:xfrm>
                <a:off x="3525" y="2685"/>
                <a:ext cx="1439" cy="71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61854" name="Oval 11">
                <a:extLst>
                  <a:ext uri="{FF2B5EF4-FFF2-40B4-BE49-F238E27FC236}">
                    <a16:creationId xmlns:a16="http://schemas.microsoft.com/office/drawing/2014/main" id="{21E58C4A-0EB4-6E37-EFCE-19EF4DBD75BC}"/>
                  </a:ext>
                </a:extLst>
              </p:cNvPr>
              <p:cNvSpPr>
                <a:spLocks noChangeAspect="1" noChangeArrowheads="1"/>
              </p:cNvSpPr>
              <p:nvPr/>
            </p:nvSpPr>
            <p:spPr bwMode="auto">
              <a:xfrm>
                <a:off x="3743" y="3025"/>
                <a:ext cx="826" cy="59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61855" name="Oval 12">
                <a:extLst>
                  <a:ext uri="{FF2B5EF4-FFF2-40B4-BE49-F238E27FC236}">
                    <a16:creationId xmlns:a16="http://schemas.microsoft.com/office/drawing/2014/main" id="{563F30D6-0181-25B5-50D8-A50526866307}"/>
                  </a:ext>
                </a:extLst>
              </p:cNvPr>
              <p:cNvSpPr>
                <a:spLocks noChangeAspect="1" noChangeArrowheads="1"/>
              </p:cNvSpPr>
              <p:nvPr/>
            </p:nvSpPr>
            <p:spPr bwMode="auto">
              <a:xfrm>
                <a:off x="3611" y="3136"/>
                <a:ext cx="675" cy="88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61856" name="Oval 13">
                <a:extLst>
                  <a:ext uri="{FF2B5EF4-FFF2-40B4-BE49-F238E27FC236}">
                    <a16:creationId xmlns:a16="http://schemas.microsoft.com/office/drawing/2014/main" id="{A901A95C-8298-CD7E-5E1A-F72160FEDA16}"/>
                  </a:ext>
                </a:extLst>
              </p:cNvPr>
              <p:cNvSpPr>
                <a:spLocks noChangeAspect="1" noChangeArrowheads="1"/>
              </p:cNvSpPr>
              <p:nvPr/>
            </p:nvSpPr>
            <p:spPr bwMode="auto">
              <a:xfrm>
                <a:off x="1530" y="2887"/>
                <a:ext cx="2890" cy="868"/>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61847" name="Oval 14">
              <a:extLst>
                <a:ext uri="{FF2B5EF4-FFF2-40B4-BE49-F238E27FC236}">
                  <a16:creationId xmlns:a16="http://schemas.microsoft.com/office/drawing/2014/main" id="{95AA0BEB-307E-E82B-1B22-E590EF8D6E5E}"/>
                </a:ext>
              </a:extLst>
            </p:cNvPr>
            <p:cNvSpPr>
              <a:spLocks noChangeAspect="1" noChangeArrowheads="1"/>
            </p:cNvSpPr>
            <p:nvPr/>
          </p:nvSpPr>
          <p:spPr bwMode="auto">
            <a:xfrm>
              <a:off x="2215" y="2270"/>
              <a:ext cx="1518" cy="76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61446" name="Freeform 15">
            <a:extLst>
              <a:ext uri="{FF2B5EF4-FFF2-40B4-BE49-F238E27FC236}">
                <a16:creationId xmlns:a16="http://schemas.microsoft.com/office/drawing/2014/main" id="{1D27850B-5860-37DC-1287-B0C474998ACB}"/>
              </a:ext>
            </a:extLst>
          </p:cNvPr>
          <p:cNvSpPr>
            <a:spLocks/>
          </p:cNvSpPr>
          <p:nvPr/>
        </p:nvSpPr>
        <p:spPr bwMode="auto">
          <a:xfrm>
            <a:off x="7224713" y="49213"/>
            <a:ext cx="3371850" cy="3886200"/>
          </a:xfrm>
          <a:custGeom>
            <a:avLst/>
            <a:gdLst>
              <a:gd name="T0" fmla="*/ 168849675 w 2124"/>
              <a:gd name="T1" fmla="*/ 2147483646 h 2448"/>
              <a:gd name="T2" fmla="*/ 572074675 w 2124"/>
              <a:gd name="T3" fmla="*/ 2147483646 h 2448"/>
              <a:gd name="T4" fmla="*/ 841732188 w 2124"/>
              <a:gd name="T5" fmla="*/ 2147483646 h 2448"/>
              <a:gd name="T6" fmla="*/ 587195613 w 2124"/>
              <a:gd name="T7" fmla="*/ 2147483646 h 2448"/>
              <a:gd name="T8" fmla="*/ 1081146238 w 2124"/>
              <a:gd name="T9" fmla="*/ 2147483646 h 2448"/>
              <a:gd name="T10" fmla="*/ 2069047488 w 2124"/>
              <a:gd name="T11" fmla="*/ 2147483646 h 2448"/>
              <a:gd name="T12" fmla="*/ 2147483646 w 2124"/>
              <a:gd name="T13" fmla="*/ 2147483646 h 2448"/>
              <a:gd name="T14" fmla="*/ 2147483646 w 2124"/>
              <a:gd name="T15" fmla="*/ 2147483646 h 2448"/>
              <a:gd name="T16" fmla="*/ 2147483646 w 2124"/>
              <a:gd name="T17" fmla="*/ 2147483646 h 2448"/>
              <a:gd name="T18" fmla="*/ 2147483646 w 2124"/>
              <a:gd name="T19" fmla="*/ 1708665938 h 2448"/>
              <a:gd name="T20" fmla="*/ 2147483646 w 2124"/>
              <a:gd name="T21" fmla="*/ 282257500 h 2448"/>
              <a:gd name="T22" fmla="*/ 2147483646 w 2124"/>
              <a:gd name="T23" fmla="*/ 70564375 h 2448"/>
              <a:gd name="T24" fmla="*/ 423386250 w 2124"/>
              <a:gd name="T25" fmla="*/ 176410938 h 2448"/>
              <a:gd name="T26" fmla="*/ 302418750 w 2124"/>
              <a:gd name="T27" fmla="*/ 1134070313 h 2448"/>
              <a:gd name="T28" fmla="*/ 511590925 w 2124"/>
              <a:gd name="T29" fmla="*/ 1688504688 h 2448"/>
              <a:gd name="T30" fmla="*/ 168849675 w 2124"/>
              <a:gd name="T31" fmla="*/ 2147483646 h 24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124"/>
              <a:gd name="T49" fmla="*/ 0 h 2448"/>
              <a:gd name="T50" fmla="*/ 2124 w 2124"/>
              <a:gd name="T51" fmla="*/ 2448 h 244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124" h="2448">
                <a:moveTo>
                  <a:pt x="67" y="990"/>
                </a:moveTo>
                <a:cubicBezTo>
                  <a:pt x="27" y="1066"/>
                  <a:pt x="183" y="1206"/>
                  <a:pt x="227" y="1359"/>
                </a:cubicBezTo>
                <a:cubicBezTo>
                  <a:pt x="271" y="1512"/>
                  <a:pt x="333" y="1748"/>
                  <a:pt x="334" y="1911"/>
                </a:cubicBezTo>
                <a:cubicBezTo>
                  <a:pt x="335" y="2074"/>
                  <a:pt x="217" y="2249"/>
                  <a:pt x="233" y="2338"/>
                </a:cubicBezTo>
                <a:cubicBezTo>
                  <a:pt x="249" y="2427"/>
                  <a:pt x="331" y="2448"/>
                  <a:pt x="429" y="2445"/>
                </a:cubicBezTo>
                <a:cubicBezTo>
                  <a:pt x="527" y="2442"/>
                  <a:pt x="679" y="2351"/>
                  <a:pt x="821" y="2321"/>
                </a:cubicBezTo>
                <a:cubicBezTo>
                  <a:pt x="963" y="2291"/>
                  <a:pt x="1110" y="2289"/>
                  <a:pt x="1285" y="2265"/>
                </a:cubicBezTo>
                <a:cubicBezTo>
                  <a:pt x="1460" y="2241"/>
                  <a:pt x="1738" y="2250"/>
                  <a:pt x="1874" y="2174"/>
                </a:cubicBezTo>
                <a:cubicBezTo>
                  <a:pt x="2010" y="2098"/>
                  <a:pt x="2078" y="2060"/>
                  <a:pt x="2101" y="1811"/>
                </a:cubicBezTo>
                <a:cubicBezTo>
                  <a:pt x="2124" y="1562"/>
                  <a:pt x="2044" y="961"/>
                  <a:pt x="2011" y="678"/>
                </a:cubicBezTo>
                <a:cubicBezTo>
                  <a:pt x="1978" y="395"/>
                  <a:pt x="2049" y="220"/>
                  <a:pt x="1902" y="112"/>
                </a:cubicBezTo>
                <a:cubicBezTo>
                  <a:pt x="1755" y="4"/>
                  <a:pt x="1419" y="35"/>
                  <a:pt x="1130" y="28"/>
                </a:cubicBezTo>
                <a:cubicBezTo>
                  <a:pt x="841" y="21"/>
                  <a:pt x="336" y="0"/>
                  <a:pt x="168" y="70"/>
                </a:cubicBezTo>
                <a:cubicBezTo>
                  <a:pt x="0" y="140"/>
                  <a:pt x="114" y="350"/>
                  <a:pt x="120" y="450"/>
                </a:cubicBezTo>
                <a:cubicBezTo>
                  <a:pt x="126" y="550"/>
                  <a:pt x="212" y="580"/>
                  <a:pt x="203" y="670"/>
                </a:cubicBezTo>
                <a:cubicBezTo>
                  <a:pt x="194" y="760"/>
                  <a:pt x="95" y="923"/>
                  <a:pt x="67" y="990"/>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endParaRPr lang="en-GB"/>
          </a:p>
        </p:txBody>
      </p:sp>
      <p:sp>
        <p:nvSpPr>
          <p:cNvPr id="61447" name="Freeform 16">
            <a:extLst>
              <a:ext uri="{FF2B5EF4-FFF2-40B4-BE49-F238E27FC236}">
                <a16:creationId xmlns:a16="http://schemas.microsoft.com/office/drawing/2014/main" id="{D692EAAB-1E38-D81C-5B9A-538611A8D5BF}"/>
              </a:ext>
            </a:extLst>
          </p:cNvPr>
          <p:cNvSpPr>
            <a:spLocks/>
          </p:cNvSpPr>
          <p:nvPr/>
        </p:nvSpPr>
        <p:spPr bwMode="auto">
          <a:xfrm>
            <a:off x="4737101" y="52389"/>
            <a:ext cx="2828925" cy="3748087"/>
          </a:xfrm>
          <a:custGeom>
            <a:avLst/>
            <a:gdLst>
              <a:gd name="T0" fmla="*/ 332660625 w 1782"/>
              <a:gd name="T1" fmla="*/ 1577617602 h 2361"/>
              <a:gd name="T2" fmla="*/ 614918125 w 1782"/>
              <a:gd name="T3" fmla="*/ 1083667043 h 2361"/>
              <a:gd name="T4" fmla="*/ 975301263 w 1782"/>
              <a:gd name="T5" fmla="*/ 859372373 h 2361"/>
              <a:gd name="T6" fmla="*/ 1355844063 w 1782"/>
              <a:gd name="T7" fmla="*/ 559474613 h 2361"/>
              <a:gd name="T8" fmla="*/ 2147483646 w 1782"/>
              <a:gd name="T9" fmla="*/ 80644989 h 2361"/>
              <a:gd name="T10" fmla="*/ 2147483646 w 1782"/>
              <a:gd name="T11" fmla="*/ 110886860 h 2361"/>
              <a:gd name="T12" fmla="*/ 2147483646 w 1782"/>
              <a:gd name="T13" fmla="*/ 740925839 h 2361"/>
              <a:gd name="T14" fmla="*/ 2147483646 w 1782"/>
              <a:gd name="T15" fmla="*/ 1607859473 h 2361"/>
              <a:gd name="T16" fmla="*/ 2147483646 w 1782"/>
              <a:gd name="T17" fmla="*/ 2147483646 h 2361"/>
              <a:gd name="T18" fmla="*/ 2147483646 w 1782"/>
              <a:gd name="T19" fmla="*/ 2147483646 h 2361"/>
              <a:gd name="T20" fmla="*/ 2147483646 w 1782"/>
              <a:gd name="T21" fmla="*/ 2147483646 h 2361"/>
              <a:gd name="T22" fmla="*/ 2147483646 w 1782"/>
              <a:gd name="T23" fmla="*/ 2147483646 h 2361"/>
              <a:gd name="T24" fmla="*/ 2147483646 w 1782"/>
              <a:gd name="T25" fmla="*/ 2147483646 h 2361"/>
              <a:gd name="T26" fmla="*/ 2147483646 w 1782"/>
              <a:gd name="T27" fmla="*/ 2147483646 h 2361"/>
              <a:gd name="T28" fmla="*/ 1514614700 w 1782"/>
              <a:gd name="T29" fmla="*/ 2147483646 h 2361"/>
              <a:gd name="T30" fmla="*/ 1305440938 w 1782"/>
              <a:gd name="T31" fmla="*/ 2147483646 h 2361"/>
              <a:gd name="T32" fmla="*/ 645160000 w 1782"/>
              <a:gd name="T33" fmla="*/ 2147483646 h 2361"/>
              <a:gd name="T34" fmla="*/ 599797188 w 1782"/>
              <a:gd name="T35" fmla="*/ 2147483646 h 2361"/>
              <a:gd name="T36" fmla="*/ 93246575 w 1782"/>
              <a:gd name="T37" fmla="*/ 2147483646 h 2361"/>
              <a:gd name="T38" fmla="*/ 47883763 w 1782"/>
              <a:gd name="T39" fmla="*/ 2147483646 h 2361"/>
              <a:gd name="T40" fmla="*/ 332660625 w 1782"/>
              <a:gd name="T41" fmla="*/ 1577617602 h 236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82"/>
              <a:gd name="T64" fmla="*/ 0 h 2361"/>
              <a:gd name="T65" fmla="*/ 1782 w 1782"/>
              <a:gd name="T66" fmla="*/ 2361 h 236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82" h="2361">
                <a:moveTo>
                  <a:pt x="132" y="626"/>
                </a:moveTo>
                <a:cubicBezTo>
                  <a:pt x="170" y="530"/>
                  <a:pt x="202" y="477"/>
                  <a:pt x="244" y="430"/>
                </a:cubicBezTo>
                <a:cubicBezTo>
                  <a:pt x="286" y="383"/>
                  <a:pt x="338" y="376"/>
                  <a:pt x="387" y="341"/>
                </a:cubicBezTo>
                <a:cubicBezTo>
                  <a:pt x="436" y="306"/>
                  <a:pt x="456" y="273"/>
                  <a:pt x="538" y="222"/>
                </a:cubicBezTo>
                <a:cubicBezTo>
                  <a:pt x="620" y="171"/>
                  <a:pt x="745" y="62"/>
                  <a:pt x="880" y="32"/>
                </a:cubicBezTo>
                <a:cubicBezTo>
                  <a:pt x="1015" y="2"/>
                  <a:pt x="1243" y="0"/>
                  <a:pt x="1349" y="44"/>
                </a:cubicBezTo>
                <a:cubicBezTo>
                  <a:pt x="1455" y="88"/>
                  <a:pt x="1469" y="195"/>
                  <a:pt x="1515" y="294"/>
                </a:cubicBezTo>
                <a:cubicBezTo>
                  <a:pt x="1561" y="393"/>
                  <a:pt x="1629" y="523"/>
                  <a:pt x="1628" y="638"/>
                </a:cubicBezTo>
                <a:cubicBezTo>
                  <a:pt x="1627" y="753"/>
                  <a:pt x="1501" y="860"/>
                  <a:pt x="1509" y="982"/>
                </a:cubicBezTo>
                <a:cubicBezTo>
                  <a:pt x="1517" y="1104"/>
                  <a:pt x="1630" y="1221"/>
                  <a:pt x="1675" y="1368"/>
                </a:cubicBezTo>
                <a:cubicBezTo>
                  <a:pt x="1720" y="1515"/>
                  <a:pt x="1782" y="1717"/>
                  <a:pt x="1782" y="1867"/>
                </a:cubicBezTo>
                <a:cubicBezTo>
                  <a:pt x="1782" y="2017"/>
                  <a:pt x="1746" y="2209"/>
                  <a:pt x="1675" y="2271"/>
                </a:cubicBezTo>
                <a:cubicBezTo>
                  <a:pt x="1604" y="2333"/>
                  <a:pt x="1424" y="2303"/>
                  <a:pt x="1355" y="2241"/>
                </a:cubicBezTo>
                <a:cubicBezTo>
                  <a:pt x="1286" y="2179"/>
                  <a:pt x="1426" y="1921"/>
                  <a:pt x="1260" y="1897"/>
                </a:cubicBezTo>
                <a:cubicBezTo>
                  <a:pt x="1094" y="1873"/>
                  <a:pt x="708" y="1885"/>
                  <a:pt x="601" y="1909"/>
                </a:cubicBezTo>
                <a:cubicBezTo>
                  <a:pt x="494" y="1933"/>
                  <a:pt x="575" y="2222"/>
                  <a:pt x="518" y="2283"/>
                </a:cubicBezTo>
                <a:cubicBezTo>
                  <a:pt x="465" y="2345"/>
                  <a:pt x="303" y="2361"/>
                  <a:pt x="256" y="2277"/>
                </a:cubicBezTo>
                <a:cubicBezTo>
                  <a:pt x="209" y="2193"/>
                  <a:pt x="274" y="1910"/>
                  <a:pt x="238" y="1778"/>
                </a:cubicBezTo>
                <a:cubicBezTo>
                  <a:pt x="202" y="1646"/>
                  <a:pt x="74" y="1616"/>
                  <a:pt x="37" y="1487"/>
                </a:cubicBezTo>
                <a:cubicBezTo>
                  <a:pt x="0" y="1358"/>
                  <a:pt x="3" y="1149"/>
                  <a:pt x="19" y="1006"/>
                </a:cubicBezTo>
                <a:cubicBezTo>
                  <a:pt x="35" y="863"/>
                  <a:pt x="94" y="710"/>
                  <a:pt x="132" y="626"/>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endParaRPr lang="en-GB"/>
          </a:p>
        </p:txBody>
      </p:sp>
      <p:sp>
        <p:nvSpPr>
          <p:cNvPr id="61448" name="Freeform 17">
            <a:extLst>
              <a:ext uri="{FF2B5EF4-FFF2-40B4-BE49-F238E27FC236}">
                <a16:creationId xmlns:a16="http://schemas.microsoft.com/office/drawing/2014/main" id="{468488BA-A47E-3394-0D85-F28DFF1600C9}"/>
              </a:ext>
            </a:extLst>
          </p:cNvPr>
          <p:cNvSpPr>
            <a:spLocks/>
          </p:cNvSpPr>
          <p:nvPr/>
        </p:nvSpPr>
        <p:spPr bwMode="auto">
          <a:xfrm>
            <a:off x="1770063" y="66675"/>
            <a:ext cx="3784600" cy="3708400"/>
          </a:xfrm>
          <a:custGeom>
            <a:avLst/>
            <a:gdLst>
              <a:gd name="T0" fmla="*/ 2147483646 w 2384"/>
              <a:gd name="T1" fmla="*/ 2147483646 h 2336"/>
              <a:gd name="T2" fmla="*/ 2147483646 w 2384"/>
              <a:gd name="T3" fmla="*/ 2147483646 h 2336"/>
              <a:gd name="T4" fmla="*/ 2147483646 w 2384"/>
              <a:gd name="T5" fmla="*/ 2147483646 h 2336"/>
              <a:gd name="T6" fmla="*/ 2147483646 w 2384"/>
              <a:gd name="T7" fmla="*/ 2147483646 h 2336"/>
              <a:gd name="T8" fmla="*/ 2147483646 w 2384"/>
              <a:gd name="T9" fmla="*/ 2147483646 h 2336"/>
              <a:gd name="T10" fmla="*/ 2147483646 w 2384"/>
              <a:gd name="T11" fmla="*/ 1436489063 h 2336"/>
              <a:gd name="T12" fmla="*/ 2147483646 w 2384"/>
              <a:gd name="T13" fmla="*/ 688003450 h 2336"/>
              <a:gd name="T14" fmla="*/ 2147483646 w 2384"/>
              <a:gd name="T15" fmla="*/ 642639050 h 2336"/>
              <a:gd name="T16" fmla="*/ 2147483646 w 2384"/>
              <a:gd name="T17" fmla="*/ 118446550 h 2336"/>
              <a:gd name="T18" fmla="*/ 2147483646 w 2384"/>
              <a:gd name="T19" fmla="*/ 88206263 h 2336"/>
              <a:gd name="T20" fmla="*/ 1391126250 w 2384"/>
              <a:gd name="T21" fmla="*/ 209172175 h 2336"/>
              <a:gd name="T22" fmla="*/ 466228113 w 2384"/>
              <a:gd name="T23" fmla="*/ 1335682813 h 2336"/>
              <a:gd name="T24" fmla="*/ 352821875 w 2384"/>
              <a:gd name="T25" fmla="*/ 2147483646 h 2336"/>
              <a:gd name="T26" fmla="*/ 118446550 w 2384"/>
              <a:gd name="T27" fmla="*/ 2147483646 h 2336"/>
              <a:gd name="T28" fmla="*/ 1060984988 w 2384"/>
              <a:gd name="T29" fmla="*/ 2147483646 h 2336"/>
              <a:gd name="T30" fmla="*/ 1630540300 w 2384"/>
              <a:gd name="T31" fmla="*/ 2147483646 h 2336"/>
              <a:gd name="T32" fmla="*/ 2147483646 w 2384"/>
              <a:gd name="T33" fmla="*/ 2147483646 h 2336"/>
              <a:gd name="T34" fmla="*/ 2147483646 w 2384"/>
              <a:gd name="T35" fmla="*/ 2147483646 h 23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384"/>
              <a:gd name="T55" fmla="*/ 0 h 2336"/>
              <a:gd name="T56" fmla="*/ 2384 w 2384"/>
              <a:gd name="T57" fmla="*/ 2336 h 23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384" h="2336">
                <a:moveTo>
                  <a:pt x="1401" y="2054"/>
                </a:moveTo>
                <a:cubicBezTo>
                  <a:pt x="1552" y="2098"/>
                  <a:pt x="1676" y="2257"/>
                  <a:pt x="1787" y="2292"/>
                </a:cubicBezTo>
                <a:cubicBezTo>
                  <a:pt x="1898" y="2327"/>
                  <a:pt x="2023" y="2336"/>
                  <a:pt x="2066" y="2262"/>
                </a:cubicBezTo>
                <a:cubicBezTo>
                  <a:pt x="2109" y="2188"/>
                  <a:pt x="2098" y="1979"/>
                  <a:pt x="2048" y="1846"/>
                </a:cubicBezTo>
                <a:cubicBezTo>
                  <a:pt x="1998" y="1713"/>
                  <a:pt x="1789" y="1673"/>
                  <a:pt x="1763" y="1460"/>
                </a:cubicBezTo>
                <a:cubicBezTo>
                  <a:pt x="1737" y="1247"/>
                  <a:pt x="1816" y="768"/>
                  <a:pt x="1894" y="570"/>
                </a:cubicBezTo>
                <a:cubicBezTo>
                  <a:pt x="1972" y="372"/>
                  <a:pt x="2173" y="325"/>
                  <a:pt x="2232" y="273"/>
                </a:cubicBezTo>
                <a:cubicBezTo>
                  <a:pt x="2291" y="221"/>
                  <a:pt x="2246" y="293"/>
                  <a:pt x="2250" y="255"/>
                </a:cubicBezTo>
                <a:cubicBezTo>
                  <a:pt x="2254" y="217"/>
                  <a:pt x="2384" y="84"/>
                  <a:pt x="2256" y="47"/>
                </a:cubicBezTo>
                <a:cubicBezTo>
                  <a:pt x="2128" y="10"/>
                  <a:pt x="1768" y="29"/>
                  <a:pt x="1484" y="35"/>
                </a:cubicBezTo>
                <a:cubicBezTo>
                  <a:pt x="1200" y="41"/>
                  <a:pt x="769" y="0"/>
                  <a:pt x="552" y="83"/>
                </a:cubicBezTo>
                <a:cubicBezTo>
                  <a:pt x="335" y="166"/>
                  <a:pt x="254" y="380"/>
                  <a:pt x="185" y="530"/>
                </a:cubicBezTo>
                <a:cubicBezTo>
                  <a:pt x="116" y="680"/>
                  <a:pt x="163" y="777"/>
                  <a:pt x="140" y="984"/>
                </a:cubicBezTo>
                <a:cubicBezTo>
                  <a:pt x="117" y="1191"/>
                  <a:pt x="0" y="1628"/>
                  <a:pt x="47" y="1775"/>
                </a:cubicBezTo>
                <a:cubicBezTo>
                  <a:pt x="94" y="1922"/>
                  <a:pt x="321" y="1833"/>
                  <a:pt x="421" y="1864"/>
                </a:cubicBezTo>
                <a:cubicBezTo>
                  <a:pt x="521" y="1895"/>
                  <a:pt x="571" y="1931"/>
                  <a:pt x="647" y="1959"/>
                </a:cubicBezTo>
                <a:cubicBezTo>
                  <a:pt x="723" y="1987"/>
                  <a:pt x="752" y="2014"/>
                  <a:pt x="878" y="2030"/>
                </a:cubicBezTo>
                <a:cubicBezTo>
                  <a:pt x="1004" y="2046"/>
                  <a:pt x="1292" y="2049"/>
                  <a:pt x="1401" y="2054"/>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a:lstStyle/>
          <a:p>
            <a:endParaRPr lang="en-GB"/>
          </a:p>
        </p:txBody>
      </p:sp>
      <p:sp>
        <p:nvSpPr>
          <p:cNvPr id="61449" name="Line 29">
            <a:extLst>
              <a:ext uri="{FF2B5EF4-FFF2-40B4-BE49-F238E27FC236}">
                <a16:creationId xmlns:a16="http://schemas.microsoft.com/office/drawing/2014/main" id="{724035D2-AE57-3F95-BE7D-BA4F60AC3979}"/>
              </a:ext>
            </a:extLst>
          </p:cNvPr>
          <p:cNvSpPr>
            <a:spLocks noChangeShapeType="1"/>
          </p:cNvSpPr>
          <p:nvPr/>
        </p:nvSpPr>
        <p:spPr bwMode="auto">
          <a:xfrm flipH="1">
            <a:off x="4079876" y="4816475"/>
            <a:ext cx="968375" cy="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61450" name="Line 30">
            <a:extLst>
              <a:ext uri="{FF2B5EF4-FFF2-40B4-BE49-F238E27FC236}">
                <a16:creationId xmlns:a16="http://schemas.microsoft.com/office/drawing/2014/main" id="{CD9D7E6F-1C18-5A01-4E87-6C6FAF6A3A74}"/>
              </a:ext>
            </a:extLst>
          </p:cNvPr>
          <p:cNvSpPr>
            <a:spLocks noChangeShapeType="1"/>
          </p:cNvSpPr>
          <p:nvPr/>
        </p:nvSpPr>
        <p:spPr bwMode="auto">
          <a:xfrm flipH="1">
            <a:off x="7243764" y="4816475"/>
            <a:ext cx="885825" cy="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61451" name="Line 31">
            <a:extLst>
              <a:ext uri="{FF2B5EF4-FFF2-40B4-BE49-F238E27FC236}">
                <a16:creationId xmlns:a16="http://schemas.microsoft.com/office/drawing/2014/main" id="{A8BDE240-15E9-32DF-4B95-835577A6637F}"/>
              </a:ext>
            </a:extLst>
          </p:cNvPr>
          <p:cNvSpPr>
            <a:spLocks noChangeShapeType="1"/>
          </p:cNvSpPr>
          <p:nvPr/>
        </p:nvSpPr>
        <p:spPr bwMode="auto">
          <a:xfrm flipV="1">
            <a:off x="6188075" y="3268663"/>
            <a:ext cx="0" cy="620712"/>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61452" name="Text Box 32">
            <a:extLst>
              <a:ext uri="{FF2B5EF4-FFF2-40B4-BE49-F238E27FC236}">
                <a16:creationId xmlns:a16="http://schemas.microsoft.com/office/drawing/2014/main" id="{9DF00F81-5161-D28F-F915-4585B8707F6B}"/>
              </a:ext>
            </a:extLst>
          </p:cNvPr>
          <p:cNvSpPr txBox="1">
            <a:spLocks noChangeArrowheads="1"/>
          </p:cNvSpPr>
          <p:nvPr/>
        </p:nvSpPr>
        <p:spPr bwMode="auto">
          <a:xfrm>
            <a:off x="3179764" y="4683126"/>
            <a:ext cx="1095375"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10.0.3.0/24</a:t>
            </a:r>
          </a:p>
        </p:txBody>
      </p:sp>
      <p:sp>
        <p:nvSpPr>
          <p:cNvPr id="61453" name="Text Box 33">
            <a:extLst>
              <a:ext uri="{FF2B5EF4-FFF2-40B4-BE49-F238E27FC236}">
                <a16:creationId xmlns:a16="http://schemas.microsoft.com/office/drawing/2014/main" id="{372BAD24-8426-AC90-9959-A2726CA6B9F3}"/>
              </a:ext>
            </a:extLst>
          </p:cNvPr>
          <p:cNvSpPr txBox="1">
            <a:spLocks noChangeArrowheads="1"/>
          </p:cNvSpPr>
          <p:nvPr/>
        </p:nvSpPr>
        <p:spPr bwMode="auto">
          <a:xfrm>
            <a:off x="8108951" y="4683126"/>
            <a:ext cx="1095375"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10.0.1.0/24</a:t>
            </a:r>
          </a:p>
        </p:txBody>
      </p:sp>
      <p:sp>
        <p:nvSpPr>
          <p:cNvPr id="61454" name="Line 34">
            <a:extLst>
              <a:ext uri="{FF2B5EF4-FFF2-40B4-BE49-F238E27FC236}">
                <a16:creationId xmlns:a16="http://schemas.microsoft.com/office/drawing/2014/main" id="{1BB9EEEB-FF7E-0CD8-E59D-D25BEE02281D}"/>
              </a:ext>
            </a:extLst>
          </p:cNvPr>
          <p:cNvSpPr>
            <a:spLocks noChangeShapeType="1"/>
          </p:cNvSpPr>
          <p:nvPr/>
        </p:nvSpPr>
        <p:spPr bwMode="auto">
          <a:xfrm flipH="1" flipV="1">
            <a:off x="6188075" y="5767388"/>
            <a:ext cx="0" cy="60960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61455" name="Rectangle 35">
            <a:extLst>
              <a:ext uri="{FF2B5EF4-FFF2-40B4-BE49-F238E27FC236}">
                <a16:creationId xmlns:a16="http://schemas.microsoft.com/office/drawing/2014/main" id="{216835F1-A44C-3837-E07E-DB97F17D54AB}"/>
              </a:ext>
            </a:extLst>
          </p:cNvPr>
          <p:cNvSpPr>
            <a:spLocks noChangeArrowheads="1"/>
          </p:cNvSpPr>
          <p:nvPr/>
        </p:nvSpPr>
        <p:spPr bwMode="auto">
          <a:xfrm>
            <a:off x="5137151" y="3921126"/>
            <a:ext cx="2182813" cy="1789113"/>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1456" name="Group 36">
            <a:extLst>
              <a:ext uri="{FF2B5EF4-FFF2-40B4-BE49-F238E27FC236}">
                <a16:creationId xmlns:a16="http://schemas.microsoft.com/office/drawing/2014/main" id="{816F6E5B-387B-4FD3-540C-2C40850439B2}"/>
              </a:ext>
            </a:extLst>
          </p:cNvPr>
          <p:cNvGrpSpPr>
            <a:grpSpLocks noChangeAspect="1"/>
          </p:cNvGrpSpPr>
          <p:nvPr/>
        </p:nvGrpSpPr>
        <p:grpSpPr bwMode="auto">
          <a:xfrm>
            <a:off x="4768850" y="5495926"/>
            <a:ext cx="723900" cy="460375"/>
            <a:chOff x="3312" y="2160"/>
            <a:chExt cx="960" cy="528"/>
          </a:xfrm>
        </p:grpSpPr>
        <p:grpSp>
          <p:nvGrpSpPr>
            <p:cNvPr id="61824" name="Group 37">
              <a:extLst>
                <a:ext uri="{FF2B5EF4-FFF2-40B4-BE49-F238E27FC236}">
                  <a16:creationId xmlns:a16="http://schemas.microsoft.com/office/drawing/2014/main" id="{E52489EE-799E-BCDD-6018-AC1C2DD011EC}"/>
                </a:ext>
              </a:extLst>
            </p:cNvPr>
            <p:cNvGrpSpPr>
              <a:grpSpLocks noChangeAspect="1"/>
            </p:cNvGrpSpPr>
            <p:nvPr/>
          </p:nvGrpSpPr>
          <p:grpSpPr bwMode="auto">
            <a:xfrm>
              <a:off x="3312" y="2160"/>
              <a:ext cx="960" cy="528"/>
              <a:chOff x="3312" y="2160"/>
              <a:chExt cx="960" cy="528"/>
            </a:xfrm>
          </p:grpSpPr>
          <p:sp>
            <p:nvSpPr>
              <p:cNvPr id="61826" name="AutoShape 38">
                <a:extLst>
                  <a:ext uri="{FF2B5EF4-FFF2-40B4-BE49-F238E27FC236}">
                    <a16:creationId xmlns:a16="http://schemas.microsoft.com/office/drawing/2014/main" id="{98F4BA1E-E71B-BADB-62EE-7F2C6FA90654}"/>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1827" name="Group 39">
                <a:extLst>
                  <a:ext uri="{FF2B5EF4-FFF2-40B4-BE49-F238E27FC236}">
                    <a16:creationId xmlns:a16="http://schemas.microsoft.com/office/drawing/2014/main" id="{FC79DEF2-30F1-6CC6-F594-63A08516E9EC}"/>
                  </a:ext>
                </a:extLst>
              </p:cNvPr>
              <p:cNvGrpSpPr>
                <a:grpSpLocks noChangeAspect="1"/>
              </p:cNvGrpSpPr>
              <p:nvPr/>
            </p:nvGrpSpPr>
            <p:grpSpPr bwMode="auto">
              <a:xfrm>
                <a:off x="3488" y="2193"/>
                <a:ext cx="599" cy="207"/>
                <a:chOff x="422" y="1632"/>
                <a:chExt cx="829" cy="298"/>
              </a:xfrm>
            </p:grpSpPr>
            <p:grpSp>
              <p:nvGrpSpPr>
                <p:cNvPr id="61828" name="Group 40">
                  <a:extLst>
                    <a:ext uri="{FF2B5EF4-FFF2-40B4-BE49-F238E27FC236}">
                      <a16:creationId xmlns:a16="http://schemas.microsoft.com/office/drawing/2014/main" id="{6160388C-467D-1907-B94A-7ECBAE74E092}"/>
                    </a:ext>
                  </a:extLst>
                </p:cNvPr>
                <p:cNvGrpSpPr>
                  <a:grpSpLocks noChangeAspect="1"/>
                </p:cNvGrpSpPr>
                <p:nvPr/>
              </p:nvGrpSpPr>
              <p:grpSpPr bwMode="auto">
                <a:xfrm>
                  <a:off x="422" y="1632"/>
                  <a:ext cx="822" cy="291"/>
                  <a:chOff x="422" y="1632"/>
                  <a:chExt cx="822" cy="291"/>
                </a:xfrm>
              </p:grpSpPr>
              <p:sp>
                <p:nvSpPr>
                  <p:cNvPr id="61838" name="Freeform 41">
                    <a:extLst>
                      <a:ext uri="{FF2B5EF4-FFF2-40B4-BE49-F238E27FC236}">
                        <a16:creationId xmlns:a16="http://schemas.microsoft.com/office/drawing/2014/main" id="{37937296-6645-DA24-A727-E473DDAEA18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39" name="Freeform 42">
                    <a:extLst>
                      <a:ext uri="{FF2B5EF4-FFF2-40B4-BE49-F238E27FC236}">
                        <a16:creationId xmlns:a16="http://schemas.microsoft.com/office/drawing/2014/main" id="{2D481E5B-B1A9-6721-69CC-28498B22392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40" name="Freeform 43">
                    <a:extLst>
                      <a:ext uri="{FF2B5EF4-FFF2-40B4-BE49-F238E27FC236}">
                        <a16:creationId xmlns:a16="http://schemas.microsoft.com/office/drawing/2014/main" id="{75BA3BE9-9ACA-94DF-7D8D-1B46C17AD93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41" name="Freeform 44">
                    <a:extLst>
                      <a:ext uri="{FF2B5EF4-FFF2-40B4-BE49-F238E27FC236}">
                        <a16:creationId xmlns:a16="http://schemas.microsoft.com/office/drawing/2014/main" id="{2CD856A7-500F-AD93-0DBE-C7C63D8EC9E9}"/>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42" name="Freeform 45">
                    <a:extLst>
                      <a:ext uri="{FF2B5EF4-FFF2-40B4-BE49-F238E27FC236}">
                        <a16:creationId xmlns:a16="http://schemas.microsoft.com/office/drawing/2014/main" id="{A2B4F082-27A8-4D60-5329-9596D87B663E}"/>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43" name="Freeform 46">
                    <a:extLst>
                      <a:ext uri="{FF2B5EF4-FFF2-40B4-BE49-F238E27FC236}">
                        <a16:creationId xmlns:a16="http://schemas.microsoft.com/office/drawing/2014/main" id="{2D5730A6-8E1F-C261-43B5-E456E3B3B6A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44" name="Freeform 47">
                    <a:extLst>
                      <a:ext uri="{FF2B5EF4-FFF2-40B4-BE49-F238E27FC236}">
                        <a16:creationId xmlns:a16="http://schemas.microsoft.com/office/drawing/2014/main" id="{131AB07D-77AF-A707-1B35-60D3FCEBA400}"/>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45" name="Freeform 48">
                    <a:extLst>
                      <a:ext uri="{FF2B5EF4-FFF2-40B4-BE49-F238E27FC236}">
                        <a16:creationId xmlns:a16="http://schemas.microsoft.com/office/drawing/2014/main" id="{5F664A14-D691-325F-C58C-B372525524E1}"/>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1829" name="Group 49">
                  <a:extLst>
                    <a:ext uri="{FF2B5EF4-FFF2-40B4-BE49-F238E27FC236}">
                      <a16:creationId xmlns:a16="http://schemas.microsoft.com/office/drawing/2014/main" id="{BB7BA948-90D2-D561-493C-36A4A23A6811}"/>
                    </a:ext>
                  </a:extLst>
                </p:cNvPr>
                <p:cNvGrpSpPr>
                  <a:grpSpLocks noChangeAspect="1"/>
                </p:cNvGrpSpPr>
                <p:nvPr/>
              </p:nvGrpSpPr>
              <p:grpSpPr bwMode="auto">
                <a:xfrm>
                  <a:off x="429" y="1639"/>
                  <a:ext cx="822" cy="291"/>
                  <a:chOff x="429" y="1639"/>
                  <a:chExt cx="822" cy="291"/>
                </a:xfrm>
              </p:grpSpPr>
              <p:sp>
                <p:nvSpPr>
                  <p:cNvPr id="61830" name="Freeform 50">
                    <a:extLst>
                      <a:ext uri="{FF2B5EF4-FFF2-40B4-BE49-F238E27FC236}">
                        <a16:creationId xmlns:a16="http://schemas.microsoft.com/office/drawing/2014/main" id="{F214DCBA-C21B-5FDD-125F-5DA23353DEDA}"/>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31" name="Freeform 51">
                    <a:extLst>
                      <a:ext uri="{FF2B5EF4-FFF2-40B4-BE49-F238E27FC236}">
                        <a16:creationId xmlns:a16="http://schemas.microsoft.com/office/drawing/2014/main" id="{E31EFA57-315C-91A1-7E12-EC795D397407}"/>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32" name="Freeform 52">
                    <a:extLst>
                      <a:ext uri="{FF2B5EF4-FFF2-40B4-BE49-F238E27FC236}">
                        <a16:creationId xmlns:a16="http://schemas.microsoft.com/office/drawing/2014/main" id="{B30B0E74-7B4A-7C4A-70BC-3F78AAC770A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33" name="Freeform 53">
                    <a:extLst>
                      <a:ext uri="{FF2B5EF4-FFF2-40B4-BE49-F238E27FC236}">
                        <a16:creationId xmlns:a16="http://schemas.microsoft.com/office/drawing/2014/main" id="{92180219-4AFA-4271-22D7-315CF8D7AA84}"/>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34" name="Freeform 54">
                    <a:extLst>
                      <a:ext uri="{FF2B5EF4-FFF2-40B4-BE49-F238E27FC236}">
                        <a16:creationId xmlns:a16="http://schemas.microsoft.com/office/drawing/2014/main" id="{A77D65B6-309E-5711-B130-695A6B44218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35" name="Freeform 55">
                    <a:extLst>
                      <a:ext uri="{FF2B5EF4-FFF2-40B4-BE49-F238E27FC236}">
                        <a16:creationId xmlns:a16="http://schemas.microsoft.com/office/drawing/2014/main" id="{C32EB67B-591A-668B-3FB5-35E164B2DB94}"/>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36" name="Freeform 56">
                    <a:extLst>
                      <a:ext uri="{FF2B5EF4-FFF2-40B4-BE49-F238E27FC236}">
                        <a16:creationId xmlns:a16="http://schemas.microsoft.com/office/drawing/2014/main" id="{A6CC0A11-748B-120E-DE9C-7AD4A5E25213}"/>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37" name="Freeform 57">
                    <a:extLst>
                      <a:ext uri="{FF2B5EF4-FFF2-40B4-BE49-F238E27FC236}">
                        <a16:creationId xmlns:a16="http://schemas.microsoft.com/office/drawing/2014/main" id="{C9DCCB6A-6538-1CC6-35E8-5A2C70C31B7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1825" name="WordArt 58">
              <a:extLst>
                <a:ext uri="{FF2B5EF4-FFF2-40B4-BE49-F238E27FC236}">
                  <a16:creationId xmlns:a16="http://schemas.microsoft.com/office/drawing/2014/main" id="{86672083-8707-D434-17A5-57D468773375}"/>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sp>
        <p:nvSpPr>
          <p:cNvPr id="61457" name="Text Box 59">
            <a:extLst>
              <a:ext uri="{FF2B5EF4-FFF2-40B4-BE49-F238E27FC236}">
                <a16:creationId xmlns:a16="http://schemas.microsoft.com/office/drawing/2014/main" id="{875D3178-4092-FBB3-C0A9-B6AC3EC7D780}"/>
              </a:ext>
            </a:extLst>
          </p:cNvPr>
          <p:cNvSpPr txBox="1">
            <a:spLocks noChangeArrowheads="1"/>
          </p:cNvSpPr>
          <p:nvPr/>
        </p:nvSpPr>
        <p:spPr bwMode="auto">
          <a:xfrm>
            <a:off x="5640389" y="6338888"/>
            <a:ext cx="1095375"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10.0.2.0/24</a:t>
            </a:r>
          </a:p>
        </p:txBody>
      </p:sp>
      <p:sp>
        <p:nvSpPr>
          <p:cNvPr id="61458" name="Text Box 60">
            <a:extLst>
              <a:ext uri="{FF2B5EF4-FFF2-40B4-BE49-F238E27FC236}">
                <a16:creationId xmlns:a16="http://schemas.microsoft.com/office/drawing/2014/main" id="{C1AFBA49-C178-B938-491B-8D9954938A35}"/>
              </a:ext>
            </a:extLst>
          </p:cNvPr>
          <p:cNvSpPr txBox="1">
            <a:spLocks noChangeArrowheads="1"/>
          </p:cNvSpPr>
          <p:nvPr/>
        </p:nvSpPr>
        <p:spPr bwMode="auto">
          <a:xfrm>
            <a:off x="5640389" y="3163888"/>
            <a:ext cx="1095375"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10.0.0.0/24</a:t>
            </a:r>
          </a:p>
        </p:txBody>
      </p:sp>
      <p:sp>
        <p:nvSpPr>
          <p:cNvPr id="61459" name="Line 61">
            <a:extLst>
              <a:ext uri="{FF2B5EF4-FFF2-40B4-BE49-F238E27FC236}">
                <a16:creationId xmlns:a16="http://schemas.microsoft.com/office/drawing/2014/main" id="{D8CE9900-FA7E-25DD-1AD9-C63A2A976E93}"/>
              </a:ext>
            </a:extLst>
          </p:cNvPr>
          <p:cNvSpPr>
            <a:spLocks noChangeShapeType="1"/>
          </p:cNvSpPr>
          <p:nvPr/>
        </p:nvSpPr>
        <p:spPr bwMode="auto">
          <a:xfrm>
            <a:off x="6188075" y="3921125"/>
            <a:ext cx="0" cy="17526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61460" name="Group 62">
            <a:extLst>
              <a:ext uri="{FF2B5EF4-FFF2-40B4-BE49-F238E27FC236}">
                <a16:creationId xmlns:a16="http://schemas.microsoft.com/office/drawing/2014/main" id="{6F031240-D054-6EDD-A8E1-559FB4DCA4D7}"/>
              </a:ext>
            </a:extLst>
          </p:cNvPr>
          <p:cNvGrpSpPr>
            <a:grpSpLocks noChangeAspect="1"/>
          </p:cNvGrpSpPr>
          <p:nvPr/>
        </p:nvGrpSpPr>
        <p:grpSpPr bwMode="auto">
          <a:xfrm>
            <a:off x="5832475" y="4584701"/>
            <a:ext cx="723900" cy="460375"/>
            <a:chOff x="3312" y="2160"/>
            <a:chExt cx="960" cy="528"/>
          </a:xfrm>
        </p:grpSpPr>
        <p:grpSp>
          <p:nvGrpSpPr>
            <p:cNvPr id="61802" name="Group 63">
              <a:extLst>
                <a:ext uri="{FF2B5EF4-FFF2-40B4-BE49-F238E27FC236}">
                  <a16:creationId xmlns:a16="http://schemas.microsoft.com/office/drawing/2014/main" id="{C76C15BB-7017-D7C8-80B2-477CB3F693F1}"/>
                </a:ext>
              </a:extLst>
            </p:cNvPr>
            <p:cNvGrpSpPr>
              <a:grpSpLocks noChangeAspect="1"/>
            </p:cNvGrpSpPr>
            <p:nvPr/>
          </p:nvGrpSpPr>
          <p:grpSpPr bwMode="auto">
            <a:xfrm>
              <a:off x="3312" y="2160"/>
              <a:ext cx="960" cy="528"/>
              <a:chOff x="3312" y="2160"/>
              <a:chExt cx="960" cy="528"/>
            </a:xfrm>
          </p:grpSpPr>
          <p:sp>
            <p:nvSpPr>
              <p:cNvPr id="61804" name="AutoShape 64">
                <a:extLst>
                  <a:ext uri="{FF2B5EF4-FFF2-40B4-BE49-F238E27FC236}">
                    <a16:creationId xmlns:a16="http://schemas.microsoft.com/office/drawing/2014/main" id="{1703DFFC-02DC-C6C1-19D4-75FE3A1A3987}"/>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1805" name="Group 65">
                <a:extLst>
                  <a:ext uri="{FF2B5EF4-FFF2-40B4-BE49-F238E27FC236}">
                    <a16:creationId xmlns:a16="http://schemas.microsoft.com/office/drawing/2014/main" id="{8E26D71A-A231-806E-C1F1-F16FBE48E06D}"/>
                  </a:ext>
                </a:extLst>
              </p:cNvPr>
              <p:cNvGrpSpPr>
                <a:grpSpLocks noChangeAspect="1"/>
              </p:cNvGrpSpPr>
              <p:nvPr/>
            </p:nvGrpSpPr>
            <p:grpSpPr bwMode="auto">
              <a:xfrm>
                <a:off x="3488" y="2193"/>
                <a:ext cx="599" cy="207"/>
                <a:chOff x="422" y="1632"/>
                <a:chExt cx="829" cy="298"/>
              </a:xfrm>
            </p:grpSpPr>
            <p:grpSp>
              <p:nvGrpSpPr>
                <p:cNvPr id="61806" name="Group 66">
                  <a:extLst>
                    <a:ext uri="{FF2B5EF4-FFF2-40B4-BE49-F238E27FC236}">
                      <a16:creationId xmlns:a16="http://schemas.microsoft.com/office/drawing/2014/main" id="{A86D0318-5CD0-D4FF-78BF-380BF360A411}"/>
                    </a:ext>
                  </a:extLst>
                </p:cNvPr>
                <p:cNvGrpSpPr>
                  <a:grpSpLocks noChangeAspect="1"/>
                </p:cNvGrpSpPr>
                <p:nvPr/>
              </p:nvGrpSpPr>
              <p:grpSpPr bwMode="auto">
                <a:xfrm>
                  <a:off x="422" y="1632"/>
                  <a:ext cx="822" cy="291"/>
                  <a:chOff x="422" y="1632"/>
                  <a:chExt cx="822" cy="291"/>
                </a:xfrm>
              </p:grpSpPr>
              <p:sp>
                <p:nvSpPr>
                  <p:cNvPr id="61816" name="Freeform 67">
                    <a:extLst>
                      <a:ext uri="{FF2B5EF4-FFF2-40B4-BE49-F238E27FC236}">
                        <a16:creationId xmlns:a16="http://schemas.microsoft.com/office/drawing/2014/main" id="{01AFB3C9-A278-5133-C886-D4248E6B2EAF}"/>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17" name="Freeform 68">
                    <a:extLst>
                      <a:ext uri="{FF2B5EF4-FFF2-40B4-BE49-F238E27FC236}">
                        <a16:creationId xmlns:a16="http://schemas.microsoft.com/office/drawing/2014/main" id="{93C04909-C087-7DD6-5341-556AC5882B4C}"/>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18" name="Freeform 69">
                    <a:extLst>
                      <a:ext uri="{FF2B5EF4-FFF2-40B4-BE49-F238E27FC236}">
                        <a16:creationId xmlns:a16="http://schemas.microsoft.com/office/drawing/2014/main" id="{A9464381-B351-2C12-2976-E9062580912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19" name="Freeform 70">
                    <a:extLst>
                      <a:ext uri="{FF2B5EF4-FFF2-40B4-BE49-F238E27FC236}">
                        <a16:creationId xmlns:a16="http://schemas.microsoft.com/office/drawing/2014/main" id="{A309CEED-F3AD-9127-E102-3867D9F45EA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20" name="Freeform 71">
                    <a:extLst>
                      <a:ext uri="{FF2B5EF4-FFF2-40B4-BE49-F238E27FC236}">
                        <a16:creationId xmlns:a16="http://schemas.microsoft.com/office/drawing/2014/main" id="{1A33F41E-95D5-80DC-8E38-13F1802B1B3B}"/>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21" name="Freeform 72">
                    <a:extLst>
                      <a:ext uri="{FF2B5EF4-FFF2-40B4-BE49-F238E27FC236}">
                        <a16:creationId xmlns:a16="http://schemas.microsoft.com/office/drawing/2014/main" id="{7737FFB3-DB8C-9744-6780-A422C423FC66}"/>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22" name="Freeform 73">
                    <a:extLst>
                      <a:ext uri="{FF2B5EF4-FFF2-40B4-BE49-F238E27FC236}">
                        <a16:creationId xmlns:a16="http://schemas.microsoft.com/office/drawing/2014/main" id="{6A641E98-8306-1F6E-DFC4-CFEB1D02860A}"/>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23" name="Freeform 74">
                    <a:extLst>
                      <a:ext uri="{FF2B5EF4-FFF2-40B4-BE49-F238E27FC236}">
                        <a16:creationId xmlns:a16="http://schemas.microsoft.com/office/drawing/2014/main" id="{1CBA5B00-10CD-CB2B-A5EB-1E0F76A0B60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1807" name="Group 75">
                  <a:extLst>
                    <a:ext uri="{FF2B5EF4-FFF2-40B4-BE49-F238E27FC236}">
                      <a16:creationId xmlns:a16="http://schemas.microsoft.com/office/drawing/2014/main" id="{F736A3F5-8079-5F66-A3DA-D3203C8740D7}"/>
                    </a:ext>
                  </a:extLst>
                </p:cNvPr>
                <p:cNvGrpSpPr>
                  <a:grpSpLocks noChangeAspect="1"/>
                </p:cNvGrpSpPr>
                <p:nvPr/>
              </p:nvGrpSpPr>
              <p:grpSpPr bwMode="auto">
                <a:xfrm>
                  <a:off x="429" y="1639"/>
                  <a:ext cx="822" cy="291"/>
                  <a:chOff x="429" y="1639"/>
                  <a:chExt cx="822" cy="291"/>
                </a:xfrm>
              </p:grpSpPr>
              <p:sp>
                <p:nvSpPr>
                  <p:cNvPr id="61808" name="Freeform 76">
                    <a:extLst>
                      <a:ext uri="{FF2B5EF4-FFF2-40B4-BE49-F238E27FC236}">
                        <a16:creationId xmlns:a16="http://schemas.microsoft.com/office/drawing/2014/main" id="{586FACC7-97A1-D7E9-24FE-67403D3EF05F}"/>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09" name="Freeform 77">
                    <a:extLst>
                      <a:ext uri="{FF2B5EF4-FFF2-40B4-BE49-F238E27FC236}">
                        <a16:creationId xmlns:a16="http://schemas.microsoft.com/office/drawing/2014/main" id="{D8F0DBFE-4244-34BF-1F11-4CA9B56621F2}"/>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10" name="Freeform 78">
                    <a:extLst>
                      <a:ext uri="{FF2B5EF4-FFF2-40B4-BE49-F238E27FC236}">
                        <a16:creationId xmlns:a16="http://schemas.microsoft.com/office/drawing/2014/main" id="{DB8CD0A2-88B5-FF99-C3BD-D66A475D498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11" name="Freeform 79">
                    <a:extLst>
                      <a:ext uri="{FF2B5EF4-FFF2-40B4-BE49-F238E27FC236}">
                        <a16:creationId xmlns:a16="http://schemas.microsoft.com/office/drawing/2014/main" id="{3D04ED7B-B35F-B98E-B7DC-6F3D2AA9B1F1}"/>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12" name="Freeform 80">
                    <a:extLst>
                      <a:ext uri="{FF2B5EF4-FFF2-40B4-BE49-F238E27FC236}">
                        <a16:creationId xmlns:a16="http://schemas.microsoft.com/office/drawing/2014/main" id="{6D3310E2-625A-17A6-A7E3-66707DB5340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13" name="Freeform 81">
                    <a:extLst>
                      <a:ext uri="{FF2B5EF4-FFF2-40B4-BE49-F238E27FC236}">
                        <a16:creationId xmlns:a16="http://schemas.microsoft.com/office/drawing/2014/main" id="{FCEF4D29-4303-BDCA-F942-544301820F7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14" name="Freeform 82">
                    <a:extLst>
                      <a:ext uri="{FF2B5EF4-FFF2-40B4-BE49-F238E27FC236}">
                        <a16:creationId xmlns:a16="http://schemas.microsoft.com/office/drawing/2014/main" id="{0D4B09F2-8C36-4BB9-DB0B-1C582D731E2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815" name="Freeform 83">
                    <a:extLst>
                      <a:ext uri="{FF2B5EF4-FFF2-40B4-BE49-F238E27FC236}">
                        <a16:creationId xmlns:a16="http://schemas.microsoft.com/office/drawing/2014/main" id="{E7207EB4-1D43-40BD-DCB1-1A2DB4F6A221}"/>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1803" name="WordArt 84">
              <a:extLst>
                <a:ext uri="{FF2B5EF4-FFF2-40B4-BE49-F238E27FC236}">
                  <a16:creationId xmlns:a16="http://schemas.microsoft.com/office/drawing/2014/main" id="{EBE7B567-EFA9-7E6B-AC69-77414BCFF2F6}"/>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grpSp>
        <p:nvGrpSpPr>
          <p:cNvPr id="61461" name="Group 85">
            <a:extLst>
              <a:ext uri="{FF2B5EF4-FFF2-40B4-BE49-F238E27FC236}">
                <a16:creationId xmlns:a16="http://schemas.microsoft.com/office/drawing/2014/main" id="{7226BFAE-B03D-9A4E-3B89-E8DF350C9854}"/>
              </a:ext>
            </a:extLst>
          </p:cNvPr>
          <p:cNvGrpSpPr>
            <a:grpSpLocks/>
          </p:cNvGrpSpPr>
          <p:nvPr/>
        </p:nvGrpSpPr>
        <p:grpSpPr bwMode="auto">
          <a:xfrm>
            <a:off x="5991225" y="4200526"/>
            <a:ext cx="406400" cy="339725"/>
            <a:chOff x="144" y="3264"/>
            <a:chExt cx="288" cy="240"/>
          </a:xfrm>
        </p:grpSpPr>
        <p:sp>
          <p:nvSpPr>
            <p:cNvPr id="61800" name="Rectangle 86">
              <a:extLst>
                <a:ext uri="{FF2B5EF4-FFF2-40B4-BE49-F238E27FC236}">
                  <a16:creationId xmlns:a16="http://schemas.microsoft.com/office/drawing/2014/main" id="{50981F9F-D5A9-1C38-D13D-9011A847F6E2}"/>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61801" name="Rectangle 87">
              <a:extLst>
                <a:ext uri="{FF2B5EF4-FFF2-40B4-BE49-F238E27FC236}">
                  <a16:creationId xmlns:a16="http://schemas.microsoft.com/office/drawing/2014/main" id="{6CFD42B7-D730-68B3-9DB5-17CFBE904A2F}"/>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grpSp>
        <p:nvGrpSpPr>
          <p:cNvPr id="61462" name="Group 88">
            <a:extLst>
              <a:ext uri="{FF2B5EF4-FFF2-40B4-BE49-F238E27FC236}">
                <a16:creationId xmlns:a16="http://schemas.microsoft.com/office/drawing/2014/main" id="{8AD92BF6-CE94-7914-6955-2F8073A2E2B8}"/>
              </a:ext>
            </a:extLst>
          </p:cNvPr>
          <p:cNvGrpSpPr>
            <a:grpSpLocks/>
          </p:cNvGrpSpPr>
          <p:nvPr/>
        </p:nvGrpSpPr>
        <p:grpSpPr bwMode="auto">
          <a:xfrm>
            <a:off x="5991225" y="5126039"/>
            <a:ext cx="406400" cy="339725"/>
            <a:chOff x="144" y="3264"/>
            <a:chExt cx="288" cy="240"/>
          </a:xfrm>
        </p:grpSpPr>
        <p:sp>
          <p:nvSpPr>
            <p:cNvPr id="61798" name="Rectangle 89">
              <a:extLst>
                <a:ext uri="{FF2B5EF4-FFF2-40B4-BE49-F238E27FC236}">
                  <a16:creationId xmlns:a16="http://schemas.microsoft.com/office/drawing/2014/main" id="{A7710F34-CF9B-E7EF-948E-B0E2D55BCD49}"/>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61799" name="Rectangle 90">
              <a:extLst>
                <a:ext uri="{FF2B5EF4-FFF2-40B4-BE49-F238E27FC236}">
                  <a16:creationId xmlns:a16="http://schemas.microsoft.com/office/drawing/2014/main" id="{94FC43FE-09C7-8565-AD42-40A070746C8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sp>
        <p:nvSpPr>
          <p:cNvPr id="61463" name="Oval 91">
            <a:extLst>
              <a:ext uri="{FF2B5EF4-FFF2-40B4-BE49-F238E27FC236}">
                <a16:creationId xmlns:a16="http://schemas.microsoft.com/office/drawing/2014/main" id="{0DDC7049-3F52-579F-F028-1B526AF183CB}"/>
              </a:ext>
            </a:extLst>
          </p:cNvPr>
          <p:cNvSpPr>
            <a:spLocks noChangeArrowheads="1"/>
          </p:cNvSpPr>
          <p:nvPr/>
        </p:nvSpPr>
        <p:spPr bwMode="auto">
          <a:xfrm flipH="1">
            <a:off x="4987925" y="466248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D</a:t>
            </a:r>
          </a:p>
        </p:txBody>
      </p:sp>
      <p:sp>
        <p:nvSpPr>
          <p:cNvPr id="61464" name="Oval 92">
            <a:extLst>
              <a:ext uri="{FF2B5EF4-FFF2-40B4-BE49-F238E27FC236}">
                <a16:creationId xmlns:a16="http://schemas.microsoft.com/office/drawing/2014/main" id="{FC9098E6-4816-B352-9776-262C3BB07A1C}"/>
              </a:ext>
            </a:extLst>
          </p:cNvPr>
          <p:cNvSpPr>
            <a:spLocks noChangeArrowheads="1"/>
          </p:cNvSpPr>
          <p:nvPr/>
        </p:nvSpPr>
        <p:spPr bwMode="auto">
          <a:xfrm flipH="1">
            <a:off x="6035675" y="3806825"/>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A</a:t>
            </a:r>
          </a:p>
        </p:txBody>
      </p:sp>
      <p:sp>
        <p:nvSpPr>
          <p:cNvPr id="61465" name="Oval 93">
            <a:extLst>
              <a:ext uri="{FF2B5EF4-FFF2-40B4-BE49-F238E27FC236}">
                <a16:creationId xmlns:a16="http://schemas.microsoft.com/office/drawing/2014/main" id="{5E4DBF53-B6C9-AF84-DE13-696C3DF72FAD}"/>
              </a:ext>
            </a:extLst>
          </p:cNvPr>
          <p:cNvSpPr>
            <a:spLocks noChangeArrowheads="1"/>
          </p:cNvSpPr>
          <p:nvPr/>
        </p:nvSpPr>
        <p:spPr bwMode="auto">
          <a:xfrm flipH="1">
            <a:off x="7165975" y="466248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B</a:t>
            </a:r>
          </a:p>
        </p:txBody>
      </p:sp>
      <p:sp>
        <p:nvSpPr>
          <p:cNvPr id="61466" name="Oval 94">
            <a:extLst>
              <a:ext uri="{FF2B5EF4-FFF2-40B4-BE49-F238E27FC236}">
                <a16:creationId xmlns:a16="http://schemas.microsoft.com/office/drawing/2014/main" id="{4EF48DA6-1423-4E01-9953-9FAECEA1A78D}"/>
              </a:ext>
            </a:extLst>
          </p:cNvPr>
          <p:cNvSpPr>
            <a:spLocks noChangeArrowheads="1"/>
          </p:cNvSpPr>
          <p:nvPr/>
        </p:nvSpPr>
        <p:spPr bwMode="auto">
          <a:xfrm flipH="1">
            <a:off x="6035675" y="555783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C</a:t>
            </a:r>
          </a:p>
        </p:txBody>
      </p:sp>
      <p:sp>
        <p:nvSpPr>
          <p:cNvPr id="61467" name="AutoShape 95">
            <a:extLst>
              <a:ext uri="{FF2B5EF4-FFF2-40B4-BE49-F238E27FC236}">
                <a16:creationId xmlns:a16="http://schemas.microsoft.com/office/drawing/2014/main" id="{5BAE3799-A93A-2A00-0A96-25A8D64E9170}"/>
              </a:ext>
            </a:extLst>
          </p:cNvPr>
          <p:cNvSpPr>
            <a:spLocks noChangeArrowheads="1"/>
          </p:cNvSpPr>
          <p:nvPr/>
        </p:nvSpPr>
        <p:spPr bwMode="auto">
          <a:xfrm>
            <a:off x="3503614" y="3876676"/>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0.0.0.0</a:t>
            </a:r>
          </a:p>
        </p:txBody>
      </p:sp>
      <p:sp>
        <p:nvSpPr>
          <p:cNvPr id="61468" name="Line 96">
            <a:extLst>
              <a:ext uri="{FF2B5EF4-FFF2-40B4-BE49-F238E27FC236}">
                <a16:creationId xmlns:a16="http://schemas.microsoft.com/office/drawing/2014/main" id="{EE9B5CCA-F470-DE24-43CE-D24D145EE6E9}"/>
              </a:ext>
            </a:extLst>
          </p:cNvPr>
          <p:cNvSpPr>
            <a:spLocks noChangeShapeType="1"/>
          </p:cNvSpPr>
          <p:nvPr/>
        </p:nvSpPr>
        <p:spPr bwMode="auto">
          <a:xfrm>
            <a:off x="3998913" y="1871664"/>
            <a:ext cx="1041400" cy="19208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61469" name="Group 97">
            <a:extLst>
              <a:ext uri="{FF2B5EF4-FFF2-40B4-BE49-F238E27FC236}">
                <a16:creationId xmlns:a16="http://schemas.microsoft.com/office/drawing/2014/main" id="{CF443D33-8E9E-F827-885B-9326989D8B1D}"/>
              </a:ext>
            </a:extLst>
          </p:cNvPr>
          <p:cNvGrpSpPr>
            <a:grpSpLocks/>
          </p:cNvGrpSpPr>
          <p:nvPr/>
        </p:nvGrpSpPr>
        <p:grpSpPr bwMode="auto">
          <a:xfrm>
            <a:off x="3970338" y="2028826"/>
            <a:ext cx="406400" cy="339725"/>
            <a:chOff x="144" y="3264"/>
            <a:chExt cx="288" cy="240"/>
          </a:xfrm>
        </p:grpSpPr>
        <p:sp>
          <p:nvSpPr>
            <p:cNvPr id="61796" name="Rectangle 98">
              <a:extLst>
                <a:ext uri="{FF2B5EF4-FFF2-40B4-BE49-F238E27FC236}">
                  <a16:creationId xmlns:a16="http://schemas.microsoft.com/office/drawing/2014/main" id="{2E4AF593-6D23-1392-CE61-7CD58F0D88ED}"/>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61797" name="Rectangle 99">
              <a:extLst>
                <a:ext uri="{FF2B5EF4-FFF2-40B4-BE49-F238E27FC236}">
                  <a16:creationId xmlns:a16="http://schemas.microsoft.com/office/drawing/2014/main" id="{1D1FFAE7-DF22-6DCA-2437-76C685E9FD51}"/>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61470" name="Group 100">
            <a:extLst>
              <a:ext uri="{FF2B5EF4-FFF2-40B4-BE49-F238E27FC236}">
                <a16:creationId xmlns:a16="http://schemas.microsoft.com/office/drawing/2014/main" id="{C5622A20-2BB7-22E2-EE40-0C5407FC5D6B}"/>
              </a:ext>
            </a:extLst>
          </p:cNvPr>
          <p:cNvGrpSpPr>
            <a:grpSpLocks/>
          </p:cNvGrpSpPr>
          <p:nvPr/>
        </p:nvGrpSpPr>
        <p:grpSpPr bwMode="auto">
          <a:xfrm>
            <a:off x="4656138" y="3263901"/>
            <a:ext cx="406400" cy="339725"/>
            <a:chOff x="144" y="3264"/>
            <a:chExt cx="288" cy="240"/>
          </a:xfrm>
        </p:grpSpPr>
        <p:sp>
          <p:nvSpPr>
            <p:cNvPr id="61794" name="Rectangle 101">
              <a:extLst>
                <a:ext uri="{FF2B5EF4-FFF2-40B4-BE49-F238E27FC236}">
                  <a16:creationId xmlns:a16="http://schemas.microsoft.com/office/drawing/2014/main" id="{0F617C7F-171D-9604-1174-D49F9FC26657}"/>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eth2</a:t>
              </a:r>
            </a:p>
          </p:txBody>
        </p:sp>
        <p:sp>
          <p:nvSpPr>
            <p:cNvPr id="61795" name="Rectangle 102">
              <a:extLst>
                <a:ext uri="{FF2B5EF4-FFF2-40B4-BE49-F238E27FC236}">
                  <a16:creationId xmlns:a16="http://schemas.microsoft.com/office/drawing/2014/main" id="{7C25C959-9319-DBC8-80AE-9885B4B79F6D}"/>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61471" name="Line 103">
            <a:extLst>
              <a:ext uri="{FF2B5EF4-FFF2-40B4-BE49-F238E27FC236}">
                <a16:creationId xmlns:a16="http://schemas.microsoft.com/office/drawing/2014/main" id="{88D231F7-66D7-8BB2-E66F-D9D248EDEE7D}"/>
              </a:ext>
            </a:extLst>
          </p:cNvPr>
          <p:cNvSpPr>
            <a:spLocks noChangeShapeType="1"/>
          </p:cNvSpPr>
          <p:nvPr/>
        </p:nvSpPr>
        <p:spPr bwMode="auto">
          <a:xfrm flipH="1">
            <a:off x="3575051" y="2903538"/>
            <a:ext cx="747713" cy="16510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61472" name="Oval 104">
            <a:extLst>
              <a:ext uri="{FF2B5EF4-FFF2-40B4-BE49-F238E27FC236}">
                <a16:creationId xmlns:a16="http://schemas.microsoft.com/office/drawing/2014/main" id="{041D3B6D-C77A-567C-A570-9D56CC14F8F4}"/>
              </a:ext>
            </a:extLst>
          </p:cNvPr>
          <p:cNvSpPr>
            <a:spLocks noChangeArrowheads="1"/>
          </p:cNvSpPr>
          <p:nvPr/>
        </p:nvSpPr>
        <p:spPr bwMode="auto">
          <a:xfrm flipH="1">
            <a:off x="4351338" y="269240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E</a:t>
            </a:r>
          </a:p>
        </p:txBody>
      </p:sp>
      <p:sp>
        <p:nvSpPr>
          <p:cNvPr id="61473" name="Text Box 105">
            <a:extLst>
              <a:ext uri="{FF2B5EF4-FFF2-40B4-BE49-F238E27FC236}">
                <a16:creationId xmlns:a16="http://schemas.microsoft.com/office/drawing/2014/main" id="{1622F206-A488-59EF-7F24-110ABBE8D786}"/>
              </a:ext>
            </a:extLst>
          </p:cNvPr>
          <p:cNvSpPr txBox="1">
            <a:spLocks noChangeArrowheads="1"/>
          </p:cNvSpPr>
          <p:nvPr/>
        </p:nvSpPr>
        <p:spPr bwMode="auto">
          <a:xfrm>
            <a:off x="2963863" y="2876551"/>
            <a:ext cx="1187450"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100.0.0.0/30</a:t>
            </a:r>
          </a:p>
        </p:txBody>
      </p:sp>
      <p:sp>
        <p:nvSpPr>
          <p:cNvPr id="61474" name="AutoShape 106">
            <a:extLst>
              <a:ext uri="{FF2B5EF4-FFF2-40B4-BE49-F238E27FC236}">
                <a16:creationId xmlns:a16="http://schemas.microsoft.com/office/drawing/2014/main" id="{BA6747CD-8859-DF53-E2E5-B811B76B0166}"/>
              </a:ext>
            </a:extLst>
          </p:cNvPr>
          <p:cNvSpPr>
            <a:spLocks noChangeArrowheads="1"/>
          </p:cNvSpPr>
          <p:nvPr/>
        </p:nvSpPr>
        <p:spPr bwMode="auto">
          <a:xfrm>
            <a:off x="2868614" y="157164"/>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1.1.1.1</a:t>
            </a:r>
          </a:p>
        </p:txBody>
      </p:sp>
      <p:sp>
        <p:nvSpPr>
          <p:cNvPr id="61475" name="AutoShape 107">
            <a:extLst>
              <a:ext uri="{FF2B5EF4-FFF2-40B4-BE49-F238E27FC236}">
                <a16:creationId xmlns:a16="http://schemas.microsoft.com/office/drawing/2014/main" id="{AA3D79AF-5836-D474-E528-750CF1FD293E}"/>
              </a:ext>
            </a:extLst>
          </p:cNvPr>
          <p:cNvSpPr>
            <a:spLocks noChangeArrowheads="1"/>
          </p:cNvSpPr>
          <p:nvPr/>
        </p:nvSpPr>
        <p:spPr bwMode="auto">
          <a:xfrm>
            <a:off x="5927725" y="225426"/>
            <a:ext cx="1011238"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2.2.2.2</a:t>
            </a:r>
          </a:p>
        </p:txBody>
      </p:sp>
      <p:sp>
        <p:nvSpPr>
          <p:cNvPr id="61476" name="AutoShape 108">
            <a:extLst>
              <a:ext uri="{FF2B5EF4-FFF2-40B4-BE49-F238E27FC236}">
                <a16:creationId xmlns:a16="http://schemas.microsoft.com/office/drawing/2014/main" id="{B521C46E-B0B4-DB41-9944-A6EBFF2E482F}"/>
              </a:ext>
            </a:extLst>
          </p:cNvPr>
          <p:cNvSpPr>
            <a:spLocks noChangeArrowheads="1"/>
          </p:cNvSpPr>
          <p:nvPr/>
        </p:nvSpPr>
        <p:spPr bwMode="auto">
          <a:xfrm>
            <a:off x="9551989" y="44451"/>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3.3.3.3</a:t>
            </a:r>
          </a:p>
        </p:txBody>
      </p:sp>
      <p:sp>
        <p:nvSpPr>
          <p:cNvPr id="61477" name="Freeform 109">
            <a:extLst>
              <a:ext uri="{FF2B5EF4-FFF2-40B4-BE49-F238E27FC236}">
                <a16:creationId xmlns:a16="http://schemas.microsoft.com/office/drawing/2014/main" id="{B72E7F6F-7A38-1929-4991-431FAE5189B7}"/>
              </a:ext>
            </a:extLst>
          </p:cNvPr>
          <p:cNvSpPr>
            <a:spLocks/>
          </p:cNvSpPr>
          <p:nvPr/>
        </p:nvSpPr>
        <p:spPr bwMode="auto">
          <a:xfrm>
            <a:off x="2927350" y="1052514"/>
            <a:ext cx="1081088" cy="720725"/>
          </a:xfrm>
          <a:custGeom>
            <a:avLst/>
            <a:gdLst>
              <a:gd name="T0" fmla="*/ 0 w 681"/>
              <a:gd name="T1" fmla="*/ 0 h 454"/>
              <a:gd name="T2" fmla="*/ 1716227994 w 681"/>
              <a:gd name="T3" fmla="*/ 0 h 454"/>
              <a:gd name="T4" fmla="*/ 1716227994 w 681"/>
              <a:gd name="T5" fmla="*/ 1144150938 h 454"/>
              <a:gd name="T6" fmla="*/ 0 60000 65536"/>
              <a:gd name="T7" fmla="*/ 0 60000 65536"/>
              <a:gd name="T8" fmla="*/ 0 60000 65536"/>
              <a:gd name="T9" fmla="*/ 0 w 681"/>
              <a:gd name="T10" fmla="*/ 0 h 454"/>
              <a:gd name="T11" fmla="*/ 681 w 681"/>
              <a:gd name="T12" fmla="*/ 454 h 454"/>
            </a:gdLst>
            <a:ahLst/>
            <a:cxnLst>
              <a:cxn ang="T6">
                <a:pos x="T0" y="T1"/>
              </a:cxn>
              <a:cxn ang="T7">
                <a:pos x="T2" y="T3"/>
              </a:cxn>
              <a:cxn ang="T8">
                <a:pos x="T4" y="T5"/>
              </a:cxn>
            </a:cxnLst>
            <a:rect l="T9" t="T10" r="T11" b="T12"/>
            <a:pathLst>
              <a:path w="681" h="454">
                <a:moveTo>
                  <a:pt x="0" y="0"/>
                </a:moveTo>
                <a:lnTo>
                  <a:pt x="681" y="0"/>
                </a:lnTo>
                <a:lnTo>
                  <a:pt x="681" y="454"/>
                </a:lnTo>
              </a:path>
            </a:pathLst>
          </a:custGeom>
          <a:noFill/>
          <a:ln w="19050"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grpSp>
        <p:nvGrpSpPr>
          <p:cNvPr id="61478" name="Group 110">
            <a:extLst>
              <a:ext uri="{FF2B5EF4-FFF2-40B4-BE49-F238E27FC236}">
                <a16:creationId xmlns:a16="http://schemas.microsoft.com/office/drawing/2014/main" id="{8771C0DF-F464-A134-B60B-48185B197DE7}"/>
              </a:ext>
            </a:extLst>
          </p:cNvPr>
          <p:cNvGrpSpPr>
            <a:grpSpLocks noChangeAspect="1"/>
          </p:cNvGrpSpPr>
          <p:nvPr/>
        </p:nvGrpSpPr>
        <p:grpSpPr bwMode="auto">
          <a:xfrm>
            <a:off x="3636963" y="1512889"/>
            <a:ext cx="723900" cy="460375"/>
            <a:chOff x="3312" y="2160"/>
            <a:chExt cx="960" cy="528"/>
          </a:xfrm>
        </p:grpSpPr>
        <p:grpSp>
          <p:nvGrpSpPr>
            <p:cNvPr id="61772" name="Group 111">
              <a:extLst>
                <a:ext uri="{FF2B5EF4-FFF2-40B4-BE49-F238E27FC236}">
                  <a16:creationId xmlns:a16="http://schemas.microsoft.com/office/drawing/2014/main" id="{F6A62AA9-6881-7141-65BB-18971D3D654F}"/>
                </a:ext>
              </a:extLst>
            </p:cNvPr>
            <p:cNvGrpSpPr>
              <a:grpSpLocks noChangeAspect="1"/>
            </p:cNvGrpSpPr>
            <p:nvPr/>
          </p:nvGrpSpPr>
          <p:grpSpPr bwMode="auto">
            <a:xfrm>
              <a:off x="3312" y="2160"/>
              <a:ext cx="960" cy="528"/>
              <a:chOff x="3312" y="2160"/>
              <a:chExt cx="960" cy="528"/>
            </a:xfrm>
          </p:grpSpPr>
          <p:sp>
            <p:nvSpPr>
              <p:cNvPr id="61774" name="AutoShape 112">
                <a:extLst>
                  <a:ext uri="{FF2B5EF4-FFF2-40B4-BE49-F238E27FC236}">
                    <a16:creationId xmlns:a16="http://schemas.microsoft.com/office/drawing/2014/main" id="{C37F22D4-9556-5D49-A5FA-49831EBAE9E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1775" name="Group 113">
                <a:extLst>
                  <a:ext uri="{FF2B5EF4-FFF2-40B4-BE49-F238E27FC236}">
                    <a16:creationId xmlns:a16="http://schemas.microsoft.com/office/drawing/2014/main" id="{0ED0F942-9339-D51F-ADCA-5CE1B2031536}"/>
                  </a:ext>
                </a:extLst>
              </p:cNvPr>
              <p:cNvGrpSpPr>
                <a:grpSpLocks noChangeAspect="1"/>
              </p:cNvGrpSpPr>
              <p:nvPr/>
            </p:nvGrpSpPr>
            <p:grpSpPr bwMode="auto">
              <a:xfrm>
                <a:off x="3488" y="2193"/>
                <a:ext cx="599" cy="207"/>
                <a:chOff x="422" y="1632"/>
                <a:chExt cx="829" cy="298"/>
              </a:xfrm>
            </p:grpSpPr>
            <p:grpSp>
              <p:nvGrpSpPr>
                <p:cNvPr id="61776" name="Group 114">
                  <a:extLst>
                    <a:ext uri="{FF2B5EF4-FFF2-40B4-BE49-F238E27FC236}">
                      <a16:creationId xmlns:a16="http://schemas.microsoft.com/office/drawing/2014/main" id="{8141DE31-F17C-A9F2-1CC2-6261456242C5}"/>
                    </a:ext>
                  </a:extLst>
                </p:cNvPr>
                <p:cNvGrpSpPr>
                  <a:grpSpLocks noChangeAspect="1"/>
                </p:cNvGrpSpPr>
                <p:nvPr/>
              </p:nvGrpSpPr>
              <p:grpSpPr bwMode="auto">
                <a:xfrm>
                  <a:off x="422" y="1632"/>
                  <a:ext cx="822" cy="291"/>
                  <a:chOff x="422" y="1632"/>
                  <a:chExt cx="822" cy="291"/>
                </a:xfrm>
              </p:grpSpPr>
              <p:sp>
                <p:nvSpPr>
                  <p:cNvPr id="61786" name="Freeform 115">
                    <a:extLst>
                      <a:ext uri="{FF2B5EF4-FFF2-40B4-BE49-F238E27FC236}">
                        <a16:creationId xmlns:a16="http://schemas.microsoft.com/office/drawing/2014/main" id="{EEC094FC-183B-08D0-EC92-28A68568B003}"/>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87" name="Freeform 116">
                    <a:extLst>
                      <a:ext uri="{FF2B5EF4-FFF2-40B4-BE49-F238E27FC236}">
                        <a16:creationId xmlns:a16="http://schemas.microsoft.com/office/drawing/2014/main" id="{C0FCD2F4-BA48-1D04-2FA3-2A91A23A1A9F}"/>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88" name="Freeform 117">
                    <a:extLst>
                      <a:ext uri="{FF2B5EF4-FFF2-40B4-BE49-F238E27FC236}">
                        <a16:creationId xmlns:a16="http://schemas.microsoft.com/office/drawing/2014/main" id="{3337D9E8-1162-783F-B290-64C4A9E0D50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89" name="Freeform 118">
                    <a:extLst>
                      <a:ext uri="{FF2B5EF4-FFF2-40B4-BE49-F238E27FC236}">
                        <a16:creationId xmlns:a16="http://schemas.microsoft.com/office/drawing/2014/main" id="{E370D0C4-C9A4-00DB-10CB-D15D17D821B5}"/>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90" name="Freeform 119">
                    <a:extLst>
                      <a:ext uri="{FF2B5EF4-FFF2-40B4-BE49-F238E27FC236}">
                        <a16:creationId xmlns:a16="http://schemas.microsoft.com/office/drawing/2014/main" id="{D220E7B0-332D-8641-0DE4-0A61F165BF3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91" name="Freeform 120">
                    <a:extLst>
                      <a:ext uri="{FF2B5EF4-FFF2-40B4-BE49-F238E27FC236}">
                        <a16:creationId xmlns:a16="http://schemas.microsoft.com/office/drawing/2014/main" id="{5A45CABA-CBA1-35B5-AFC9-BF3DD8421B3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92" name="Freeform 121">
                    <a:extLst>
                      <a:ext uri="{FF2B5EF4-FFF2-40B4-BE49-F238E27FC236}">
                        <a16:creationId xmlns:a16="http://schemas.microsoft.com/office/drawing/2014/main" id="{63C10F93-7BC9-2903-C1C2-5BEB4EF9DFE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93" name="Freeform 122">
                    <a:extLst>
                      <a:ext uri="{FF2B5EF4-FFF2-40B4-BE49-F238E27FC236}">
                        <a16:creationId xmlns:a16="http://schemas.microsoft.com/office/drawing/2014/main" id="{8265A1AD-96D0-1348-9687-E6D6FEB02AA3}"/>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1777" name="Group 123">
                  <a:extLst>
                    <a:ext uri="{FF2B5EF4-FFF2-40B4-BE49-F238E27FC236}">
                      <a16:creationId xmlns:a16="http://schemas.microsoft.com/office/drawing/2014/main" id="{C55E02C2-C76B-EEC4-67A0-E63BDB3FFCB1}"/>
                    </a:ext>
                  </a:extLst>
                </p:cNvPr>
                <p:cNvGrpSpPr>
                  <a:grpSpLocks noChangeAspect="1"/>
                </p:cNvGrpSpPr>
                <p:nvPr/>
              </p:nvGrpSpPr>
              <p:grpSpPr bwMode="auto">
                <a:xfrm>
                  <a:off x="429" y="1639"/>
                  <a:ext cx="822" cy="291"/>
                  <a:chOff x="429" y="1639"/>
                  <a:chExt cx="822" cy="291"/>
                </a:xfrm>
              </p:grpSpPr>
              <p:sp>
                <p:nvSpPr>
                  <p:cNvPr id="61778" name="Freeform 124">
                    <a:extLst>
                      <a:ext uri="{FF2B5EF4-FFF2-40B4-BE49-F238E27FC236}">
                        <a16:creationId xmlns:a16="http://schemas.microsoft.com/office/drawing/2014/main" id="{BE4BECD4-4D39-2FDD-0BCE-DF28AFC1D58F}"/>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79" name="Freeform 125">
                    <a:extLst>
                      <a:ext uri="{FF2B5EF4-FFF2-40B4-BE49-F238E27FC236}">
                        <a16:creationId xmlns:a16="http://schemas.microsoft.com/office/drawing/2014/main" id="{ADC620CD-3D9B-1E3F-1261-C6135BAA747F}"/>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80" name="Freeform 126">
                    <a:extLst>
                      <a:ext uri="{FF2B5EF4-FFF2-40B4-BE49-F238E27FC236}">
                        <a16:creationId xmlns:a16="http://schemas.microsoft.com/office/drawing/2014/main" id="{6B03D28D-6F61-6EA3-847C-36A5649A259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81" name="Freeform 127">
                    <a:extLst>
                      <a:ext uri="{FF2B5EF4-FFF2-40B4-BE49-F238E27FC236}">
                        <a16:creationId xmlns:a16="http://schemas.microsoft.com/office/drawing/2014/main" id="{F0F3294C-AB72-557F-BC9E-00784B62C91F}"/>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82" name="Freeform 128">
                    <a:extLst>
                      <a:ext uri="{FF2B5EF4-FFF2-40B4-BE49-F238E27FC236}">
                        <a16:creationId xmlns:a16="http://schemas.microsoft.com/office/drawing/2014/main" id="{20AD4E83-9AA7-79D1-B171-0F13373A649F}"/>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83" name="Freeform 129">
                    <a:extLst>
                      <a:ext uri="{FF2B5EF4-FFF2-40B4-BE49-F238E27FC236}">
                        <a16:creationId xmlns:a16="http://schemas.microsoft.com/office/drawing/2014/main" id="{23B2AC5C-9136-FAFB-7F69-38E658289A0F}"/>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84" name="Freeform 130">
                    <a:extLst>
                      <a:ext uri="{FF2B5EF4-FFF2-40B4-BE49-F238E27FC236}">
                        <a16:creationId xmlns:a16="http://schemas.microsoft.com/office/drawing/2014/main" id="{17DF6033-22F6-D4C0-B595-A645215A3B7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85" name="Freeform 131">
                    <a:extLst>
                      <a:ext uri="{FF2B5EF4-FFF2-40B4-BE49-F238E27FC236}">
                        <a16:creationId xmlns:a16="http://schemas.microsoft.com/office/drawing/2014/main" id="{0AB262B3-428B-0BCE-8A34-82124192E4A1}"/>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1773" name="WordArt 132">
              <a:extLst>
                <a:ext uri="{FF2B5EF4-FFF2-40B4-BE49-F238E27FC236}">
                  <a16:creationId xmlns:a16="http://schemas.microsoft.com/office/drawing/2014/main" id="{AD7F8D0A-8FBA-02C1-14D7-E5AF2B2A7028}"/>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r1  </a:t>
              </a:r>
            </a:p>
          </p:txBody>
        </p:sp>
      </p:grpSp>
      <p:grpSp>
        <p:nvGrpSpPr>
          <p:cNvPr id="61479" name="Group 133">
            <a:extLst>
              <a:ext uri="{FF2B5EF4-FFF2-40B4-BE49-F238E27FC236}">
                <a16:creationId xmlns:a16="http://schemas.microsoft.com/office/drawing/2014/main" id="{B5C1E42C-F629-FFAB-2C73-97A22DF78892}"/>
              </a:ext>
            </a:extLst>
          </p:cNvPr>
          <p:cNvGrpSpPr>
            <a:grpSpLocks/>
          </p:cNvGrpSpPr>
          <p:nvPr/>
        </p:nvGrpSpPr>
        <p:grpSpPr bwMode="auto">
          <a:xfrm>
            <a:off x="3313113" y="857251"/>
            <a:ext cx="406400" cy="339725"/>
            <a:chOff x="144" y="3264"/>
            <a:chExt cx="288" cy="240"/>
          </a:xfrm>
        </p:grpSpPr>
        <p:sp>
          <p:nvSpPr>
            <p:cNvPr id="61770" name="Rectangle 134">
              <a:extLst>
                <a:ext uri="{FF2B5EF4-FFF2-40B4-BE49-F238E27FC236}">
                  <a16:creationId xmlns:a16="http://schemas.microsoft.com/office/drawing/2014/main" id="{68FE9E3C-9DE8-C79A-0EB2-6DFCB50E4EF1}"/>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61771" name="Rectangle 135">
              <a:extLst>
                <a:ext uri="{FF2B5EF4-FFF2-40B4-BE49-F238E27FC236}">
                  <a16:creationId xmlns:a16="http://schemas.microsoft.com/office/drawing/2014/main" id="{A034E9AD-E26E-A928-5051-37B744F246D7}"/>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61480" name="Group 136">
            <a:extLst>
              <a:ext uri="{FF2B5EF4-FFF2-40B4-BE49-F238E27FC236}">
                <a16:creationId xmlns:a16="http://schemas.microsoft.com/office/drawing/2014/main" id="{736348AD-DEF1-3BB6-635D-CD511B4DC691}"/>
              </a:ext>
            </a:extLst>
          </p:cNvPr>
          <p:cNvGrpSpPr>
            <a:grpSpLocks/>
          </p:cNvGrpSpPr>
          <p:nvPr/>
        </p:nvGrpSpPr>
        <p:grpSpPr bwMode="auto">
          <a:xfrm>
            <a:off x="4176713" y="1144589"/>
            <a:ext cx="406400" cy="339725"/>
            <a:chOff x="144" y="3264"/>
            <a:chExt cx="288" cy="240"/>
          </a:xfrm>
        </p:grpSpPr>
        <p:sp>
          <p:nvSpPr>
            <p:cNvPr id="61768" name="Rectangle 137">
              <a:extLst>
                <a:ext uri="{FF2B5EF4-FFF2-40B4-BE49-F238E27FC236}">
                  <a16:creationId xmlns:a16="http://schemas.microsoft.com/office/drawing/2014/main" id="{AA7D2B4D-9EFA-2BAB-AD69-7D32AFEDAA58}"/>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61769" name="Rectangle 138">
              <a:extLst>
                <a:ext uri="{FF2B5EF4-FFF2-40B4-BE49-F238E27FC236}">
                  <a16:creationId xmlns:a16="http://schemas.microsoft.com/office/drawing/2014/main" id="{A2507511-D4D9-2BC8-C57D-07B12ACA6685}"/>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61481" name="Line 139">
            <a:extLst>
              <a:ext uri="{FF2B5EF4-FFF2-40B4-BE49-F238E27FC236}">
                <a16:creationId xmlns:a16="http://schemas.microsoft.com/office/drawing/2014/main" id="{F19805FE-3CA7-A7AC-1304-741214073D99}"/>
              </a:ext>
            </a:extLst>
          </p:cNvPr>
          <p:cNvSpPr>
            <a:spLocks noChangeShapeType="1"/>
          </p:cNvSpPr>
          <p:nvPr/>
        </p:nvSpPr>
        <p:spPr bwMode="auto">
          <a:xfrm>
            <a:off x="2886075" y="1196975"/>
            <a:ext cx="0" cy="719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61482" name="Line 140">
            <a:extLst>
              <a:ext uri="{FF2B5EF4-FFF2-40B4-BE49-F238E27FC236}">
                <a16:creationId xmlns:a16="http://schemas.microsoft.com/office/drawing/2014/main" id="{964E23BC-F37B-C8E1-53C0-A6286E52EF80}"/>
              </a:ext>
            </a:extLst>
          </p:cNvPr>
          <p:cNvSpPr>
            <a:spLocks noChangeShapeType="1"/>
          </p:cNvSpPr>
          <p:nvPr/>
        </p:nvSpPr>
        <p:spPr bwMode="auto">
          <a:xfrm flipH="1">
            <a:off x="4008438" y="333375"/>
            <a:ext cx="431800" cy="719138"/>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61483" name="Oval 141">
            <a:extLst>
              <a:ext uri="{FF2B5EF4-FFF2-40B4-BE49-F238E27FC236}">
                <a16:creationId xmlns:a16="http://schemas.microsoft.com/office/drawing/2014/main" id="{5D265BAB-CC52-F058-7906-B2197F9C54D2}"/>
              </a:ext>
            </a:extLst>
          </p:cNvPr>
          <p:cNvSpPr>
            <a:spLocks noChangeArrowheads="1"/>
          </p:cNvSpPr>
          <p:nvPr/>
        </p:nvSpPr>
        <p:spPr bwMode="auto">
          <a:xfrm flipH="1">
            <a:off x="3859213" y="90805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I</a:t>
            </a:r>
          </a:p>
        </p:txBody>
      </p:sp>
      <p:sp>
        <p:nvSpPr>
          <p:cNvPr id="61484" name="Text Box 142">
            <a:extLst>
              <a:ext uri="{FF2B5EF4-FFF2-40B4-BE49-F238E27FC236}">
                <a16:creationId xmlns:a16="http://schemas.microsoft.com/office/drawing/2014/main" id="{ADD80F1B-8244-3121-ABE6-F3A600B0ADE3}"/>
              </a:ext>
            </a:extLst>
          </p:cNvPr>
          <p:cNvSpPr txBox="1">
            <a:spLocks noChangeArrowheads="1"/>
          </p:cNvSpPr>
          <p:nvPr/>
        </p:nvSpPr>
        <p:spPr bwMode="auto">
          <a:xfrm>
            <a:off x="4149725" y="188913"/>
            <a:ext cx="1187450"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200.0.0.0/30</a:t>
            </a:r>
          </a:p>
        </p:txBody>
      </p:sp>
      <p:grpSp>
        <p:nvGrpSpPr>
          <p:cNvPr id="61485" name="Group 143">
            <a:extLst>
              <a:ext uri="{FF2B5EF4-FFF2-40B4-BE49-F238E27FC236}">
                <a16:creationId xmlns:a16="http://schemas.microsoft.com/office/drawing/2014/main" id="{18C69A5B-2DAB-EF61-AE94-F81CEB3698E6}"/>
              </a:ext>
            </a:extLst>
          </p:cNvPr>
          <p:cNvGrpSpPr>
            <a:grpSpLocks noChangeAspect="1"/>
          </p:cNvGrpSpPr>
          <p:nvPr/>
        </p:nvGrpSpPr>
        <p:grpSpPr bwMode="auto">
          <a:xfrm>
            <a:off x="2524125" y="881064"/>
            <a:ext cx="723900" cy="460375"/>
            <a:chOff x="3312" y="2160"/>
            <a:chExt cx="960" cy="528"/>
          </a:xfrm>
        </p:grpSpPr>
        <p:grpSp>
          <p:nvGrpSpPr>
            <p:cNvPr id="61746" name="Group 144">
              <a:extLst>
                <a:ext uri="{FF2B5EF4-FFF2-40B4-BE49-F238E27FC236}">
                  <a16:creationId xmlns:a16="http://schemas.microsoft.com/office/drawing/2014/main" id="{0B30A484-D700-E834-5699-64ECD8D6A882}"/>
                </a:ext>
              </a:extLst>
            </p:cNvPr>
            <p:cNvGrpSpPr>
              <a:grpSpLocks noChangeAspect="1"/>
            </p:cNvGrpSpPr>
            <p:nvPr/>
          </p:nvGrpSpPr>
          <p:grpSpPr bwMode="auto">
            <a:xfrm>
              <a:off x="3312" y="2160"/>
              <a:ext cx="960" cy="528"/>
              <a:chOff x="3312" y="2160"/>
              <a:chExt cx="960" cy="528"/>
            </a:xfrm>
          </p:grpSpPr>
          <p:sp>
            <p:nvSpPr>
              <p:cNvPr id="61748" name="AutoShape 145">
                <a:extLst>
                  <a:ext uri="{FF2B5EF4-FFF2-40B4-BE49-F238E27FC236}">
                    <a16:creationId xmlns:a16="http://schemas.microsoft.com/office/drawing/2014/main" id="{270E1ED2-C540-C244-8DEE-C81260516260}"/>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1749" name="Group 146">
                <a:extLst>
                  <a:ext uri="{FF2B5EF4-FFF2-40B4-BE49-F238E27FC236}">
                    <a16:creationId xmlns:a16="http://schemas.microsoft.com/office/drawing/2014/main" id="{27FF2CCB-5AE9-0C70-551F-49D8D386ED87}"/>
                  </a:ext>
                </a:extLst>
              </p:cNvPr>
              <p:cNvGrpSpPr>
                <a:grpSpLocks noChangeAspect="1"/>
              </p:cNvGrpSpPr>
              <p:nvPr/>
            </p:nvGrpSpPr>
            <p:grpSpPr bwMode="auto">
              <a:xfrm>
                <a:off x="3488" y="2193"/>
                <a:ext cx="599" cy="207"/>
                <a:chOff x="422" y="1632"/>
                <a:chExt cx="829" cy="298"/>
              </a:xfrm>
            </p:grpSpPr>
            <p:grpSp>
              <p:nvGrpSpPr>
                <p:cNvPr id="61750" name="Group 147">
                  <a:extLst>
                    <a:ext uri="{FF2B5EF4-FFF2-40B4-BE49-F238E27FC236}">
                      <a16:creationId xmlns:a16="http://schemas.microsoft.com/office/drawing/2014/main" id="{E4FB5ECE-2DDA-F67B-CC3E-B1F159C1F494}"/>
                    </a:ext>
                  </a:extLst>
                </p:cNvPr>
                <p:cNvGrpSpPr>
                  <a:grpSpLocks noChangeAspect="1"/>
                </p:cNvGrpSpPr>
                <p:nvPr/>
              </p:nvGrpSpPr>
              <p:grpSpPr bwMode="auto">
                <a:xfrm>
                  <a:off x="422" y="1632"/>
                  <a:ext cx="822" cy="291"/>
                  <a:chOff x="422" y="1632"/>
                  <a:chExt cx="822" cy="291"/>
                </a:xfrm>
              </p:grpSpPr>
              <p:sp>
                <p:nvSpPr>
                  <p:cNvPr id="61760" name="Freeform 148">
                    <a:extLst>
                      <a:ext uri="{FF2B5EF4-FFF2-40B4-BE49-F238E27FC236}">
                        <a16:creationId xmlns:a16="http://schemas.microsoft.com/office/drawing/2014/main" id="{9FC9CBD8-6024-BC26-F3F1-7670C2C79861}"/>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61" name="Freeform 149">
                    <a:extLst>
                      <a:ext uri="{FF2B5EF4-FFF2-40B4-BE49-F238E27FC236}">
                        <a16:creationId xmlns:a16="http://schemas.microsoft.com/office/drawing/2014/main" id="{C8BF35A9-A13E-6BD6-11E3-EDED0680F19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62" name="Freeform 150">
                    <a:extLst>
                      <a:ext uri="{FF2B5EF4-FFF2-40B4-BE49-F238E27FC236}">
                        <a16:creationId xmlns:a16="http://schemas.microsoft.com/office/drawing/2014/main" id="{EFB0EED9-CF36-FFE8-51F2-F7DC80ADAFF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63" name="Freeform 151">
                    <a:extLst>
                      <a:ext uri="{FF2B5EF4-FFF2-40B4-BE49-F238E27FC236}">
                        <a16:creationId xmlns:a16="http://schemas.microsoft.com/office/drawing/2014/main" id="{3F6F1F81-441F-9D17-F5CD-E03A55C5A7B4}"/>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64" name="Freeform 152">
                    <a:extLst>
                      <a:ext uri="{FF2B5EF4-FFF2-40B4-BE49-F238E27FC236}">
                        <a16:creationId xmlns:a16="http://schemas.microsoft.com/office/drawing/2014/main" id="{F4B3E1FD-3512-7502-12A4-92043BF5ADE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65" name="Freeform 153">
                    <a:extLst>
                      <a:ext uri="{FF2B5EF4-FFF2-40B4-BE49-F238E27FC236}">
                        <a16:creationId xmlns:a16="http://schemas.microsoft.com/office/drawing/2014/main" id="{84A27842-439F-FED6-EBF6-A82BB751BC5A}"/>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66" name="Freeform 154">
                    <a:extLst>
                      <a:ext uri="{FF2B5EF4-FFF2-40B4-BE49-F238E27FC236}">
                        <a16:creationId xmlns:a16="http://schemas.microsoft.com/office/drawing/2014/main" id="{949E5B3B-3C4F-0978-9A0A-CD2158250C0A}"/>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67" name="Freeform 155">
                    <a:extLst>
                      <a:ext uri="{FF2B5EF4-FFF2-40B4-BE49-F238E27FC236}">
                        <a16:creationId xmlns:a16="http://schemas.microsoft.com/office/drawing/2014/main" id="{BD4E9B03-EAEE-DA5E-0724-2B57402ACF62}"/>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1751" name="Group 156">
                  <a:extLst>
                    <a:ext uri="{FF2B5EF4-FFF2-40B4-BE49-F238E27FC236}">
                      <a16:creationId xmlns:a16="http://schemas.microsoft.com/office/drawing/2014/main" id="{8034C888-FD48-92B4-EBFE-21FC7C5C17C2}"/>
                    </a:ext>
                  </a:extLst>
                </p:cNvPr>
                <p:cNvGrpSpPr>
                  <a:grpSpLocks noChangeAspect="1"/>
                </p:cNvGrpSpPr>
                <p:nvPr/>
              </p:nvGrpSpPr>
              <p:grpSpPr bwMode="auto">
                <a:xfrm>
                  <a:off x="429" y="1639"/>
                  <a:ext cx="822" cy="291"/>
                  <a:chOff x="429" y="1639"/>
                  <a:chExt cx="822" cy="291"/>
                </a:xfrm>
              </p:grpSpPr>
              <p:sp>
                <p:nvSpPr>
                  <p:cNvPr id="61752" name="Freeform 157">
                    <a:extLst>
                      <a:ext uri="{FF2B5EF4-FFF2-40B4-BE49-F238E27FC236}">
                        <a16:creationId xmlns:a16="http://schemas.microsoft.com/office/drawing/2014/main" id="{E299DC66-92ED-34F5-E5A1-E07611FB63CB}"/>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53" name="Freeform 158">
                    <a:extLst>
                      <a:ext uri="{FF2B5EF4-FFF2-40B4-BE49-F238E27FC236}">
                        <a16:creationId xmlns:a16="http://schemas.microsoft.com/office/drawing/2014/main" id="{210D055B-EBE7-B7A0-CEBC-351169F1E41B}"/>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54" name="Freeform 159">
                    <a:extLst>
                      <a:ext uri="{FF2B5EF4-FFF2-40B4-BE49-F238E27FC236}">
                        <a16:creationId xmlns:a16="http://schemas.microsoft.com/office/drawing/2014/main" id="{A80CC63A-B8B4-4BC8-0DCA-6E28D80B68C9}"/>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55" name="Freeform 160">
                    <a:extLst>
                      <a:ext uri="{FF2B5EF4-FFF2-40B4-BE49-F238E27FC236}">
                        <a16:creationId xmlns:a16="http://schemas.microsoft.com/office/drawing/2014/main" id="{D21555CA-2000-4450-B007-937E98FC002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56" name="Freeform 161">
                    <a:extLst>
                      <a:ext uri="{FF2B5EF4-FFF2-40B4-BE49-F238E27FC236}">
                        <a16:creationId xmlns:a16="http://schemas.microsoft.com/office/drawing/2014/main" id="{28966776-335C-76EE-28F9-214773342BF8}"/>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57" name="Freeform 162">
                    <a:extLst>
                      <a:ext uri="{FF2B5EF4-FFF2-40B4-BE49-F238E27FC236}">
                        <a16:creationId xmlns:a16="http://schemas.microsoft.com/office/drawing/2014/main" id="{2C424211-BC38-7C49-305E-F2B9BB298C9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58" name="Freeform 163">
                    <a:extLst>
                      <a:ext uri="{FF2B5EF4-FFF2-40B4-BE49-F238E27FC236}">
                        <a16:creationId xmlns:a16="http://schemas.microsoft.com/office/drawing/2014/main" id="{DD287409-926B-136E-276F-C2862B5B190B}"/>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59" name="Freeform 164">
                    <a:extLst>
                      <a:ext uri="{FF2B5EF4-FFF2-40B4-BE49-F238E27FC236}">
                        <a16:creationId xmlns:a16="http://schemas.microsoft.com/office/drawing/2014/main" id="{5520DE8E-322C-373C-07F5-EA4064612AA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1747" name="WordArt 165">
              <a:extLst>
                <a:ext uri="{FF2B5EF4-FFF2-40B4-BE49-F238E27FC236}">
                  <a16:creationId xmlns:a16="http://schemas.microsoft.com/office/drawing/2014/main" id="{6AE2F3DF-D961-FA42-587A-4E9AEF953763}"/>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r2  </a:t>
              </a:r>
            </a:p>
          </p:txBody>
        </p:sp>
      </p:grpSp>
      <p:sp>
        <p:nvSpPr>
          <p:cNvPr id="61486" name="Line 166">
            <a:extLst>
              <a:ext uri="{FF2B5EF4-FFF2-40B4-BE49-F238E27FC236}">
                <a16:creationId xmlns:a16="http://schemas.microsoft.com/office/drawing/2014/main" id="{2C8E8070-5F30-D1F1-CCAA-41BC90519A95}"/>
              </a:ext>
            </a:extLst>
          </p:cNvPr>
          <p:cNvSpPr>
            <a:spLocks noChangeShapeType="1"/>
          </p:cNvSpPr>
          <p:nvPr/>
        </p:nvSpPr>
        <p:spPr bwMode="auto">
          <a:xfrm flipV="1">
            <a:off x="2886075" y="1916113"/>
            <a:ext cx="0" cy="620712"/>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61487" name="Oval 167">
            <a:extLst>
              <a:ext uri="{FF2B5EF4-FFF2-40B4-BE49-F238E27FC236}">
                <a16:creationId xmlns:a16="http://schemas.microsoft.com/office/drawing/2014/main" id="{A658F8D3-4692-AE28-317E-14C6400CEB63}"/>
              </a:ext>
            </a:extLst>
          </p:cNvPr>
          <p:cNvSpPr>
            <a:spLocks noChangeArrowheads="1"/>
          </p:cNvSpPr>
          <p:nvPr/>
        </p:nvSpPr>
        <p:spPr bwMode="auto">
          <a:xfrm flipH="1">
            <a:off x="2733675" y="190023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J</a:t>
            </a:r>
          </a:p>
        </p:txBody>
      </p:sp>
      <p:sp>
        <p:nvSpPr>
          <p:cNvPr id="61488" name="Text Box 168">
            <a:extLst>
              <a:ext uri="{FF2B5EF4-FFF2-40B4-BE49-F238E27FC236}">
                <a16:creationId xmlns:a16="http://schemas.microsoft.com/office/drawing/2014/main" id="{7BFBB7A0-C83E-2B2B-A3EF-B3CFCBA37C64}"/>
              </a:ext>
            </a:extLst>
          </p:cNvPr>
          <p:cNvSpPr txBox="1">
            <a:spLocks noChangeArrowheads="1"/>
          </p:cNvSpPr>
          <p:nvPr/>
        </p:nvSpPr>
        <p:spPr bwMode="auto">
          <a:xfrm>
            <a:off x="1955800" y="2516188"/>
            <a:ext cx="1187450"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200.0.1.0/24</a:t>
            </a:r>
          </a:p>
        </p:txBody>
      </p:sp>
      <p:sp>
        <p:nvSpPr>
          <p:cNvPr id="61489" name="Line 169">
            <a:extLst>
              <a:ext uri="{FF2B5EF4-FFF2-40B4-BE49-F238E27FC236}">
                <a16:creationId xmlns:a16="http://schemas.microsoft.com/office/drawing/2014/main" id="{90042C09-0E38-D700-AB83-04BA0A0C4A3A}"/>
              </a:ext>
            </a:extLst>
          </p:cNvPr>
          <p:cNvSpPr>
            <a:spLocks noChangeShapeType="1"/>
          </p:cNvSpPr>
          <p:nvPr/>
        </p:nvSpPr>
        <p:spPr bwMode="auto">
          <a:xfrm flipV="1">
            <a:off x="7975600" y="836614"/>
            <a:ext cx="1576388" cy="4778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61490" name="Line 170">
            <a:extLst>
              <a:ext uri="{FF2B5EF4-FFF2-40B4-BE49-F238E27FC236}">
                <a16:creationId xmlns:a16="http://schemas.microsoft.com/office/drawing/2014/main" id="{6024420A-50C7-2926-9124-86169FA2F331}"/>
              </a:ext>
            </a:extLst>
          </p:cNvPr>
          <p:cNvSpPr>
            <a:spLocks noChangeShapeType="1"/>
          </p:cNvSpPr>
          <p:nvPr/>
        </p:nvSpPr>
        <p:spPr bwMode="auto">
          <a:xfrm>
            <a:off x="7880351" y="1368426"/>
            <a:ext cx="1744663" cy="7651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61491" name="Line 171">
            <a:extLst>
              <a:ext uri="{FF2B5EF4-FFF2-40B4-BE49-F238E27FC236}">
                <a16:creationId xmlns:a16="http://schemas.microsoft.com/office/drawing/2014/main" id="{2D384692-8587-42A1-25CD-3AE0AA627913}"/>
              </a:ext>
            </a:extLst>
          </p:cNvPr>
          <p:cNvSpPr>
            <a:spLocks noChangeShapeType="1"/>
          </p:cNvSpPr>
          <p:nvPr/>
        </p:nvSpPr>
        <p:spPr bwMode="auto">
          <a:xfrm>
            <a:off x="9551989" y="836614"/>
            <a:ext cx="1587" cy="115252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61492" name="Group 172">
            <a:extLst>
              <a:ext uri="{FF2B5EF4-FFF2-40B4-BE49-F238E27FC236}">
                <a16:creationId xmlns:a16="http://schemas.microsoft.com/office/drawing/2014/main" id="{20219749-5483-FE19-3BCA-9FEB97899D08}"/>
              </a:ext>
            </a:extLst>
          </p:cNvPr>
          <p:cNvGrpSpPr>
            <a:grpSpLocks noChangeAspect="1"/>
          </p:cNvGrpSpPr>
          <p:nvPr/>
        </p:nvGrpSpPr>
        <p:grpSpPr bwMode="auto">
          <a:xfrm>
            <a:off x="9191625" y="520701"/>
            <a:ext cx="723900" cy="460375"/>
            <a:chOff x="3312" y="2160"/>
            <a:chExt cx="960" cy="528"/>
          </a:xfrm>
        </p:grpSpPr>
        <p:sp>
          <p:nvSpPr>
            <p:cNvPr id="61726" name="AutoShape 173">
              <a:extLst>
                <a:ext uri="{FF2B5EF4-FFF2-40B4-BE49-F238E27FC236}">
                  <a16:creationId xmlns:a16="http://schemas.microsoft.com/office/drawing/2014/main" id="{0EB79B82-9CF1-B3EB-6196-9D0112BD28AA}"/>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1727" name="Group 174">
              <a:extLst>
                <a:ext uri="{FF2B5EF4-FFF2-40B4-BE49-F238E27FC236}">
                  <a16:creationId xmlns:a16="http://schemas.microsoft.com/office/drawing/2014/main" id="{BBD0725C-902D-2BE3-3E4A-C7C12D327971}"/>
                </a:ext>
              </a:extLst>
            </p:cNvPr>
            <p:cNvGrpSpPr>
              <a:grpSpLocks noChangeAspect="1"/>
            </p:cNvGrpSpPr>
            <p:nvPr/>
          </p:nvGrpSpPr>
          <p:grpSpPr bwMode="auto">
            <a:xfrm>
              <a:off x="3488" y="2193"/>
              <a:ext cx="599" cy="207"/>
              <a:chOff x="422" y="1632"/>
              <a:chExt cx="829" cy="298"/>
            </a:xfrm>
          </p:grpSpPr>
          <p:grpSp>
            <p:nvGrpSpPr>
              <p:cNvPr id="61728" name="Group 175">
                <a:extLst>
                  <a:ext uri="{FF2B5EF4-FFF2-40B4-BE49-F238E27FC236}">
                    <a16:creationId xmlns:a16="http://schemas.microsoft.com/office/drawing/2014/main" id="{BE4E5337-920B-16E0-C78A-E2B41AD3A9F6}"/>
                  </a:ext>
                </a:extLst>
              </p:cNvPr>
              <p:cNvGrpSpPr>
                <a:grpSpLocks noChangeAspect="1"/>
              </p:cNvGrpSpPr>
              <p:nvPr/>
            </p:nvGrpSpPr>
            <p:grpSpPr bwMode="auto">
              <a:xfrm>
                <a:off x="422" y="1632"/>
                <a:ext cx="822" cy="291"/>
                <a:chOff x="422" y="1632"/>
                <a:chExt cx="822" cy="291"/>
              </a:xfrm>
            </p:grpSpPr>
            <p:sp>
              <p:nvSpPr>
                <p:cNvPr id="61738" name="Freeform 176">
                  <a:extLst>
                    <a:ext uri="{FF2B5EF4-FFF2-40B4-BE49-F238E27FC236}">
                      <a16:creationId xmlns:a16="http://schemas.microsoft.com/office/drawing/2014/main" id="{325D3577-954D-F8EA-B252-9FFB4D108886}"/>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39" name="Freeform 177">
                  <a:extLst>
                    <a:ext uri="{FF2B5EF4-FFF2-40B4-BE49-F238E27FC236}">
                      <a16:creationId xmlns:a16="http://schemas.microsoft.com/office/drawing/2014/main" id="{DD41161B-34B3-445F-4AFD-D399702F85A0}"/>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40" name="Freeform 178">
                  <a:extLst>
                    <a:ext uri="{FF2B5EF4-FFF2-40B4-BE49-F238E27FC236}">
                      <a16:creationId xmlns:a16="http://schemas.microsoft.com/office/drawing/2014/main" id="{30B78B0E-BDBD-80F1-98B6-B7BA0E4E2C6F}"/>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41" name="Freeform 179">
                  <a:extLst>
                    <a:ext uri="{FF2B5EF4-FFF2-40B4-BE49-F238E27FC236}">
                      <a16:creationId xmlns:a16="http://schemas.microsoft.com/office/drawing/2014/main" id="{723AADC3-1494-7357-E07D-62073FC9E46D}"/>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42" name="Freeform 180">
                  <a:extLst>
                    <a:ext uri="{FF2B5EF4-FFF2-40B4-BE49-F238E27FC236}">
                      <a16:creationId xmlns:a16="http://schemas.microsoft.com/office/drawing/2014/main" id="{83DAEAB8-1A2F-969F-6554-3294DCDF08C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43" name="Freeform 181">
                  <a:extLst>
                    <a:ext uri="{FF2B5EF4-FFF2-40B4-BE49-F238E27FC236}">
                      <a16:creationId xmlns:a16="http://schemas.microsoft.com/office/drawing/2014/main" id="{D0C86B9D-09A0-B60B-AA1A-FE33D53F2EF2}"/>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44" name="Freeform 182">
                  <a:extLst>
                    <a:ext uri="{FF2B5EF4-FFF2-40B4-BE49-F238E27FC236}">
                      <a16:creationId xmlns:a16="http://schemas.microsoft.com/office/drawing/2014/main" id="{2BD6181D-C451-8185-5719-0D2E92754496}"/>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45" name="Freeform 183">
                  <a:extLst>
                    <a:ext uri="{FF2B5EF4-FFF2-40B4-BE49-F238E27FC236}">
                      <a16:creationId xmlns:a16="http://schemas.microsoft.com/office/drawing/2014/main" id="{469C3463-8348-2AC3-2AD0-EB03F00C912B}"/>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1729" name="Group 184">
                <a:extLst>
                  <a:ext uri="{FF2B5EF4-FFF2-40B4-BE49-F238E27FC236}">
                    <a16:creationId xmlns:a16="http://schemas.microsoft.com/office/drawing/2014/main" id="{9F6C7664-34B6-DB03-BD39-0726980900D0}"/>
                  </a:ext>
                </a:extLst>
              </p:cNvPr>
              <p:cNvGrpSpPr>
                <a:grpSpLocks noChangeAspect="1"/>
              </p:cNvGrpSpPr>
              <p:nvPr/>
            </p:nvGrpSpPr>
            <p:grpSpPr bwMode="auto">
              <a:xfrm>
                <a:off x="429" y="1639"/>
                <a:ext cx="822" cy="291"/>
                <a:chOff x="429" y="1639"/>
                <a:chExt cx="822" cy="291"/>
              </a:xfrm>
            </p:grpSpPr>
            <p:sp>
              <p:nvSpPr>
                <p:cNvPr id="61730" name="Freeform 185">
                  <a:extLst>
                    <a:ext uri="{FF2B5EF4-FFF2-40B4-BE49-F238E27FC236}">
                      <a16:creationId xmlns:a16="http://schemas.microsoft.com/office/drawing/2014/main" id="{7B16967A-28A6-116C-1C81-E433EE86B191}"/>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31" name="Freeform 186">
                  <a:extLst>
                    <a:ext uri="{FF2B5EF4-FFF2-40B4-BE49-F238E27FC236}">
                      <a16:creationId xmlns:a16="http://schemas.microsoft.com/office/drawing/2014/main" id="{D54AB6E2-869A-3905-F572-01E0B51858F3}"/>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32" name="Freeform 187">
                  <a:extLst>
                    <a:ext uri="{FF2B5EF4-FFF2-40B4-BE49-F238E27FC236}">
                      <a16:creationId xmlns:a16="http://schemas.microsoft.com/office/drawing/2014/main" id="{0D810A25-195F-6E11-AB37-B6140B573DB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33" name="Freeform 188">
                  <a:extLst>
                    <a:ext uri="{FF2B5EF4-FFF2-40B4-BE49-F238E27FC236}">
                      <a16:creationId xmlns:a16="http://schemas.microsoft.com/office/drawing/2014/main" id="{DE93BBF8-7132-70D8-A304-5B117AEBE26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34" name="Freeform 189">
                  <a:extLst>
                    <a:ext uri="{FF2B5EF4-FFF2-40B4-BE49-F238E27FC236}">
                      <a16:creationId xmlns:a16="http://schemas.microsoft.com/office/drawing/2014/main" id="{6C5F55A2-A0BC-0686-8CD4-4B4E8752346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35" name="Freeform 190">
                  <a:extLst>
                    <a:ext uri="{FF2B5EF4-FFF2-40B4-BE49-F238E27FC236}">
                      <a16:creationId xmlns:a16="http://schemas.microsoft.com/office/drawing/2014/main" id="{D29A19B3-972F-9D0F-FD49-AF10CE408A8B}"/>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36" name="Freeform 191">
                  <a:extLst>
                    <a:ext uri="{FF2B5EF4-FFF2-40B4-BE49-F238E27FC236}">
                      <a16:creationId xmlns:a16="http://schemas.microsoft.com/office/drawing/2014/main" id="{50096DF7-284E-61CB-42D2-2C5435B419E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737" name="Freeform 192">
                  <a:extLst>
                    <a:ext uri="{FF2B5EF4-FFF2-40B4-BE49-F238E27FC236}">
                      <a16:creationId xmlns:a16="http://schemas.microsoft.com/office/drawing/2014/main" id="{44E038E3-9331-29D2-8849-85E76C45AAF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1493" name="WordArt 193">
            <a:extLst>
              <a:ext uri="{FF2B5EF4-FFF2-40B4-BE49-F238E27FC236}">
                <a16:creationId xmlns:a16="http://schemas.microsoft.com/office/drawing/2014/main" id="{CF21191F-E1D6-35C8-1218-42206E2493B8}"/>
              </a:ext>
            </a:extLst>
          </p:cNvPr>
          <p:cNvSpPr>
            <a:spLocks noChangeAspect="1" noChangeArrowheads="1" noChangeShapeType="1" noTextEdit="1"/>
          </p:cNvSpPr>
          <p:nvPr/>
        </p:nvSpPr>
        <p:spPr bwMode="auto">
          <a:xfrm>
            <a:off x="9228139" y="709614"/>
            <a:ext cx="650875" cy="225425"/>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r6  </a:t>
            </a:r>
          </a:p>
        </p:txBody>
      </p:sp>
      <p:sp>
        <p:nvSpPr>
          <p:cNvPr id="61494" name="Line 194">
            <a:extLst>
              <a:ext uri="{FF2B5EF4-FFF2-40B4-BE49-F238E27FC236}">
                <a16:creationId xmlns:a16="http://schemas.microsoft.com/office/drawing/2014/main" id="{E8C52DB7-D563-06EC-5B84-935F65A06B4F}"/>
              </a:ext>
            </a:extLst>
          </p:cNvPr>
          <p:cNvSpPr>
            <a:spLocks noChangeShapeType="1"/>
          </p:cNvSpPr>
          <p:nvPr/>
        </p:nvSpPr>
        <p:spPr bwMode="auto">
          <a:xfrm flipV="1">
            <a:off x="8636000" y="333376"/>
            <a:ext cx="0" cy="62071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61495" name="Oval 195">
            <a:extLst>
              <a:ext uri="{FF2B5EF4-FFF2-40B4-BE49-F238E27FC236}">
                <a16:creationId xmlns:a16="http://schemas.microsoft.com/office/drawing/2014/main" id="{AB2C4653-1064-A043-E01D-10432C8E9A2B}"/>
              </a:ext>
            </a:extLst>
          </p:cNvPr>
          <p:cNvSpPr>
            <a:spLocks noChangeArrowheads="1"/>
          </p:cNvSpPr>
          <p:nvPr/>
        </p:nvSpPr>
        <p:spPr bwMode="auto">
          <a:xfrm flipH="1">
            <a:off x="8482013" y="955675"/>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L</a:t>
            </a:r>
          </a:p>
        </p:txBody>
      </p:sp>
      <p:sp>
        <p:nvSpPr>
          <p:cNvPr id="61496" name="Text Box 196">
            <a:extLst>
              <a:ext uri="{FF2B5EF4-FFF2-40B4-BE49-F238E27FC236}">
                <a16:creationId xmlns:a16="http://schemas.microsoft.com/office/drawing/2014/main" id="{85573947-FA95-5EA2-9AF9-3A0648A10307}"/>
              </a:ext>
            </a:extLst>
          </p:cNvPr>
          <p:cNvSpPr txBox="1">
            <a:spLocks noChangeArrowheads="1"/>
          </p:cNvSpPr>
          <p:nvPr/>
        </p:nvSpPr>
        <p:spPr bwMode="auto">
          <a:xfrm>
            <a:off x="7626350" y="215901"/>
            <a:ext cx="1187450"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220.0.0.0/30</a:t>
            </a:r>
          </a:p>
        </p:txBody>
      </p:sp>
      <p:sp>
        <p:nvSpPr>
          <p:cNvPr id="61497" name="Line 197">
            <a:extLst>
              <a:ext uri="{FF2B5EF4-FFF2-40B4-BE49-F238E27FC236}">
                <a16:creationId xmlns:a16="http://schemas.microsoft.com/office/drawing/2014/main" id="{56B0A112-2EDA-CD5A-109C-1B3402000831}"/>
              </a:ext>
            </a:extLst>
          </p:cNvPr>
          <p:cNvSpPr>
            <a:spLocks noChangeShapeType="1"/>
          </p:cNvSpPr>
          <p:nvPr/>
        </p:nvSpPr>
        <p:spPr bwMode="auto">
          <a:xfrm flipV="1">
            <a:off x="8636000" y="1773238"/>
            <a:ext cx="0" cy="620712"/>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61498" name="Oval 198">
            <a:extLst>
              <a:ext uri="{FF2B5EF4-FFF2-40B4-BE49-F238E27FC236}">
                <a16:creationId xmlns:a16="http://schemas.microsoft.com/office/drawing/2014/main" id="{ACE5EB42-6E86-9FB4-EBBD-8D1832A57D2E}"/>
              </a:ext>
            </a:extLst>
          </p:cNvPr>
          <p:cNvSpPr>
            <a:spLocks noChangeArrowheads="1"/>
          </p:cNvSpPr>
          <p:nvPr/>
        </p:nvSpPr>
        <p:spPr bwMode="auto">
          <a:xfrm flipH="1">
            <a:off x="8472488" y="155733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N</a:t>
            </a:r>
          </a:p>
        </p:txBody>
      </p:sp>
      <p:sp>
        <p:nvSpPr>
          <p:cNvPr id="61499" name="Text Box 199">
            <a:extLst>
              <a:ext uri="{FF2B5EF4-FFF2-40B4-BE49-F238E27FC236}">
                <a16:creationId xmlns:a16="http://schemas.microsoft.com/office/drawing/2014/main" id="{E5C7A75F-165F-6F7F-7855-E86487BA888D}"/>
              </a:ext>
            </a:extLst>
          </p:cNvPr>
          <p:cNvSpPr txBox="1">
            <a:spLocks noChangeArrowheads="1"/>
          </p:cNvSpPr>
          <p:nvPr/>
        </p:nvSpPr>
        <p:spPr bwMode="auto">
          <a:xfrm>
            <a:off x="7708900" y="2354263"/>
            <a:ext cx="1187450"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220.0.1.0/30</a:t>
            </a:r>
          </a:p>
        </p:txBody>
      </p:sp>
      <p:sp>
        <p:nvSpPr>
          <p:cNvPr id="61500" name="Freeform 200">
            <a:extLst>
              <a:ext uri="{FF2B5EF4-FFF2-40B4-BE49-F238E27FC236}">
                <a16:creationId xmlns:a16="http://schemas.microsoft.com/office/drawing/2014/main" id="{700F32D0-1E59-67E1-F045-FC4D08F79C4D}"/>
              </a:ext>
            </a:extLst>
          </p:cNvPr>
          <p:cNvSpPr>
            <a:spLocks/>
          </p:cNvSpPr>
          <p:nvPr/>
        </p:nvSpPr>
        <p:spPr bwMode="auto">
          <a:xfrm>
            <a:off x="9625014" y="1385888"/>
            <a:ext cx="574675" cy="1466850"/>
          </a:xfrm>
          <a:custGeom>
            <a:avLst/>
            <a:gdLst>
              <a:gd name="T0" fmla="*/ 912296563 w 362"/>
              <a:gd name="T1" fmla="*/ 2147483646 h 907"/>
              <a:gd name="T2" fmla="*/ 912296563 w 362"/>
              <a:gd name="T3" fmla="*/ 0 h 907"/>
              <a:gd name="T4" fmla="*/ 0 w 362"/>
              <a:gd name="T5" fmla="*/ 0 h 907"/>
              <a:gd name="T6" fmla="*/ 0 60000 65536"/>
              <a:gd name="T7" fmla="*/ 0 60000 65536"/>
              <a:gd name="T8" fmla="*/ 0 60000 65536"/>
              <a:gd name="T9" fmla="*/ 0 w 362"/>
              <a:gd name="T10" fmla="*/ 0 h 907"/>
              <a:gd name="T11" fmla="*/ 362 w 362"/>
              <a:gd name="T12" fmla="*/ 907 h 907"/>
            </a:gdLst>
            <a:ahLst/>
            <a:cxnLst>
              <a:cxn ang="T6">
                <a:pos x="T0" y="T1"/>
              </a:cxn>
              <a:cxn ang="T7">
                <a:pos x="T2" y="T3"/>
              </a:cxn>
              <a:cxn ang="T8">
                <a:pos x="T4" y="T5"/>
              </a:cxn>
            </a:cxnLst>
            <a:rect l="T9" t="T10" r="T11" b="T12"/>
            <a:pathLst>
              <a:path w="362" h="907">
                <a:moveTo>
                  <a:pt x="362" y="907"/>
                </a:moveTo>
                <a:lnTo>
                  <a:pt x="362" y="0"/>
                </a:lnTo>
                <a:lnTo>
                  <a:pt x="0" y="0"/>
                </a:lnTo>
              </a:path>
            </a:pathLst>
          </a:custGeom>
          <a:noFill/>
          <a:ln w="19050" cap="flat" cmpd="sng">
            <a:solidFill>
              <a:schemeClr val="tx1"/>
            </a:solidFill>
            <a:prstDash val="dash"/>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en-GB"/>
          </a:p>
        </p:txBody>
      </p:sp>
      <p:sp>
        <p:nvSpPr>
          <p:cNvPr id="61501" name="Oval 201">
            <a:extLst>
              <a:ext uri="{FF2B5EF4-FFF2-40B4-BE49-F238E27FC236}">
                <a16:creationId xmlns:a16="http://schemas.microsoft.com/office/drawing/2014/main" id="{96C99D5D-F0E0-4FDF-950B-4160C8B3EFDC}"/>
              </a:ext>
            </a:extLst>
          </p:cNvPr>
          <p:cNvSpPr>
            <a:spLocks noChangeArrowheads="1"/>
          </p:cNvSpPr>
          <p:nvPr/>
        </p:nvSpPr>
        <p:spPr bwMode="auto">
          <a:xfrm flipH="1">
            <a:off x="9409113" y="124618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M</a:t>
            </a:r>
          </a:p>
        </p:txBody>
      </p:sp>
      <p:sp>
        <p:nvSpPr>
          <p:cNvPr id="61502" name="Text Box 202">
            <a:extLst>
              <a:ext uri="{FF2B5EF4-FFF2-40B4-BE49-F238E27FC236}">
                <a16:creationId xmlns:a16="http://schemas.microsoft.com/office/drawing/2014/main" id="{A67E4E23-1184-8AB1-9FA9-46382C73A101}"/>
              </a:ext>
            </a:extLst>
          </p:cNvPr>
          <p:cNvSpPr txBox="1">
            <a:spLocks noChangeArrowheads="1"/>
          </p:cNvSpPr>
          <p:nvPr/>
        </p:nvSpPr>
        <p:spPr bwMode="auto">
          <a:xfrm>
            <a:off x="9256713" y="2805113"/>
            <a:ext cx="1187450"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220.0.2.0/30</a:t>
            </a:r>
          </a:p>
        </p:txBody>
      </p:sp>
      <p:grpSp>
        <p:nvGrpSpPr>
          <p:cNvPr id="61503" name="Group 203">
            <a:extLst>
              <a:ext uri="{FF2B5EF4-FFF2-40B4-BE49-F238E27FC236}">
                <a16:creationId xmlns:a16="http://schemas.microsoft.com/office/drawing/2014/main" id="{D4BD122B-24CE-B27B-572C-3CECE960F40B}"/>
              </a:ext>
            </a:extLst>
          </p:cNvPr>
          <p:cNvGrpSpPr>
            <a:grpSpLocks/>
          </p:cNvGrpSpPr>
          <p:nvPr/>
        </p:nvGrpSpPr>
        <p:grpSpPr bwMode="auto">
          <a:xfrm>
            <a:off x="7896225" y="806451"/>
            <a:ext cx="406400" cy="339725"/>
            <a:chOff x="144" y="3264"/>
            <a:chExt cx="288" cy="240"/>
          </a:xfrm>
        </p:grpSpPr>
        <p:sp>
          <p:nvSpPr>
            <p:cNvPr id="61724" name="Rectangle 204">
              <a:extLst>
                <a:ext uri="{FF2B5EF4-FFF2-40B4-BE49-F238E27FC236}">
                  <a16:creationId xmlns:a16="http://schemas.microsoft.com/office/drawing/2014/main" id="{3FB50F5D-D934-14CD-371C-538C2247F87D}"/>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61725" name="Rectangle 205">
              <a:extLst>
                <a:ext uri="{FF2B5EF4-FFF2-40B4-BE49-F238E27FC236}">
                  <a16:creationId xmlns:a16="http://schemas.microsoft.com/office/drawing/2014/main" id="{4262939A-EE56-0A25-D74C-094B601ACC01}"/>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61504" name="Group 206">
            <a:extLst>
              <a:ext uri="{FF2B5EF4-FFF2-40B4-BE49-F238E27FC236}">
                <a16:creationId xmlns:a16="http://schemas.microsoft.com/office/drawing/2014/main" id="{084786B3-BC7D-6067-F812-7505BF467630}"/>
              </a:ext>
            </a:extLst>
          </p:cNvPr>
          <p:cNvGrpSpPr>
            <a:grpSpLocks/>
          </p:cNvGrpSpPr>
          <p:nvPr/>
        </p:nvGrpSpPr>
        <p:grpSpPr bwMode="auto">
          <a:xfrm>
            <a:off x="9721850" y="1001714"/>
            <a:ext cx="406400" cy="339725"/>
            <a:chOff x="144" y="3264"/>
            <a:chExt cx="288" cy="240"/>
          </a:xfrm>
        </p:grpSpPr>
        <p:sp>
          <p:nvSpPr>
            <p:cNvPr id="61722" name="Rectangle 207">
              <a:extLst>
                <a:ext uri="{FF2B5EF4-FFF2-40B4-BE49-F238E27FC236}">
                  <a16:creationId xmlns:a16="http://schemas.microsoft.com/office/drawing/2014/main" id="{E8C0A0DE-8870-C2EC-C5DA-14784020DDAF}"/>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61723" name="Rectangle 208">
              <a:extLst>
                <a:ext uri="{FF2B5EF4-FFF2-40B4-BE49-F238E27FC236}">
                  <a16:creationId xmlns:a16="http://schemas.microsoft.com/office/drawing/2014/main" id="{575BDA08-5259-F39B-754B-6C4DFC4DE7BE}"/>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61505" name="Group 209">
            <a:extLst>
              <a:ext uri="{FF2B5EF4-FFF2-40B4-BE49-F238E27FC236}">
                <a16:creationId xmlns:a16="http://schemas.microsoft.com/office/drawing/2014/main" id="{29370FA4-97E9-6B88-EF93-3DB0357AFE0D}"/>
              </a:ext>
            </a:extLst>
          </p:cNvPr>
          <p:cNvGrpSpPr>
            <a:grpSpLocks/>
          </p:cNvGrpSpPr>
          <p:nvPr/>
        </p:nvGrpSpPr>
        <p:grpSpPr bwMode="auto">
          <a:xfrm>
            <a:off x="9721850" y="1452564"/>
            <a:ext cx="406400" cy="339725"/>
            <a:chOff x="144" y="3264"/>
            <a:chExt cx="288" cy="240"/>
          </a:xfrm>
        </p:grpSpPr>
        <p:sp>
          <p:nvSpPr>
            <p:cNvPr id="61720" name="Rectangle 210">
              <a:extLst>
                <a:ext uri="{FF2B5EF4-FFF2-40B4-BE49-F238E27FC236}">
                  <a16:creationId xmlns:a16="http://schemas.microsoft.com/office/drawing/2014/main" id="{7A6CAD58-1052-27BB-8EF6-2AA8E24D0592}"/>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61721" name="Rectangle 211">
              <a:extLst>
                <a:ext uri="{FF2B5EF4-FFF2-40B4-BE49-F238E27FC236}">
                  <a16:creationId xmlns:a16="http://schemas.microsoft.com/office/drawing/2014/main" id="{0534F794-3F21-D737-7543-5C8A4539C870}"/>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61506" name="Group 212">
            <a:extLst>
              <a:ext uri="{FF2B5EF4-FFF2-40B4-BE49-F238E27FC236}">
                <a16:creationId xmlns:a16="http://schemas.microsoft.com/office/drawing/2014/main" id="{896FF037-E828-CCA7-2E15-BBE7EDCB608A}"/>
              </a:ext>
            </a:extLst>
          </p:cNvPr>
          <p:cNvGrpSpPr>
            <a:grpSpLocks/>
          </p:cNvGrpSpPr>
          <p:nvPr/>
        </p:nvGrpSpPr>
        <p:grpSpPr bwMode="auto">
          <a:xfrm>
            <a:off x="8732838" y="1965326"/>
            <a:ext cx="406400" cy="339725"/>
            <a:chOff x="144" y="3264"/>
            <a:chExt cx="288" cy="240"/>
          </a:xfrm>
        </p:grpSpPr>
        <p:sp>
          <p:nvSpPr>
            <p:cNvPr id="61718" name="Rectangle 213">
              <a:extLst>
                <a:ext uri="{FF2B5EF4-FFF2-40B4-BE49-F238E27FC236}">
                  <a16:creationId xmlns:a16="http://schemas.microsoft.com/office/drawing/2014/main" id="{1A47BF85-2639-6760-89F9-19DE2C535ACD}"/>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61719" name="Rectangle 214">
              <a:extLst>
                <a:ext uri="{FF2B5EF4-FFF2-40B4-BE49-F238E27FC236}">
                  <a16:creationId xmlns:a16="http://schemas.microsoft.com/office/drawing/2014/main" id="{1FE9B502-DDD6-976D-D372-7682C0D620C7}"/>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61507" name="Group 215">
            <a:extLst>
              <a:ext uri="{FF2B5EF4-FFF2-40B4-BE49-F238E27FC236}">
                <a16:creationId xmlns:a16="http://schemas.microsoft.com/office/drawing/2014/main" id="{94C55766-E53C-FDAA-952F-89C127D4C83A}"/>
              </a:ext>
            </a:extLst>
          </p:cNvPr>
          <p:cNvGrpSpPr>
            <a:grpSpLocks/>
          </p:cNvGrpSpPr>
          <p:nvPr/>
        </p:nvGrpSpPr>
        <p:grpSpPr bwMode="auto">
          <a:xfrm>
            <a:off x="7896225" y="1649414"/>
            <a:ext cx="406400" cy="339725"/>
            <a:chOff x="144" y="3264"/>
            <a:chExt cx="288" cy="240"/>
          </a:xfrm>
        </p:grpSpPr>
        <p:sp>
          <p:nvSpPr>
            <p:cNvPr id="61716" name="Rectangle 216">
              <a:extLst>
                <a:ext uri="{FF2B5EF4-FFF2-40B4-BE49-F238E27FC236}">
                  <a16:creationId xmlns:a16="http://schemas.microsoft.com/office/drawing/2014/main" id="{A096F7CD-F7BD-F142-6A4E-D593BE24217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61717" name="Rectangle 217">
              <a:extLst>
                <a:ext uri="{FF2B5EF4-FFF2-40B4-BE49-F238E27FC236}">
                  <a16:creationId xmlns:a16="http://schemas.microsoft.com/office/drawing/2014/main" id="{1A106170-E725-CA94-E05A-7C6C36B85A5A}"/>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61508" name="Group 218">
            <a:extLst>
              <a:ext uri="{FF2B5EF4-FFF2-40B4-BE49-F238E27FC236}">
                <a16:creationId xmlns:a16="http://schemas.microsoft.com/office/drawing/2014/main" id="{F8939636-AD33-3CF9-2C7E-3790981723CC}"/>
              </a:ext>
            </a:extLst>
          </p:cNvPr>
          <p:cNvGrpSpPr>
            <a:grpSpLocks/>
          </p:cNvGrpSpPr>
          <p:nvPr/>
        </p:nvGrpSpPr>
        <p:grpSpPr bwMode="auto">
          <a:xfrm>
            <a:off x="2682875" y="1395414"/>
            <a:ext cx="406400" cy="339725"/>
            <a:chOff x="144" y="3264"/>
            <a:chExt cx="288" cy="240"/>
          </a:xfrm>
        </p:grpSpPr>
        <p:sp>
          <p:nvSpPr>
            <p:cNvPr id="61714" name="Rectangle 219">
              <a:extLst>
                <a:ext uri="{FF2B5EF4-FFF2-40B4-BE49-F238E27FC236}">
                  <a16:creationId xmlns:a16="http://schemas.microsoft.com/office/drawing/2014/main" id="{46BB2D63-7456-BD8A-820E-F41E1610AEDB}"/>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61715" name="Rectangle 220">
              <a:extLst>
                <a:ext uri="{FF2B5EF4-FFF2-40B4-BE49-F238E27FC236}">
                  <a16:creationId xmlns:a16="http://schemas.microsoft.com/office/drawing/2014/main" id="{394240F8-ED3A-80EB-EF3D-5EE46266BED4}"/>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61509" name="Group 221">
            <a:extLst>
              <a:ext uri="{FF2B5EF4-FFF2-40B4-BE49-F238E27FC236}">
                <a16:creationId xmlns:a16="http://schemas.microsoft.com/office/drawing/2014/main" id="{A6AFBE10-4D18-AFDC-0BFA-BD6E47E5D848}"/>
              </a:ext>
            </a:extLst>
          </p:cNvPr>
          <p:cNvGrpSpPr>
            <a:grpSpLocks/>
          </p:cNvGrpSpPr>
          <p:nvPr/>
        </p:nvGrpSpPr>
        <p:grpSpPr bwMode="auto">
          <a:xfrm>
            <a:off x="5554663" y="3736976"/>
            <a:ext cx="406400" cy="339725"/>
            <a:chOff x="144" y="3264"/>
            <a:chExt cx="288" cy="240"/>
          </a:xfrm>
        </p:grpSpPr>
        <p:sp>
          <p:nvSpPr>
            <p:cNvPr id="61712" name="Rectangle 222">
              <a:extLst>
                <a:ext uri="{FF2B5EF4-FFF2-40B4-BE49-F238E27FC236}">
                  <a16:creationId xmlns:a16="http://schemas.microsoft.com/office/drawing/2014/main" id="{AA03E9AC-91A5-C3F6-81FF-C7AB5B9D541A}"/>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61713" name="Rectangle 223">
              <a:extLst>
                <a:ext uri="{FF2B5EF4-FFF2-40B4-BE49-F238E27FC236}">
                  <a16:creationId xmlns:a16="http://schemas.microsoft.com/office/drawing/2014/main" id="{0A171465-1D7A-A8FF-1C4E-70CFC9FEF463}"/>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61510" name="Group 224">
            <a:extLst>
              <a:ext uri="{FF2B5EF4-FFF2-40B4-BE49-F238E27FC236}">
                <a16:creationId xmlns:a16="http://schemas.microsoft.com/office/drawing/2014/main" id="{625CFA6C-6A34-85B6-692F-FBBAF29B6410}"/>
              </a:ext>
            </a:extLst>
          </p:cNvPr>
          <p:cNvGrpSpPr>
            <a:grpSpLocks/>
          </p:cNvGrpSpPr>
          <p:nvPr/>
        </p:nvGrpSpPr>
        <p:grpSpPr bwMode="auto">
          <a:xfrm>
            <a:off x="6437313" y="3736976"/>
            <a:ext cx="406400" cy="339725"/>
            <a:chOff x="144" y="3264"/>
            <a:chExt cx="288" cy="240"/>
          </a:xfrm>
        </p:grpSpPr>
        <p:sp>
          <p:nvSpPr>
            <p:cNvPr id="61710" name="Rectangle 225">
              <a:extLst>
                <a:ext uri="{FF2B5EF4-FFF2-40B4-BE49-F238E27FC236}">
                  <a16:creationId xmlns:a16="http://schemas.microsoft.com/office/drawing/2014/main" id="{55762383-0FD8-96A7-0A24-0BC11265A9C3}"/>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61711" name="Rectangle 226">
              <a:extLst>
                <a:ext uri="{FF2B5EF4-FFF2-40B4-BE49-F238E27FC236}">
                  <a16:creationId xmlns:a16="http://schemas.microsoft.com/office/drawing/2014/main" id="{42489F08-8090-E19A-CDE3-1AD5E7AD0671}"/>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61511" name="Group 227">
            <a:extLst>
              <a:ext uri="{FF2B5EF4-FFF2-40B4-BE49-F238E27FC236}">
                <a16:creationId xmlns:a16="http://schemas.microsoft.com/office/drawing/2014/main" id="{A595BFE1-90BB-778B-A181-5681F607A69D}"/>
              </a:ext>
            </a:extLst>
          </p:cNvPr>
          <p:cNvGrpSpPr>
            <a:grpSpLocks/>
          </p:cNvGrpSpPr>
          <p:nvPr/>
        </p:nvGrpSpPr>
        <p:grpSpPr bwMode="auto">
          <a:xfrm>
            <a:off x="4927600" y="5102226"/>
            <a:ext cx="406400" cy="339725"/>
            <a:chOff x="144" y="3264"/>
            <a:chExt cx="288" cy="240"/>
          </a:xfrm>
        </p:grpSpPr>
        <p:sp>
          <p:nvSpPr>
            <p:cNvPr id="61708" name="Rectangle 228">
              <a:extLst>
                <a:ext uri="{FF2B5EF4-FFF2-40B4-BE49-F238E27FC236}">
                  <a16:creationId xmlns:a16="http://schemas.microsoft.com/office/drawing/2014/main" id="{B137D975-55C6-F183-A41E-EE1C453FDA29}"/>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61709" name="Rectangle 229">
              <a:extLst>
                <a:ext uri="{FF2B5EF4-FFF2-40B4-BE49-F238E27FC236}">
                  <a16:creationId xmlns:a16="http://schemas.microsoft.com/office/drawing/2014/main" id="{FC6AE3D8-8390-44E8-1E40-DDDE910096ED}"/>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61512" name="Group 230">
            <a:extLst>
              <a:ext uri="{FF2B5EF4-FFF2-40B4-BE49-F238E27FC236}">
                <a16:creationId xmlns:a16="http://schemas.microsoft.com/office/drawing/2014/main" id="{4CCED4C1-14F0-F0CE-F06C-61C1CFE79247}"/>
              </a:ext>
            </a:extLst>
          </p:cNvPr>
          <p:cNvGrpSpPr>
            <a:grpSpLocks/>
          </p:cNvGrpSpPr>
          <p:nvPr/>
        </p:nvGrpSpPr>
        <p:grpSpPr bwMode="auto">
          <a:xfrm>
            <a:off x="4927600" y="4216401"/>
            <a:ext cx="406400" cy="339725"/>
            <a:chOff x="144" y="3264"/>
            <a:chExt cx="288" cy="240"/>
          </a:xfrm>
        </p:grpSpPr>
        <p:sp>
          <p:nvSpPr>
            <p:cNvPr id="61706" name="Rectangle 231">
              <a:extLst>
                <a:ext uri="{FF2B5EF4-FFF2-40B4-BE49-F238E27FC236}">
                  <a16:creationId xmlns:a16="http://schemas.microsoft.com/office/drawing/2014/main" id="{3C0F5F65-C592-4788-E62B-B2576E65B4FB}"/>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61707" name="Rectangle 232">
              <a:extLst>
                <a:ext uri="{FF2B5EF4-FFF2-40B4-BE49-F238E27FC236}">
                  <a16:creationId xmlns:a16="http://schemas.microsoft.com/office/drawing/2014/main" id="{DE2C5828-08C6-1F02-9BD2-48742898B0FE}"/>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61513" name="Group 233">
            <a:extLst>
              <a:ext uri="{FF2B5EF4-FFF2-40B4-BE49-F238E27FC236}">
                <a16:creationId xmlns:a16="http://schemas.microsoft.com/office/drawing/2014/main" id="{E8DAC4DD-487C-0716-772C-D9EE32218B13}"/>
              </a:ext>
            </a:extLst>
          </p:cNvPr>
          <p:cNvGrpSpPr>
            <a:grpSpLocks/>
          </p:cNvGrpSpPr>
          <p:nvPr/>
        </p:nvGrpSpPr>
        <p:grpSpPr bwMode="auto">
          <a:xfrm>
            <a:off x="5545138" y="5537201"/>
            <a:ext cx="406400" cy="339725"/>
            <a:chOff x="144" y="3264"/>
            <a:chExt cx="288" cy="240"/>
          </a:xfrm>
        </p:grpSpPr>
        <p:sp>
          <p:nvSpPr>
            <p:cNvPr id="61704" name="Rectangle 234">
              <a:extLst>
                <a:ext uri="{FF2B5EF4-FFF2-40B4-BE49-F238E27FC236}">
                  <a16:creationId xmlns:a16="http://schemas.microsoft.com/office/drawing/2014/main" id="{09C5CF66-5566-E00C-AE34-C16E1B27139E}"/>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61705" name="Rectangle 235">
              <a:extLst>
                <a:ext uri="{FF2B5EF4-FFF2-40B4-BE49-F238E27FC236}">
                  <a16:creationId xmlns:a16="http://schemas.microsoft.com/office/drawing/2014/main" id="{D48825B8-5430-DEEC-8032-745829A2FDD3}"/>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61514" name="Group 236">
            <a:extLst>
              <a:ext uri="{FF2B5EF4-FFF2-40B4-BE49-F238E27FC236}">
                <a16:creationId xmlns:a16="http://schemas.microsoft.com/office/drawing/2014/main" id="{73563834-71B1-45CD-1A16-190A3269445E}"/>
              </a:ext>
            </a:extLst>
          </p:cNvPr>
          <p:cNvGrpSpPr>
            <a:grpSpLocks/>
          </p:cNvGrpSpPr>
          <p:nvPr/>
        </p:nvGrpSpPr>
        <p:grpSpPr bwMode="auto">
          <a:xfrm>
            <a:off x="6427788" y="5537201"/>
            <a:ext cx="406400" cy="339725"/>
            <a:chOff x="144" y="3264"/>
            <a:chExt cx="288" cy="240"/>
          </a:xfrm>
        </p:grpSpPr>
        <p:sp>
          <p:nvSpPr>
            <p:cNvPr id="61702" name="Rectangle 237">
              <a:extLst>
                <a:ext uri="{FF2B5EF4-FFF2-40B4-BE49-F238E27FC236}">
                  <a16:creationId xmlns:a16="http://schemas.microsoft.com/office/drawing/2014/main" id="{3368BB36-34DF-C00A-4C86-5E87F4E01522}"/>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61703" name="Rectangle 238">
              <a:extLst>
                <a:ext uri="{FF2B5EF4-FFF2-40B4-BE49-F238E27FC236}">
                  <a16:creationId xmlns:a16="http://schemas.microsoft.com/office/drawing/2014/main" id="{B751F547-7CC3-4307-A319-FBC1196BFC76}"/>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61515" name="Group 239">
            <a:extLst>
              <a:ext uri="{FF2B5EF4-FFF2-40B4-BE49-F238E27FC236}">
                <a16:creationId xmlns:a16="http://schemas.microsoft.com/office/drawing/2014/main" id="{62B15AF0-E908-4D88-DEB8-00FEC302D5BA}"/>
              </a:ext>
            </a:extLst>
          </p:cNvPr>
          <p:cNvGrpSpPr>
            <a:grpSpLocks/>
          </p:cNvGrpSpPr>
          <p:nvPr/>
        </p:nvGrpSpPr>
        <p:grpSpPr bwMode="auto">
          <a:xfrm>
            <a:off x="7115175" y="4216401"/>
            <a:ext cx="406400" cy="339725"/>
            <a:chOff x="144" y="3264"/>
            <a:chExt cx="288" cy="240"/>
          </a:xfrm>
        </p:grpSpPr>
        <p:sp>
          <p:nvSpPr>
            <p:cNvPr id="61700" name="Rectangle 240">
              <a:extLst>
                <a:ext uri="{FF2B5EF4-FFF2-40B4-BE49-F238E27FC236}">
                  <a16:creationId xmlns:a16="http://schemas.microsoft.com/office/drawing/2014/main" id="{0DA954D6-8A54-F1FD-CA74-B32A12F2FCF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61701" name="Rectangle 241">
              <a:extLst>
                <a:ext uri="{FF2B5EF4-FFF2-40B4-BE49-F238E27FC236}">
                  <a16:creationId xmlns:a16="http://schemas.microsoft.com/office/drawing/2014/main" id="{350B37AB-CCE3-8C6A-F3AE-153EFBE20F0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61516" name="Group 242">
            <a:extLst>
              <a:ext uri="{FF2B5EF4-FFF2-40B4-BE49-F238E27FC236}">
                <a16:creationId xmlns:a16="http://schemas.microsoft.com/office/drawing/2014/main" id="{32066327-65D4-B503-6CA9-14F008A02C15}"/>
              </a:ext>
            </a:extLst>
          </p:cNvPr>
          <p:cNvGrpSpPr>
            <a:grpSpLocks/>
          </p:cNvGrpSpPr>
          <p:nvPr/>
        </p:nvGrpSpPr>
        <p:grpSpPr bwMode="auto">
          <a:xfrm>
            <a:off x="7115175" y="5102226"/>
            <a:ext cx="406400" cy="339725"/>
            <a:chOff x="144" y="3264"/>
            <a:chExt cx="288" cy="240"/>
          </a:xfrm>
        </p:grpSpPr>
        <p:sp>
          <p:nvSpPr>
            <p:cNvPr id="61698" name="Rectangle 243">
              <a:extLst>
                <a:ext uri="{FF2B5EF4-FFF2-40B4-BE49-F238E27FC236}">
                  <a16:creationId xmlns:a16="http://schemas.microsoft.com/office/drawing/2014/main" id="{BC497258-C88D-DEB6-6DC9-729C2839DE1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61699" name="Rectangle 244">
              <a:extLst>
                <a:ext uri="{FF2B5EF4-FFF2-40B4-BE49-F238E27FC236}">
                  <a16:creationId xmlns:a16="http://schemas.microsoft.com/office/drawing/2014/main" id="{74B991F4-38D3-2F7B-FCC7-83782798F2F1}"/>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61517" name="Group 245">
            <a:extLst>
              <a:ext uri="{FF2B5EF4-FFF2-40B4-BE49-F238E27FC236}">
                <a16:creationId xmlns:a16="http://schemas.microsoft.com/office/drawing/2014/main" id="{413D9EAD-E70C-2384-9F8B-DB0119144972}"/>
              </a:ext>
            </a:extLst>
          </p:cNvPr>
          <p:cNvGrpSpPr>
            <a:grpSpLocks/>
          </p:cNvGrpSpPr>
          <p:nvPr/>
        </p:nvGrpSpPr>
        <p:grpSpPr bwMode="auto">
          <a:xfrm>
            <a:off x="8759825" y="549276"/>
            <a:ext cx="406400" cy="339725"/>
            <a:chOff x="144" y="3264"/>
            <a:chExt cx="288" cy="240"/>
          </a:xfrm>
        </p:grpSpPr>
        <p:sp>
          <p:nvSpPr>
            <p:cNvPr id="61696" name="Rectangle 246">
              <a:extLst>
                <a:ext uri="{FF2B5EF4-FFF2-40B4-BE49-F238E27FC236}">
                  <a16:creationId xmlns:a16="http://schemas.microsoft.com/office/drawing/2014/main" id="{CAC0C3F8-ADF0-4047-F893-5F02072B320F}"/>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61697" name="Rectangle 247">
              <a:extLst>
                <a:ext uri="{FF2B5EF4-FFF2-40B4-BE49-F238E27FC236}">
                  <a16:creationId xmlns:a16="http://schemas.microsoft.com/office/drawing/2014/main" id="{5C11E47A-C0D0-B01D-EBBE-427BA05C2C62}"/>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61518" name="Group 249">
            <a:extLst>
              <a:ext uri="{FF2B5EF4-FFF2-40B4-BE49-F238E27FC236}">
                <a16:creationId xmlns:a16="http://schemas.microsoft.com/office/drawing/2014/main" id="{E0E59BD8-FCBB-98CB-EDD4-052816C735E3}"/>
              </a:ext>
            </a:extLst>
          </p:cNvPr>
          <p:cNvGrpSpPr>
            <a:grpSpLocks noChangeAspect="1"/>
          </p:cNvGrpSpPr>
          <p:nvPr/>
        </p:nvGrpSpPr>
        <p:grpSpPr bwMode="auto">
          <a:xfrm>
            <a:off x="6956425" y="5495926"/>
            <a:ext cx="723900" cy="460375"/>
            <a:chOff x="3312" y="2160"/>
            <a:chExt cx="960" cy="528"/>
          </a:xfrm>
        </p:grpSpPr>
        <p:grpSp>
          <p:nvGrpSpPr>
            <p:cNvPr id="61674" name="Group 250">
              <a:extLst>
                <a:ext uri="{FF2B5EF4-FFF2-40B4-BE49-F238E27FC236}">
                  <a16:creationId xmlns:a16="http://schemas.microsoft.com/office/drawing/2014/main" id="{4315A27F-42A6-5E46-2758-C8BF6E8E422B}"/>
                </a:ext>
              </a:extLst>
            </p:cNvPr>
            <p:cNvGrpSpPr>
              <a:grpSpLocks noChangeAspect="1"/>
            </p:cNvGrpSpPr>
            <p:nvPr/>
          </p:nvGrpSpPr>
          <p:grpSpPr bwMode="auto">
            <a:xfrm>
              <a:off x="3312" y="2160"/>
              <a:ext cx="960" cy="528"/>
              <a:chOff x="3312" y="2160"/>
              <a:chExt cx="960" cy="528"/>
            </a:xfrm>
          </p:grpSpPr>
          <p:sp>
            <p:nvSpPr>
              <p:cNvPr id="61676" name="AutoShape 251">
                <a:extLst>
                  <a:ext uri="{FF2B5EF4-FFF2-40B4-BE49-F238E27FC236}">
                    <a16:creationId xmlns:a16="http://schemas.microsoft.com/office/drawing/2014/main" id="{7F439B48-5B78-4699-32E1-6A80C4AE4467}"/>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1677" name="Group 252">
                <a:extLst>
                  <a:ext uri="{FF2B5EF4-FFF2-40B4-BE49-F238E27FC236}">
                    <a16:creationId xmlns:a16="http://schemas.microsoft.com/office/drawing/2014/main" id="{A0776D77-C7DC-7BC1-5DFD-FE4E71F8203A}"/>
                  </a:ext>
                </a:extLst>
              </p:cNvPr>
              <p:cNvGrpSpPr>
                <a:grpSpLocks noChangeAspect="1"/>
              </p:cNvGrpSpPr>
              <p:nvPr/>
            </p:nvGrpSpPr>
            <p:grpSpPr bwMode="auto">
              <a:xfrm>
                <a:off x="3488" y="2193"/>
                <a:ext cx="599" cy="207"/>
                <a:chOff x="422" y="1632"/>
                <a:chExt cx="829" cy="298"/>
              </a:xfrm>
            </p:grpSpPr>
            <p:grpSp>
              <p:nvGrpSpPr>
                <p:cNvPr id="61678" name="Group 253">
                  <a:extLst>
                    <a:ext uri="{FF2B5EF4-FFF2-40B4-BE49-F238E27FC236}">
                      <a16:creationId xmlns:a16="http://schemas.microsoft.com/office/drawing/2014/main" id="{BCFA4BC7-3A27-08F5-6626-FD5FC5FB57D3}"/>
                    </a:ext>
                  </a:extLst>
                </p:cNvPr>
                <p:cNvGrpSpPr>
                  <a:grpSpLocks noChangeAspect="1"/>
                </p:cNvGrpSpPr>
                <p:nvPr/>
              </p:nvGrpSpPr>
              <p:grpSpPr bwMode="auto">
                <a:xfrm>
                  <a:off x="422" y="1632"/>
                  <a:ext cx="822" cy="291"/>
                  <a:chOff x="422" y="1632"/>
                  <a:chExt cx="822" cy="291"/>
                </a:xfrm>
              </p:grpSpPr>
              <p:sp>
                <p:nvSpPr>
                  <p:cNvPr id="61688" name="Freeform 254">
                    <a:extLst>
                      <a:ext uri="{FF2B5EF4-FFF2-40B4-BE49-F238E27FC236}">
                        <a16:creationId xmlns:a16="http://schemas.microsoft.com/office/drawing/2014/main" id="{D99339E2-3DB0-E96A-1A4A-170BD3FC024F}"/>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89" name="Freeform 255">
                    <a:extLst>
                      <a:ext uri="{FF2B5EF4-FFF2-40B4-BE49-F238E27FC236}">
                        <a16:creationId xmlns:a16="http://schemas.microsoft.com/office/drawing/2014/main" id="{3ADD787A-0D83-0B77-F31D-82F31229144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90" name="Freeform 256">
                    <a:extLst>
                      <a:ext uri="{FF2B5EF4-FFF2-40B4-BE49-F238E27FC236}">
                        <a16:creationId xmlns:a16="http://schemas.microsoft.com/office/drawing/2014/main" id="{05E2FC93-E57B-6DDE-DDB7-E54734598990}"/>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91" name="Freeform 257">
                    <a:extLst>
                      <a:ext uri="{FF2B5EF4-FFF2-40B4-BE49-F238E27FC236}">
                        <a16:creationId xmlns:a16="http://schemas.microsoft.com/office/drawing/2014/main" id="{DBE07911-99F9-9A19-C812-7B5BF0518E3F}"/>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92" name="Freeform 258">
                    <a:extLst>
                      <a:ext uri="{FF2B5EF4-FFF2-40B4-BE49-F238E27FC236}">
                        <a16:creationId xmlns:a16="http://schemas.microsoft.com/office/drawing/2014/main" id="{190AB48E-5169-DBB3-C1C5-6AAC2E63FEA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93" name="Freeform 259">
                    <a:extLst>
                      <a:ext uri="{FF2B5EF4-FFF2-40B4-BE49-F238E27FC236}">
                        <a16:creationId xmlns:a16="http://schemas.microsoft.com/office/drawing/2014/main" id="{D97FCA0F-8B5C-666A-278B-2CFDA5FB157A}"/>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94" name="Freeform 260">
                    <a:extLst>
                      <a:ext uri="{FF2B5EF4-FFF2-40B4-BE49-F238E27FC236}">
                        <a16:creationId xmlns:a16="http://schemas.microsoft.com/office/drawing/2014/main" id="{9FA41167-E8D0-9D09-8399-60807BC76CB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95" name="Freeform 261">
                    <a:extLst>
                      <a:ext uri="{FF2B5EF4-FFF2-40B4-BE49-F238E27FC236}">
                        <a16:creationId xmlns:a16="http://schemas.microsoft.com/office/drawing/2014/main" id="{7522864B-8E34-99D4-9318-DAA2BB58EAA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1679" name="Group 262">
                  <a:extLst>
                    <a:ext uri="{FF2B5EF4-FFF2-40B4-BE49-F238E27FC236}">
                      <a16:creationId xmlns:a16="http://schemas.microsoft.com/office/drawing/2014/main" id="{0F252DF8-391A-76A9-E8A9-EBEA9031233B}"/>
                    </a:ext>
                  </a:extLst>
                </p:cNvPr>
                <p:cNvGrpSpPr>
                  <a:grpSpLocks noChangeAspect="1"/>
                </p:cNvGrpSpPr>
                <p:nvPr/>
              </p:nvGrpSpPr>
              <p:grpSpPr bwMode="auto">
                <a:xfrm>
                  <a:off x="429" y="1639"/>
                  <a:ext cx="822" cy="291"/>
                  <a:chOff x="429" y="1639"/>
                  <a:chExt cx="822" cy="291"/>
                </a:xfrm>
              </p:grpSpPr>
              <p:sp>
                <p:nvSpPr>
                  <p:cNvPr id="61680" name="Freeform 263">
                    <a:extLst>
                      <a:ext uri="{FF2B5EF4-FFF2-40B4-BE49-F238E27FC236}">
                        <a16:creationId xmlns:a16="http://schemas.microsoft.com/office/drawing/2014/main" id="{FABADB34-F057-27B8-4CD3-0E1ECED046F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81" name="Freeform 264">
                    <a:extLst>
                      <a:ext uri="{FF2B5EF4-FFF2-40B4-BE49-F238E27FC236}">
                        <a16:creationId xmlns:a16="http://schemas.microsoft.com/office/drawing/2014/main" id="{E373F0BA-F9C0-4FBE-1B48-F63D401CAE94}"/>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82" name="Freeform 265">
                    <a:extLst>
                      <a:ext uri="{FF2B5EF4-FFF2-40B4-BE49-F238E27FC236}">
                        <a16:creationId xmlns:a16="http://schemas.microsoft.com/office/drawing/2014/main" id="{F97EB213-4608-88FE-09E0-A4E70C27ED04}"/>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83" name="Freeform 266">
                    <a:extLst>
                      <a:ext uri="{FF2B5EF4-FFF2-40B4-BE49-F238E27FC236}">
                        <a16:creationId xmlns:a16="http://schemas.microsoft.com/office/drawing/2014/main" id="{E6DA0114-2722-4658-5B74-236013A46C11}"/>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84" name="Freeform 267">
                    <a:extLst>
                      <a:ext uri="{FF2B5EF4-FFF2-40B4-BE49-F238E27FC236}">
                        <a16:creationId xmlns:a16="http://schemas.microsoft.com/office/drawing/2014/main" id="{2E408DD3-C91A-2144-EFC5-F0CBC0519FB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85" name="Freeform 268">
                    <a:extLst>
                      <a:ext uri="{FF2B5EF4-FFF2-40B4-BE49-F238E27FC236}">
                        <a16:creationId xmlns:a16="http://schemas.microsoft.com/office/drawing/2014/main" id="{C19F8D5F-18F5-AA4D-2F22-825F509AACB4}"/>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86" name="Freeform 269">
                    <a:extLst>
                      <a:ext uri="{FF2B5EF4-FFF2-40B4-BE49-F238E27FC236}">
                        <a16:creationId xmlns:a16="http://schemas.microsoft.com/office/drawing/2014/main" id="{5F410E62-4EFB-CC12-1A55-C826D03F4C6D}"/>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87" name="Freeform 270">
                    <a:extLst>
                      <a:ext uri="{FF2B5EF4-FFF2-40B4-BE49-F238E27FC236}">
                        <a16:creationId xmlns:a16="http://schemas.microsoft.com/office/drawing/2014/main" id="{B092D213-A70E-35B4-0CE4-714DCAF3739D}"/>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1675" name="WordArt 271">
              <a:extLst>
                <a:ext uri="{FF2B5EF4-FFF2-40B4-BE49-F238E27FC236}">
                  <a16:creationId xmlns:a16="http://schemas.microsoft.com/office/drawing/2014/main" id="{520BBBD7-8C64-FE9B-80FE-9D9715294BC9}"/>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sp>
        <p:nvSpPr>
          <p:cNvPr id="61519" name="Line 295">
            <a:extLst>
              <a:ext uri="{FF2B5EF4-FFF2-40B4-BE49-F238E27FC236}">
                <a16:creationId xmlns:a16="http://schemas.microsoft.com/office/drawing/2014/main" id="{0C854269-DF11-BE78-B847-1894B1271F1D}"/>
              </a:ext>
            </a:extLst>
          </p:cNvPr>
          <p:cNvSpPr>
            <a:spLocks noChangeShapeType="1"/>
          </p:cNvSpPr>
          <p:nvPr/>
        </p:nvSpPr>
        <p:spPr bwMode="auto">
          <a:xfrm flipV="1">
            <a:off x="5375275" y="857250"/>
            <a:ext cx="0" cy="579438"/>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61520" name="Text Box 296">
            <a:extLst>
              <a:ext uri="{FF2B5EF4-FFF2-40B4-BE49-F238E27FC236}">
                <a16:creationId xmlns:a16="http://schemas.microsoft.com/office/drawing/2014/main" id="{AD2F5D66-E9BA-FF50-29B6-75D8FE69C087}"/>
              </a:ext>
            </a:extLst>
          </p:cNvPr>
          <p:cNvSpPr txBox="1">
            <a:spLocks noChangeArrowheads="1"/>
          </p:cNvSpPr>
          <p:nvPr/>
        </p:nvSpPr>
        <p:spPr bwMode="auto">
          <a:xfrm>
            <a:off x="5246688" y="720726"/>
            <a:ext cx="1187450"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210.0.0.0/24</a:t>
            </a:r>
          </a:p>
        </p:txBody>
      </p:sp>
      <p:sp>
        <p:nvSpPr>
          <p:cNvPr id="61521" name="Line 306">
            <a:extLst>
              <a:ext uri="{FF2B5EF4-FFF2-40B4-BE49-F238E27FC236}">
                <a16:creationId xmlns:a16="http://schemas.microsoft.com/office/drawing/2014/main" id="{88E4BF82-6D68-87F8-236F-FEA837EDE988}"/>
              </a:ext>
            </a:extLst>
          </p:cNvPr>
          <p:cNvSpPr>
            <a:spLocks noChangeShapeType="1"/>
          </p:cNvSpPr>
          <p:nvPr/>
        </p:nvSpPr>
        <p:spPr bwMode="auto">
          <a:xfrm flipH="1">
            <a:off x="7464425" y="2133601"/>
            <a:ext cx="2160588" cy="173196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61522" name="Group 307">
            <a:extLst>
              <a:ext uri="{FF2B5EF4-FFF2-40B4-BE49-F238E27FC236}">
                <a16:creationId xmlns:a16="http://schemas.microsoft.com/office/drawing/2014/main" id="{C5A51510-AC4C-4CBA-6006-4CF742601B30}"/>
              </a:ext>
            </a:extLst>
          </p:cNvPr>
          <p:cNvGrpSpPr>
            <a:grpSpLocks/>
          </p:cNvGrpSpPr>
          <p:nvPr/>
        </p:nvGrpSpPr>
        <p:grpSpPr bwMode="auto">
          <a:xfrm>
            <a:off x="9191625" y="1816101"/>
            <a:ext cx="723900" cy="460375"/>
            <a:chOff x="4830" y="1144"/>
            <a:chExt cx="456" cy="290"/>
          </a:xfrm>
        </p:grpSpPr>
        <p:grpSp>
          <p:nvGrpSpPr>
            <p:cNvPr id="61652" name="Group 308">
              <a:extLst>
                <a:ext uri="{FF2B5EF4-FFF2-40B4-BE49-F238E27FC236}">
                  <a16:creationId xmlns:a16="http://schemas.microsoft.com/office/drawing/2014/main" id="{F7197059-8EDF-B54D-1D3F-ABB4C7C3D580}"/>
                </a:ext>
              </a:extLst>
            </p:cNvPr>
            <p:cNvGrpSpPr>
              <a:grpSpLocks noChangeAspect="1"/>
            </p:cNvGrpSpPr>
            <p:nvPr/>
          </p:nvGrpSpPr>
          <p:grpSpPr bwMode="auto">
            <a:xfrm>
              <a:off x="4830" y="1144"/>
              <a:ext cx="456" cy="290"/>
              <a:chOff x="3312" y="2160"/>
              <a:chExt cx="960" cy="528"/>
            </a:xfrm>
          </p:grpSpPr>
          <p:sp>
            <p:nvSpPr>
              <p:cNvPr id="61654" name="AutoShape 309">
                <a:extLst>
                  <a:ext uri="{FF2B5EF4-FFF2-40B4-BE49-F238E27FC236}">
                    <a16:creationId xmlns:a16="http://schemas.microsoft.com/office/drawing/2014/main" id="{C2800897-1D5B-82FD-365B-D8FC2E7BCF4E}"/>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1655" name="Group 310">
                <a:extLst>
                  <a:ext uri="{FF2B5EF4-FFF2-40B4-BE49-F238E27FC236}">
                    <a16:creationId xmlns:a16="http://schemas.microsoft.com/office/drawing/2014/main" id="{792737DF-A3F5-3FB5-50DD-A0A348E82896}"/>
                  </a:ext>
                </a:extLst>
              </p:cNvPr>
              <p:cNvGrpSpPr>
                <a:grpSpLocks noChangeAspect="1"/>
              </p:cNvGrpSpPr>
              <p:nvPr/>
            </p:nvGrpSpPr>
            <p:grpSpPr bwMode="auto">
              <a:xfrm>
                <a:off x="3488" y="2193"/>
                <a:ext cx="599" cy="207"/>
                <a:chOff x="422" y="1632"/>
                <a:chExt cx="829" cy="298"/>
              </a:xfrm>
            </p:grpSpPr>
            <p:grpSp>
              <p:nvGrpSpPr>
                <p:cNvPr id="61656" name="Group 311">
                  <a:extLst>
                    <a:ext uri="{FF2B5EF4-FFF2-40B4-BE49-F238E27FC236}">
                      <a16:creationId xmlns:a16="http://schemas.microsoft.com/office/drawing/2014/main" id="{CC8C8679-1345-90B3-AA1B-791E0E618168}"/>
                    </a:ext>
                  </a:extLst>
                </p:cNvPr>
                <p:cNvGrpSpPr>
                  <a:grpSpLocks noChangeAspect="1"/>
                </p:cNvGrpSpPr>
                <p:nvPr/>
              </p:nvGrpSpPr>
              <p:grpSpPr bwMode="auto">
                <a:xfrm>
                  <a:off x="422" y="1632"/>
                  <a:ext cx="822" cy="291"/>
                  <a:chOff x="422" y="1632"/>
                  <a:chExt cx="822" cy="291"/>
                </a:xfrm>
              </p:grpSpPr>
              <p:sp>
                <p:nvSpPr>
                  <p:cNvPr id="61666" name="Freeform 312">
                    <a:extLst>
                      <a:ext uri="{FF2B5EF4-FFF2-40B4-BE49-F238E27FC236}">
                        <a16:creationId xmlns:a16="http://schemas.microsoft.com/office/drawing/2014/main" id="{FE1A2B4A-9674-C408-9815-9BD9074669D7}"/>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67" name="Freeform 313">
                    <a:extLst>
                      <a:ext uri="{FF2B5EF4-FFF2-40B4-BE49-F238E27FC236}">
                        <a16:creationId xmlns:a16="http://schemas.microsoft.com/office/drawing/2014/main" id="{8704D778-1A8F-0E20-87E2-218C8590CE3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68" name="Freeform 314">
                    <a:extLst>
                      <a:ext uri="{FF2B5EF4-FFF2-40B4-BE49-F238E27FC236}">
                        <a16:creationId xmlns:a16="http://schemas.microsoft.com/office/drawing/2014/main" id="{BCAB3051-3226-6D03-EAAD-F48E9C11CB34}"/>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69" name="Freeform 315">
                    <a:extLst>
                      <a:ext uri="{FF2B5EF4-FFF2-40B4-BE49-F238E27FC236}">
                        <a16:creationId xmlns:a16="http://schemas.microsoft.com/office/drawing/2014/main" id="{D3DA1589-0171-8534-0BC4-2705C28A09D6}"/>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70" name="Freeform 316">
                    <a:extLst>
                      <a:ext uri="{FF2B5EF4-FFF2-40B4-BE49-F238E27FC236}">
                        <a16:creationId xmlns:a16="http://schemas.microsoft.com/office/drawing/2014/main" id="{6A5F60D4-6579-A936-7B99-2A6476A1C82E}"/>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71" name="Freeform 317">
                    <a:extLst>
                      <a:ext uri="{FF2B5EF4-FFF2-40B4-BE49-F238E27FC236}">
                        <a16:creationId xmlns:a16="http://schemas.microsoft.com/office/drawing/2014/main" id="{735A88A4-0487-ECDA-8E16-89D67709547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72" name="Freeform 318">
                    <a:extLst>
                      <a:ext uri="{FF2B5EF4-FFF2-40B4-BE49-F238E27FC236}">
                        <a16:creationId xmlns:a16="http://schemas.microsoft.com/office/drawing/2014/main" id="{3A05E4AE-B3A9-B023-9CAB-C4CBD8139C8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73" name="Freeform 319">
                    <a:extLst>
                      <a:ext uri="{FF2B5EF4-FFF2-40B4-BE49-F238E27FC236}">
                        <a16:creationId xmlns:a16="http://schemas.microsoft.com/office/drawing/2014/main" id="{C665BBEE-F990-257F-2787-379903AB56B0}"/>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1657" name="Group 320">
                  <a:extLst>
                    <a:ext uri="{FF2B5EF4-FFF2-40B4-BE49-F238E27FC236}">
                      <a16:creationId xmlns:a16="http://schemas.microsoft.com/office/drawing/2014/main" id="{49FCE057-CB9E-2F19-3D54-4869D27F1999}"/>
                    </a:ext>
                  </a:extLst>
                </p:cNvPr>
                <p:cNvGrpSpPr>
                  <a:grpSpLocks noChangeAspect="1"/>
                </p:cNvGrpSpPr>
                <p:nvPr/>
              </p:nvGrpSpPr>
              <p:grpSpPr bwMode="auto">
                <a:xfrm>
                  <a:off x="429" y="1639"/>
                  <a:ext cx="822" cy="291"/>
                  <a:chOff x="429" y="1639"/>
                  <a:chExt cx="822" cy="291"/>
                </a:xfrm>
              </p:grpSpPr>
              <p:sp>
                <p:nvSpPr>
                  <p:cNvPr id="61658" name="Freeform 321">
                    <a:extLst>
                      <a:ext uri="{FF2B5EF4-FFF2-40B4-BE49-F238E27FC236}">
                        <a16:creationId xmlns:a16="http://schemas.microsoft.com/office/drawing/2014/main" id="{40DBD819-3FFA-E007-9B8D-A5B47EE15E2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59" name="Freeform 322">
                    <a:extLst>
                      <a:ext uri="{FF2B5EF4-FFF2-40B4-BE49-F238E27FC236}">
                        <a16:creationId xmlns:a16="http://schemas.microsoft.com/office/drawing/2014/main" id="{7672CD28-F957-1C7D-E150-25772F235763}"/>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60" name="Freeform 323">
                    <a:extLst>
                      <a:ext uri="{FF2B5EF4-FFF2-40B4-BE49-F238E27FC236}">
                        <a16:creationId xmlns:a16="http://schemas.microsoft.com/office/drawing/2014/main" id="{55F3F288-49E2-248F-4577-D214F37988E2}"/>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61" name="Freeform 324">
                    <a:extLst>
                      <a:ext uri="{FF2B5EF4-FFF2-40B4-BE49-F238E27FC236}">
                        <a16:creationId xmlns:a16="http://schemas.microsoft.com/office/drawing/2014/main" id="{B0D7DB71-7D89-34EE-B13A-498892B4224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62" name="Freeform 325">
                    <a:extLst>
                      <a:ext uri="{FF2B5EF4-FFF2-40B4-BE49-F238E27FC236}">
                        <a16:creationId xmlns:a16="http://schemas.microsoft.com/office/drawing/2014/main" id="{68C1FFF8-201B-2B40-FE15-59477951714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63" name="Freeform 326">
                    <a:extLst>
                      <a:ext uri="{FF2B5EF4-FFF2-40B4-BE49-F238E27FC236}">
                        <a16:creationId xmlns:a16="http://schemas.microsoft.com/office/drawing/2014/main" id="{969D3D1A-DED4-B772-8266-1A85AE3A4FC1}"/>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64" name="Freeform 327">
                    <a:extLst>
                      <a:ext uri="{FF2B5EF4-FFF2-40B4-BE49-F238E27FC236}">
                        <a16:creationId xmlns:a16="http://schemas.microsoft.com/office/drawing/2014/main" id="{ED952A1E-4C22-50DA-9713-E7A1EA60744A}"/>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65" name="Freeform 328">
                    <a:extLst>
                      <a:ext uri="{FF2B5EF4-FFF2-40B4-BE49-F238E27FC236}">
                        <a16:creationId xmlns:a16="http://schemas.microsoft.com/office/drawing/2014/main" id="{AE3A242F-D7E9-04D5-A4DE-AAE360DBCD21}"/>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1653" name="WordArt 329">
              <a:extLst>
                <a:ext uri="{FF2B5EF4-FFF2-40B4-BE49-F238E27FC236}">
                  <a16:creationId xmlns:a16="http://schemas.microsoft.com/office/drawing/2014/main" id="{80DC746C-1DE1-54D2-12DB-3BCCF2B96936}"/>
                </a:ext>
              </a:extLst>
            </p:cNvPr>
            <p:cNvSpPr>
              <a:spLocks noChangeAspect="1" noChangeArrowheads="1" noChangeShapeType="1" noTextEdit="1"/>
            </p:cNvSpPr>
            <p:nvPr/>
          </p:nvSpPr>
          <p:spPr bwMode="auto">
            <a:xfrm>
              <a:off x="4853" y="1263"/>
              <a:ext cx="410" cy="142"/>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r5  </a:t>
              </a:r>
            </a:p>
          </p:txBody>
        </p:sp>
      </p:grpSp>
      <p:grpSp>
        <p:nvGrpSpPr>
          <p:cNvPr id="61523" name="Group 336">
            <a:extLst>
              <a:ext uri="{FF2B5EF4-FFF2-40B4-BE49-F238E27FC236}">
                <a16:creationId xmlns:a16="http://schemas.microsoft.com/office/drawing/2014/main" id="{E5DE4C0A-FF20-6CE9-3757-FCEA0070EA38}"/>
              </a:ext>
            </a:extLst>
          </p:cNvPr>
          <p:cNvGrpSpPr>
            <a:grpSpLocks/>
          </p:cNvGrpSpPr>
          <p:nvPr/>
        </p:nvGrpSpPr>
        <p:grpSpPr bwMode="auto">
          <a:xfrm>
            <a:off x="9204325" y="2305051"/>
            <a:ext cx="406400" cy="339725"/>
            <a:chOff x="144" y="3264"/>
            <a:chExt cx="288" cy="240"/>
          </a:xfrm>
        </p:grpSpPr>
        <p:sp>
          <p:nvSpPr>
            <p:cNvPr id="61650" name="Rectangle 337">
              <a:extLst>
                <a:ext uri="{FF2B5EF4-FFF2-40B4-BE49-F238E27FC236}">
                  <a16:creationId xmlns:a16="http://schemas.microsoft.com/office/drawing/2014/main" id="{D638E939-F9B0-3219-8CDD-7B6438341FDB}"/>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eth2</a:t>
              </a:r>
            </a:p>
          </p:txBody>
        </p:sp>
        <p:sp>
          <p:nvSpPr>
            <p:cNvPr id="61651" name="Rectangle 338">
              <a:extLst>
                <a:ext uri="{FF2B5EF4-FFF2-40B4-BE49-F238E27FC236}">
                  <a16:creationId xmlns:a16="http://schemas.microsoft.com/office/drawing/2014/main" id="{AFBA3C83-55F5-B1A3-BCF8-38C6F47EC9BF}"/>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61524" name="Group 339">
            <a:extLst>
              <a:ext uri="{FF2B5EF4-FFF2-40B4-BE49-F238E27FC236}">
                <a16:creationId xmlns:a16="http://schemas.microsoft.com/office/drawing/2014/main" id="{A0D90912-A62F-F121-B7F1-1237244E8F35}"/>
              </a:ext>
            </a:extLst>
          </p:cNvPr>
          <p:cNvGrpSpPr>
            <a:grpSpLocks/>
          </p:cNvGrpSpPr>
          <p:nvPr/>
        </p:nvGrpSpPr>
        <p:grpSpPr bwMode="auto">
          <a:xfrm>
            <a:off x="7710488" y="3408364"/>
            <a:ext cx="406400" cy="339725"/>
            <a:chOff x="144" y="3264"/>
            <a:chExt cx="288" cy="240"/>
          </a:xfrm>
        </p:grpSpPr>
        <p:sp>
          <p:nvSpPr>
            <p:cNvPr id="61648" name="Rectangle 340">
              <a:extLst>
                <a:ext uri="{FF2B5EF4-FFF2-40B4-BE49-F238E27FC236}">
                  <a16:creationId xmlns:a16="http://schemas.microsoft.com/office/drawing/2014/main" id="{82599C99-FD02-9CE0-C9C3-56F3AA52446C}"/>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eth2</a:t>
              </a:r>
            </a:p>
          </p:txBody>
        </p:sp>
        <p:sp>
          <p:nvSpPr>
            <p:cNvPr id="61649" name="Rectangle 341">
              <a:extLst>
                <a:ext uri="{FF2B5EF4-FFF2-40B4-BE49-F238E27FC236}">
                  <a16:creationId xmlns:a16="http://schemas.microsoft.com/office/drawing/2014/main" id="{E61EB8E2-5AF7-1502-593C-9621759AE59E}"/>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61525" name="Line 342">
            <a:extLst>
              <a:ext uri="{FF2B5EF4-FFF2-40B4-BE49-F238E27FC236}">
                <a16:creationId xmlns:a16="http://schemas.microsoft.com/office/drawing/2014/main" id="{2F947690-0CBA-A3B9-55F4-A1F1757079C4}"/>
              </a:ext>
            </a:extLst>
          </p:cNvPr>
          <p:cNvSpPr>
            <a:spLocks noChangeShapeType="1"/>
          </p:cNvSpPr>
          <p:nvPr/>
        </p:nvSpPr>
        <p:spPr bwMode="auto">
          <a:xfrm flipH="1" flipV="1">
            <a:off x="8616951" y="2946401"/>
            <a:ext cx="358775" cy="41116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61526" name="Oval 343">
            <a:extLst>
              <a:ext uri="{FF2B5EF4-FFF2-40B4-BE49-F238E27FC236}">
                <a16:creationId xmlns:a16="http://schemas.microsoft.com/office/drawing/2014/main" id="{3BF8DFDA-638E-BBD3-5CD5-39DE6E5DA938}"/>
              </a:ext>
            </a:extLst>
          </p:cNvPr>
          <p:cNvSpPr>
            <a:spLocks noChangeArrowheads="1"/>
          </p:cNvSpPr>
          <p:nvPr/>
        </p:nvSpPr>
        <p:spPr bwMode="auto">
          <a:xfrm flipH="1">
            <a:off x="8472488" y="278130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H</a:t>
            </a:r>
          </a:p>
        </p:txBody>
      </p:sp>
      <p:sp>
        <p:nvSpPr>
          <p:cNvPr id="61527" name="Text Box 344">
            <a:extLst>
              <a:ext uri="{FF2B5EF4-FFF2-40B4-BE49-F238E27FC236}">
                <a16:creationId xmlns:a16="http://schemas.microsoft.com/office/drawing/2014/main" id="{70D75DF6-3934-A090-29DF-EFD591FBAD85}"/>
              </a:ext>
            </a:extLst>
          </p:cNvPr>
          <p:cNvSpPr txBox="1">
            <a:spLocks noChangeArrowheads="1"/>
          </p:cNvSpPr>
          <p:nvPr/>
        </p:nvSpPr>
        <p:spPr bwMode="auto">
          <a:xfrm>
            <a:off x="8688388" y="3284538"/>
            <a:ext cx="1187450"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130.0.0.0/30</a:t>
            </a:r>
          </a:p>
        </p:txBody>
      </p:sp>
      <p:sp>
        <p:nvSpPr>
          <p:cNvPr id="61528" name="Line 345">
            <a:extLst>
              <a:ext uri="{FF2B5EF4-FFF2-40B4-BE49-F238E27FC236}">
                <a16:creationId xmlns:a16="http://schemas.microsoft.com/office/drawing/2014/main" id="{F3C29726-8834-DFAF-597E-C49DDD540EAE}"/>
              </a:ext>
            </a:extLst>
          </p:cNvPr>
          <p:cNvSpPr>
            <a:spLocks noChangeShapeType="1"/>
          </p:cNvSpPr>
          <p:nvPr/>
        </p:nvSpPr>
        <p:spPr bwMode="auto">
          <a:xfrm>
            <a:off x="6735763" y="1436689"/>
            <a:ext cx="512762" cy="23526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61529" name="Group 346">
            <a:extLst>
              <a:ext uri="{FF2B5EF4-FFF2-40B4-BE49-F238E27FC236}">
                <a16:creationId xmlns:a16="http://schemas.microsoft.com/office/drawing/2014/main" id="{45DFB2D3-4BA5-2CD2-8CC8-6255166A9694}"/>
              </a:ext>
            </a:extLst>
          </p:cNvPr>
          <p:cNvGrpSpPr>
            <a:grpSpLocks noChangeAspect="1"/>
          </p:cNvGrpSpPr>
          <p:nvPr/>
        </p:nvGrpSpPr>
        <p:grpSpPr bwMode="auto">
          <a:xfrm>
            <a:off x="6956425" y="3684589"/>
            <a:ext cx="723900" cy="460375"/>
            <a:chOff x="3312" y="2160"/>
            <a:chExt cx="960" cy="528"/>
          </a:xfrm>
        </p:grpSpPr>
        <p:grpSp>
          <p:nvGrpSpPr>
            <p:cNvPr id="61626" name="Group 347">
              <a:extLst>
                <a:ext uri="{FF2B5EF4-FFF2-40B4-BE49-F238E27FC236}">
                  <a16:creationId xmlns:a16="http://schemas.microsoft.com/office/drawing/2014/main" id="{CD6939B7-D9C2-6884-34FE-FF8684D70FE0}"/>
                </a:ext>
              </a:extLst>
            </p:cNvPr>
            <p:cNvGrpSpPr>
              <a:grpSpLocks noChangeAspect="1"/>
            </p:cNvGrpSpPr>
            <p:nvPr/>
          </p:nvGrpSpPr>
          <p:grpSpPr bwMode="auto">
            <a:xfrm>
              <a:off x="3312" y="2160"/>
              <a:ext cx="960" cy="528"/>
              <a:chOff x="3312" y="2160"/>
              <a:chExt cx="960" cy="528"/>
            </a:xfrm>
          </p:grpSpPr>
          <p:sp>
            <p:nvSpPr>
              <p:cNvPr id="61628" name="AutoShape 348">
                <a:extLst>
                  <a:ext uri="{FF2B5EF4-FFF2-40B4-BE49-F238E27FC236}">
                    <a16:creationId xmlns:a16="http://schemas.microsoft.com/office/drawing/2014/main" id="{40E64815-B1FF-FD87-BD46-E46EFBFB461A}"/>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1629" name="Group 349">
                <a:extLst>
                  <a:ext uri="{FF2B5EF4-FFF2-40B4-BE49-F238E27FC236}">
                    <a16:creationId xmlns:a16="http://schemas.microsoft.com/office/drawing/2014/main" id="{C4578FB9-F5CA-2F6E-C8CB-4AC24390B13A}"/>
                  </a:ext>
                </a:extLst>
              </p:cNvPr>
              <p:cNvGrpSpPr>
                <a:grpSpLocks noChangeAspect="1"/>
              </p:cNvGrpSpPr>
              <p:nvPr/>
            </p:nvGrpSpPr>
            <p:grpSpPr bwMode="auto">
              <a:xfrm>
                <a:off x="3488" y="2193"/>
                <a:ext cx="599" cy="207"/>
                <a:chOff x="422" y="1632"/>
                <a:chExt cx="829" cy="298"/>
              </a:xfrm>
            </p:grpSpPr>
            <p:grpSp>
              <p:nvGrpSpPr>
                <p:cNvPr id="61630" name="Group 350">
                  <a:extLst>
                    <a:ext uri="{FF2B5EF4-FFF2-40B4-BE49-F238E27FC236}">
                      <a16:creationId xmlns:a16="http://schemas.microsoft.com/office/drawing/2014/main" id="{C7E4ADBC-2D70-C4A2-21D8-58984A02EDB8}"/>
                    </a:ext>
                  </a:extLst>
                </p:cNvPr>
                <p:cNvGrpSpPr>
                  <a:grpSpLocks noChangeAspect="1"/>
                </p:cNvGrpSpPr>
                <p:nvPr/>
              </p:nvGrpSpPr>
              <p:grpSpPr bwMode="auto">
                <a:xfrm>
                  <a:off x="422" y="1632"/>
                  <a:ext cx="822" cy="291"/>
                  <a:chOff x="422" y="1632"/>
                  <a:chExt cx="822" cy="291"/>
                </a:xfrm>
              </p:grpSpPr>
              <p:sp>
                <p:nvSpPr>
                  <p:cNvPr id="61640" name="Freeform 351">
                    <a:extLst>
                      <a:ext uri="{FF2B5EF4-FFF2-40B4-BE49-F238E27FC236}">
                        <a16:creationId xmlns:a16="http://schemas.microsoft.com/office/drawing/2014/main" id="{35AFBE3E-81D2-CFC7-DAB6-B615031BD1E0}"/>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41" name="Freeform 352">
                    <a:extLst>
                      <a:ext uri="{FF2B5EF4-FFF2-40B4-BE49-F238E27FC236}">
                        <a16:creationId xmlns:a16="http://schemas.microsoft.com/office/drawing/2014/main" id="{9002CAED-560C-FB0A-6B54-9442CD4B5981}"/>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42" name="Freeform 353">
                    <a:extLst>
                      <a:ext uri="{FF2B5EF4-FFF2-40B4-BE49-F238E27FC236}">
                        <a16:creationId xmlns:a16="http://schemas.microsoft.com/office/drawing/2014/main" id="{16A08785-4EB2-2FC7-DB95-115D865D9C66}"/>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43" name="Freeform 354">
                    <a:extLst>
                      <a:ext uri="{FF2B5EF4-FFF2-40B4-BE49-F238E27FC236}">
                        <a16:creationId xmlns:a16="http://schemas.microsoft.com/office/drawing/2014/main" id="{B12CB75E-4682-E61C-4777-A195C0188C6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44" name="Freeform 355">
                    <a:extLst>
                      <a:ext uri="{FF2B5EF4-FFF2-40B4-BE49-F238E27FC236}">
                        <a16:creationId xmlns:a16="http://schemas.microsoft.com/office/drawing/2014/main" id="{6A86D9A1-97AC-C470-1AC4-7C236F6F76E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45" name="Freeform 356">
                    <a:extLst>
                      <a:ext uri="{FF2B5EF4-FFF2-40B4-BE49-F238E27FC236}">
                        <a16:creationId xmlns:a16="http://schemas.microsoft.com/office/drawing/2014/main" id="{7C101BCC-DA15-6C07-C1A3-935601066C1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46" name="Freeform 357">
                    <a:extLst>
                      <a:ext uri="{FF2B5EF4-FFF2-40B4-BE49-F238E27FC236}">
                        <a16:creationId xmlns:a16="http://schemas.microsoft.com/office/drawing/2014/main" id="{51A6A58D-6532-A888-3343-373D79CA631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47" name="Freeform 358">
                    <a:extLst>
                      <a:ext uri="{FF2B5EF4-FFF2-40B4-BE49-F238E27FC236}">
                        <a16:creationId xmlns:a16="http://schemas.microsoft.com/office/drawing/2014/main" id="{8DE0D34F-575C-591C-CC95-E13C1FD768C5}"/>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1631" name="Group 359">
                  <a:extLst>
                    <a:ext uri="{FF2B5EF4-FFF2-40B4-BE49-F238E27FC236}">
                      <a16:creationId xmlns:a16="http://schemas.microsoft.com/office/drawing/2014/main" id="{CCA23BB6-F988-A039-D937-3C923C94E0FE}"/>
                    </a:ext>
                  </a:extLst>
                </p:cNvPr>
                <p:cNvGrpSpPr>
                  <a:grpSpLocks noChangeAspect="1"/>
                </p:cNvGrpSpPr>
                <p:nvPr/>
              </p:nvGrpSpPr>
              <p:grpSpPr bwMode="auto">
                <a:xfrm>
                  <a:off x="429" y="1639"/>
                  <a:ext cx="822" cy="291"/>
                  <a:chOff x="429" y="1639"/>
                  <a:chExt cx="822" cy="291"/>
                </a:xfrm>
              </p:grpSpPr>
              <p:sp>
                <p:nvSpPr>
                  <p:cNvPr id="61632" name="Freeform 360">
                    <a:extLst>
                      <a:ext uri="{FF2B5EF4-FFF2-40B4-BE49-F238E27FC236}">
                        <a16:creationId xmlns:a16="http://schemas.microsoft.com/office/drawing/2014/main" id="{F37ADD9C-D24F-BE66-1A25-A68485DC288B}"/>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33" name="Freeform 361">
                    <a:extLst>
                      <a:ext uri="{FF2B5EF4-FFF2-40B4-BE49-F238E27FC236}">
                        <a16:creationId xmlns:a16="http://schemas.microsoft.com/office/drawing/2014/main" id="{63D2F29F-63EB-184E-3886-66AE5279DB4F}"/>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34" name="Freeform 362">
                    <a:extLst>
                      <a:ext uri="{FF2B5EF4-FFF2-40B4-BE49-F238E27FC236}">
                        <a16:creationId xmlns:a16="http://schemas.microsoft.com/office/drawing/2014/main" id="{F7245B41-7FCD-5817-EEF0-7A06F21CD123}"/>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35" name="Freeform 363">
                    <a:extLst>
                      <a:ext uri="{FF2B5EF4-FFF2-40B4-BE49-F238E27FC236}">
                        <a16:creationId xmlns:a16="http://schemas.microsoft.com/office/drawing/2014/main" id="{F6F278C1-72F1-4F00-6795-F3F560B6E89B}"/>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36" name="Freeform 364">
                    <a:extLst>
                      <a:ext uri="{FF2B5EF4-FFF2-40B4-BE49-F238E27FC236}">
                        <a16:creationId xmlns:a16="http://schemas.microsoft.com/office/drawing/2014/main" id="{91644C49-885F-D53B-2DFA-93CE5BA3994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37" name="Freeform 365">
                    <a:extLst>
                      <a:ext uri="{FF2B5EF4-FFF2-40B4-BE49-F238E27FC236}">
                        <a16:creationId xmlns:a16="http://schemas.microsoft.com/office/drawing/2014/main" id="{6D7FE396-0A79-4175-A2DD-6AE993499A2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38" name="Freeform 366">
                    <a:extLst>
                      <a:ext uri="{FF2B5EF4-FFF2-40B4-BE49-F238E27FC236}">
                        <a16:creationId xmlns:a16="http://schemas.microsoft.com/office/drawing/2014/main" id="{C55E3341-E4DD-1BBC-9282-7A32398AE9AA}"/>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39" name="Freeform 367">
                    <a:extLst>
                      <a:ext uri="{FF2B5EF4-FFF2-40B4-BE49-F238E27FC236}">
                        <a16:creationId xmlns:a16="http://schemas.microsoft.com/office/drawing/2014/main" id="{A4EF7658-E2FB-72F8-9A31-FCEAC6C2E20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1627" name="WordArt 368">
              <a:extLst>
                <a:ext uri="{FF2B5EF4-FFF2-40B4-BE49-F238E27FC236}">
                  <a16:creationId xmlns:a16="http://schemas.microsoft.com/office/drawing/2014/main" id="{DAE6EA60-0E26-913D-C1ED-3500A7D96269}"/>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61530" name="Group 369">
            <a:extLst>
              <a:ext uri="{FF2B5EF4-FFF2-40B4-BE49-F238E27FC236}">
                <a16:creationId xmlns:a16="http://schemas.microsoft.com/office/drawing/2014/main" id="{A477F55A-6332-CE61-90DA-1A15E9B29C94}"/>
              </a:ext>
            </a:extLst>
          </p:cNvPr>
          <p:cNvGrpSpPr>
            <a:grpSpLocks/>
          </p:cNvGrpSpPr>
          <p:nvPr/>
        </p:nvGrpSpPr>
        <p:grpSpPr bwMode="auto">
          <a:xfrm>
            <a:off x="6959600" y="3265489"/>
            <a:ext cx="406400" cy="339725"/>
            <a:chOff x="144" y="3264"/>
            <a:chExt cx="288" cy="240"/>
          </a:xfrm>
        </p:grpSpPr>
        <p:sp>
          <p:nvSpPr>
            <p:cNvPr id="61624" name="Rectangle 370">
              <a:extLst>
                <a:ext uri="{FF2B5EF4-FFF2-40B4-BE49-F238E27FC236}">
                  <a16:creationId xmlns:a16="http://schemas.microsoft.com/office/drawing/2014/main" id="{EC9C9328-BC39-4EF5-50E0-10883A6E90CB}"/>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eth3</a:t>
              </a:r>
            </a:p>
          </p:txBody>
        </p:sp>
        <p:sp>
          <p:nvSpPr>
            <p:cNvPr id="61625" name="Rectangle 371">
              <a:extLst>
                <a:ext uri="{FF2B5EF4-FFF2-40B4-BE49-F238E27FC236}">
                  <a16:creationId xmlns:a16="http://schemas.microsoft.com/office/drawing/2014/main" id="{EB17D44F-75F6-FC79-0051-57038AC936D5}"/>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61531" name="Group 372">
            <a:extLst>
              <a:ext uri="{FF2B5EF4-FFF2-40B4-BE49-F238E27FC236}">
                <a16:creationId xmlns:a16="http://schemas.microsoft.com/office/drawing/2014/main" id="{ADC3B97B-C226-3828-5C7C-E0EAC742A5D9}"/>
              </a:ext>
            </a:extLst>
          </p:cNvPr>
          <p:cNvGrpSpPr>
            <a:grpSpLocks noChangeAspect="1"/>
          </p:cNvGrpSpPr>
          <p:nvPr/>
        </p:nvGrpSpPr>
        <p:grpSpPr bwMode="auto">
          <a:xfrm>
            <a:off x="7532688" y="1168401"/>
            <a:ext cx="723900" cy="460375"/>
            <a:chOff x="3312" y="2160"/>
            <a:chExt cx="960" cy="528"/>
          </a:xfrm>
        </p:grpSpPr>
        <p:grpSp>
          <p:nvGrpSpPr>
            <p:cNvPr id="61602" name="Group 373">
              <a:extLst>
                <a:ext uri="{FF2B5EF4-FFF2-40B4-BE49-F238E27FC236}">
                  <a16:creationId xmlns:a16="http://schemas.microsoft.com/office/drawing/2014/main" id="{C21AC96F-59D1-B988-5937-1227C3B03DCB}"/>
                </a:ext>
              </a:extLst>
            </p:cNvPr>
            <p:cNvGrpSpPr>
              <a:grpSpLocks noChangeAspect="1"/>
            </p:cNvGrpSpPr>
            <p:nvPr/>
          </p:nvGrpSpPr>
          <p:grpSpPr bwMode="auto">
            <a:xfrm>
              <a:off x="3312" y="2160"/>
              <a:ext cx="960" cy="528"/>
              <a:chOff x="3312" y="2160"/>
              <a:chExt cx="960" cy="528"/>
            </a:xfrm>
          </p:grpSpPr>
          <p:sp>
            <p:nvSpPr>
              <p:cNvPr id="61604" name="AutoShape 374">
                <a:extLst>
                  <a:ext uri="{FF2B5EF4-FFF2-40B4-BE49-F238E27FC236}">
                    <a16:creationId xmlns:a16="http://schemas.microsoft.com/office/drawing/2014/main" id="{2333407B-BA09-C1BE-B18C-084968DD3A80}"/>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1605" name="Group 375">
                <a:extLst>
                  <a:ext uri="{FF2B5EF4-FFF2-40B4-BE49-F238E27FC236}">
                    <a16:creationId xmlns:a16="http://schemas.microsoft.com/office/drawing/2014/main" id="{F2D689F3-681B-3228-FFCC-564F789716D1}"/>
                  </a:ext>
                </a:extLst>
              </p:cNvPr>
              <p:cNvGrpSpPr>
                <a:grpSpLocks noChangeAspect="1"/>
              </p:cNvGrpSpPr>
              <p:nvPr/>
            </p:nvGrpSpPr>
            <p:grpSpPr bwMode="auto">
              <a:xfrm>
                <a:off x="3488" y="2193"/>
                <a:ext cx="599" cy="207"/>
                <a:chOff x="422" y="1632"/>
                <a:chExt cx="829" cy="298"/>
              </a:xfrm>
            </p:grpSpPr>
            <p:grpSp>
              <p:nvGrpSpPr>
                <p:cNvPr id="61606" name="Group 376">
                  <a:extLst>
                    <a:ext uri="{FF2B5EF4-FFF2-40B4-BE49-F238E27FC236}">
                      <a16:creationId xmlns:a16="http://schemas.microsoft.com/office/drawing/2014/main" id="{E6A1E73B-DE6A-E7E0-A1D1-3D70BABA51F8}"/>
                    </a:ext>
                  </a:extLst>
                </p:cNvPr>
                <p:cNvGrpSpPr>
                  <a:grpSpLocks noChangeAspect="1"/>
                </p:cNvGrpSpPr>
                <p:nvPr/>
              </p:nvGrpSpPr>
              <p:grpSpPr bwMode="auto">
                <a:xfrm>
                  <a:off x="422" y="1632"/>
                  <a:ext cx="822" cy="291"/>
                  <a:chOff x="422" y="1632"/>
                  <a:chExt cx="822" cy="291"/>
                </a:xfrm>
              </p:grpSpPr>
              <p:sp>
                <p:nvSpPr>
                  <p:cNvPr id="61616" name="Freeform 377">
                    <a:extLst>
                      <a:ext uri="{FF2B5EF4-FFF2-40B4-BE49-F238E27FC236}">
                        <a16:creationId xmlns:a16="http://schemas.microsoft.com/office/drawing/2014/main" id="{B84C8432-7A83-BF24-763B-52E3171FBA19}"/>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17" name="Freeform 378">
                    <a:extLst>
                      <a:ext uri="{FF2B5EF4-FFF2-40B4-BE49-F238E27FC236}">
                        <a16:creationId xmlns:a16="http://schemas.microsoft.com/office/drawing/2014/main" id="{A17918F3-807F-92B2-EE2E-14E6FC7B633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18" name="Freeform 379">
                    <a:extLst>
                      <a:ext uri="{FF2B5EF4-FFF2-40B4-BE49-F238E27FC236}">
                        <a16:creationId xmlns:a16="http://schemas.microsoft.com/office/drawing/2014/main" id="{56F90D28-DCF2-73A8-23BA-A60964AB8132}"/>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19" name="Freeform 380">
                    <a:extLst>
                      <a:ext uri="{FF2B5EF4-FFF2-40B4-BE49-F238E27FC236}">
                        <a16:creationId xmlns:a16="http://schemas.microsoft.com/office/drawing/2014/main" id="{573331E1-04C2-191A-10E2-D02955449350}"/>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20" name="Freeform 381">
                    <a:extLst>
                      <a:ext uri="{FF2B5EF4-FFF2-40B4-BE49-F238E27FC236}">
                        <a16:creationId xmlns:a16="http://schemas.microsoft.com/office/drawing/2014/main" id="{6378D4AC-6147-1940-BE88-45B9181717EE}"/>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21" name="Freeform 382">
                    <a:extLst>
                      <a:ext uri="{FF2B5EF4-FFF2-40B4-BE49-F238E27FC236}">
                        <a16:creationId xmlns:a16="http://schemas.microsoft.com/office/drawing/2014/main" id="{0FC42BF5-6AC8-EBE2-2D34-97DC0B976FF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22" name="Freeform 383">
                    <a:extLst>
                      <a:ext uri="{FF2B5EF4-FFF2-40B4-BE49-F238E27FC236}">
                        <a16:creationId xmlns:a16="http://schemas.microsoft.com/office/drawing/2014/main" id="{D6B4C41D-367A-1811-E804-D8020EAB95A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23" name="Freeform 384">
                    <a:extLst>
                      <a:ext uri="{FF2B5EF4-FFF2-40B4-BE49-F238E27FC236}">
                        <a16:creationId xmlns:a16="http://schemas.microsoft.com/office/drawing/2014/main" id="{A6455942-5A78-C347-83C9-DA963CB4827B}"/>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1607" name="Group 385">
                  <a:extLst>
                    <a:ext uri="{FF2B5EF4-FFF2-40B4-BE49-F238E27FC236}">
                      <a16:creationId xmlns:a16="http://schemas.microsoft.com/office/drawing/2014/main" id="{FFCF2B65-EFA1-8F26-5E02-4CB7FAA1ACB7}"/>
                    </a:ext>
                  </a:extLst>
                </p:cNvPr>
                <p:cNvGrpSpPr>
                  <a:grpSpLocks noChangeAspect="1"/>
                </p:cNvGrpSpPr>
                <p:nvPr/>
              </p:nvGrpSpPr>
              <p:grpSpPr bwMode="auto">
                <a:xfrm>
                  <a:off x="429" y="1639"/>
                  <a:ext cx="822" cy="291"/>
                  <a:chOff x="429" y="1639"/>
                  <a:chExt cx="822" cy="291"/>
                </a:xfrm>
              </p:grpSpPr>
              <p:sp>
                <p:nvSpPr>
                  <p:cNvPr id="61608" name="Freeform 386">
                    <a:extLst>
                      <a:ext uri="{FF2B5EF4-FFF2-40B4-BE49-F238E27FC236}">
                        <a16:creationId xmlns:a16="http://schemas.microsoft.com/office/drawing/2014/main" id="{144E664E-7D78-E747-6D46-04C0959094FB}"/>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09" name="Freeform 387">
                    <a:extLst>
                      <a:ext uri="{FF2B5EF4-FFF2-40B4-BE49-F238E27FC236}">
                        <a16:creationId xmlns:a16="http://schemas.microsoft.com/office/drawing/2014/main" id="{38B1E843-C260-F6E7-4F68-13F8CEA6FAC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10" name="Freeform 388">
                    <a:extLst>
                      <a:ext uri="{FF2B5EF4-FFF2-40B4-BE49-F238E27FC236}">
                        <a16:creationId xmlns:a16="http://schemas.microsoft.com/office/drawing/2014/main" id="{C818246B-5E76-1780-23FD-7385B164A80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11" name="Freeform 389">
                    <a:extLst>
                      <a:ext uri="{FF2B5EF4-FFF2-40B4-BE49-F238E27FC236}">
                        <a16:creationId xmlns:a16="http://schemas.microsoft.com/office/drawing/2014/main" id="{2F1F1929-FB72-5123-3DC6-694A89C312FA}"/>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12" name="Freeform 390">
                    <a:extLst>
                      <a:ext uri="{FF2B5EF4-FFF2-40B4-BE49-F238E27FC236}">
                        <a16:creationId xmlns:a16="http://schemas.microsoft.com/office/drawing/2014/main" id="{E238BE24-2C7F-3E08-03EB-2C6566965EA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13" name="Freeform 391">
                    <a:extLst>
                      <a:ext uri="{FF2B5EF4-FFF2-40B4-BE49-F238E27FC236}">
                        <a16:creationId xmlns:a16="http://schemas.microsoft.com/office/drawing/2014/main" id="{D64574D2-5C28-3492-2BC5-E4EB275200D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14" name="Freeform 392">
                    <a:extLst>
                      <a:ext uri="{FF2B5EF4-FFF2-40B4-BE49-F238E27FC236}">
                        <a16:creationId xmlns:a16="http://schemas.microsoft.com/office/drawing/2014/main" id="{0F0E0D9A-4C0B-A2E4-13EB-69F744C7477A}"/>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615" name="Freeform 393">
                    <a:extLst>
                      <a:ext uri="{FF2B5EF4-FFF2-40B4-BE49-F238E27FC236}">
                        <a16:creationId xmlns:a16="http://schemas.microsoft.com/office/drawing/2014/main" id="{B4ABDDE6-69B7-A17D-4392-A95D0BA7B79E}"/>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1603" name="WordArt 394">
              <a:extLst>
                <a:ext uri="{FF2B5EF4-FFF2-40B4-BE49-F238E27FC236}">
                  <a16:creationId xmlns:a16="http://schemas.microsoft.com/office/drawing/2014/main" id="{E4782868-EE42-1FBD-2AA2-CCB88452090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r4  </a:t>
              </a:r>
            </a:p>
          </p:txBody>
        </p:sp>
      </p:grpSp>
      <p:sp>
        <p:nvSpPr>
          <p:cNvPr id="61532" name="Line 395">
            <a:extLst>
              <a:ext uri="{FF2B5EF4-FFF2-40B4-BE49-F238E27FC236}">
                <a16:creationId xmlns:a16="http://schemas.microsoft.com/office/drawing/2014/main" id="{DBA9EF3C-1B4B-BB72-D14C-1B8D42786DC8}"/>
              </a:ext>
            </a:extLst>
          </p:cNvPr>
          <p:cNvSpPr>
            <a:spLocks noChangeShapeType="1"/>
          </p:cNvSpPr>
          <p:nvPr/>
        </p:nvSpPr>
        <p:spPr bwMode="auto">
          <a:xfrm flipH="1" flipV="1">
            <a:off x="5456238" y="1368426"/>
            <a:ext cx="857250" cy="31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61533" name="Line 396">
            <a:extLst>
              <a:ext uri="{FF2B5EF4-FFF2-40B4-BE49-F238E27FC236}">
                <a16:creationId xmlns:a16="http://schemas.microsoft.com/office/drawing/2014/main" id="{0FA254A6-5176-5709-CCE3-B0EA81FFBF4B}"/>
              </a:ext>
            </a:extLst>
          </p:cNvPr>
          <p:cNvSpPr>
            <a:spLocks noChangeShapeType="1"/>
          </p:cNvSpPr>
          <p:nvPr/>
        </p:nvSpPr>
        <p:spPr bwMode="auto">
          <a:xfrm flipH="1">
            <a:off x="6308725" y="2516188"/>
            <a:ext cx="579438" cy="360362"/>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61534" name="Oval 397">
            <a:extLst>
              <a:ext uri="{FF2B5EF4-FFF2-40B4-BE49-F238E27FC236}">
                <a16:creationId xmlns:a16="http://schemas.microsoft.com/office/drawing/2014/main" id="{897022C7-4644-C421-C076-E95E8DE95A64}"/>
              </a:ext>
            </a:extLst>
          </p:cNvPr>
          <p:cNvSpPr>
            <a:spLocks noChangeArrowheads="1"/>
          </p:cNvSpPr>
          <p:nvPr/>
        </p:nvSpPr>
        <p:spPr bwMode="auto">
          <a:xfrm flipH="1">
            <a:off x="6799263" y="230505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G</a:t>
            </a:r>
          </a:p>
        </p:txBody>
      </p:sp>
      <p:sp>
        <p:nvSpPr>
          <p:cNvPr id="61535" name="Text Box 398">
            <a:extLst>
              <a:ext uri="{FF2B5EF4-FFF2-40B4-BE49-F238E27FC236}">
                <a16:creationId xmlns:a16="http://schemas.microsoft.com/office/drawing/2014/main" id="{C75DCD8C-6DDC-3A88-57B5-4E74DE4AFEA2}"/>
              </a:ext>
            </a:extLst>
          </p:cNvPr>
          <p:cNvSpPr txBox="1">
            <a:spLocks noChangeArrowheads="1"/>
          </p:cNvSpPr>
          <p:nvPr/>
        </p:nvSpPr>
        <p:spPr bwMode="auto">
          <a:xfrm>
            <a:off x="5791200" y="2724151"/>
            <a:ext cx="1187450"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120.0.0.0/30</a:t>
            </a:r>
          </a:p>
        </p:txBody>
      </p:sp>
      <p:grpSp>
        <p:nvGrpSpPr>
          <p:cNvPr id="61536" name="Group 399">
            <a:extLst>
              <a:ext uri="{FF2B5EF4-FFF2-40B4-BE49-F238E27FC236}">
                <a16:creationId xmlns:a16="http://schemas.microsoft.com/office/drawing/2014/main" id="{0C0CB08A-55E0-CD36-33E9-A3842F4E9CC6}"/>
              </a:ext>
            </a:extLst>
          </p:cNvPr>
          <p:cNvGrpSpPr>
            <a:grpSpLocks/>
          </p:cNvGrpSpPr>
          <p:nvPr/>
        </p:nvGrpSpPr>
        <p:grpSpPr bwMode="auto">
          <a:xfrm>
            <a:off x="6626225" y="1628776"/>
            <a:ext cx="406400" cy="339725"/>
            <a:chOff x="144" y="3264"/>
            <a:chExt cx="288" cy="240"/>
          </a:xfrm>
        </p:grpSpPr>
        <p:sp>
          <p:nvSpPr>
            <p:cNvPr id="61600" name="Rectangle 400">
              <a:extLst>
                <a:ext uri="{FF2B5EF4-FFF2-40B4-BE49-F238E27FC236}">
                  <a16:creationId xmlns:a16="http://schemas.microsoft.com/office/drawing/2014/main" id="{5231D0E9-15CB-6AF9-596C-68C4EEC8F1D8}"/>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61601" name="Rectangle 401">
              <a:extLst>
                <a:ext uri="{FF2B5EF4-FFF2-40B4-BE49-F238E27FC236}">
                  <a16:creationId xmlns:a16="http://schemas.microsoft.com/office/drawing/2014/main" id="{34479A19-4615-1D0F-7005-6F57DF62C0A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sp>
        <p:nvSpPr>
          <p:cNvPr id="61537" name="Oval 402">
            <a:extLst>
              <a:ext uri="{FF2B5EF4-FFF2-40B4-BE49-F238E27FC236}">
                <a16:creationId xmlns:a16="http://schemas.microsoft.com/office/drawing/2014/main" id="{7379722F-E1A1-7486-3C93-7116F54A07C1}"/>
              </a:ext>
            </a:extLst>
          </p:cNvPr>
          <p:cNvSpPr>
            <a:spLocks noChangeArrowheads="1"/>
          </p:cNvSpPr>
          <p:nvPr/>
        </p:nvSpPr>
        <p:spPr bwMode="auto">
          <a:xfrm flipH="1">
            <a:off x="5232400" y="1204913"/>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K</a:t>
            </a:r>
          </a:p>
        </p:txBody>
      </p:sp>
      <p:sp>
        <p:nvSpPr>
          <p:cNvPr id="61538" name="Line 403">
            <a:extLst>
              <a:ext uri="{FF2B5EF4-FFF2-40B4-BE49-F238E27FC236}">
                <a16:creationId xmlns:a16="http://schemas.microsoft.com/office/drawing/2014/main" id="{85058F92-7F5F-0FCF-34CE-7CBC2668205E}"/>
              </a:ext>
            </a:extLst>
          </p:cNvPr>
          <p:cNvSpPr>
            <a:spLocks noChangeShapeType="1"/>
          </p:cNvSpPr>
          <p:nvPr/>
        </p:nvSpPr>
        <p:spPr bwMode="auto">
          <a:xfrm flipV="1">
            <a:off x="5135563" y="1452563"/>
            <a:ext cx="1301750" cy="2366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61539" name="Group 404">
            <a:extLst>
              <a:ext uri="{FF2B5EF4-FFF2-40B4-BE49-F238E27FC236}">
                <a16:creationId xmlns:a16="http://schemas.microsoft.com/office/drawing/2014/main" id="{43337F90-EEA4-EB04-2033-8B77F6093D3E}"/>
              </a:ext>
            </a:extLst>
          </p:cNvPr>
          <p:cNvGrpSpPr>
            <a:grpSpLocks/>
          </p:cNvGrpSpPr>
          <p:nvPr/>
        </p:nvGrpSpPr>
        <p:grpSpPr bwMode="auto">
          <a:xfrm>
            <a:off x="5146675" y="3284539"/>
            <a:ext cx="406400" cy="339725"/>
            <a:chOff x="144" y="3264"/>
            <a:chExt cx="288" cy="240"/>
          </a:xfrm>
        </p:grpSpPr>
        <p:sp>
          <p:nvSpPr>
            <p:cNvPr id="61598" name="Rectangle 405">
              <a:extLst>
                <a:ext uri="{FF2B5EF4-FFF2-40B4-BE49-F238E27FC236}">
                  <a16:creationId xmlns:a16="http://schemas.microsoft.com/office/drawing/2014/main" id="{10C7AF1E-75CE-6332-84A5-4D3276EB2B23}"/>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eth3</a:t>
              </a:r>
            </a:p>
          </p:txBody>
        </p:sp>
        <p:sp>
          <p:nvSpPr>
            <p:cNvPr id="61599" name="Rectangle 406">
              <a:extLst>
                <a:ext uri="{FF2B5EF4-FFF2-40B4-BE49-F238E27FC236}">
                  <a16:creationId xmlns:a16="http://schemas.microsoft.com/office/drawing/2014/main" id="{3C8FE58B-5C0B-2482-7287-859A19888940}"/>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61540" name="Line 407">
            <a:extLst>
              <a:ext uri="{FF2B5EF4-FFF2-40B4-BE49-F238E27FC236}">
                <a16:creationId xmlns:a16="http://schemas.microsoft.com/office/drawing/2014/main" id="{36CDEEA0-264F-AA69-37BF-0F47A42205D6}"/>
              </a:ext>
            </a:extLst>
          </p:cNvPr>
          <p:cNvSpPr>
            <a:spLocks noChangeShapeType="1"/>
          </p:cNvSpPr>
          <p:nvPr/>
        </p:nvSpPr>
        <p:spPr bwMode="auto">
          <a:xfrm flipH="1" flipV="1">
            <a:off x="5456238" y="2020889"/>
            <a:ext cx="412750" cy="415925"/>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61541" name="Text Box 408">
            <a:extLst>
              <a:ext uri="{FF2B5EF4-FFF2-40B4-BE49-F238E27FC236}">
                <a16:creationId xmlns:a16="http://schemas.microsoft.com/office/drawing/2014/main" id="{A616F0F3-3696-0BC9-6077-51F79F0E3BAD}"/>
              </a:ext>
            </a:extLst>
          </p:cNvPr>
          <p:cNvSpPr txBox="1">
            <a:spLocks noChangeArrowheads="1"/>
          </p:cNvSpPr>
          <p:nvPr/>
        </p:nvSpPr>
        <p:spPr bwMode="auto">
          <a:xfrm>
            <a:off x="4781550" y="1868488"/>
            <a:ext cx="1187450"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110.0.0.0/30</a:t>
            </a:r>
          </a:p>
        </p:txBody>
      </p:sp>
      <p:sp>
        <p:nvSpPr>
          <p:cNvPr id="61542" name="Oval 409">
            <a:extLst>
              <a:ext uri="{FF2B5EF4-FFF2-40B4-BE49-F238E27FC236}">
                <a16:creationId xmlns:a16="http://schemas.microsoft.com/office/drawing/2014/main" id="{344EC4D4-2A94-B334-9DA9-C5420976094D}"/>
              </a:ext>
            </a:extLst>
          </p:cNvPr>
          <p:cNvSpPr>
            <a:spLocks noChangeArrowheads="1"/>
          </p:cNvSpPr>
          <p:nvPr/>
        </p:nvSpPr>
        <p:spPr bwMode="auto">
          <a:xfrm flipH="1">
            <a:off x="5686425" y="2276475"/>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F</a:t>
            </a:r>
          </a:p>
        </p:txBody>
      </p:sp>
      <p:grpSp>
        <p:nvGrpSpPr>
          <p:cNvPr id="61543" name="Group 410">
            <a:extLst>
              <a:ext uri="{FF2B5EF4-FFF2-40B4-BE49-F238E27FC236}">
                <a16:creationId xmlns:a16="http://schemas.microsoft.com/office/drawing/2014/main" id="{5A5EB9B6-2E55-F186-7ED2-3C2543169CA9}"/>
              </a:ext>
            </a:extLst>
          </p:cNvPr>
          <p:cNvGrpSpPr>
            <a:grpSpLocks/>
          </p:cNvGrpSpPr>
          <p:nvPr/>
        </p:nvGrpSpPr>
        <p:grpSpPr bwMode="auto">
          <a:xfrm>
            <a:off x="6030913" y="1603376"/>
            <a:ext cx="406400" cy="339725"/>
            <a:chOff x="144" y="3264"/>
            <a:chExt cx="288" cy="240"/>
          </a:xfrm>
        </p:grpSpPr>
        <p:sp>
          <p:nvSpPr>
            <p:cNvPr id="61596" name="Rectangle 411">
              <a:extLst>
                <a:ext uri="{FF2B5EF4-FFF2-40B4-BE49-F238E27FC236}">
                  <a16:creationId xmlns:a16="http://schemas.microsoft.com/office/drawing/2014/main" id="{E68DE5BE-78F0-A3DD-2781-7C9CDE8C9C7B}"/>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61597" name="Rectangle 412">
              <a:extLst>
                <a:ext uri="{FF2B5EF4-FFF2-40B4-BE49-F238E27FC236}">
                  <a16:creationId xmlns:a16="http://schemas.microsoft.com/office/drawing/2014/main" id="{709F2715-6C5D-A560-EDE4-20DCE56883FD}"/>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61544" name="Group 413">
            <a:extLst>
              <a:ext uri="{FF2B5EF4-FFF2-40B4-BE49-F238E27FC236}">
                <a16:creationId xmlns:a16="http://schemas.microsoft.com/office/drawing/2014/main" id="{9ABAE514-DC8B-6559-D47A-CDE818AFD610}"/>
              </a:ext>
            </a:extLst>
          </p:cNvPr>
          <p:cNvGrpSpPr>
            <a:grpSpLocks/>
          </p:cNvGrpSpPr>
          <p:nvPr/>
        </p:nvGrpSpPr>
        <p:grpSpPr bwMode="auto">
          <a:xfrm>
            <a:off x="5832475" y="1196976"/>
            <a:ext cx="406400" cy="339725"/>
            <a:chOff x="144" y="3264"/>
            <a:chExt cx="288" cy="240"/>
          </a:xfrm>
        </p:grpSpPr>
        <p:sp>
          <p:nvSpPr>
            <p:cNvPr id="61594" name="Rectangle 414">
              <a:extLst>
                <a:ext uri="{FF2B5EF4-FFF2-40B4-BE49-F238E27FC236}">
                  <a16:creationId xmlns:a16="http://schemas.microsoft.com/office/drawing/2014/main" id="{EAA74085-E331-78F0-6B25-1F3BF5D7F9CD}"/>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eth2</a:t>
              </a:r>
            </a:p>
          </p:txBody>
        </p:sp>
        <p:sp>
          <p:nvSpPr>
            <p:cNvPr id="61595" name="Rectangle 415">
              <a:extLst>
                <a:ext uri="{FF2B5EF4-FFF2-40B4-BE49-F238E27FC236}">
                  <a16:creationId xmlns:a16="http://schemas.microsoft.com/office/drawing/2014/main" id="{ADAD4F43-1AAE-11B7-6982-9526E2EA7E4D}"/>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61545" name="Group 416">
            <a:extLst>
              <a:ext uri="{FF2B5EF4-FFF2-40B4-BE49-F238E27FC236}">
                <a16:creationId xmlns:a16="http://schemas.microsoft.com/office/drawing/2014/main" id="{4DC0801D-C6F3-909B-196E-C9036E6B1FB1}"/>
              </a:ext>
            </a:extLst>
          </p:cNvPr>
          <p:cNvGrpSpPr>
            <a:grpSpLocks noChangeAspect="1"/>
          </p:cNvGrpSpPr>
          <p:nvPr/>
        </p:nvGrpSpPr>
        <p:grpSpPr bwMode="auto">
          <a:xfrm>
            <a:off x="6272213" y="1125539"/>
            <a:ext cx="723900" cy="460375"/>
            <a:chOff x="3312" y="2160"/>
            <a:chExt cx="960" cy="528"/>
          </a:xfrm>
        </p:grpSpPr>
        <p:grpSp>
          <p:nvGrpSpPr>
            <p:cNvPr id="61572" name="Group 417">
              <a:extLst>
                <a:ext uri="{FF2B5EF4-FFF2-40B4-BE49-F238E27FC236}">
                  <a16:creationId xmlns:a16="http://schemas.microsoft.com/office/drawing/2014/main" id="{A2097D2D-75E3-7581-A76F-AC6F3EED700A}"/>
                </a:ext>
              </a:extLst>
            </p:cNvPr>
            <p:cNvGrpSpPr>
              <a:grpSpLocks noChangeAspect="1"/>
            </p:cNvGrpSpPr>
            <p:nvPr/>
          </p:nvGrpSpPr>
          <p:grpSpPr bwMode="auto">
            <a:xfrm>
              <a:off x="3312" y="2160"/>
              <a:ext cx="960" cy="528"/>
              <a:chOff x="3312" y="2160"/>
              <a:chExt cx="960" cy="528"/>
            </a:xfrm>
          </p:grpSpPr>
          <p:sp>
            <p:nvSpPr>
              <p:cNvPr id="61574" name="AutoShape 418">
                <a:extLst>
                  <a:ext uri="{FF2B5EF4-FFF2-40B4-BE49-F238E27FC236}">
                    <a16:creationId xmlns:a16="http://schemas.microsoft.com/office/drawing/2014/main" id="{1FE25598-0BD2-1B63-D270-10A69D05B65F}"/>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1575" name="Group 419">
                <a:extLst>
                  <a:ext uri="{FF2B5EF4-FFF2-40B4-BE49-F238E27FC236}">
                    <a16:creationId xmlns:a16="http://schemas.microsoft.com/office/drawing/2014/main" id="{946BFE53-B760-1B31-86B7-16509AA228B3}"/>
                  </a:ext>
                </a:extLst>
              </p:cNvPr>
              <p:cNvGrpSpPr>
                <a:grpSpLocks noChangeAspect="1"/>
              </p:cNvGrpSpPr>
              <p:nvPr/>
            </p:nvGrpSpPr>
            <p:grpSpPr bwMode="auto">
              <a:xfrm>
                <a:off x="3488" y="2193"/>
                <a:ext cx="599" cy="207"/>
                <a:chOff x="422" y="1632"/>
                <a:chExt cx="829" cy="298"/>
              </a:xfrm>
            </p:grpSpPr>
            <p:grpSp>
              <p:nvGrpSpPr>
                <p:cNvPr id="61576" name="Group 420">
                  <a:extLst>
                    <a:ext uri="{FF2B5EF4-FFF2-40B4-BE49-F238E27FC236}">
                      <a16:creationId xmlns:a16="http://schemas.microsoft.com/office/drawing/2014/main" id="{3EDF5619-655E-BCAE-37F7-05635975F4BA}"/>
                    </a:ext>
                  </a:extLst>
                </p:cNvPr>
                <p:cNvGrpSpPr>
                  <a:grpSpLocks noChangeAspect="1"/>
                </p:cNvGrpSpPr>
                <p:nvPr/>
              </p:nvGrpSpPr>
              <p:grpSpPr bwMode="auto">
                <a:xfrm>
                  <a:off x="422" y="1632"/>
                  <a:ext cx="822" cy="291"/>
                  <a:chOff x="422" y="1632"/>
                  <a:chExt cx="822" cy="291"/>
                </a:xfrm>
              </p:grpSpPr>
              <p:sp>
                <p:nvSpPr>
                  <p:cNvPr id="61586" name="Freeform 421">
                    <a:extLst>
                      <a:ext uri="{FF2B5EF4-FFF2-40B4-BE49-F238E27FC236}">
                        <a16:creationId xmlns:a16="http://schemas.microsoft.com/office/drawing/2014/main" id="{492D1512-52FB-F890-516A-E5E203DC6B01}"/>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87" name="Freeform 422">
                    <a:extLst>
                      <a:ext uri="{FF2B5EF4-FFF2-40B4-BE49-F238E27FC236}">
                        <a16:creationId xmlns:a16="http://schemas.microsoft.com/office/drawing/2014/main" id="{ADD08F4D-F0EA-7491-6102-F8555F5E6346}"/>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88" name="Freeform 423">
                    <a:extLst>
                      <a:ext uri="{FF2B5EF4-FFF2-40B4-BE49-F238E27FC236}">
                        <a16:creationId xmlns:a16="http://schemas.microsoft.com/office/drawing/2014/main" id="{6701117C-48BD-C38B-8EE8-0759783596C4}"/>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89" name="Freeform 424">
                    <a:extLst>
                      <a:ext uri="{FF2B5EF4-FFF2-40B4-BE49-F238E27FC236}">
                        <a16:creationId xmlns:a16="http://schemas.microsoft.com/office/drawing/2014/main" id="{36C5826B-259D-CE31-5B68-8B13A4EECB0D}"/>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90" name="Freeform 425">
                    <a:extLst>
                      <a:ext uri="{FF2B5EF4-FFF2-40B4-BE49-F238E27FC236}">
                        <a16:creationId xmlns:a16="http://schemas.microsoft.com/office/drawing/2014/main" id="{3F91893B-811A-E7F0-2790-D8559D46FF7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91" name="Freeform 426">
                    <a:extLst>
                      <a:ext uri="{FF2B5EF4-FFF2-40B4-BE49-F238E27FC236}">
                        <a16:creationId xmlns:a16="http://schemas.microsoft.com/office/drawing/2014/main" id="{D1013FAC-00E6-07E0-6437-ECF481334F69}"/>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92" name="Freeform 427">
                    <a:extLst>
                      <a:ext uri="{FF2B5EF4-FFF2-40B4-BE49-F238E27FC236}">
                        <a16:creationId xmlns:a16="http://schemas.microsoft.com/office/drawing/2014/main" id="{7B24E30A-C638-1AA3-DD52-BD909F0C15EB}"/>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93" name="Freeform 428">
                    <a:extLst>
                      <a:ext uri="{FF2B5EF4-FFF2-40B4-BE49-F238E27FC236}">
                        <a16:creationId xmlns:a16="http://schemas.microsoft.com/office/drawing/2014/main" id="{5E7FA8D5-AFE8-8E2C-C5DE-FE38EEA68B1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1577" name="Group 429">
                  <a:extLst>
                    <a:ext uri="{FF2B5EF4-FFF2-40B4-BE49-F238E27FC236}">
                      <a16:creationId xmlns:a16="http://schemas.microsoft.com/office/drawing/2014/main" id="{AD741871-6302-45FE-5392-0209B7EAC684}"/>
                    </a:ext>
                  </a:extLst>
                </p:cNvPr>
                <p:cNvGrpSpPr>
                  <a:grpSpLocks noChangeAspect="1"/>
                </p:cNvGrpSpPr>
                <p:nvPr/>
              </p:nvGrpSpPr>
              <p:grpSpPr bwMode="auto">
                <a:xfrm>
                  <a:off x="429" y="1639"/>
                  <a:ext cx="822" cy="291"/>
                  <a:chOff x="429" y="1639"/>
                  <a:chExt cx="822" cy="291"/>
                </a:xfrm>
              </p:grpSpPr>
              <p:sp>
                <p:nvSpPr>
                  <p:cNvPr id="61578" name="Freeform 430">
                    <a:extLst>
                      <a:ext uri="{FF2B5EF4-FFF2-40B4-BE49-F238E27FC236}">
                        <a16:creationId xmlns:a16="http://schemas.microsoft.com/office/drawing/2014/main" id="{21485240-190E-97A3-EDC1-2D94129EE404}"/>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79" name="Freeform 431">
                    <a:extLst>
                      <a:ext uri="{FF2B5EF4-FFF2-40B4-BE49-F238E27FC236}">
                        <a16:creationId xmlns:a16="http://schemas.microsoft.com/office/drawing/2014/main" id="{AEC08548-28CF-12BE-44F2-70B3059AD8D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80" name="Freeform 432">
                    <a:extLst>
                      <a:ext uri="{FF2B5EF4-FFF2-40B4-BE49-F238E27FC236}">
                        <a16:creationId xmlns:a16="http://schemas.microsoft.com/office/drawing/2014/main" id="{46E499FC-8AA5-4717-812C-207A96F4301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81" name="Freeform 433">
                    <a:extLst>
                      <a:ext uri="{FF2B5EF4-FFF2-40B4-BE49-F238E27FC236}">
                        <a16:creationId xmlns:a16="http://schemas.microsoft.com/office/drawing/2014/main" id="{F4AE8A87-4A73-CB03-2D7E-D6FEC1DE430F}"/>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82" name="Freeform 434">
                    <a:extLst>
                      <a:ext uri="{FF2B5EF4-FFF2-40B4-BE49-F238E27FC236}">
                        <a16:creationId xmlns:a16="http://schemas.microsoft.com/office/drawing/2014/main" id="{87A2E739-B77F-4E93-3BF3-E20B07B09A9A}"/>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83" name="Freeform 435">
                    <a:extLst>
                      <a:ext uri="{FF2B5EF4-FFF2-40B4-BE49-F238E27FC236}">
                        <a16:creationId xmlns:a16="http://schemas.microsoft.com/office/drawing/2014/main" id="{C79CA7A0-B1E9-3D64-03E9-CB6FECD2BE0B}"/>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84" name="Freeform 436">
                    <a:extLst>
                      <a:ext uri="{FF2B5EF4-FFF2-40B4-BE49-F238E27FC236}">
                        <a16:creationId xmlns:a16="http://schemas.microsoft.com/office/drawing/2014/main" id="{343448FD-29DF-9D93-0FE9-545F92568210}"/>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85" name="Freeform 437">
                    <a:extLst>
                      <a:ext uri="{FF2B5EF4-FFF2-40B4-BE49-F238E27FC236}">
                        <a16:creationId xmlns:a16="http://schemas.microsoft.com/office/drawing/2014/main" id="{BFAD457E-B9B3-8DF1-1816-342955971F4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1573" name="WordArt 438">
              <a:extLst>
                <a:ext uri="{FF2B5EF4-FFF2-40B4-BE49-F238E27FC236}">
                  <a16:creationId xmlns:a16="http://schemas.microsoft.com/office/drawing/2014/main" id="{FE6486EB-0AC4-A055-F1FB-7698C4BB986A}"/>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r3  </a:t>
              </a:r>
            </a:p>
          </p:txBody>
        </p:sp>
      </p:grpSp>
      <p:grpSp>
        <p:nvGrpSpPr>
          <p:cNvPr id="61546" name="Group 439">
            <a:extLst>
              <a:ext uri="{FF2B5EF4-FFF2-40B4-BE49-F238E27FC236}">
                <a16:creationId xmlns:a16="http://schemas.microsoft.com/office/drawing/2014/main" id="{271911D3-3951-4C18-857F-3FCF4EA93FE4}"/>
              </a:ext>
            </a:extLst>
          </p:cNvPr>
          <p:cNvGrpSpPr>
            <a:grpSpLocks noChangeAspect="1"/>
          </p:cNvGrpSpPr>
          <p:nvPr/>
        </p:nvGrpSpPr>
        <p:grpSpPr bwMode="auto">
          <a:xfrm>
            <a:off x="4768850" y="3684589"/>
            <a:ext cx="723900" cy="460375"/>
            <a:chOff x="3312" y="2160"/>
            <a:chExt cx="960" cy="528"/>
          </a:xfrm>
        </p:grpSpPr>
        <p:grpSp>
          <p:nvGrpSpPr>
            <p:cNvPr id="61550" name="Group 440">
              <a:extLst>
                <a:ext uri="{FF2B5EF4-FFF2-40B4-BE49-F238E27FC236}">
                  <a16:creationId xmlns:a16="http://schemas.microsoft.com/office/drawing/2014/main" id="{41E07FDF-D2C0-7CBC-5CF2-798E7023A2BF}"/>
                </a:ext>
              </a:extLst>
            </p:cNvPr>
            <p:cNvGrpSpPr>
              <a:grpSpLocks noChangeAspect="1"/>
            </p:cNvGrpSpPr>
            <p:nvPr/>
          </p:nvGrpSpPr>
          <p:grpSpPr bwMode="auto">
            <a:xfrm>
              <a:off x="3312" y="2160"/>
              <a:ext cx="960" cy="528"/>
              <a:chOff x="3312" y="2160"/>
              <a:chExt cx="960" cy="528"/>
            </a:xfrm>
          </p:grpSpPr>
          <p:sp>
            <p:nvSpPr>
              <p:cNvPr id="61552" name="AutoShape 441">
                <a:extLst>
                  <a:ext uri="{FF2B5EF4-FFF2-40B4-BE49-F238E27FC236}">
                    <a16:creationId xmlns:a16="http://schemas.microsoft.com/office/drawing/2014/main" id="{DD1E0CDC-2213-939D-F8D5-D48B31C0F7B9}"/>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61553" name="Group 442">
                <a:extLst>
                  <a:ext uri="{FF2B5EF4-FFF2-40B4-BE49-F238E27FC236}">
                    <a16:creationId xmlns:a16="http://schemas.microsoft.com/office/drawing/2014/main" id="{3D2DF13B-580C-083D-2AFC-D441F8EA808B}"/>
                  </a:ext>
                </a:extLst>
              </p:cNvPr>
              <p:cNvGrpSpPr>
                <a:grpSpLocks noChangeAspect="1"/>
              </p:cNvGrpSpPr>
              <p:nvPr/>
            </p:nvGrpSpPr>
            <p:grpSpPr bwMode="auto">
              <a:xfrm>
                <a:off x="3488" y="2193"/>
                <a:ext cx="599" cy="207"/>
                <a:chOff x="422" y="1632"/>
                <a:chExt cx="829" cy="298"/>
              </a:xfrm>
            </p:grpSpPr>
            <p:grpSp>
              <p:nvGrpSpPr>
                <p:cNvPr id="61554" name="Group 443">
                  <a:extLst>
                    <a:ext uri="{FF2B5EF4-FFF2-40B4-BE49-F238E27FC236}">
                      <a16:creationId xmlns:a16="http://schemas.microsoft.com/office/drawing/2014/main" id="{8A992E3B-6A95-886A-1CEC-91A2F28554FA}"/>
                    </a:ext>
                  </a:extLst>
                </p:cNvPr>
                <p:cNvGrpSpPr>
                  <a:grpSpLocks noChangeAspect="1"/>
                </p:cNvGrpSpPr>
                <p:nvPr/>
              </p:nvGrpSpPr>
              <p:grpSpPr bwMode="auto">
                <a:xfrm>
                  <a:off x="422" y="1632"/>
                  <a:ext cx="822" cy="291"/>
                  <a:chOff x="422" y="1632"/>
                  <a:chExt cx="822" cy="291"/>
                </a:xfrm>
              </p:grpSpPr>
              <p:sp>
                <p:nvSpPr>
                  <p:cNvPr id="61564" name="Freeform 444">
                    <a:extLst>
                      <a:ext uri="{FF2B5EF4-FFF2-40B4-BE49-F238E27FC236}">
                        <a16:creationId xmlns:a16="http://schemas.microsoft.com/office/drawing/2014/main" id="{3104FD7E-25B3-8F9F-E7CC-62EFFD76DEA3}"/>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65" name="Freeform 445">
                    <a:extLst>
                      <a:ext uri="{FF2B5EF4-FFF2-40B4-BE49-F238E27FC236}">
                        <a16:creationId xmlns:a16="http://schemas.microsoft.com/office/drawing/2014/main" id="{48A430DB-8AE4-A5A9-16DC-B81A089ABE41}"/>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66" name="Freeform 446">
                    <a:extLst>
                      <a:ext uri="{FF2B5EF4-FFF2-40B4-BE49-F238E27FC236}">
                        <a16:creationId xmlns:a16="http://schemas.microsoft.com/office/drawing/2014/main" id="{60A2BF6B-7B0B-B0DB-F3C6-2AE334E3EAC9}"/>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67" name="Freeform 447">
                    <a:extLst>
                      <a:ext uri="{FF2B5EF4-FFF2-40B4-BE49-F238E27FC236}">
                        <a16:creationId xmlns:a16="http://schemas.microsoft.com/office/drawing/2014/main" id="{946BECAB-7360-2FF9-541C-132112638BD2}"/>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68" name="Freeform 448">
                    <a:extLst>
                      <a:ext uri="{FF2B5EF4-FFF2-40B4-BE49-F238E27FC236}">
                        <a16:creationId xmlns:a16="http://schemas.microsoft.com/office/drawing/2014/main" id="{4726CDBA-5C59-9D27-02E3-7945CB393473}"/>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69" name="Freeform 449">
                    <a:extLst>
                      <a:ext uri="{FF2B5EF4-FFF2-40B4-BE49-F238E27FC236}">
                        <a16:creationId xmlns:a16="http://schemas.microsoft.com/office/drawing/2014/main" id="{BC8C047C-EF31-B0AD-127B-C893BBC530A7}"/>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70" name="Freeform 450">
                    <a:extLst>
                      <a:ext uri="{FF2B5EF4-FFF2-40B4-BE49-F238E27FC236}">
                        <a16:creationId xmlns:a16="http://schemas.microsoft.com/office/drawing/2014/main" id="{F324C79C-4D97-EC6D-92F0-5F29A747D32E}"/>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71" name="Freeform 451">
                    <a:extLst>
                      <a:ext uri="{FF2B5EF4-FFF2-40B4-BE49-F238E27FC236}">
                        <a16:creationId xmlns:a16="http://schemas.microsoft.com/office/drawing/2014/main" id="{FFDCB681-10E1-8C51-21A6-5B4CDE2845A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61555" name="Group 452">
                  <a:extLst>
                    <a:ext uri="{FF2B5EF4-FFF2-40B4-BE49-F238E27FC236}">
                      <a16:creationId xmlns:a16="http://schemas.microsoft.com/office/drawing/2014/main" id="{F0794EC1-5D4D-A0F8-66B3-C1910C0A4A94}"/>
                    </a:ext>
                  </a:extLst>
                </p:cNvPr>
                <p:cNvGrpSpPr>
                  <a:grpSpLocks noChangeAspect="1"/>
                </p:cNvGrpSpPr>
                <p:nvPr/>
              </p:nvGrpSpPr>
              <p:grpSpPr bwMode="auto">
                <a:xfrm>
                  <a:off x="429" y="1639"/>
                  <a:ext cx="822" cy="291"/>
                  <a:chOff x="429" y="1639"/>
                  <a:chExt cx="822" cy="291"/>
                </a:xfrm>
              </p:grpSpPr>
              <p:sp>
                <p:nvSpPr>
                  <p:cNvPr id="61556" name="Freeform 453">
                    <a:extLst>
                      <a:ext uri="{FF2B5EF4-FFF2-40B4-BE49-F238E27FC236}">
                        <a16:creationId xmlns:a16="http://schemas.microsoft.com/office/drawing/2014/main" id="{4508D871-2901-1F7E-F772-473DC821536A}"/>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57" name="Freeform 454">
                    <a:extLst>
                      <a:ext uri="{FF2B5EF4-FFF2-40B4-BE49-F238E27FC236}">
                        <a16:creationId xmlns:a16="http://schemas.microsoft.com/office/drawing/2014/main" id="{2803BCC2-34EE-7B3F-2AA3-9F7198F47F9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58" name="Freeform 455">
                    <a:extLst>
                      <a:ext uri="{FF2B5EF4-FFF2-40B4-BE49-F238E27FC236}">
                        <a16:creationId xmlns:a16="http://schemas.microsoft.com/office/drawing/2014/main" id="{8FC5A6F2-11E0-2693-FE8D-BF782C47ECC5}"/>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59" name="Freeform 456">
                    <a:extLst>
                      <a:ext uri="{FF2B5EF4-FFF2-40B4-BE49-F238E27FC236}">
                        <a16:creationId xmlns:a16="http://schemas.microsoft.com/office/drawing/2014/main" id="{6CBB43B8-CF39-92B2-E1AC-62A45AA1238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60" name="Freeform 457">
                    <a:extLst>
                      <a:ext uri="{FF2B5EF4-FFF2-40B4-BE49-F238E27FC236}">
                        <a16:creationId xmlns:a16="http://schemas.microsoft.com/office/drawing/2014/main" id="{2CE643CB-EC9A-4F39-189A-3EF4F2B11DF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61" name="Freeform 458">
                    <a:extLst>
                      <a:ext uri="{FF2B5EF4-FFF2-40B4-BE49-F238E27FC236}">
                        <a16:creationId xmlns:a16="http://schemas.microsoft.com/office/drawing/2014/main" id="{D4720448-58FB-C258-8F7A-2BAB9C62D08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62" name="Freeform 459">
                    <a:extLst>
                      <a:ext uri="{FF2B5EF4-FFF2-40B4-BE49-F238E27FC236}">
                        <a16:creationId xmlns:a16="http://schemas.microsoft.com/office/drawing/2014/main" id="{98973E74-B59F-8532-B4EE-6848EA7D39C6}"/>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61563" name="Freeform 460">
                    <a:extLst>
                      <a:ext uri="{FF2B5EF4-FFF2-40B4-BE49-F238E27FC236}">
                        <a16:creationId xmlns:a16="http://schemas.microsoft.com/office/drawing/2014/main" id="{3E25F82F-23D0-9E69-FAB8-36C11CFFB721}"/>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61551" name="WordArt 461">
              <a:extLst>
                <a:ext uri="{FF2B5EF4-FFF2-40B4-BE49-F238E27FC236}">
                  <a16:creationId xmlns:a16="http://schemas.microsoft.com/office/drawing/2014/main" id="{65FE2D6C-698D-2156-9BBB-24F2BC9224B9}"/>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sp>
        <p:nvSpPr>
          <p:cNvPr id="61547" name="Rectangle 462">
            <a:extLst>
              <a:ext uri="{FF2B5EF4-FFF2-40B4-BE49-F238E27FC236}">
                <a16:creationId xmlns:a16="http://schemas.microsoft.com/office/drawing/2014/main" id="{4AD12FD0-CD7F-1C4E-8F3D-4543A9E33F42}"/>
              </a:ext>
            </a:extLst>
          </p:cNvPr>
          <p:cNvSpPr>
            <a:spLocks noChangeArrowheads="1"/>
          </p:cNvSpPr>
          <p:nvPr/>
        </p:nvSpPr>
        <p:spPr bwMode="auto">
          <a:xfrm>
            <a:off x="5521326" y="4102101"/>
            <a:ext cx="295275" cy="22701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90</a:t>
            </a:r>
          </a:p>
        </p:txBody>
      </p:sp>
      <p:sp>
        <p:nvSpPr>
          <p:cNvPr id="61548" name="Rectangle 463">
            <a:extLst>
              <a:ext uri="{FF2B5EF4-FFF2-40B4-BE49-F238E27FC236}">
                <a16:creationId xmlns:a16="http://schemas.microsoft.com/office/drawing/2014/main" id="{95F0DD64-D11E-F06F-1AA3-29BEE7F50AC2}"/>
              </a:ext>
            </a:extLst>
          </p:cNvPr>
          <p:cNvSpPr>
            <a:spLocks noChangeArrowheads="1"/>
          </p:cNvSpPr>
          <p:nvPr/>
        </p:nvSpPr>
        <p:spPr bwMode="auto">
          <a:xfrm>
            <a:off x="6556376" y="4102101"/>
            <a:ext cx="365125" cy="22701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100</a:t>
            </a:r>
          </a:p>
        </p:txBody>
      </p:sp>
      <p:sp>
        <p:nvSpPr>
          <p:cNvPr id="61549" name="AutoShape 464">
            <a:extLst>
              <a:ext uri="{FF2B5EF4-FFF2-40B4-BE49-F238E27FC236}">
                <a16:creationId xmlns:a16="http://schemas.microsoft.com/office/drawing/2014/main" id="{51BB76AB-103D-9F38-8C22-01C900FAB066}"/>
              </a:ext>
            </a:extLst>
          </p:cNvPr>
          <p:cNvSpPr>
            <a:spLocks noChangeArrowheads="1"/>
          </p:cNvSpPr>
          <p:nvPr/>
        </p:nvSpPr>
        <p:spPr bwMode="auto">
          <a:xfrm>
            <a:off x="513024" y="3759696"/>
            <a:ext cx="2120900" cy="1017587"/>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IT" dirty="0">
                <a:latin typeface="Tahoma" panose="020B0604030504040204" pitchFamily="34" charset="0"/>
              </a:rPr>
              <a:t>default cost (10) </a:t>
            </a:r>
            <a:r>
              <a:rPr lang="it-IT" altLang="en-IT" dirty="0" err="1">
                <a:latin typeface="Tahoma" panose="020B0604030504040204" pitchFamily="34" charset="0"/>
              </a:rPr>
              <a:t>is</a:t>
            </a:r>
            <a:r>
              <a:rPr lang="it-IT" altLang="en-IT" dirty="0">
                <a:latin typeface="Tahoma" panose="020B0604030504040204" pitchFamily="34" charset="0"/>
              </a:rPr>
              <a:t> </a:t>
            </a:r>
            <a:r>
              <a:rPr lang="it-IT" altLang="en-IT" dirty="0" err="1">
                <a:latin typeface="Tahoma" panose="020B0604030504040204" pitchFamily="34" charset="0"/>
              </a:rPr>
              <a:t>assumed</a:t>
            </a:r>
            <a:r>
              <a:rPr lang="it-IT" altLang="en-IT" dirty="0">
                <a:latin typeface="Tahoma" panose="020B0604030504040204" pitchFamily="34" charset="0"/>
              </a:rPr>
              <a:t> </a:t>
            </a:r>
            <a:r>
              <a:rPr lang="it-IT" altLang="en-IT" dirty="0" err="1">
                <a:latin typeface="Tahoma" panose="020B0604030504040204" pitchFamily="34" charset="0"/>
              </a:rPr>
              <a:t>where</a:t>
            </a:r>
            <a:r>
              <a:rPr lang="it-IT" altLang="en-IT" dirty="0">
                <a:latin typeface="Tahoma" panose="020B0604030504040204" pitchFamily="34" charset="0"/>
              </a:rPr>
              <a:t> </a:t>
            </a:r>
            <a:r>
              <a:rPr lang="it-IT" altLang="en-IT" dirty="0" err="1">
                <a:latin typeface="Tahoma" panose="020B0604030504040204" pitchFamily="34" charset="0"/>
              </a:rPr>
              <a:t>unspecified</a:t>
            </a:r>
            <a:endParaRPr lang="it-IT" altLang="en-IT" sz="2000" dirty="0">
              <a:latin typeface="Tahoma" panose="020B0604030504040204" pitchFamily="34" charset="0"/>
            </a:endParaRP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8" name="Rectangle 2">
            <a:extLst>
              <a:ext uri="{FF2B5EF4-FFF2-40B4-BE49-F238E27FC236}">
                <a16:creationId xmlns:a16="http://schemas.microsoft.com/office/drawing/2014/main" id="{C20CCF17-E015-78A3-74BC-3BAEEB7E1892}"/>
              </a:ext>
            </a:extLst>
          </p:cNvPr>
          <p:cNvSpPr>
            <a:spLocks noGrp="1" noChangeArrowheads="1"/>
          </p:cNvSpPr>
          <p:nvPr>
            <p:ph type="title"/>
          </p:nvPr>
        </p:nvSpPr>
        <p:spPr/>
        <p:txBody>
          <a:bodyPr/>
          <a:lstStyle/>
          <a:p>
            <a:pPr eaLnBrk="1" hangingPunct="1"/>
            <a:r>
              <a:rPr lang="it-IT" altLang="it-IT"/>
              <a:t>area configuration</a:t>
            </a:r>
          </a:p>
        </p:txBody>
      </p:sp>
      <p:sp>
        <p:nvSpPr>
          <p:cNvPr id="62469" name="Rectangle 3">
            <a:extLst>
              <a:ext uri="{FF2B5EF4-FFF2-40B4-BE49-F238E27FC236}">
                <a16:creationId xmlns:a16="http://schemas.microsoft.com/office/drawing/2014/main" id="{20992378-459A-2D7D-06F6-B60CE070D7C8}"/>
              </a:ext>
            </a:extLst>
          </p:cNvPr>
          <p:cNvSpPr>
            <a:spLocks noGrp="1" noChangeArrowheads="1"/>
          </p:cNvSpPr>
          <p:nvPr>
            <p:ph idx="1"/>
          </p:nvPr>
        </p:nvSpPr>
        <p:spPr/>
        <p:txBody>
          <a:bodyPr/>
          <a:lstStyle/>
          <a:p>
            <a:pPr eaLnBrk="1" hangingPunct="1"/>
            <a:r>
              <a:rPr lang="it-IT" altLang="it-IT"/>
              <a:t>area information is found in two places</a:t>
            </a:r>
          </a:p>
          <a:p>
            <a:pPr lvl="1" eaLnBrk="1" hangingPunct="1"/>
            <a:r>
              <a:rPr lang="it-IT" altLang="it-IT"/>
              <a:t>when enabling ospf on router interfaces</a:t>
            </a:r>
            <a:br>
              <a:rPr lang="it-IT" altLang="it-IT"/>
            </a:br>
            <a:r>
              <a:rPr lang="it-IT" altLang="it-IT" b="1">
                <a:latin typeface="Courier New" panose="02070309020205020404" pitchFamily="49" charset="0"/>
              </a:rPr>
              <a:t>network 200.0.0.0/16 area 1.1.1.1</a:t>
            </a:r>
          </a:p>
          <a:p>
            <a:pPr lvl="1" eaLnBrk="1" hangingPunct="1"/>
            <a:r>
              <a:rPr lang="it-IT" altLang="it-IT"/>
              <a:t>when specifying the area type (not required for the backbone)</a:t>
            </a:r>
            <a:br>
              <a:rPr lang="it-IT" altLang="it-IT"/>
            </a:br>
            <a:r>
              <a:rPr lang="it-IT" altLang="it-IT" b="1">
                <a:latin typeface="Courier New" panose="02070309020205020404" pitchFamily="49" charset="0"/>
              </a:rPr>
              <a:t>area 1.1.1.1 stub</a:t>
            </a:r>
          </a:p>
        </p:txBody>
      </p:sp>
      <p:sp>
        <p:nvSpPr>
          <p:cNvPr id="2" name="Rectangle 4">
            <a:extLst>
              <a:ext uri="{FF2B5EF4-FFF2-40B4-BE49-F238E27FC236}">
                <a16:creationId xmlns:a16="http://schemas.microsoft.com/office/drawing/2014/main" id="{6E6ED8BE-E166-7E9D-EF19-CA6293FA057F}"/>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DED7AC5F-B69A-37D0-DEB4-A5A0F3BB22F5}"/>
              </a:ext>
            </a:extLst>
          </p:cNvPr>
          <p:cNvSpPr>
            <a:spLocks noGrp="1" noChangeArrowheads="1"/>
          </p:cNvSpPr>
          <p:nvPr>
            <p:ph type="ftr" sz="quarter" idx="11"/>
          </p:nvPr>
        </p:nvSpPr>
        <p:spPr>
          <a:ln/>
        </p:spPr>
        <p:txBody>
          <a:bodyPr/>
          <a:lstStyle/>
          <a:p>
            <a:r>
              <a:rPr lang="it-IT" altLang="en-IT"/>
              <a:t>kathara – [ labs: ospf_frr ]</a:t>
            </a:r>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2" name="Rectangle 2">
            <a:extLst>
              <a:ext uri="{FF2B5EF4-FFF2-40B4-BE49-F238E27FC236}">
                <a16:creationId xmlns:a16="http://schemas.microsoft.com/office/drawing/2014/main" id="{C9882BF2-C691-9167-54AD-54FA78157FE4}"/>
              </a:ext>
            </a:extLst>
          </p:cNvPr>
          <p:cNvSpPr>
            <a:spLocks noGrp="1" noChangeArrowheads="1"/>
          </p:cNvSpPr>
          <p:nvPr>
            <p:ph type="title"/>
          </p:nvPr>
        </p:nvSpPr>
        <p:spPr/>
        <p:txBody>
          <a:bodyPr/>
          <a:lstStyle/>
          <a:p>
            <a:pPr eaLnBrk="1" hangingPunct="1"/>
            <a:r>
              <a:rPr lang="it-IT" altLang="it-IT"/>
              <a:t>ospf path types</a:t>
            </a:r>
          </a:p>
        </p:txBody>
      </p:sp>
      <p:sp>
        <p:nvSpPr>
          <p:cNvPr id="63493" name="Rectangle 3">
            <a:extLst>
              <a:ext uri="{FF2B5EF4-FFF2-40B4-BE49-F238E27FC236}">
                <a16:creationId xmlns:a16="http://schemas.microsoft.com/office/drawing/2014/main" id="{46407880-9D09-F2FD-2071-48AE91DCF3FB}"/>
              </a:ext>
            </a:extLst>
          </p:cNvPr>
          <p:cNvSpPr>
            <a:spLocks noGrp="1" noChangeArrowheads="1"/>
          </p:cNvSpPr>
          <p:nvPr>
            <p:ph idx="1"/>
          </p:nvPr>
        </p:nvSpPr>
        <p:spPr/>
        <p:txBody>
          <a:bodyPr/>
          <a:lstStyle/>
          <a:p>
            <a:pPr eaLnBrk="1" hangingPunct="1"/>
            <a:r>
              <a:rPr lang="it-IT" altLang="it-IT" dirty="0" err="1"/>
              <a:t>there</a:t>
            </a:r>
            <a:r>
              <a:rPr lang="it-IT" altLang="it-IT" dirty="0"/>
              <a:t> are 4 </a:t>
            </a:r>
            <a:r>
              <a:rPr lang="it-IT" altLang="it-IT" dirty="0" err="1"/>
              <a:t>path</a:t>
            </a:r>
            <a:r>
              <a:rPr lang="it-IT" altLang="it-IT" dirty="0"/>
              <a:t> </a:t>
            </a:r>
            <a:r>
              <a:rPr lang="it-IT" altLang="it-IT" dirty="0" err="1"/>
              <a:t>types</a:t>
            </a:r>
            <a:endParaRPr lang="it-IT" altLang="it-IT" dirty="0"/>
          </a:p>
          <a:p>
            <a:pPr lvl="1" eaLnBrk="1" hangingPunct="1">
              <a:buSzTx/>
              <a:buFont typeface="Wingdings" pitchFamily="2" charset="2"/>
              <a:buAutoNum type="arabicPeriod"/>
            </a:pPr>
            <a:r>
              <a:rPr lang="it-IT" altLang="it-IT" dirty="0"/>
              <a:t>intra-area</a:t>
            </a:r>
          </a:p>
          <a:p>
            <a:pPr lvl="1" eaLnBrk="1" hangingPunct="1">
              <a:buSzTx/>
              <a:buFont typeface="Wingdings" pitchFamily="2" charset="2"/>
              <a:buAutoNum type="arabicPeriod"/>
            </a:pPr>
            <a:r>
              <a:rPr lang="it-IT" altLang="it-IT" dirty="0"/>
              <a:t>inter-area</a:t>
            </a:r>
          </a:p>
          <a:p>
            <a:pPr lvl="1" eaLnBrk="1" hangingPunct="1">
              <a:buSzTx/>
              <a:buFont typeface="Wingdings" pitchFamily="2" charset="2"/>
              <a:buAutoNum type="arabicPeriod"/>
            </a:pPr>
            <a:r>
              <a:rPr lang="it-IT" altLang="it-IT" dirty="0" err="1"/>
              <a:t>external</a:t>
            </a:r>
            <a:r>
              <a:rPr lang="it-IT" altLang="it-IT" dirty="0"/>
              <a:t> </a:t>
            </a:r>
            <a:r>
              <a:rPr lang="it-IT" altLang="it-IT" dirty="0" err="1"/>
              <a:t>type</a:t>
            </a:r>
            <a:r>
              <a:rPr lang="it-IT" altLang="it-IT" dirty="0"/>
              <a:t> 1</a:t>
            </a:r>
          </a:p>
          <a:p>
            <a:pPr lvl="1" eaLnBrk="1" hangingPunct="1">
              <a:buSzTx/>
              <a:buFont typeface="Wingdings" pitchFamily="2" charset="2"/>
              <a:buAutoNum type="arabicPeriod"/>
            </a:pPr>
            <a:r>
              <a:rPr lang="it-IT" altLang="it-IT" dirty="0" err="1"/>
              <a:t>external</a:t>
            </a:r>
            <a:r>
              <a:rPr lang="it-IT" altLang="it-IT" dirty="0"/>
              <a:t> </a:t>
            </a:r>
            <a:r>
              <a:rPr lang="it-IT" altLang="it-IT" dirty="0" err="1"/>
              <a:t>type</a:t>
            </a:r>
            <a:r>
              <a:rPr lang="it-IT" altLang="it-IT" dirty="0"/>
              <a:t> 2</a:t>
            </a:r>
          </a:p>
          <a:p>
            <a:pPr eaLnBrk="1" hangingPunct="1"/>
            <a:r>
              <a:rPr lang="it-IT" altLang="it-IT" dirty="0" err="1"/>
              <a:t>types</a:t>
            </a:r>
            <a:r>
              <a:rPr lang="it-IT" altLang="it-IT" dirty="0"/>
              <a:t> can </a:t>
            </a:r>
            <a:r>
              <a:rPr lang="it-IT" altLang="it-IT" dirty="0" err="1"/>
              <a:t>coexist</a:t>
            </a:r>
            <a:r>
              <a:rPr lang="it-IT" altLang="it-IT" dirty="0"/>
              <a:t> in the </a:t>
            </a:r>
            <a:r>
              <a:rPr lang="it-IT" altLang="it-IT" dirty="0" err="1"/>
              <a:t>same</a:t>
            </a:r>
            <a:r>
              <a:rPr lang="it-IT" altLang="it-IT" dirty="0"/>
              <a:t> network</a:t>
            </a:r>
          </a:p>
          <a:p>
            <a:pPr eaLnBrk="1" hangingPunct="1"/>
            <a:r>
              <a:rPr lang="it-IT" altLang="it-IT" dirty="0" err="1"/>
              <a:t>each</a:t>
            </a:r>
            <a:r>
              <a:rPr lang="it-IT" altLang="it-IT" dirty="0"/>
              <a:t> </a:t>
            </a:r>
            <a:r>
              <a:rPr lang="it-IT" altLang="it-IT" dirty="0" err="1"/>
              <a:t>type</a:t>
            </a:r>
            <a:r>
              <a:rPr lang="it-IT" altLang="it-IT" dirty="0"/>
              <a:t> </a:t>
            </a:r>
            <a:r>
              <a:rPr lang="it-IT" altLang="it-IT" dirty="0" err="1"/>
              <a:t>is</a:t>
            </a:r>
            <a:r>
              <a:rPr lang="it-IT" altLang="it-IT" dirty="0"/>
              <a:t> </a:t>
            </a:r>
            <a:r>
              <a:rPr lang="it-IT" altLang="it-IT" dirty="0" err="1"/>
              <a:t>preferred</a:t>
            </a:r>
            <a:r>
              <a:rPr lang="it-IT" altLang="it-IT" dirty="0"/>
              <a:t> over the following </a:t>
            </a:r>
            <a:r>
              <a:rPr lang="it-IT" altLang="it-IT" dirty="0" err="1"/>
              <a:t>ones</a:t>
            </a:r>
            <a:endParaRPr lang="it-IT" altLang="it-IT" dirty="0"/>
          </a:p>
        </p:txBody>
      </p:sp>
      <p:sp>
        <p:nvSpPr>
          <p:cNvPr id="2" name="Rectangle 4">
            <a:extLst>
              <a:ext uri="{FF2B5EF4-FFF2-40B4-BE49-F238E27FC236}">
                <a16:creationId xmlns:a16="http://schemas.microsoft.com/office/drawing/2014/main" id="{2057708D-85FE-D138-8BE4-F7AC556BE915}"/>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F145CD93-56B8-5571-68F9-8FF8ED8BEF96}"/>
              </a:ext>
            </a:extLst>
          </p:cNvPr>
          <p:cNvSpPr>
            <a:spLocks noGrp="1" noChangeArrowheads="1"/>
          </p:cNvSpPr>
          <p:nvPr>
            <p:ph type="ftr" sz="quarter" idx="11"/>
          </p:nvPr>
        </p:nvSpPr>
        <p:spPr>
          <a:ln/>
        </p:spPr>
        <p:txBody>
          <a:bodyPr/>
          <a:lstStyle/>
          <a:p>
            <a:r>
              <a:rPr lang="it-IT" altLang="en-IT"/>
              <a:t>kathara – [ labs: ospf_frr ]</a:t>
            </a:r>
          </a:p>
        </p:txBody>
      </p:sp>
      <p:pic>
        <p:nvPicPr>
          <p:cNvPr id="63494" name="Picture 4">
            <a:extLst>
              <a:ext uri="{FF2B5EF4-FFF2-40B4-BE49-F238E27FC236}">
                <a16:creationId xmlns:a16="http://schemas.microsoft.com/office/drawing/2014/main" id="{783A2693-B527-1B24-0051-F7FA9947A67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624392" y="591988"/>
            <a:ext cx="1493233" cy="1989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6" name="Rectangle 2">
            <a:extLst>
              <a:ext uri="{FF2B5EF4-FFF2-40B4-BE49-F238E27FC236}">
                <a16:creationId xmlns:a16="http://schemas.microsoft.com/office/drawing/2014/main" id="{9D0A9F00-88A6-C5F1-D425-176FE31C772F}"/>
              </a:ext>
            </a:extLst>
          </p:cNvPr>
          <p:cNvSpPr>
            <a:spLocks noGrp="1" noChangeArrowheads="1"/>
          </p:cNvSpPr>
          <p:nvPr>
            <p:ph type="title"/>
          </p:nvPr>
        </p:nvSpPr>
        <p:spPr/>
        <p:txBody>
          <a:bodyPr/>
          <a:lstStyle/>
          <a:p>
            <a:pPr eaLnBrk="1" hangingPunct="1"/>
            <a:r>
              <a:rPr lang="it-IT" altLang="it-IT"/>
              <a:t>ospf path types</a:t>
            </a:r>
          </a:p>
        </p:txBody>
      </p:sp>
      <p:sp>
        <p:nvSpPr>
          <p:cNvPr id="64517" name="Rectangle 3">
            <a:extLst>
              <a:ext uri="{FF2B5EF4-FFF2-40B4-BE49-F238E27FC236}">
                <a16:creationId xmlns:a16="http://schemas.microsoft.com/office/drawing/2014/main" id="{BBAD1E7F-105E-9DA2-49D2-B731D1375C5C}"/>
              </a:ext>
            </a:extLst>
          </p:cNvPr>
          <p:cNvSpPr>
            <a:spLocks noGrp="1" noChangeArrowheads="1"/>
          </p:cNvSpPr>
          <p:nvPr>
            <p:ph idx="1"/>
          </p:nvPr>
        </p:nvSpPr>
        <p:spPr/>
        <p:txBody>
          <a:bodyPr/>
          <a:lstStyle/>
          <a:p>
            <a:pPr eaLnBrk="1" hangingPunct="1"/>
            <a:r>
              <a:rPr lang="it-IT" altLang="it-IT" dirty="0"/>
              <a:t>intra-area </a:t>
            </a:r>
            <a:r>
              <a:rPr lang="it-IT" altLang="it-IT" dirty="0" err="1"/>
              <a:t>paths</a:t>
            </a:r>
            <a:endParaRPr lang="it-IT" altLang="it-IT" dirty="0"/>
          </a:p>
          <a:p>
            <a:pPr lvl="1" eaLnBrk="1" hangingPunct="1"/>
            <a:r>
              <a:rPr lang="it-IT" altLang="it-IT" dirty="0" err="1"/>
              <a:t>calculated</a:t>
            </a:r>
            <a:r>
              <a:rPr lang="it-IT" altLang="it-IT" dirty="0"/>
              <a:t> </a:t>
            </a:r>
            <a:r>
              <a:rPr lang="it-IT" altLang="it-IT" dirty="0" err="1"/>
              <a:t>using</a:t>
            </a:r>
            <a:r>
              <a:rPr lang="it-IT" altLang="it-IT" dirty="0"/>
              <a:t> the </a:t>
            </a:r>
            <a:r>
              <a:rPr lang="it-IT" altLang="it-IT" dirty="0" err="1"/>
              <a:t>shortest-path</a:t>
            </a:r>
            <a:br>
              <a:rPr lang="it-IT" altLang="it-IT" dirty="0"/>
            </a:br>
            <a:r>
              <a:rPr lang="it-IT" altLang="it-IT" dirty="0" err="1"/>
              <a:t>tree</a:t>
            </a:r>
            <a:endParaRPr lang="it-IT" altLang="it-IT" dirty="0"/>
          </a:p>
        </p:txBody>
      </p:sp>
      <p:sp>
        <p:nvSpPr>
          <p:cNvPr id="2" name="Rectangle 4">
            <a:extLst>
              <a:ext uri="{FF2B5EF4-FFF2-40B4-BE49-F238E27FC236}">
                <a16:creationId xmlns:a16="http://schemas.microsoft.com/office/drawing/2014/main" id="{CA2E0745-7E8D-8E68-2BB6-5F1C8046DAF0}"/>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30AE312-0AC9-BE1F-8918-9EB0DE983D5A}"/>
              </a:ext>
            </a:extLst>
          </p:cNvPr>
          <p:cNvSpPr>
            <a:spLocks noGrp="1" noChangeArrowheads="1"/>
          </p:cNvSpPr>
          <p:nvPr>
            <p:ph type="ftr" sz="quarter" idx="11"/>
          </p:nvPr>
        </p:nvSpPr>
        <p:spPr>
          <a:ln/>
        </p:spPr>
        <p:txBody>
          <a:bodyPr/>
          <a:lstStyle/>
          <a:p>
            <a:r>
              <a:rPr lang="it-IT" altLang="en-IT"/>
              <a:t>kathara – [ labs: ospf_frr ]</a:t>
            </a:r>
          </a:p>
        </p:txBody>
      </p:sp>
      <p:pic>
        <p:nvPicPr>
          <p:cNvPr id="6" name="Picture 4">
            <a:extLst>
              <a:ext uri="{FF2B5EF4-FFF2-40B4-BE49-F238E27FC236}">
                <a16:creationId xmlns:a16="http://schemas.microsoft.com/office/drawing/2014/main" id="{47457CC3-58DA-80AC-4CF8-2EDD1D74DEC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624392" y="591988"/>
            <a:ext cx="1493233" cy="1989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40" name="Rectangle 2">
            <a:extLst>
              <a:ext uri="{FF2B5EF4-FFF2-40B4-BE49-F238E27FC236}">
                <a16:creationId xmlns:a16="http://schemas.microsoft.com/office/drawing/2014/main" id="{FAB6A3FB-50C8-7B66-0135-CAC249AF04B5}"/>
              </a:ext>
            </a:extLst>
          </p:cNvPr>
          <p:cNvSpPr>
            <a:spLocks noGrp="1" noChangeArrowheads="1"/>
          </p:cNvSpPr>
          <p:nvPr>
            <p:ph type="title"/>
          </p:nvPr>
        </p:nvSpPr>
        <p:spPr/>
        <p:txBody>
          <a:bodyPr/>
          <a:lstStyle/>
          <a:p>
            <a:pPr eaLnBrk="1" hangingPunct="1"/>
            <a:r>
              <a:rPr lang="it-IT" altLang="it-IT" dirty="0" err="1"/>
              <a:t>ospf</a:t>
            </a:r>
            <a:r>
              <a:rPr lang="it-IT" altLang="it-IT" dirty="0"/>
              <a:t> </a:t>
            </a:r>
            <a:r>
              <a:rPr lang="it-IT" altLang="it-IT" dirty="0" err="1"/>
              <a:t>path</a:t>
            </a:r>
            <a:r>
              <a:rPr lang="it-IT" altLang="it-IT" dirty="0"/>
              <a:t> </a:t>
            </a:r>
            <a:r>
              <a:rPr lang="it-IT" altLang="it-IT" dirty="0" err="1"/>
              <a:t>types</a:t>
            </a:r>
            <a:endParaRPr lang="it-IT" altLang="it-IT" dirty="0"/>
          </a:p>
        </p:txBody>
      </p:sp>
      <p:sp>
        <p:nvSpPr>
          <p:cNvPr id="65541" name="Rectangle 3">
            <a:extLst>
              <a:ext uri="{FF2B5EF4-FFF2-40B4-BE49-F238E27FC236}">
                <a16:creationId xmlns:a16="http://schemas.microsoft.com/office/drawing/2014/main" id="{7F8096CB-ED29-CC02-E471-7CE13E006930}"/>
              </a:ext>
            </a:extLst>
          </p:cNvPr>
          <p:cNvSpPr>
            <a:spLocks noGrp="1" noChangeArrowheads="1"/>
          </p:cNvSpPr>
          <p:nvPr>
            <p:ph idx="1"/>
          </p:nvPr>
        </p:nvSpPr>
        <p:spPr/>
        <p:txBody>
          <a:bodyPr/>
          <a:lstStyle/>
          <a:p>
            <a:pPr eaLnBrk="1" hangingPunct="1">
              <a:lnSpc>
                <a:spcPct val="90000"/>
              </a:lnSpc>
            </a:pPr>
            <a:r>
              <a:rPr lang="it-IT" altLang="it-IT" dirty="0"/>
              <a:t>inter-area </a:t>
            </a:r>
            <a:r>
              <a:rPr lang="it-IT" altLang="it-IT" dirty="0" err="1"/>
              <a:t>paths</a:t>
            </a:r>
            <a:endParaRPr lang="it-IT" altLang="it-IT" dirty="0"/>
          </a:p>
          <a:p>
            <a:pPr lvl="1" eaLnBrk="1" hangingPunct="1">
              <a:lnSpc>
                <a:spcPct val="90000"/>
              </a:lnSpc>
            </a:pPr>
            <a:r>
              <a:rPr lang="it-IT" altLang="it-IT" dirty="0" err="1"/>
              <a:t>abrs</a:t>
            </a:r>
            <a:r>
              <a:rPr lang="it-IT" altLang="it-IT" dirty="0"/>
              <a:t> </a:t>
            </a:r>
            <a:r>
              <a:rPr lang="it-IT" altLang="it-IT" dirty="0" err="1"/>
              <a:t>inject</a:t>
            </a:r>
            <a:r>
              <a:rPr lang="it-IT" altLang="it-IT" dirty="0"/>
              <a:t> </a:t>
            </a:r>
            <a:r>
              <a:rPr lang="it-IT" altLang="it-IT" dirty="0" err="1"/>
              <a:t>summary</a:t>
            </a:r>
            <a:r>
              <a:rPr lang="it-IT" altLang="it-IT" dirty="0"/>
              <a:t> information</a:t>
            </a:r>
            <a:br>
              <a:rPr lang="it-IT" altLang="it-IT" dirty="0"/>
            </a:br>
            <a:r>
              <a:rPr lang="it-IT" altLang="it-IT" dirty="0"/>
              <a:t>inside </a:t>
            </a:r>
            <a:r>
              <a:rPr lang="it-IT" altLang="it-IT" dirty="0" err="1"/>
              <a:t>each</a:t>
            </a:r>
            <a:r>
              <a:rPr lang="it-IT" altLang="it-IT" dirty="0"/>
              <a:t> area, to make </a:t>
            </a:r>
            <a:r>
              <a:rPr lang="it-IT" altLang="it-IT" dirty="0" err="1"/>
              <a:t>it</a:t>
            </a:r>
            <a:r>
              <a:rPr lang="it-IT" altLang="it-IT" dirty="0"/>
              <a:t> </a:t>
            </a:r>
            <a:r>
              <a:rPr lang="it-IT" altLang="it-IT" dirty="0" err="1"/>
              <a:t>aware</a:t>
            </a:r>
            <a:br>
              <a:rPr lang="it-IT" altLang="it-IT" dirty="0"/>
            </a:br>
            <a:r>
              <a:rPr lang="it-IT" altLang="it-IT" dirty="0"/>
              <a:t>of </a:t>
            </a:r>
            <a:r>
              <a:rPr lang="it-IT" altLang="it-IT" dirty="0" err="1"/>
              <a:t>available</a:t>
            </a:r>
            <a:r>
              <a:rPr lang="it-IT" altLang="it-IT" dirty="0"/>
              <a:t> </a:t>
            </a:r>
            <a:r>
              <a:rPr lang="it-IT" altLang="it-IT" dirty="0" err="1"/>
              <a:t>destinations</a:t>
            </a:r>
            <a:r>
              <a:rPr lang="it-IT" altLang="it-IT" dirty="0"/>
              <a:t> in </a:t>
            </a:r>
            <a:r>
              <a:rPr lang="it-IT" altLang="it-IT" dirty="0" err="1"/>
              <a:t>other</a:t>
            </a:r>
            <a:r>
              <a:rPr lang="it-IT" altLang="it-IT" dirty="0"/>
              <a:t> </a:t>
            </a:r>
            <a:r>
              <a:rPr lang="it-IT" altLang="it-IT" dirty="0" err="1"/>
              <a:t>areas</a:t>
            </a:r>
            <a:endParaRPr lang="it-IT" altLang="it-IT" dirty="0"/>
          </a:p>
          <a:p>
            <a:pPr lvl="2" eaLnBrk="1" hangingPunct="1">
              <a:lnSpc>
                <a:spcPct val="90000"/>
              </a:lnSpc>
            </a:pPr>
            <a:r>
              <a:rPr lang="it-IT" altLang="it-IT" dirty="0" err="1"/>
              <a:t>such</a:t>
            </a:r>
            <a:r>
              <a:rPr lang="it-IT" altLang="it-IT" dirty="0"/>
              <a:t> information </a:t>
            </a:r>
            <a:r>
              <a:rPr lang="it-IT" altLang="it-IT" dirty="0" err="1"/>
              <a:t>includes</a:t>
            </a:r>
            <a:r>
              <a:rPr lang="it-IT" altLang="it-IT" dirty="0"/>
              <a:t> the cost of the </a:t>
            </a:r>
            <a:r>
              <a:rPr lang="it-IT" altLang="it-IT" dirty="0" err="1"/>
              <a:t>shortest</a:t>
            </a:r>
            <a:r>
              <a:rPr lang="it-IT" altLang="it-IT" dirty="0"/>
              <a:t> </a:t>
            </a:r>
            <a:r>
              <a:rPr lang="it-IT" altLang="it-IT" dirty="0" err="1"/>
              <a:t>path</a:t>
            </a:r>
            <a:r>
              <a:rPr lang="it-IT" altLang="it-IT" dirty="0"/>
              <a:t> from the </a:t>
            </a:r>
            <a:r>
              <a:rPr lang="it-IT" altLang="it-IT" dirty="0" err="1"/>
              <a:t>abr</a:t>
            </a:r>
            <a:r>
              <a:rPr lang="it-IT" altLang="it-IT" dirty="0"/>
              <a:t> to the </a:t>
            </a:r>
            <a:r>
              <a:rPr lang="it-IT" altLang="it-IT" dirty="0" err="1"/>
              <a:t>destination</a:t>
            </a:r>
            <a:endParaRPr lang="it-IT" altLang="it-IT" dirty="0"/>
          </a:p>
          <a:p>
            <a:pPr lvl="2" eaLnBrk="1" hangingPunct="1">
              <a:lnSpc>
                <a:spcPct val="90000"/>
              </a:lnSpc>
            </a:pPr>
            <a:r>
              <a:rPr lang="it-IT" altLang="it-IT" dirty="0" err="1"/>
              <a:t>if</a:t>
            </a:r>
            <a:r>
              <a:rPr lang="it-IT" altLang="it-IT" dirty="0"/>
              <a:t> multiple </a:t>
            </a:r>
            <a:r>
              <a:rPr lang="it-IT" altLang="it-IT" dirty="0" err="1"/>
              <a:t>subnets</a:t>
            </a:r>
            <a:r>
              <a:rPr lang="it-IT" altLang="it-IT" dirty="0"/>
              <a:t> are </a:t>
            </a:r>
            <a:r>
              <a:rPr lang="it-IT" altLang="it-IT" dirty="0" err="1"/>
              <a:t>summarized</a:t>
            </a:r>
            <a:r>
              <a:rPr lang="it-IT" altLang="it-IT" dirty="0"/>
              <a:t> </a:t>
            </a:r>
            <a:r>
              <a:rPr lang="it-IT" altLang="it-IT" dirty="0" err="1"/>
              <a:t>into</a:t>
            </a:r>
            <a:r>
              <a:rPr lang="it-IT" altLang="it-IT" dirty="0"/>
              <a:t> a single network, the </a:t>
            </a:r>
            <a:r>
              <a:rPr lang="it-IT" altLang="it-IT" dirty="0" err="1"/>
              <a:t>route</a:t>
            </a:r>
            <a:r>
              <a:rPr lang="it-IT" altLang="it-IT" dirty="0"/>
              <a:t> cost </a:t>
            </a:r>
            <a:r>
              <a:rPr lang="it-IT" altLang="it-IT" dirty="0" err="1"/>
              <a:t>will</a:t>
            </a:r>
            <a:r>
              <a:rPr lang="it-IT" altLang="it-IT" dirty="0"/>
              <a:t> be the maximum cost to </a:t>
            </a:r>
            <a:r>
              <a:rPr lang="it-IT" altLang="it-IT" dirty="0" err="1"/>
              <a:t>any</a:t>
            </a:r>
            <a:r>
              <a:rPr lang="it-IT" altLang="it-IT" dirty="0"/>
              <a:t> of the component </a:t>
            </a:r>
            <a:r>
              <a:rPr lang="it-IT" altLang="it-IT" dirty="0" err="1"/>
              <a:t>subnets</a:t>
            </a:r>
            <a:endParaRPr lang="it-IT" altLang="it-IT" dirty="0"/>
          </a:p>
          <a:p>
            <a:pPr lvl="1" eaLnBrk="1" hangingPunct="1">
              <a:lnSpc>
                <a:spcPct val="90000"/>
              </a:lnSpc>
            </a:pPr>
            <a:r>
              <a:rPr lang="it-IT" altLang="it-IT" dirty="0"/>
              <a:t>an inter-area </a:t>
            </a:r>
            <a:r>
              <a:rPr lang="it-IT" altLang="it-IT" dirty="0" err="1"/>
              <a:t>path</a:t>
            </a:r>
            <a:r>
              <a:rPr lang="it-IT" altLang="it-IT" dirty="0"/>
              <a:t> </a:t>
            </a:r>
            <a:r>
              <a:rPr lang="it-IT" altLang="it-IT" dirty="0" err="1"/>
              <a:t>is</a:t>
            </a:r>
            <a:r>
              <a:rPr lang="it-IT" altLang="it-IT" dirty="0"/>
              <a:t> </a:t>
            </a:r>
            <a:r>
              <a:rPr lang="it-IT" altLang="it-IT" dirty="0" err="1"/>
              <a:t>always</a:t>
            </a:r>
            <a:r>
              <a:rPr lang="it-IT" altLang="it-IT" dirty="0"/>
              <a:t> </a:t>
            </a:r>
            <a:r>
              <a:rPr lang="it-IT" altLang="it-IT" dirty="0" err="1"/>
              <a:t>composed</a:t>
            </a:r>
            <a:r>
              <a:rPr lang="it-IT" altLang="it-IT" dirty="0"/>
              <a:t> of:</a:t>
            </a:r>
          </a:p>
          <a:p>
            <a:pPr lvl="2" eaLnBrk="1" hangingPunct="1">
              <a:lnSpc>
                <a:spcPct val="90000"/>
              </a:lnSpc>
            </a:pPr>
            <a:r>
              <a:rPr lang="it-IT" altLang="it-IT" dirty="0"/>
              <a:t>an intra-area </a:t>
            </a:r>
            <a:r>
              <a:rPr lang="it-IT" altLang="it-IT" dirty="0" err="1"/>
              <a:t>path</a:t>
            </a:r>
            <a:r>
              <a:rPr lang="it-IT" altLang="it-IT" dirty="0"/>
              <a:t> from the source to the </a:t>
            </a:r>
            <a:r>
              <a:rPr lang="it-IT" altLang="it-IT" dirty="0" err="1"/>
              <a:t>abr</a:t>
            </a:r>
            <a:endParaRPr lang="it-IT" altLang="it-IT" dirty="0"/>
          </a:p>
          <a:p>
            <a:pPr lvl="2" eaLnBrk="1" hangingPunct="1">
              <a:lnSpc>
                <a:spcPct val="90000"/>
              </a:lnSpc>
            </a:pPr>
            <a:r>
              <a:rPr lang="it-IT" altLang="it-IT" dirty="0"/>
              <a:t>a </a:t>
            </a:r>
            <a:r>
              <a:rPr lang="it-IT" altLang="it-IT" dirty="0" err="1"/>
              <a:t>backbone</a:t>
            </a:r>
            <a:r>
              <a:rPr lang="it-IT" altLang="it-IT" dirty="0"/>
              <a:t> </a:t>
            </a:r>
            <a:r>
              <a:rPr lang="it-IT" altLang="it-IT" dirty="0" err="1"/>
              <a:t>path</a:t>
            </a:r>
            <a:r>
              <a:rPr lang="it-IT" altLang="it-IT" dirty="0"/>
              <a:t> </a:t>
            </a:r>
            <a:r>
              <a:rPr lang="it-IT" altLang="it-IT" dirty="0" err="1"/>
              <a:t>between</a:t>
            </a:r>
            <a:r>
              <a:rPr lang="it-IT" altLang="it-IT" dirty="0"/>
              <a:t> the source and </a:t>
            </a:r>
            <a:r>
              <a:rPr lang="it-IT" altLang="it-IT" dirty="0" err="1"/>
              <a:t>destination</a:t>
            </a:r>
            <a:r>
              <a:rPr lang="it-IT" altLang="it-IT" dirty="0"/>
              <a:t> </a:t>
            </a:r>
            <a:r>
              <a:rPr lang="it-IT" altLang="it-IT" dirty="0" err="1"/>
              <a:t>areas</a:t>
            </a:r>
            <a:endParaRPr lang="it-IT" altLang="it-IT" dirty="0"/>
          </a:p>
          <a:p>
            <a:pPr lvl="2" eaLnBrk="1" hangingPunct="1">
              <a:lnSpc>
                <a:spcPct val="90000"/>
              </a:lnSpc>
            </a:pPr>
            <a:r>
              <a:rPr lang="it-IT" altLang="it-IT" dirty="0"/>
              <a:t>an intra-area </a:t>
            </a:r>
            <a:r>
              <a:rPr lang="it-IT" altLang="it-IT" dirty="0" err="1"/>
              <a:t>path</a:t>
            </a:r>
            <a:r>
              <a:rPr lang="it-IT" altLang="it-IT" dirty="0"/>
              <a:t> to the </a:t>
            </a:r>
            <a:r>
              <a:rPr lang="it-IT" altLang="it-IT" dirty="0" err="1"/>
              <a:t>destination</a:t>
            </a:r>
            <a:endParaRPr lang="it-IT" altLang="it-IT" dirty="0"/>
          </a:p>
        </p:txBody>
      </p:sp>
      <p:sp>
        <p:nvSpPr>
          <p:cNvPr id="2" name="Rectangle 4">
            <a:extLst>
              <a:ext uri="{FF2B5EF4-FFF2-40B4-BE49-F238E27FC236}">
                <a16:creationId xmlns:a16="http://schemas.microsoft.com/office/drawing/2014/main" id="{62525CAD-8FAC-E6B7-393D-C3CA7D8C0620}"/>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FE3E150E-CDC9-190C-6115-2CBDE9D166EA}"/>
              </a:ext>
            </a:extLst>
          </p:cNvPr>
          <p:cNvSpPr>
            <a:spLocks noGrp="1" noChangeArrowheads="1"/>
          </p:cNvSpPr>
          <p:nvPr>
            <p:ph type="ftr" sz="quarter" idx="11"/>
          </p:nvPr>
        </p:nvSpPr>
        <p:spPr>
          <a:ln/>
        </p:spPr>
        <p:txBody>
          <a:bodyPr/>
          <a:lstStyle/>
          <a:p>
            <a:r>
              <a:rPr lang="it-IT" altLang="en-IT"/>
              <a:t>kathara – [ labs: ospf_frr ]</a:t>
            </a:r>
          </a:p>
        </p:txBody>
      </p:sp>
      <p:pic>
        <p:nvPicPr>
          <p:cNvPr id="6" name="Picture 4">
            <a:extLst>
              <a:ext uri="{FF2B5EF4-FFF2-40B4-BE49-F238E27FC236}">
                <a16:creationId xmlns:a16="http://schemas.microsoft.com/office/drawing/2014/main" id="{3907F931-B7EC-5EB7-4397-6E08FDBF2E9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624392" y="591988"/>
            <a:ext cx="1493233" cy="1989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ttangolo 7">
            <a:extLst>
              <a:ext uri="{FF2B5EF4-FFF2-40B4-BE49-F238E27FC236}">
                <a16:creationId xmlns:a16="http://schemas.microsoft.com/office/drawing/2014/main" id="{AEB6F7DB-D91C-4571-A214-4925FD453DC6}"/>
              </a:ext>
            </a:extLst>
          </p:cNvPr>
          <p:cNvSpPr/>
          <p:nvPr/>
        </p:nvSpPr>
        <p:spPr>
          <a:xfrm>
            <a:off x="1346070" y="4149005"/>
            <a:ext cx="7499350" cy="792163"/>
          </a:xfrm>
          <a:prstGeom prst="rect">
            <a:avLst/>
          </a:prstGeom>
          <a:solidFill>
            <a:schemeClr val="accent3">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it-IT"/>
          </a:p>
        </p:txBody>
      </p:sp>
      <p:sp>
        <p:nvSpPr>
          <p:cNvPr id="66564" name="Rectangle 2">
            <a:extLst>
              <a:ext uri="{FF2B5EF4-FFF2-40B4-BE49-F238E27FC236}">
                <a16:creationId xmlns:a16="http://schemas.microsoft.com/office/drawing/2014/main" id="{67DC4C9E-5C8A-A6AF-CDE9-EF411F7F1A81}"/>
              </a:ext>
            </a:extLst>
          </p:cNvPr>
          <p:cNvSpPr>
            <a:spLocks noGrp="1" noChangeArrowheads="1"/>
          </p:cNvSpPr>
          <p:nvPr>
            <p:ph type="title"/>
          </p:nvPr>
        </p:nvSpPr>
        <p:spPr/>
        <p:txBody>
          <a:bodyPr/>
          <a:lstStyle/>
          <a:p>
            <a:pPr eaLnBrk="1" hangingPunct="1"/>
            <a:r>
              <a:rPr lang="it-IT" altLang="it-IT" dirty="0" err="1"/>
              <a:t>ospf</a:t>
            </a:r>
            <a:r>
              <a:rPr lang="it-IT" altLang="it-IT" dirty="0"/>
              <a:t> </a:t>
            </a:r>
            <a:r>
              <a:rPr lang="it-IT" altLang="it-IT" dirty="0" err="1"/>
              <a:t>path</a:t>
            </a:r>
            <a:r>
              <a:rPr lang="it-IT" altLang="it-IT" dirty="0"/>
              <a:t> </a:t>
            </a:r>
            <a:r>
              <a:rPr lang="it-IT" altLang="it-IT" dirty="0" err="1"/>
              <a:t>types</a:t>
            </a:r>
            <a:endParaRPr lang="it-IT" altLang="it-IT" dirty="0"/>
          </a:p>
        </p:txBody>
      </p:sp>
      <p:sp>
        <p:nvSpPr>
          <p:cNvPr id="2" name="Rectangle 3">
            <a:extLst>
              <a:ext uri="{FF2B5EF4-FFF2-40B4-BE49-F238E27FC236}">
                <a16:creationId xmlns:a16="http://schemas.microsoft.com/office/drawing/2014/main" id="{27B244E2-8B18-4481-8188-0B936E6C0188}"/>
              </a:ext>
            </a:extLst>
          </p:cNvPr>
          <p:cNvSpPr>
            <a:spLocks noGrp="1" noChangeArrowheads="1"/>
          </p:cNvSpPr>
          <p:nvPr>
            <p:ph idx="1"/>
          </p:nvPr>
        </p:nvSpPr>
        <p:spPr/>
        <p:txBody>
          <a:bodyPr>
            <a:normAutofit/>
          </a:bodyPr>
          <a:lstStyle/>
          <a:p>
            <a:pPr eaLnBrk="1" hangingPunct="1">
              <a:lnSpc>
                <a:spcPct val="80000"/>
              </a:lnSpc>
              <a:defRPr/>
            </a:pPr>
            <a:r>
              <a:rPr lang="it-IT" dirty="0" err="1"/>
              <a:t>external</a:t>
            </a:r>
            <a:r>
              <a:rPr lang="it-IT" dirty="0"/>
              <a:t> </a:t>
            </a:r>
            <a:r>
              <a:rPr lang="it-IT" dirty="0" err="1"/>
              <a:t>paths</a:t>
            </a:r>
            <a:r>
              <a:rPr lang="it-IT" dirty="0"/>
              <a:t> are </a:t>
            </a:r>
            <a:r>
              <a:rPr lang="it-IT" dirty="0" err="1"/>
              <a:t>learned</a:t>
            </a:r>
            <a:r>
              <a:rPr lang="it-IT" dirty="0"/>
              <a:t> from</a:t>
            </a:r>
            <a:br>
              <a:rPr lang="it-IT" dirty="0"/>
            </a:br>
            <a:r>
              <a:rPr lang="it-IT" dirty="0" err="1"/>
              <a:t>other</a:t>
            </a:r>
            <a:r>
              <a:rPr lang="it-IT" dirty="0"/>
              <a:t> </a:t>
            </a:r>
            <a:r>
              <a:rPr lang="it-IT" dirty="0" err="1"/>
              <a:t>routing</a:t>
            </a:r>
            <a:r>
              <a:rPr lang="it-IT" dirty="0"/>
              <a:t> </a:t>
            </a:r>
            <a:r>
              <a:rPr lang="it-IT" dirty="0" err="1"/>
              <a:t>protocols</a:t>
            </a:r>
            <a:r>
              <a:rPr lang="it-IT" dirty="0"/>
              <a:t> (e.g., </a:t>
            </a:r>
            <a:r>
              <a:rPr lang="it-IT" dirty="0" err="1"/>
              <a:t>bgp</a:t>
            </a:r>
            <a:r>
              <a:rPr lang="it-IT" dirty="0"/>
              <a:t>)</a:t>
            </a:r>
          </a:p>
          <a:p>
            <a:pPr eaLnBrk="1" hangingPunct="1">
              <a:lnSpc>
                <a:spcPct val="80000"/>
              </a:lnSpc>
              <a:defRPr/>
            </a:pPr>
            <a:r>
              <a:rPr lang="it-IT" dirty="0" err="1"/>
              <a:t>type</a:t>
            </a:r>
            <a:r>
              <a:rPr lang="it-IT" dirty="0"/>
              <a:t> 1: the cost </a:t>
            </a:r>
            <a:r>
              <a:rPr lang="it-IT" dirty="0" err="1"/>
              <a:t>is</a:t>
            </a:r>
            <a:r>
              <a:rPr lang="it-IT" dirty="0"/>
              <a:t> </a:t>
            </a:r>
            <a:r>
              <a:rPr lang="it-IT" dirty="0" err="1"/>
              <a:t>expressed</a:t>
            </a:r>
            <a:r>
              <a:rPr lang="it-IT" dirty="0"/>
              <a:t> in </a:t>
            </a:r>
            <a:r>
              <a:rPr lang="it-IT" dirty="0" err="1"/>
              <a:t>terms</a:t>
            </a:r>
            <a:r>
              <a:rPr lang="it-IT" dirty="0"/>
              <a:t> of</a:t>
            </a:r>
          </a:p>
          <a:p>
            <a:pPr lvl="1" eaLnBrk="1" hangingPunct="1">
              <a:lnSpc>
                <a:spcPct val="80000"/>
              </a:lnSpc>
              <a:defRPr/>
            </a:pPr>
            <a:r>
              <a:rPr lang="it-IT" dirty="0"/>
              <a:t>the </a:t>
            </a:r>
            <a:r>
              <a:rPr lang="it-IT" dirty="0" err="1"/>
              <a:t>external</a:t>
            </a:r>
            <a:r>
              <a:rPr lang="it-IT" dirty="0"/>
              <a:t> (</a:t>
            </a:r>
            <a:r>
              <a:rPr lang="it-IT" dirty="0" err="1"/>
              <a:t>bgp</a:t>
            </a:r>
            <a:r>
              <a:rPr lang="it-IT" dirty="0"/>
              <a:t>) </a:t>
            </a:r>
            <a:r>
              <a:rPr lang="it-IT" dirty="0" err="1"/>
              <a:t>route</a:t>
            </a:r>
            <a:r>
              <a:rPr lang="it-IT" dirty="0"/>
              <a:t> cost* +</a:t>
            </a:r>
          </a:p>
          <a:p>
            <a:pPr lvl="1" eaLnBrk="1" hangingPunct="1">
              <a:lnSpc>
                <a:spcPct val="80000"/>
              </a:lnSpc>
              <a:defRPr/>
            </a:pPr>
            <a:r>
              <a:rPr lang="it-IT" dirty="0"/>
              <a:t>the </a:t>
            </a:r>
            <a:r>
              <a:rPr lang="it-IT" dirty="0" err="1"/>
              <a:t>ospf</a:t>
            </a:r>
            <a:r>
              <a:rPr lang="it-IT" dirty="0"/>
              <a:t> cost to the </a:t>
            </a:r>
            <a:r>
              <a:rPr lang="it-IT" dirty="0" err="1"/>
              <a:t>asbr</a:t>
            </a:r>
            <a:endParaRPr lang="it-IT" dirty="0"/>
          </a:p>
          <a:p>
            <a:pPr lvl="1" eaLnBrk="1" hangingPunct="1">
              <a:lnSpc>
                <a:spcPct val="80000"/>
              </a:lnSpc>
              <a:buFont typeface="Wingdings" pitchFamily="2" charset="2"/>
              <a:buNone/>
              <a:defRPr/>
            </a:pPr>
            <a:r>
              <a:rPr lang="it-IT" dirty="0" err="1"/>
              <a:t>example</a:t>
            </a:r>
            <a:r>
              <a:rPr lang="it-IT" dirty="0"/>
              <a:t> with </a:t>
            </a:r>
            <a:r>
              <a:rPr lang="it-IT" dirty="0" err="1"/>
              <a:t>bgp</a:t>
            </a:r>
            <a:r>
              <a:rPr lang="it-IT" dirty="0"/>
              <a:t> cost=495, </a:t>
            </a:r>
            <a:r>
              <a:rPr lang="it-IT" dirty="0" err="1"/>
              <a:t>ospf</a:t>
            </a:r>
            <a:r>
              <a:rPr lang="it-IT" dirty="0"/>
              <a:t> cost=10:</a:t>
            </a:r>
            <a:br>
              <a:rPr lang="it-IT" dirty="0"/>
            </a:br>
            <a:br>
              <a:rPr lang="it-IT" sz="2400" dirty="0"/>
            </a:br>
            <a:r>
              <a:rPr lang="pt-BR" sz="2200" dirty="0">
                <a:latin typeface="Lucida Console" pitchFamily="49" charset="0"/>
              </a:rPr>
              <a:t>N E1 50.0.0.0/16      [505] tag: 0</a:t>
            </a:r>
            <a:br>
              <a:rPr lang="pt-BR" sz="2200" dirty="0">
                <a:latin typeface="Lucida Console" pitchFamily="49" charset="0"/>
              </a:rPr>
            </a:br>
            <a:r>
              <a:rPr lang="pt-BR" sz="2200" dirty="0">
                <a:latin typeface="Lucida Console" pitchFamily="49" charset="0"/>
              </a:rPr>
              <a:t>                      via 10.0.1.2, eth1</a:t>
            </a:r>
          </a:p>
          <a:p>
            <a:pPr lvl="1" eaLnBrk="1" hangingPunct="1">
              <a:lnSpc>
                <a:spcPct val="80000"/>
              </a:lnSpc>
              <a:defRPr/>
            </a:pPr>
            <a:endParaRPr lang="it-IT" dirty="0"/>
          </a:p>
        </p:txBody>
      </p:sp>
      <p:sp>
        <p:nvSpPr>
          <p:cNvPr id="3" name="Rectangle 4">
            <a:extLst>
              <a:ext uri="{FF2B5EF4-FFF2-40B4-BE49-F238E27FC236}">
                <a16:creationId xmlns:a16="http://schemas.microsoft.com/office/drawing/2014/main" id="{21BD07BE-43D8-DA26-1117-D9CDEA31F621}"/>
              </a:ext>
            </a:extLst>
          </p:cNvPr>
          <p:cNvSpPr>
            <a:spLocks noGrp="1" noChangeArrowheads="1"/>
          </p:cNvSpPr>
          <p:nvPr>
            <p:ph type="dt" sz="half" idx="10"/>
          </p:nvPr>
        </p:nvSpPr>
        <p:spPr>
          <a:ln/>
        </p:spPr>
        <p:txBody>
          <a:bodyPr/>
          <a:lstStyle/>
          <a:p>
            <a:r>
              <a:rPr lang="it-IT" altLang="en-IT"/>
              <a:t>last update: Oct 2023</a:t>
            </a:r>
          </a:p>
        </p:txBody>
      </p:sp>
      <p:sp>
        <p:nvSpPr>
          <p:cNvPr id="4" name="Rectangle 5">
            <a:extLst>
              <a:ext uri="{FF2B5EF4-FFF2-40B4-BE49-F238E27FC236}">
                <a16:creationId xmlns:a16="http://schemas.microsoft.com/office/drawing/2014/main" id="{FE58CCDA-ECC9-4B50-4C8E-0BE48CD381EF}"/>
              </a:ext>
            </a:extLst>
          </p:cNvPr>
          <p:cNvSpPr>
            <a:spLocks noGrp="1" noChangeArrowheads="1"/>
          </p:cNvSpPr>
          <p:nvPr>
            <p:ph type="ftr" sz="quarter" idx="11"/>
          </p:nvPr>
        </p:nvSpPr>
        <p:spPr>
          <a:ln/>
        </p:spPr>
        <p:txBody>
          <a:bodyPr/>
          <a:lstStyle/>
          <a:p>
            <a:r>
              <a:rPr lang="it-IT" altLang="en-IT"/>
              <a:t>kathara – [ labs: ospf_frr ]</a:t>
            </a:r>
          </a:p>
        </p:txBody>
      </p:sp>
      <p:sp>
        <p:nvSpPr>
          <p:cNvPr id="7" name="CasellaDiTesto 6">
            <a:extLst>
              <a:ext uri="{FF2B5EF4-FFF2-40B4-BE49-F238E27FC236}">
                <a16:creationId xmlns:a16="http://schemas.microsoft.com/office/drawing/2014/main" id="{DB6001E6-5119-44FA-A6AB-7568D1A76B72}"/>
              </a:ext>
            </a:extLst>
          </p:cNvPr>
          <p:cNvSpPr txBox="1"/>
          <p:nvPr/>
        </p:nvSpPr>
        <p:spPr>
          <a:xfrm>
            <a:off x="1559496" y="5514137"/>
            <a:ext cx="9144000" cy="765175"/>
          </a:xfrm>
          <a:prstGeom prst="rect">
            <a:avLst/>
          </a:prstGeom>
          <a:solidFill>
            <a:schemeClr val="bg1"/>
          </a:solidFill>
        </p:spPr>
        <p:txBody>
          <a:bodyPr lIns="216000"/>
          <a:lstStyle/>
          <a:p>
            <a:pPr marL="271463" indent="-271463" eaLnBrk="1" hangingPunct="1">
              <a:defRPr/>
            </a:pPr>
            <a:r>
              <a:rPr lang="it-IT" sz="2000" dirty="0">
                <a:latin typeface="+mn-lt"/>
              </a:rPr>
              <a:t>*	cost </a:t>
            </a:r>
            <a:r>
              <a:rPr lang="it-IT" sz="2000" dirty="0" err="1">
                <a:latin typeface="+mn-lt"/>
              </a:rPr>
              <a:t>used</a:t>
            </a:r>
            <a:r>
              <a:rPr lang="it-IT" sz="2000" dirty="0">
                <a:latin typeface="+mn-lt"/>
              </a:rPr>
              <a:t> </a:t>
            </a:r>
            <a:r>
              <a:rPr lang="it-IT" sz="2000" dirty="0" err="1">
                <a:latin typeface="+mn-lt"/>
              </a:rPr>
              <a:t>when</a:t>
            </a:r>
            <a:r>
              <a:rPr lang="it-IT" sz="2000" dirty="0">
                <a:latin typeface="+mn-lt"/>
              </a:rPr>
              <a:t> </a:t>
            </a:r>
            <a:r>
              <a:rPr lang="it-IT" sz="2000" dirty="0" err="1">
                <a:latin typeface="+mn-lt"/>
              </a:rPr>
              <a:t>redistributing</a:t>
            </a:r>
            <a:r>
              <a:rPr lang="it-IT" sz="2000" dirty="0">
                <a:latin typeface="+mn-lt"/>
              </a:rPr>
              <a:t> the </a:t>
            </a:r>
            <a:r>
              <a:rPr lang="it-IT" sz="2000" dirty="0" err="1">
                <a:latin typeface="+mn-lt"/>
              </a:rPr>
              <a:t>protocol</a:t>
            </a:r>
            <a:r>
              <a:rPr lang="it-IT" sz="2000" dirty="0">
                <a:latin typeface="+mn-lt"/>
              </a:rPr>
              <a:t> (</a:t>
            </a:r>
            <a:r>
              <a:rPr lang="it-IT" sz="2000" dirty="0" err="1">
                <a:latin typeface="+mn-lt"/>
              </a:rPr>
              <a:t>bgp</a:t>
            </a:r>
            <a:r>
              <a:rPr lang="it-IT" sz="2000" dirty="0">
                <a:latin typeface="+mn-lt"/>
              </a:rPr>
              <a:t>) </a:t>
            </a:r>
            <a:r>
              <a:rPr lang="it-IT" sz="2000" dirty="0" err="1">
                <a:latin typeface="+mn-lt"/>
              </a:rPr>
              <a:t>into</a:t>
            </a:r>
            <a:r>
              <a:rPr lang="it-IT" sz="2000" dirty="0">
                <a:latin typeface="+mn-lt"/>
              </a:rPr>
              <a:t> </a:t>
            </a:r>
            <a:r>
              <a:rPr lang="it-IT" sz="2000" dirty="0" err="1">
                <a:latin typeface="+mn-lt"/>
              </a:rPr>
              <a:t>ospf</a:t>
            </a:r>
            <a:r>
              <a:rPr lang="it-IT" sz="2000" dirty="0">
                <a:latin typeface="+mn-lt"/>
              </a:rPr>
              <a:t>; default for </a:t>
            </a:r>
            <a:r>
              <a:rPr lang="it-IT" sz="2000" dirty="0" err="1">
                <a:latin typeface="+mn-lt"/>
              </a:rPr>
              <a:t>bgp</a:t>
            </a:r>
            <a:r>
              <a:rPr lang="it-IT" sz="2000" dirty="0">
                <a:latin typeface="+mn-lt"/>
              </a:rPr>
              <a:t>=20; </a:t>
            </a:r>
            <a:r>
              <a:rPr lang="it-IT" sz="2000" dirty="0" err="1">
                <a:latin typeface="+mn-lt"/>
              </a:rPr>
              <a:t>configurable</a:t>
            </a:r>
            <a:r>
              <a:rPr lang="it-IT" sz="2000" dirty="0">
                <a:latin typeface="+mn-lt"/>
              </a:rPr>
              <a:t> by </a:t>
            </a:r>
            <a:r>
              <a:rPr lang="it-IT" sz="2000" dirty="0" err="1">
                <a:latin typeface="+mn-lt"/>
              </a:rPr>
              <a:t>using</a:t>
            </a:r>
            <a:r>
              <a:rPr lang="it-IT" sz="2000" dirty="0">
                <a:latin typeface="+mn-lt"/>
              </a:rPr>
              <a:t> </a:t>
            </a:r>
            <a:r>
              <a:rPr lang="it-IT" sz="2000" dirty="0" err="1">
                <a:latin typeface="Lucida Console" pitchFamily="49" charset="0"/>
              </a:rPr>
              <a:t>redistribute</a:t>
            </a:r>
            <a:r>
              <a:rPr lang="it-IT" sz="2000" dirty="0">
                <a:latin typeface="Lucida Console" pitchFamily="49" charset="0"/>
              </a:rPr>
              <a:t> </a:t>
            </a:r>
            <a:r>
              <a:rPr lang="it-IT" sz="2000" dirty="0" err="1">
                <a:latin typeface="Lucida Console" pitchFamily="49" charset="0"/>
              </a:rPr>
              <a:t>bgp</a:t>
            </a:r>
            <a:r>
              <a:rPr lang="it-IT" sz="2000" dirty="0">
                <a:latin typeface="Lucida Console" pitchFamily="49" charset="0"/>
              </a:rPr>
              <a:t> </a:t>
            </a:r>
            <a:r>
              <a:rPr lang="it-IT" sz="2000" dirty="0" err="1">
                <a:latin typeface="Lucida Console" pitchFamily="49" charset="0"/>
              </a:rPr>
              <a:t>metric</a:t>
            </a:r>
            <a:r>
              <a:rPr lang="it-IT" sz="2000" dirty="0">
                <a:latin typeface="Lucida Console" pitchFamily="49" charset="0"/>
              </a:rPr>
              <a:t> </a:t>
            </a:r>
            <a:r>
              <a:rPr lang="it-IT" sz="2000" i="1" dirty="0" err="1">
                <a:latin typeface="Lucida Console" pitchFamily="49" charset="0"/>
              </a:rPr>
              <a:t>value</a:t>
            </a:r>
            <a:endParaRPr lang="it-IT" sz="2000" i="1" dirty="0">
              <a:latin typeface="Lucida Console" pitchFamily="49" charset="0"/>
            </a:endParaRPr>
          </a:p>
        </p:txBody>
      </p:sp>
      <p:pic>
        <p:nvPicPr>
          <p:cNvPr id="10" name="Picture 4">
            <a:extLst>
              <a:ext uri="{FF2B5EF4-FFF2-40B4-BE49-F238E27FC236}">
                <a16:creationId xmlns:a16="http://schemas.microsoft.com/office/drawing/2014/main" id="{C7BCDD4E-760D-FDA9-E634-DB2B435B718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624392" y="591988"/>
            <a:ext cx="1493233" cy="1989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ttangolo 6">
            <a:extLst>
              <a:ext uri="{FF2B5EF4-FFF2-40B4-BE49-F238E27FC236}">
                <a16:creationId xmlns:a16="http://schemas.microsoft.com/office/drawing/2014/main" id="{8DF82C25-32C5-4AA8-9AC0-94D49C598B30}"/>
              </a:ext>
            </a:extLst>
          </p:cNvPr>
          <p:cNvSpPr/>
          <p:nvPr/>
        </p:nvSpPr>
        <p:spPr>
          <a:xfrm>
            <a:off x="1343472" y="5301208"/>
            <a:ext cx="7499350" cy="792163"/>
          </a:xfrm>
          <a:prstGeom prst="rect">
            <a:avLst/>
          </a:prstGeom>
          <a:solidFill>
            <a:schemeClr val="accent3">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it-IT"/>
          </a:p>
        </p:txBody>
      </p:sp>
      <p:sp>
        <p:nvSpPr>
          <p:cNvPr id="67588" name="Rectangle 2">
            <a:extLst>
              <a:ext uri="{FF2B5EF4-FFF2-40B4-BE49-F238E27FC236}">
                <a16:creationId xmlns:a16="http://schemas.microsoft.com/office/drawing/2014/main" id="{71A002A5-B145-0B4F-09F2-90B65371C9F0}"/>
              </a:ext>
            </a:extLst>
          </p:cNvPr>
          <p:cNvSpPr>
            <a:spLocks noGrp="1" noChangeArrowheads="1"/>
          </p:cNvSpPr>
          <p:nvPr>
            <p:ph type="title"/>
          </p:nvPr>
        </p:nvSpPr>
        <p:spPr/>
        <p:txBody>
          <a:bodyPr/>
          <a:lstStyle/>
          <a:p>
            <a:pPr eaLnBrk="1" hangingPunct="1"/>
            <a:r>
              <a:rPr lang="it-IT" altLang="it-IT" dirty="0" err="1"/>
              <a:t>ospf</a:t>
            </a:r>
            <a:r>
              <a:rPr lang="it-IT" altLang="it-IT" dirty="0"/>
              <a:t> </a:t>
            </a:r>
            <a:r>
              <a:rPr lang="it-IT" altLang="it-IT" dirty="0" err="1"/>
              <a:t>path</a:t>
            </a:r>
            <a:r>
              <a:rPr lang="it-IT" altLang="it-IT" dirty="0"/>
              <a:t> </a:t>
            </a:r>
            <a:r>
              <a:rPr lang="it-IT" altLang="it-IT" dirty="0" err="1"/>
              <a:t>types</a:t>
            </a:r>
            <a:endParaRPr lang="it-IT" altLang="it-IT" dirty="0"/>
          </a:p>
        </p:txBody>
      </p:sp>
      <p:sp>
        <p:nvSpPr>
          <p:cNvPr id="63493" name="Rectangle 3">
            <a:extLst>
              <a:ext uri="{FF2B5EF4-FFF2-40B4-BE49-F238E27FC236}">
                <a16:creationId xmlns:a16="http://schemas.microsoft.com/office/drawing/2014/main" id="{6C325181-B4FF-4267-A232-66CF8606876C}"/>
              </a:ext>
            </a:extLst>
          </p:cNvPr>
          <p:cNvSpPr>
            <a:spLocks noGrp="1" noChangeArrowheads="1"/>
          </p:cNvSpPr>
          <p:nvPr>
            <p:ph idx="1"/>
          </p:nvPr>
        </p:nvSpPr>
        <p:spPr/>
        <p:txBody>
          <a:bodyPr>
            <a:normAutofit fontScale="92500" lnSpcReduction="20000"/>
          </a:bodyPr>
          <a:lstStyle/>
          <a:p>
            <a:pPr eaLnBrk="1" hangingPunct="1">
              <a:defRPr/>
            </a:pPr>
            <a:r>
              <a:rPr lang="it-IT" sz="3500" dirty="0" err="1"/>
              <a:t>external</a:t>
            </a:r>
            <a:r>
              <a:rPr lang="it-IT" sz="3500" dirty="0"/>
              <a:t> </a:t>
            </a:r>
            <a:r>
              <a:rPr lang="it-IT" sz="3500" dirty="0" err="1"/>
              <a:t>paths</a:t>
            </a:r>
            <a:r>
              <a:rPr lang="it-IT" sz="3500" dirty="0"/>
              <a:t> are </a:t>
            </a:r>
            <a:r>
              <a:rPr lang="it-IT" sz="3500" dirty="0" err="1"/>
              <a:t>learned</a:t>
            </a:r>
            <a:r>
              <a:rPr lang="it-IT" sz="3500" dirty="0"/>
              <a:t> from</a:t>
            </a:r>
            <a:br>
              <a:rPr lang="it-IT" sz="3500" dirty="0"/>
            </a:br>
            <a:r>
              <a:rPr lang="it-IT" sz="3500" dirty="0" err="1"/>
              <a:t>other</a:t>
            </a:r>
            <a:r>
              <a:rPr lang="it-IT" sz="3500" dirty="0"/>
              <a:t> </a:t>
            </a:r>
            <a:r>
              <a:rPr lang="it-IT" sz="3500" dirty="0" err="1"/>
              <a:t>routing</a:t>
            </a:r>
            <a:r>
              <a:rPr lang="it-IT" sz="3500" dirty="0"/>
              <a:t> </a:t>
            </a:r>
            <a:r>
              <a:rPr lang="it-IT" sz="3500" dirty="0" err="1"/>
              <a:t>protocols</a:t>
            </a:r>
            <a:r>
              <a:rPr lang="it-IT" sz="3500" dirty="0"/>
              <a:t> (e.g., </a:t>
            </a:r>
            <a:r>
              <a:rPr lang="it-IT" sz="3500" dirty="0" err="1"/>
              <a:t>bgp</a:t>
            </a:r>
            <a:r>
              <a:rPr lang="it-IT" sz="3500" dirty="0"/>
              <a:t>)</a:t>
            </a:r>
          </a:p>
          <a:p>
            <a:pPr eaLnBrk="1" hangingPunct="1">
              <a:defRPr/>
            </a:pPr>
            <a:r>
              <a:rPr lang="it-IT" sz="3500" dirty="0" err="1"/>
              <a:t>type</a:t>
            </a:r>
            <a:r>
              <a:rPr lang="it-IT" sz="3500" dirty="0"/>
              <a:t> 1: the cost </a:t>
            </a:r>
            <a:r>
              <a:rPr lang="it-IT" sz="3500" dirty="0" err="1"/>
              <a:t>is</a:t>
            </a:r>
            <a:r>
              <a:rPr lang="it-IT" sz="3500" dirty="0"/>
              <a:t> </a:t>
            </a:r>
            <a:r>
              <a:rPr lang="it-IT" sz="3500" dirty="0" err="1"/>
              <a:t>expressed</a:t>
            </a:r>
            <a:r>
              <a:rPr lang="it-IT" sz="3500" dirty="0"/>
              <a:t> in </a:t>
            </a:r>
            <a:r>
              <a:rPr lang="it-IT" sz="3500" dirty="0" err="1"/>
              <a:t>terms</a:t>
            </a:r>
            <a:r>
              <a:rPr lang="it-IT" sz="3500" dirty="0"/>
              <a:t> of</a:t>
            </a:r>
          </a:p>
          <a:p>
            <a:pPr lvl="1" eaLnBrk="1" hangingPunct="1">
              <a:defRPr/>
            </a:pPr>
            <a:r>
              <a:rPr lang="it-IT" sz="3000" dirty="0"/>
              <a:t>the </a:t>
            </a:r>
            <a:r>
              <a:rPr lang="it-IT" sz="3000" dirty="0" err="1"/>
              <a:t>external</a:t>
            </a:r>
            <a:r>
              <a:rPr lang="it-IT" sz="3000" dirty="0"/>
              <a:t> (</a:t>
            </a:r>
            <a:r>
              <a:rPr lang="it-IT" sz="3000" dirty="0" err="1"/>
              <a:t>bgp</a:t>
            </a:r>
            <a:r>
              <a:rPr lang="it-IT" sz="3000" dirty="0"/>
              <a:t>) </a:t>
            </a:r>
            <a:r>
              <a:rPr lang="it-IT" sz="3000" dirty="0" err="1"/>
              <a:t>route</a:t>
            </a:r>
            <a:r>
              <a:rPr lang="it-IT" sz="3000" dirty="0"/>
              <a:t> cost* +</a:t>
            </a:r>
          </a:p>
          <a:p>
            <a:pPr lvl="1" eaLnBrk="1" hangingPunct="1">
              <a:defRPr/>
            </a:pPr>
            <a:r>
              <a:rPr lang="it-IT" sz="3000" dirty="0"/>
              <a:t>the </a:t>
            </a:r>
            <a:r>
              <a:rPr lang="it-IT" sz="3000" dirty="0" err="1"/>
              <a:t>ospf</a:t>
            </a:r>
            <a:r>
              <a:rPr lang="it-IT" sz="3000" dirty="0"/>
              <a:t> cost to the </a:t>
            </a:r>
            <a:r>
              <a:rPr lang="it-IT" sz="3000" dirty="0" err="1"/>
              <a:t>asbr</a:t>
            </a:r>
            <a:endParaRPr lang="it-IT" sz="3000" dirty="0"/>
          </a:p>
          <a:p>
            <a:pPr eaLnBrk="1" hangingPunct="1">
              <a:defRPr/>
            </a:pPr>
            <a:r>
              <a:rPr lang="it-IT" sz="3500" dirty="0" err="1"/>
              <a:t>type</a:t>
            </a:r>
            <a:r>
              <a:rPr lang="it-IT" sz="3500" dirty="0"/>
              <a:t> 2: the cost </a:t>
            </a:r>
            <a:r>
              <a:rPr lang="it-IT" sz="3500" dirty="0" err="1"/>
              <a:t>is</a:t>
            </a:r>
            <a:r>
              <a:rPr lang="it-IT" sz="3500" dirty="0"/>
              <a:t> </a:t>
            </a:r>
            <a:r>
              <a:rPr lang="it-IT" sz="3500" dirty="0" err="1"/>
              <a:t>expressed</a:t>
            </a:r>
            <a:r>
              <a:rPr lang="it-IT" sz="3500" dirty="0"/>
              <a:t> in </a:t>
            </a:r>
            <a:r>
              <a:rPr lang="it-IT" sz="3500" dirty="0" err="1"/>
              <a:t>terms</a:t>
            </a:r>
            <a:r>
              <a:rPr lang="it-IT" sz="3500" dirty="0"/>
              <a:t> of</a:t>
            </a:r>
          </a:p>
          <a:p>
            <a:pPr lvl="1" eaLnBrk="1" hangingPunct="1">
              <a:defRPr/>
            </a:pPr>
            <a:r>
              <a:rPr lang="it-IT" sz="3000" dirty="0"/>
              <a:t>the </a:t>
            </a:r>
            <a:r>
              <a:rPr lang="it-IT" sz="3000" dirty="0" err="1"/>
              <a:t>external</a:t>
            </a:r>
            <a:r>
              <a:rPr lang="it-IT" sz="3000" dirty="0"/>
              <a:t> (</a:t>
            </a:r>
            <a:r>
              <a:rPr lang="it-IT" sz="3000" dirty="0" err="1"/>
              <a:t>bgp</a:t>
            </a:r>
            <a:r>
              <a:rPr lang="it-IT" sz="3000" dirty="0"/>
              <a:t>) </a:t>
            </a:r>
            <a:r>
              <a:rPr lang="it-IT" sz="3000" dirty="0" err="1"/>
              <a:t>route</a:t>
            </a:r>
            <a:r>
              <a:rPr lang="it-IT" sz="3000" dirty="0"/>
              <a:t> cost* </a:t>
            </a:r>
            <a:r>
              <a:rPr lang="it-IT" sz="3000" dirty="0" err="1"/>
              <a:t>only</a:t>
            </a:r>
            <a:br>
              <a:rPr lang="it-IT" sz="3000" dirty="0"/>
            </a:br>
            <a:r>
              <a:rPr lang="it-IT" sz="3000" dirty="0"/>
              <a:t>(</a:t>
            </a:r>
            <a:r>
              <a:rPr lang="it-IT" sz="3000" dirty="0" err="1"/>
              <a:t>distance</a:t>
            </a:r>
            <a:r>
              <a:rPr lang="it-IT" sz="3000" dirty="0"/>
              <a:t> to the </a:t>
            </a:r>
            <a:r>
              <a:rPr lang="it-IT" sz="3000" dirty="0" err="1"/>
              <a:t>asbr</a:t>
            </a:r>
            <a:r>
              <a:rPr lang="it-IT" sz="3000" dirty="0"/>
              <a:t> </a:t>
            </a:r>
            <a:r>
              <a:rPr lang="it-IT" sz="3000" dirty="0" err="1"/>
              <a:t>is</a:t>
            </a:r>
            <a:r>
              <a:rPr lang="it-IT" sz="3000" dirty="0"/>
              <a:t> </a:t>
            </a:r>
            <a:r>
              <a:rPr lang="it-IT" sz="3000" dirty="0" err="1"/>
              <a:t>only</a:t>
            </a:r>
            <a:r>
              <a:rPr lang="it-IT" sz="3000" dirty="0"/>
              <a:t> </a:t>
            </a:r>
            <a:r>
              <a:rPr lang="it-IT" sz="3000" dirty="0" err="1"/>
              <a:t>used</a:t>
            </a:r>
            <a:r>
              <a:rPr lang="it-IT" sz="3000" dirty="0"/>
              <a:t> to break </a:t>
            </a:r>
            <a:r>
              <a:rPr lang="it-IT" sz="3000" dirty="0" err="1"/>
              <a:t>ties</a:t>
            </a:r>
            <a:r>
              <a:rPr lang="it-IT" sz="3000" dirty="0"/>
              <a:t>)</a:t>
            </a:r>
          </a:p>
          <a:p>
            <a:pPr lvl="1" eaLnBrk="1" hangingPunct="1">
              <a:buFont typeface="Wingdings" pitchFamily="2" charset="2"/>
              <a:buNone/>
              <a:defRPr/>
            </a:pPr>
            <a:r>
              <a:rPr lang="it-IT" sz="3000" dirty="0" err="1"/>
              <a:t>example</a:t>
            </a:r>
            <a:r>
              <a:rPr lang="it-IT" sz="3000" dirty="0"/>
              <a:t> with </a:t>
            </a:r>
            <a:r>
              <a:rPr lang="it-IT" sz="3000" dirty="0" err="1"/>
              <a:t>bgp</a:t>
            </a:r>
            <a:r>
              <a:rPr lang="it-IT" sz="3000" dirty="0"/>
              <a:t> cost=495, </a:t>
            </a:r>
            <a:r>
              <a:rPr lang="it-IT" sz="3000" dirty="0" err="1"/>
              <a:t>ospf</a:t>
            </a:r>
            <a:r>
              <a:rPr lang="it-IT" sz="3000" dirty="0"/>
              <a:t> cost=10:</a:t>
            </a:r>
            <a:br>
              <a:rPr lang="it-IT" sz="3000" dirty="0"/>
            </a:br>
            <a:br>
              <a:rPr lang="it-IT" sz="1400" dirty="0"/>
            </a:br>
            <a:r>
              <a:rPr lang="pt-BR" sz="2400" dirty="0">
                <a:latin typeface="Lucida Console" pitchFamily="49" charset="0"/>
              </a:rPr>
              <a:t>N E2 50.0.0.0/16     [10/495] tag: 0</a:t>
            </a:r>
          </a:p>
          <a:p>
            <a:pPr lvl="1" eaLnBrk="1" hangingPunct="1">
              <a:buFont typeface="Wingdings" pitchFamily="2" charset="2"/>
              <a:buNone/>
              <a:defRPr/>
            </a:pPr>
            <a:r>
              <a:rPr lang="pt-BR" sz="2400" dirty="0">
                <a:latin typeface="Lucida Console" pitchFamily="49" charset="0"/>
              </a:rPr>
              <a:t>                       via 10.0.1.2, eth1</a:t>
            </a:r>
          </a:p>
        </p:txBody>
      </p:sp>
      <p:sp>
        <p:nvSpPr>
          <p:cNvPr id="2" name="Rectangle 4">
            <a:extLst>
              <a:ext uri="{FF2B5EF4-FFF2-40B4-BE49-F238E27FC236}">
                <a16:creationId xmlns:a16="http://schemas.microsoft.com/office/drawing/2014/main" id="{4310E33F-8C10-0E93-67D8-F8AC1AB0326B}"/>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BCACE25A-58C5-4B06-DD0A-9EC5083E7BF2}"/>
              </a:ext>
            </a:extLst>
          </p:cNvPr>
          <p:cNvSpPr>
            <a:spLocks noGrp="1" noChangeArrowheads="1"/>
          </p:cNvSpPr>
          <p:nvPr>
            <p:ph type="ftr" sz="quarter" idx="11"/>
          </p:nvPr>
        </p:nvSpPr>
        <p:spPr>
          <a:ln/>
        </p:spPr>
        <p:txBody>
          <a:bodyPr/>
          <a:lstStyle/>
          <a:p>
            <a:r>
              <a:rPr lang="it-IT" altLang="en-IT"/>
              <a:t>kathara – [ labs: ospf_frr ]</a:t>
            </a:r>
          </a:p>
        </p:txBody>
      </p:sp>
      <p:pic>
        <p:nvPicPr>
          <p:cNvPr id="4" name="Picture 4">
            <a:extLst>
              <a:ext uri="{FF2B5EF4-FFF2-40B4-BE49-F238E27FC236}">
                <a16:creationId xmlns:a16="http://schemas.microsoft.com/office/drawing/2014/main" id="{65F5B95F-A7C4-3A0F-8E02-F3927C7AD1A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624392" y="591988"/>
            <a:ext cx="1493233" cy="1989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1" name="Rectangle 2">
            <a:extLst>
              <a:ext uri="{FF2B5EF4-FFF2-40B4-BE49-F238E27FC236}">
                <a16:creationId xmlns:a16="http://schemas.microsoft.com/office/drawing/2014/main" id="{397A6C65-D638-4935-F0A6-73D5E8B6EC3C}"/>
              </a:ext>
            </a:extLst>
          </p:cNvPr>
          <p:cNvSpPr>
            <a:spLocks noGrp="1" noChangeArrowheads="1"/>
          </p:cNvSpPr>
          <p:nvPr>
            <p:ph type="title"/>
          </p:nvPr>
        </p:nvSpPr>
        <p:spPr/>
        <p:txBody>
          <a:bodyPr/>
          <a:lstStyle/>
          <a:p>
            <a:pPr eaLnBrk="1" hangingPunct="1"/>
            <a:r>
              <a:rPr lang="it-IT" altLang="it-IT"/>
              <a:t>ospf path types</a:t>
            </a:r>
          </a:p>
        </p:txBody>
      </p:sp>
      <p:sp>
        <p:nvSpPr>
          <p:cNvPr id="63493" name="Rectangle 3">
            <a:extLst>
              <a:ext uri="{FF2B5EF4-FFF2-40B4-BE49-F238E27FC236}">
                <a16:creationId xmlns:a16="http://schemas.microsoft.com/office/drawing/2014/main" id="{DD5E169F-6D47-4D24-B060-A894DBE375D5}"/>
              </a:ext>
            </a:extLst>
          </p:cNvPr>
          <p:cNvSpPr>
            <a:spLocks noGrp="1" noChangeArrowheads="1"/>
          </p:cNvSpPr>
          <p:nvPr>
            <p:ph idx="1"/>
          </p:nvPr>
        </p:nvSpPr>
        <p:spPr/>
        <p:txBody>
          <a:bodyPr>
            <a:normAutofit lnSpcReduction="10000"/>
          </a:bodyPr>
          <a:lstStyle/>
          <a:p>
            <a:pPr eaLnBrk="1" hangingPunct="1">
              <a:defRPr/>
            </a:pPr>
            <a:r>
              <a:rPr lang="it-IT"/>
              <a:t>external paths are learned from</a:t>
            </a:r>
            <a:br>
              <a:rPr lang="it-IT"/>
            </a:br>
            <a:r>
              <a:rPr lang="it-IT"/>
              <a:t>other routing protocols (e.g., bgp)</a:t>
            </a:r>
          </a:p>
          <a:p>
            <a:pPr eaLnBrk="1" hangingPunct="1">
              <a:defRPr/>
            </a:pPr>
            <a:r>
              <a:rPr lang="it-IT"/>
              <a:t>type 1: the cost is expressed in terms of</a:t>
            </a:r>
          </a:p>
          <a:p>
            <a:pPr lvl="1" eaLnBrk="1" hangingPunct="1">
              <a:defRPr/>
            </a:pPr>
            <a:r>
              <a:rPr lang="it-IT"/>
              <a:t>the external (bgp) route cost* +</a:t>
            </a:r>
          </a:p>
          <a:p>
            <a:pPr lvl="1" eaLnBrk="1" hangingPunct="1">
              <a:defRPr/>
            </a:pPr>
            <a:r>
              <a:rPr lang="it-IT"/>
              <a:t>the ospf cost to the asbr</a:t>
            </a:r>
          </a:p>
          <a:p>
            <a:pPr eaLnBrk="1" hangingPunct="1">
              <a:defRPr/>
            </a:pPr>
            <a:r>
              <a:rPr lang="it-IT"/>
              <a:t>type 2: the cost is expressed in terms of</a:t>
            </a:r>
          </a:p>
          <a:p>
            <a:pPr lvl="1" eaLnBrk="1" hangingPunct="1">
              <a:defRPr/>
            </a:pPr>
            <a:r>
              <a:rPr lang="it-IT"/>
              <a:t>the external (bgp) route cost* only</a:t>
            </a:r>
            <a:br>
              <a:rPr lang="it-IT"/>
            </a:br>
            <a:r>
              <a:rPr lang="it-IT"/>
              <a:t>(distance to the asbr is only used to break ties)</a:t>
            </a:r>
          </a:p>
          <a:p>
            <a:pPr eaLnBrk="1" hangingPunct="1">
              <a:defRPr/>
            </a:pPr>
            <a:r>
              <a:rPr lang="it-IT"/>
              <a:t>metric type is user-configurable</a:t>
            </a:r>
            <a:br>
              <a:rPr lang="it-IT"/>
            </a:br>
            <a:r>
              <a:rPr lang="it-IT" sz="2400">
                <a:latin typeface="Lucida Console" pitchFamily="49" charset="0"/>
              </a:rPr>
              <a:t>redistribute bgp metric-type 2 metric 495</a:t>
            </a:r>
            <a:endParaRPr lang="it-IT">
              <a:latin typeface="Lucida Console" pitchFamily="49" charset="0"/>
            </a:endParaRPr>
          </a:p>
        </p:txBody>
      </p:sp>
      <p:sp>
        <p:nvSpPr>
          <p:cNvPr id="2" name="Rectangle 4">
            <a:extLst>
              <a:ext uri="{FF2B5EF4-FFF2-40B4-BE49-F238E27FC236}">
                <a16:creationId xmlns:a16="http://schemas.microsoft.com/office/drawing/2014/main" id="{80F5F2CE-83C1-54FE-8044-6ABBD192FB65}"/>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0B40C68A-52E0-5BAB-A024-76859DD2D5AA}"/>
              </a:ext>
            </a:extLst>
          </p:cNvPr>
          <p:cNvSpPr>
            <a:spLocks noGrp="1" noChangeArrowheads="1"/>
          </p:cNvSpPr>
          <p:nvPr>
            <p:ph type="ftr" sz="quarter" idx="11"/>
          </p:nvPr>
        </p:nvSpPr>
        <p:spPr>
          <a:ln/>
        </p:spPr>
        <p:txBody>
          <a:bodyPr/>
          <a:lstStyle/>
          <a:p>
            <a:r>
              <a:rPr lang="it-IT" altLang="en-IT"/>
              <a:t>kathara – [ labs: ospf_frr ]</a:t>
            </a:r>
          </a:p>
        </p:txBody>
      </p:sp>
      <p:pic>
        <p:nvPicPr>
          <p:cNvPr id="4" name="Picture 4">
            <a:extLst>
              <a:ext uri="{FF2B5EF4-FFF2-40B4-BE49-F238E27FC236}">
                <a16:creationId xmlns:a16="http://schemas.microsoft.com/office/drawing/2014/main" id="{40EB75BA-6004-E703-228C-7C045496E7A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624392" y="591988"/>
            <a:ext cx="1493233" cy="1989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6" name="Rectangle 2">
            <a:extLst>
              <a:ext uri="{FF2B5EF4-FFF2-40B4-BE49-F238E27FC236}">
                <a16:creationId xmlns:a16="http://schemas.microsoft.com/office/drawing/2014/main" id="{570CE035-6272-BD85-2192-0093CED0EB49}"/>
              </a:ext>
            </a:extLst>
          </p:cNvPr>
          <p:cNvSpPr>
            <a:spLocks noGrp="1" noChangeArrowheads="1"/>
          </p:cNvSpPr>
          <p:nvPr>
            <p:ph type="title"/>
          </p:nvPr>
        </p:nvSpPr>
        <p:spPr/>
        <p:txBody>
          <a:bodyPr/>
          <a:lstStyle/>
          <a:p>
            <a:pPr eaLnBrk="1" hangingPunct="1"/>
            <a:r>
              <a:rPr lang="it-IT" altLang="it-IT"/>
              <a:t>experiments</a:t>
            </a:r>
          </a:p>
        </p:txBody>
      </p:sp>
      <p:sp>
        <p:nvSpPr>
          <p:cNvPr id="69637" name="Rectangle 3">
            <a:extLst>
              <a:ext uri="{FF2B5EF4-FFF2-40B4-BE49-F238E27FC236}">
                <a16:creationId xmlns:a16="http://schemas.microsoft.com/office/drawing/2014/main" id="{A43AA708-5BBC-641D-3F9F-A4771582FDBB}"/>
              </a:ext>
            </a:extLst>
          </p:cNvPr>
          <p:cNvSpPr>
            <a:spLocks noGrp="1" noChangeArrowheads="1"/>
          </p:cNvSpPr>
          <p:nvPr>
            <p:ph idx="1"/>
          </p:nvPr>
        </p:nvSpPr>
        <p:spPr/>
        <p:txBody>
          <a:bodyPr/>
          <a:lstStyle/>
          <a:p>
            <a:pPr eaLnBrk="1" hangingPunct="1"/>
            <a:r>
              <a:rPr lang="it-IT" altLang="it-IT" dirty="0"/>
              <a:t>check </a:t>
            </a:r>
            <a:r>
              <a:rPr lang="it-IT" altLang="it-IT" dirty="0" err="1"/>
              <a:t>that</a:t>
            </a:r>
            <a:r>
              <a:rPr lang="it-IT" altLang="it-IT" dirty="0"/>
              <a:t> routers know </a:t>
            </a:r>
            <a:r>
              <a:rPr lang="it-IT" altLang="it-IT" dirty="0" err="1"/>
              <a:t>detailed</a:t>
            </a:r>
            <a:r>
              <a:rPr lang="it-IT" altLang="it-IT" dirty="0"/>
              <a:t> </a:t>
            </a:r>
            <a:r>
              <a:rPr lang="it-IT" altLang="it-IT" dirty="0" err="1"/>
              <a:t>topology</a:t>
            </a:r>
            <a:r>
              <a:rPr lang="it-IT" altLang="it-IT" dirty="0"/>
              <a:t> information </a:t>
            </a:r>
            <a:r>
              <a:rPr lang="it-IT" altLang="it-IT" dirty="0" err="1"/>
              <a:t>only</a:t>
            </a:r>
            <a:r>
              <a:rPr lang="it-IT" altLang="it-IT" dirty="0"/>
              <a:t> </a:t>
            </a:r>
            <a:r>
              <a:rPr lang="it-IT" altLang="it-IT" dirty="0" err="1"/>
              <a:t>about</a:t>
            </a:r>
            <a:r>
              <a:rPr lang="it-IT" altLang="it-IT" dirty="0"/>
              <a:t> </a:t>
            </a:r>
            <a:r>
              <a:rPr lang="it-IT" altLang="it-IT" dirty="0" err="1"/>
              <a:t>their</a:t>
            </a:r>
            <a:r>
              <a:rPr lang="it-IT" altLang="it-IT" dirty="0"/>
              <a:t> </a:t>
            </a:r>
            <a:r>
              <a:rPr lang="it-IT" altLang="it-IT" dirty="0" err="1"/>
              <a:t>own</a:t>
            </a:r>
            <a:r>
              <a:rPr lang="it-IT" altLang="it-IT" dirty="0"/>
              <a:t> area</a:t>
            </a:r>
          </a:p>
        </p:txBody>
      </p:sp>
      <p:sp>
        <p:nvSpPr>
          <p:cNvPr id="2" name="Rectangle 4">
            <a:extLst>
              <a:ext uri="{FF2B5EF4-FFF2-40B4-BE49-F238E27FC236}">
                <a16:creationId xmlns:a16="http://schemas.microsoft.com/office/drawing/2014/main" id="{08B428D6-06D8-4FEE-58BC-63631561EE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63677CD-EC1F-63B5-90D6-15966C13ACC8}"/>
              </a:ext>
            </a:extLst>
          </p:cNvPr>
          <p:cNvSpPr>
            <a:spLocks noGrp="1" noChangeArrowheads="1"/>
          </p:cNvSpPr>
          <p:nvPr>
            <p:ph type="ftr" sz="quarter" idx="11"/>
          </p:nvPr>
        </p:nvSpPr>
        <p:spPr>
          <a:ln/>
        </p:spPr>
        <p:txBody>
          <a:bodyPr/>
          <a:lstStyle/>
          <a:p>
            <a:r>
              <a:rPr lang="it-IT" altLang="en-IT"/>
              <a:t>kathara – [ labs: ospf_frr ]</a:t>
            </a:r>
          </a:p>
        </p:txBody>
      </p:sp>
      <p:grpSp>
        <p:nvGrpSpPr>
          <p:cNvPr id="4" name="Group 3">
            <a:extLst>
              <a:ext uri="{FF2B5EF4-FFF2-40B4-BE49-F238E27FC236}">
                <a16:creationId xmlns:a16="http://schemas.microsoft.com/office/drawing/2014/main" id="{BFFE8BEA-49C4-7C2C-0C30-B5627811B429}"/>
              </a:ext>
            </a:extLst>
          </p:cNvPr>
          <p:cNvGrpSpPr/>
          <p:nvPr/>
        </p:nvGrpSpPr>
        <p:grpSpPr>
          <a:xfrm>
            <a:off x="551384" y="2531606"/>
            <a:ext cx="10657974" cy="3647336"/>
            <a:chOff x="922310" y="2378844"/>
            <a:chExt cx="10657974" cy="3064396"/>
          </a:xfrm>
        </p:grpSpPr>
        <p:sp>
          <p:nvSpPr>
            <p:cNvPr id="5" name="Rectangle 4">
              <a:extLst>
                <a:ext uri="{FF2B5EF4-FFF2-40B4-BE49-F238E27FC236}">
                  <a16:creationId xmlns:a16="http://schemas.microsoft.com/office/drawing/2014/main" id="{F2D71784-7835-719B-EB61-D544CD6BA44E}"/>
                </a:ext>
              </a:extLst>
            </p:cNvPr>
            <p:cNvSpPr/>
            <p:nvPr/>
          </p:nvSpPr>
          <p:spPr>
            <a:xfrm>
              <a:off x="922314" y="2664221"/>
              <a:ext cx="10657970" cy="2779019"/>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en-US" altLang="it-IT" sz="1400" dirty="0">
                  <a:solidFill>
                    <a:schemeClr val="bg1"/>
                  </a:solidFill>
                  <a:latin typeface="Lucida Console" panose="020B0609040504020204" pitchFamily="49" charset="0"/>
                </a:rPr>
                <a:t>r2# show </a:t>
              </a:r>
              <a:r>
                <a:rPr lang="en-US" altLang="it-IT" sz="1400" dirty="0" err="1">
                  <a:solidFill>
                    <a:schemeClr val="bg1"/>
                  </a:solidFill>
                  <a:latin typeface="Lucida Console" panose="020B0609040504020204" pitchFamily="49" charset="0"/>
                </a:rPr>
                <a:t>ip</a:t>
              </a:r>
              <a:r>
                <a:rPr lang="en-US" altLang="it-IT" sz="1400" dirty="0">
                  <a:solidFill>
                    <a:schemeClr val="bg1"/>
                  </a:solidFill>
                  <a:latin typeface="Lucida Console" panose="020B0609040504020204" pitchFamily="49" charset="0"/>
                </a:rPr>
                <a:t> </a:t>
              </a:r>
              <a:r>
                <a:rPr lang="en-US" altLang="it-IT" sz="1400" dirty="0" err="1">
                  <a:solidFill>
                    <a:schemeClr val="bg1"/>
                  </a:solidFill>
                  <a:latin typeface="Lucida Console" panose="020B0609040504020204" pitchFamily="49" charset="0"/>
                </a:rPr>
                <a:t>ospf</a:t>
              </a:r>
              <a:r>
                <a:rPr lang="en-US" altLang="it-IT" sz="1400" dirty="0">
                  <a:solidFill>
                    <a:schemeClr val="bg1"/>
                  </a:solidFill>
                  <a:latin typeface="Lucida Console" panose="020B0609040504020204" pitchFamily="49" charset="0"/>
                </a:rPr>
                <a:t> neighbor </a:t>
              </a:r>
            </a:p>
            <a:p>
              <a:pPr eaLnBrk="1" hangingPunct="1"/>
              <a:endParaRPr lang="en-US" altLang="it-IT" sz="1400" dirty="0">
                <a:solidFill>
                  <a:schemeClr val="bg1"/>
                </a:solidFill>
                <a:latin typeface="Lucida Console" panose="020B0609040504020204" pitchFamily="49" charset="0"/>
              </a:endParaRPr>
            </a:p>
            <a:p>
              <a:pPr eaLnBrk="1" hangingPunct="1"/>
              <a:r>
                <a:rPr lang="en-US" altLang="it-IT" sz="1400" dirty="0">
                  <a:solidFill>
                    <a:schemeClr val="bg1"/>
                  </a:solidFill>
                  <a:latin typeface="Lucida Console" panose="020B0609040504020204" pitchFamily="49" charset="0"/>
                </a:rPr>
                <a:t>Neighbor ID     </a:t>
              </a:r>
              <a:r>
                <a:rPr lang="en-US" altLang="it-IT" sz="1400" dirty="0" err="1">
                  <a:solidFill>
                    <a:schemeClr val="bg1"/>
                  </a:solidFill>
                  <a:latin typeface="Lucida Console" panose="020B0609040504020204" pitchFamily="49" charset="0"/>
                </a:rPr>
                <a:t>Pri</a:t>
              </a:r>
              <a:r>
                <a:rPr lang="en-US" altLang="it-IT" sz="1400" dirty="0">
                  <a:solidFill>
                    <a:schemeClr val="bg1"/>
                  </a:solidFill>
                  <a:latin typeface="Lucida Console" panose="020B0609040504020204" pitchFamily="49" charset="0"/>
                </a:rPr>
                <a:t> State           Up Time    Dead Time Address  Interface      </a:t>
              </a:r>
              <a:r>
                <a:rPr lang="en-US" altLang="it-IT" sz="1400" dirty="0" err="1">
                  <a:solidFill>
                    <a:schemeClr val="bg1"/>
                  </a:solidFill>
                  <a:latin typeface="Lucida Console" panose="020B0609040504020204" pitchFamily="49" charset="0"/>
                </a:rPr>
                <a:t>RXmtL</a:t>
              </a:r>
              <a:r>
                <a:rPr lang="en-US" altLang="it-IT" sz="1400" dirty="0">
                  <a:solidFill>
                    <a:schemeClr val="bg1"/>
                  </a:solidFill>
                  <a:latin typeface="Lucida Console" panose="020B0609040504020204" pitchFamily="49" charset="0"/>
                </a:rPr>
                <a:t> </a:t>
              </a:r>
              <a:r>
                <a:rPr lang="en-US" altLang="it-IT" sz="1400" dirty="0" err="1">
                  <a:solidFill>
                    <a:schemeClr val="bg1"/>
                  </a:solidFill>
                  <a:latin typeface="Lucida Console" panose="020B0609040504020204" pitchFamily="49" charset="0"/>
                </a:rPr>
                <a:t>RqstL</a:t>
              </a:r>
              <a:r>
                <a:rPr lang="en-US" altLang="it-IT" sz="1400" dirty="0">
                  <a:solidFill>
                    <a:schemeClr val="bg1"/>
                  </a:solidFill>
                  <a:latin typeface="Lucida Console" panose="020B0609040504020204" pitchFamily="49" charset="0"/>
                </a:rPr>
                <a:t> </a:t>
              </a:r>
              <a:r>
                <a:rPr lang="en-US" altLang="it-IT" sz="1400" dirty="0" err="1">
                  <a:solidFill>
                    <a:schemeClr val="bg1"/>
                  </a:solidFill>
                  <a:latin typeface="Lucida Console" panose="020B0609040504020204" pitchFamily="49" charset="0"/>
                </a:rPr>
                <a:t>DBsmL</a:t>
              </a:r>
              <a:endParaRPr lang="en-US" altLang="it-IT" sz="1400" dirty="0">
                <a:solidFill>
                  <a:schemeClr val="bg1"/>
                </a:solidFill>
                <a:latin typeface="Lucida Console" panose="020B0609040504020204" pitchFamily="49" charset="0"/>
              </a:endParaRPr>
            </a:p>
            <a:p>
              <a:pPr eaLnBrk="1" hangingPunct="1"/>
              <a:r>
                <a:rPr lang="en-US" altLang="it-IT" sz="1400" dirty="0">
                  <a:solidFill>
                    <a:schemeClr val="bg1"/>
                  </a:solidFill>
                  <a:latin typeface="Lucida Console" panose="020B0609040504020204" pitchFamily="49" charset="0"/>
                </a:rPr>
                <a:t>200.0.0.1         1 Full/Backup     1m17s      32.279s 200.0.0.1  eth0:200.0.0.2     0     0     0</a:t>
              </a:r>
            </a:p>
          </p:txBody>
        </p:sp>
        <p:sp>
          <p:nvSpPr>
            <p:cNvPr id="6" name="Rectangle 5">
              <a:extLst>
                <a:ext uri="{FF2B5EF4-FFF2-40B4-BE49-F238E27FC236}">
                  <a16:creationId xmlns:a16="http://schemas.microsoft.com/office/drawing/2014/main" id="{41D95D40-6A84-F900-0DCC-C00A0E077996}"/>
                </a:ext>
              </a:extLst>
            </p:cNvPr>
            <p:cNvSpPr/>
            <p:nvPr/>
          </p:nvSpPr>
          <p:spPr>
            <a:xfrm>
              <a:off x="922310" y="2378844"/>
              <a:ext cx="10657970"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r2</a:t>
              </a:r>
            </a:p>
          </p:txBody>
        </p:sp>
        <p:grpSp>
          <p:nvGrpSpPr>
            <p:cNvPr id="7" name="Group 6">
              <a:extLst>
                <a:ext uri="{FF2B5EF4-FFF2-40B4-BE49-F238E27FC236}">
                  <a16:creationId xmlns:a16="http://schemas.microsoft.com/office/drawing/2014/main" id="{81621E67-88B0-394C-D048-75EB5C43C8BD}"/>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17D32825-798F-C3B5-7912-FBABB09F9B1E}"/>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EB183057-81F6-524A-E170-5BE8DD0C0257}"/>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BF759F28-C5E8-EDF8-F578-84E5277301DF}"/>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6" name="Rectangle 2">
            <a:extLst>
              <a:ext uri="{FF2B5EF4-FFF2-40B4-BE49-F238E27FC236}">
                <a16:creationId xmlns:a16="http://schemas.microsoft.com/office/drawing/2014/main" id="{570CE035-6272-BD85-2192-0093CED0EB49}"/>
              </a:ext>
            </a:extLst>
          </p:cNvPr>
          <p:cNvSpPr>
            <a:spLocks noGrp="1" noChangeArrowheads="1"/>
          </p:cNvSpPr>
          <p:nvPr>
            <p:ph type="title"/>
          </p:nvPr>
        </p:nvSpPr>
        <p:spPr/>
        <p:txBody>
          <a:bodyPr/>
          <a:lstStyle/>
          <a:p>
            <a:pPr eaLnBrk="1" hangingPunct="1"/>
            <a:r>
              <a:rPr lang="it-IT" altLang="it-IT"/>
              <a:t>experiments</a:t>
            </a:r>
          </a:p>
        </p:txBody>
      </p:sp>
      <p:sp>
        <p:nvSpPr>
          <p:cNvPr id="69637" name="Rectangle 3">
            <a:extLst>
              <a:ext uri="{FF2B5EF4-FFF2-40B4-BE49-F238E27FC236}">
                <a16:creationId xmlns:a16="http://schemas.microsoft.com/office/drawing/2014/main" id="{A43AA708-5BBC-641D-3F9F-A4771582FDBB}"/>
              </a:ext>
            </a:extLst>
          </p:cNvPr>
          <p:cNvSpPr>
            <a:spLocks noGrp="1" noChangeArrowheads="1"/>
          </p:cNvSpPr>
          <p:nvPr>
            <p:ph idx="1"/>
          </p:nvPr>
        </p:nvSpPr>
        <p:spPr/>
        <p:txBody>
          <a:bodyPr/>
          <a:lstStyle/>
          <a:p>
            <a:pPr eaLnBrk="1" hangingPunct="1"/>
            <a:r>
              <a:rPr lang="it-IT" altLang="it-IT" dirty="0"/>
              <a:t>check </a:t>
            </a:r>
            <a:r>
              <a:rPr lang="it-IT" altLang="it-IT" dirty="0" err="1"/>
              <a:t>that</a:t>
            </a:r>
            <a:r>
              <a:rPr lang="it-IT" altLang="it-IT" dirty="0"/>
              <a:t> routers know </a:t>
            </a:r>
            <a:r>
              <a:rPr lang="it-IT" altLang="it-IT" dirty="0" err="1"/>
              <a:t>detailed</a:t>
            </a:r>
            <a:r>
              <a:rPr lang="it-IT" altLang="it-IT" dirty="0"/>
              <a:t> </a:t>
            </a:r>
            <a:r>
              <a:rPr lang="it-IT" altLang="it-IT" dirty="0" err="1"/>
              <a:t>topology</a:t>
            </a:r>
            <a:r>
              <a:rPr lang="it-IT" altLang="it-IT" dirty="0"/>
              <a:t> information </a:t>
            </a:r>
            <a:r>
              <a:rPr lang="it-IT" altLang="it-IT" dirty="0" err="1"/>
              <a:t>only</a:t>
            </a:r>
            <a:r>
              <a:rPr lang="it-IT" altLang="it-IT" dirty="0"/>
              <a:t> </a:t>
            </a:r>
            <a:r>
              <a:rPr lang="it-IT" altLang="it-IT" dirty="0" err="1"/>
              <a:t>about</a:t>
            </a:r>
            <a:r>
              <a:rPr lang="it-IT" altLang="it-IT" dirty="0"/>
              <a:t> </a:t>
            </a:r>
            <a:r>
              <a:rPr lang="it-IT" altLang="it-IT" dirty="0" err="1"/>
              <a:t>their</a:t>
            </a:r>
            <a:r>
              <a:rPr lang="it-IT" altLang="it-IT" dirty="0"/>
              <a:t> </a:t>
            </a:r>
            <a:r>
              <a:rPr lang="it-IT" altLang="it-IT" dirty="0" err="1"/>
              <a:t>own</a:t>
            </a:r>
            <a:r>
              <a:rPr lang="it-IT" altLang="it-IT" dirty="0"/>
              <a:t> area</a:t>
            </a:r>
          </a:p>
        </p:txBody>
      </p:sp>
      <p:sp>
        <p:nvSpPr>
          <p:cNvPr id="2" name="Rectangle 4">
            <a:extLst>
              <a:ext uri="{FF2B5EF4-FFF2-40B4-BE49-F238E27FC236}">
                <a16:creationId xmlns:a16="http://schemas.microsoft.com/office/drawing/2014/main" id="{08B428D6-06D8-4FEE-58BC-63631561EE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63677CD-EC1F-63B5-90D6-15966C13ACC8}"/>
              </a:ext>
            </a:extLst>
          </p:cNvPr>
          <p:cNvSpPr>
            <a:spLocks noGrp="1" noChangeArrowheads="1"/>
          </p:cNvSpPr>
          <p:nvPr>
            <p:ph type="ftr" sz="quarter" idx="11"/>
          </p:nvPr>
        </p:nvSpPr>
        <p:spPr>
          <a:ln/>
        </p:spPr>
        <p:txBody>
          <a:bodyPr/>
          <a:lstStyle/>
          <a:p>
            <a:r>
              <a:rPr lang="it-IT" altLang="en-IT"/>
              <a:t>kathara – [ labs: ospf_frr ]</a:t>
            </a:r>
          </a:p>
        </p:txBody>
      </p:sp>
      <p:grpSp>
        <p:nvGrpSpPr>
          <p:cNvPr id="4" name="Group 3">
            <a:extLst>
              <a:ext uri="{FF2B5EF4-FFF2-40B4-BE49-F238E27FC236}">
                <a16:creationId xmlns:a16="http://schemas.microsoft.com/office/drawing/2014/main" id="{BFFE8BEA-49C4-7C2C-0C30-B5627811B429}"/>
              </a:ext>
            </a:extLst>
          </p:cNvPr>
          <p:cNvGrpSpPr/>
          <p:nvPr/>
        </p:nvGrpSpPr>
        <p:grpSpPr>
          <a:xfrm>
            <a:off x="717372" y="2531603"/>
            <a:ext cx="7057574" cy="3921584"/>
            <a:chOff x="4522710" y="2378844"/>
            <a:chExt cx="7057574" cy="3294812"/>
          </a:xfrm>
        </p:grpSpPr>
        <p:sp>
          <p:nvSpPr>
            <p:cNvPr id="5" name="Rectangle 4">
              <a:extLst>
                <a:ext uri="{FF2B5EF4-FFF2-40B4-BE49-F238E27FC236}">
                  <a16:creationId xmlns:a16="http://schemas.microsoft.com/office/drawing/2014/main" id="{F2D71784-7835-719B-EB61-D544CD6BA44E}"/>
                </a:ext>
              </a:extLst>
            </p:cNvPr>
            <p:cNvSpPr/>
            <p:nvPr/>
          </p:nvSpPr>
          <p:spPr>
            <a:xfrm>
              <a:off x="4522710" y="2664220"/>
              <a:ext cx="7057574" cy="3009436"/>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lnSpc>
                  <a:spcPts val="1200"/>
                </a:lnSpc>
              </a:pPr>
              <a:r>
                <a:rPr lang="en-US" altLang="it-IT" sz="1400" dirty="0">
                  <a:solidFill>
                    <a:schemeClr val="bg1"/>
                  </a:solidFill>
                  <a:latin typeface="Lucida Console" panose="020B0609040504020204" pitchFamily="49" charset="0"/>
                </a:rPr>
                <a:t>r2# show </a:t>
              </a:r>
              <a:r>
                <a:rPr lang="en-US" altLang="it-IT" sz="1400" dirty="0" err="1">
                  <a:solidFill>
                    <a:schemeClr val="bg1"/>
                  </a:solidFill>
                  <a:latin typeface="Lucida Console" panose="020B0609040504020204" pitchFamily="49" charset="0"/>
                </a:rPr>
                <a:t>ip</a:t>
              </a:r>
              <a:r>
                <a:rPr lang="en-US" altLang="it-IT" sz="1400" dirty="0">
                  <a:solidFill>
                    <a:schemeClr val="bg1"/>
                  </a:solidFill>
                  <a:latin typeface="Lucida Console" panose="020B0609040504020204" pitchFamily="49" charset="0"/>
                </a:rPr>
                <a:t> </a:t>
              </a:r>
              <a:r>
                <a:rPr lang="en-US" altLang="it-IT" sz="1400" dirty="0" err="1">
                  <a:solidFill>
                    <a:schemeClr val="bg1"/>
                  </a:solidFill>
                  <a:latin typeface="Lucida Console" panose="020B0609040504020204" pitchFamily="49" charset="0"/>
                </a:rPr>
                <a:t>ospf</a:t>
              </a:r>
              <a:r>
                <a:rPr lang="en-US" altLang="it-IT" sz="1400" dirty="0">
                  <a:solidFill>
                    <a:schemeClr val="bg1"/>
                  </a:solidFill>
                  <a:latin typeface="Lucida Console" panose="020B0609040504020204" pitchFamily="49" charset="0"/>
                </a:rPr>
                <a:t> database router </a:t>
              </a:r>
            </a:p>
            <a:p>
              <a:pPr eaLnBrk="1" hangingPunct="1">
                <a:lnSpc>
                  <a:spcPts val="1200"/>
                </a:lnSpc>
              </a:pPr>
              <a:r>
                <a:rPr lang="en-US" altLang="it-IT" sz="1400" dirty="0">
                  <a:solidFill>
                    <a:schemeClr val="bg1"/>
                  </a:solidFill>
                  <a:latin typeface="Lucida Console" panose="020B0609040504020204" pitchFamily="49" charset="0"/>
                </a:rPr>
                <a:t> OSPF Router with ID (200.0.1.1)</a:t>
              </a:r>
            </a:p>
            <a:p>
              <a:pPr eaLnBrk="1" hangingPunct="1">
                <a:lnSpc>
                  <a:spcPts val="1200"/>
                </a:lnSpc>
              </a:pPr>
              <a:r>
                <a:rPr lang="en-US" altLang="it-IT" sz="1400" dirty="0">
                  <a:solidFill>
                    <a:schemeClr val="bg1"/>
                  </a:solidFill>
                  <a:latin typeface="Lucida Console" panose="020B0609040504020204" pitchFamily="49" charset="0"/>
                </a:rPr>
                <a:t>                Router Link States (Area 1.1.1.1 [Stub])</a:t>
              </a:r>
            </a:p>
            <a:p>
              <a:pPr eaLnBrk="1" hangingPunct="1">
                <a:lnSpc>
                  <a:spcPts val="1200"/>
                </a:lnSpc>
              </a:pPr>
              <a:r>
                <a:rPr lang="en-US" altLang="it-IT" sz="1400" dirty="0">
                  <a:solidFill>
                    <a:schemeClr val="bg1"/>
                  </a:solidFill>
                  <a:latin typeface="Lucida Console" panose="020B0609040504020204" pitchFamily="49" charset="0"/>
                </a:rPr>
                <a:t>  ...</a:t>
              </a:r>
            </a:p>
            <a:p>
              <a:pPr eaLnBrk="1" hangingPunct="1">
                <a:lnSpc>
                  <a:spcPts val="1200"/>
                </a:lnSpc>
              </a:pPr>
              <a:r>
                <a:rPr lang="en-US" altLang="it-IT" sz="1400" dirty="0">
                  <a:solidFill>
                    <a:schemeClr val="bg1"/>
                  </a:solidFill>
                  <a:latin typeface="Lucida Console" panose="020B0609040504020204" pitchFamily="49" charset="0"/>
                </a:rPr>
                <a:t>  Link State ID: 110.0.0.1</a:t>
              </a:r>
            </a:p>
            <a:p>
              <a:pPr eaLnBrk="1" hangingPunct="1">
                <a:lnSpc>
                  <a:spcPts val="1200"/>
                </a:lnSpc>
              </a:pPr>
              <a:r>
                <a:rPr lang="en-US" altLang="it-IT" sz="1400" dirty="0">
                  <a:solidFill>
                    <a:schemeClr val="bg1"/>
                  </a:solidFill>
                  <a:latin typeface="Lucida Console" panose="020B0609040504020204" pitchFamily="49" charset="0"/>
                </a:rPr>
                <a:t>  ...</a:t>
              </a:r>
            </a:p>
            <a:p>
              <a:pPr eaLnBrk="1" hangingPunct="1">
                <a:lnSpc>
                  <a:spcPts val="1200"/>
                </a:lnSpc>
              </a:pPr>
              <a:r>
                <a:rPr lang="en-US" altLang="it-IT" sz="1400" dirty="0">
                  <a:solidFill>
                    <a:schemeClr val="bg1"/>
                  </a:solidFill>
                  <a:latin typeface="Lucida Console" panose="020B0609040504020204" pitchFamily="49" charset="0"/>
                </a:rPr>
                <a:t>   Number of Links: 1</a:t>
              </a:r>
            </a:p>
            <a:p>
              <a:pPr eaLnBrk="1" hangingPunct="1">
                <a:lnSpc>
                  <a:spcPts val="1200"/>
                </a:lnSpc>
              </a:pPr>
              <a:r>
                <a:rPr lang="en-US" altLang="it-IT" sz="1400" dirty="0">
                  <a:solidFill>
                    <a:schemeClr val="bg1"/>
                  </a:solidFill>
                  <a:latin typeface="Lucida Console" panose="020B0609040504020204" pitchFamily="49" charset="0"/>
                </a:rPr>
                <a:t>    Link connected to: a Transit Network</a:t>
              </a:r>
            </a:p>
            <a:p>
              <a:pPr eaLnBrk="1" hangingPunct="1">
                <a:lnSpc>
                  <a:spcPts val="1200"/>
                </a:lnSpc>
              </a:pPr>
              <a:r>
                <a:rPr lang="en-US" altLang="it-IT" sz="1400" dirty="0">
                  <a:solidFill>
                    <a:schemeClr val="bg1"/>
                  </a:solidFill>
                  <a:latin typeface="Lucida Console" panose="020B0609040504020204" pitchFamily="49" charset="0"/>
                </a:rPr>
                <a:t>     (Link ID) Designated Router address: 100.0.0.2</a:t>
              </a:r>
            </a:p>
            <a:p>
              <a:pPr eaLnBrk="1" hangingPunct="1">
                <a:lnSpc>
                  <a:spcPts val="1200"/>
                </a:lnSpc>
              </a:pPr>
              <a:r>
                <a:rPr lang="en-US" altLang="it-IT" sz="1400" dirty="0">
                  <a:solidFill>
                    <a:schemeClr val="bg1"/>
                  </a:solidFill>
                  <a:latin typeface="Lucida Console" panose="020B0609040504020204" pitchFamily="49" charset="0"/>
                </a:rPr>
                <a:t>     (Link Data) Router Interface address: 100.0.0.1</a:t>
              </a:r>
            </a:p>
            <a:p>
              <a:pPr eaLnBrk="1" hangingPunct="1">
                <a:lnSpc>
                  <a:spcPts val="1200"/>
                </a:lnSpc>
              </a:pPr>
              <a:r>
                <a:rPr lang="en-US" altLang="it-IT" sz="1400" dirty="0">
                  <a:solidFill>
                    <a:schemeClr val="bg1"/>
                  </a:solidFill>
                  <a:latin typeface="Lucida Console" panose="020B0609040504020204" pitchFamily="49" charset="0"/>
                </a:rPr>
                <a:t>   ...</a:t>
              </a:r>
            </a:p>
            <a:p>
              <a:pPr eaLnBrk="1" hangingPunct="1">
                <a:lnSpc>
                  <a:spcPts val="1200"/>
                </a:lnSpc>
              </a:pPr>
              <a:r>
                <a:rPr lang="en-US" altLang="it-IT" sz="1400" dirty="0">
                  <a:solidFill>
                    <a:schemeClr val="bg1"/>
                  </a:solidFill>
                  <a:latin typeface="Lucida Console" panose="020B0609040504020204" pitchFamily="49" charset="0"/>
                </a:rPr>
                <a:t>  Link State ID: 200.0.0.1</a:t>
              </a:r>
            </a:p>
            <a:p>
              <a:pPr eaLnBrk="1" hangingPunct="1">
                <a:lnSpc>
                  <a:spcPts val="1200"/>
                </a:lnSpc>
              </a:pPr>
              <a:r>
                <a:rPr lang="en-US" altLang="it-IT" sz="1400" dirty="0">
                  <a:solidFill>
                    <a:schemeClr val="bg1"/>
                  </a:solidFill>
                  <a:latin typeface="Lucida Console" panose="020B0609040504020204" pitchFamily="49" charset="0"/>
                </a:rPr>
                <a:t>  ...</a:t>
              </a:r>
            </a:p>
            <a:p>
              <a:pPr eaLnBrk="1" hangingPunct="1">
                <a:lnSpc>
                  <a:spcPts val="1200"/>
                </a:lnSpc>
              </a:pPr>
              <a:r>
                <a:rPr lang="en-US" altLang="it-IT" sz="1400" dirty="0">
                  <a:solidFill>
                    <a:schemeClr val="bg1"/>
                  </a:solidFill>
                  <a:latin typeface="Lucida Console" panose="020B0609040504020204" pitchFamily="49" charset="0"/>
                </a:rPr>
                <a:t>   Number of Links: 2</a:t>
              </a:r>
            </a:p>
            <a:p>
              <a:pPr eaLnBrk="1" hangingPunct="1">
                <a:lnSpc>
                  <a:spcPts val="1200"/>
                </a:lnSpc>
              </a:pPr>
              <a:r>
                <a:rPr lang="en-US" altLang="it-IT" sz="1400" dirty="0">
                  <a:solidFill>
                    <a:schemeClr val="bg1"/>
                  </a:solidFill>
                  <a:latin typeface="Lucida Console" panose="020B0609040504020204" pitchFamily="49" charset="0"/>
                </a:rPr>
                <a:t>    Link connected to: a Transit Network</a:t>
              </a:r>
            </a:p>
            <a:p>
              <a:pPr eaLnBrk="1" hangingPunct="1">
                <a:lnSpc>
                  <a:spcPts val="1200"/>
                </a:lnSpc>
              </a:pPr>
              <a:r>
                <a:rPr lang="en-US" altLang="it-IT" sz="1400" dirty="0">
                  <a:solidFill>
                    <a:schemeClr val="bg1"/>
                  </a:solidFill>
                  <a:latin typeface="Lucida Console" panose="020B0609040504020204" pitchFamily="49" charset="0"/>
                </a:rPr>
                <a:t>     (Link ID) Designated Router address: 100.0.0.2</a:t>
              </a:r>
            </a:p>
            <a:p>
              <a:pPr eaLnBrk="1" hangingPunct="1">
                <a:lnSpc>
                  <a:spcPts val="1200"/>
                </a:lnSpc>
              </a:pPr>
              <a:r>
                <a:rPr lang="en-US" altLang="it-IT" sz="1400" dirty="0">
                  <a:solidFill>
                    <a:schemeClr val="bg1"/>
                  </a:solidFill>
                  <a:latin typeface="Lucida Console" panose="020B0609040504020204" pitchFamily="49" charset="0"/>
                </a:rPr>
                <a:t>     (Link Data) Router Interface address: 100.0.0.2</a:t>
              </a:r>
            </a:p>
            <a:p>
              <a:pPr eaLnBrk="1" hangingPunct="1">
                <a:lnSpc>
                  <a:spcPts val="1200"/>
                </a:lnSpc>
              </a:pPr>
              <a:r>
                <a:rPr lang="en-US" altLang="it-IT" sz="1400" dirty="0">
                  <a:solidFill>
                    <a:schemeClr val="bg1"/>
                  </a:solidFill>
                  <a:latin typeface="Lucida Console" panose="020B0609040504020204" pitchFamily="49" charset="0"/>
                </a:rPr>
                <a:t>     ...</a:t>
              </a:r>
            </a:p>
            <a:p>
              <a:pPr eaLnBrk="1" hangingPunct="1">
                <a:lnSpc>
                  <a:spcPts val="1200"/>
                </a:lnSpc>
              </a:pPr>
              <a:r>
                <a:rPr lang="en-US" altLang="it-IT" sz="1400" dirty="0">
                  <a:solidFill>
                    <a:schemeClr val="bg1"/>
                  </a:solidFill>
                  <a:latin typeface="Lucida Console" panose="020B0609040504020204" pitchFamily="49" charset="0"/>
                </a:rPr>
                <a:t>    Link connected to: a Transit Network</a:t>
              </a:r>
            </a:p>
            <a:p>
              <a:pPr eaLnBrk="1" hangingPunct="1">
                <a:lnSpc>
                  <a:spcPts val="1200"/>
                </a:lnSpc>
              </a:pPr>
              <a:r>
                <a:rPr lang="en-US" altLang="it-IT" sz="1400" dirty="0">
                  <a:solidFill>
                    <a:schemeClr val="bg1"/>
                  </a:solidFill>
                  <a:latin typeface="Lucida Console" panose="020B0609040504020204" pitchFamily="49" charset="0"/>
                </a:rPr>
                <a:t>     (Link ID) Designated Router address: 200.0.0.2</a:t>
              </a:r>
            </a:p>
            <a:p>
              <a:pPr eaLnBrk="1" hangingPunct="1">
                <a:lnSpc>
                  <a:spcPts val="1200"/>
                </a:lnSpc>
              </a:pPr>
              <a:r>
                <a:rPr lang="en-US" altLang="it-IT" sz="1400" dirty="0">
                  <a:solidFill>
                    <a:schemeClr val="bg1"/>
                  </a:solidFill>
                  <a:latin typeface="Lucida Console" panose="020B0609040504020204" pitchFamily="49" charset="0"/>
                </a:rPr>
                <a:t>     (Link Data) Router Interface address: 200.0.0.1</a:t>
              </a:r>
            </a:p>
            <a:p>
              <a:pPr eaLnBrk="1" hangingPunct="1">
                <a:lnSpc>
                  <a:spcPts val="1200"/>
                </a:lnSpc>
              </a:pPr>
              <a:r>
                <a:rPr lang="en-US" altLang="it-IT" sz="1400" dirty="0">
                  <a:solidFill>
                    <a:schemeClr val="bg1"/>
                  </a:solidFill>
                  <a:latin typeface="Lucida Console" panose="020B0609040504020204" pitchFamily="49" charset="0"/>
                </a:rPr>
                <a:t>     ...</a:t>
              </a:r>
            </a:p>
          </p:txBody>
        </p:sp>
        <p:sp>
          <p:nvSpPr>
            <p:cNvPr id="6" name="Rectangle 5">
              <a:extLst>
                <a:ext uri="{FF2B5EF4-FFF2-40B4-BE49-F238E27FC236}">
                  <a16:creationId xmlns:a16="http://schemas.microsoft.com/office/drawing/2014/main" id="{41D95D40-6A84-F900-0DCC-C00A0E077996}"/>
                </a:ext>
              </a:extLst>
            </p:cNvPr>
            <p:cNvSpPr/>
            <p:nvPr/>
          </p:nvSpPr>
          <p:spPr>
            <a:xfrm>
              <a:off x="4522710" y="2378844"/>
              <a:ext cx="7057570"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r2</a:t>
              </a:r>
            </a:p>
          </p:txBody>
        </p:sp>
        <p:grpSp>
          <p:nvGrpSpPr>
            <p:cNvPr id="7" name="Group 6">
              <a:extLst>
                <a:ext uri="{FF2B5EF4-FFF2-40B4-BE49-F238E27FC236}">
                  <a16:creationId xmlns:a16="http://schemas.microsoft.com/office/drawing/2014/main" id="{81621E67-88B0-394C-D048-75EB5C43C8BD}"/>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17D32825-798F-C3B5-7912-FBABB09F9B1E}"/>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EB183057-81F6-524A-E170-5BE8DD0C0257}"/>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BF759F28-C5E8-EDF8-F578-84E5277301DF}"/>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1" name="AutoShape 32">
            <a:extLst>
              <a:ext uri="{FF2B5EF4-FFF2-40B4-BE49-F238E27FC236}">
                <a16:creationId xmlns:a16="http://schemas.microsoft.com/office/drawing/2014/main" id="{AE359951-D5B1-8515-8BEB-370F9C8DDC10}"/>
              </a:ext>
            </a:extLst>
          </p:cNvPr>
          <p:cNvSpPr>
            <a:spLocks noChangeArrowheads="1"/>
          </p:cNvSpPr>
          <p:nvPr/>
        </p:nvSpPr>
        <p:spPr bwMode="auto">
          <a:xfrm>
            <a:off x="8322429" y="3641042"/>
            <a:ext cx="2705210" cy="1197136"/>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IT" sz="2000" dirty="0">
                <a:latin typeface="Tahoma" panose="020B0604030504040204" pitchFamily="34" charset="0"/>
              </a:rPr>
              <a:t>note: the output </a:t>
            </a:r>
            <a:r>
              <a:rPr lang="it-IT" altLang="en-IT" sz="2000" dirty="0" err="1">
                <a:latin typeface="Tahoma" panose="020B0604030504040204" pitchFamily="34" charset="0"/>
              </a:rPr>
              <a:t>has</a:t>
            </a:r>
            <a:r>
              <a:rPr lang="it-IT" altLang="en-IT" sz="2000" dirty="0">
                <a:latin typeface="Tahoma" panose="020B0604030504040204" pitchFamily="34" charset="0"/>
              </a:rPr>
              <a:t> </a:t>
            </a:r>
            <a:r>
              <a:rPr lang="it-IT" altLang="en-IT" sz="2000" dirty="0" err="1">
                <a:latin typeface="Tahoma" panose="020B0604030504040204" pitchFamily="34" charset="0"/>
              </a:rPr>
              <a:t>been</a:t>
            </a:r>
            <a:r>
              <a:rPr lang="it-IT" altLang="en-IT" sz="2000" dirty="0">
                <a:latin typeface="Tahoma" panose="020B0604030504040204" pitchFamily="34" charset="0"/>
              </a:rPr>
              <a:t> </a:t>
            </a:r>
            <a:r>
              <a:rPr lang="it-IT" altLang="en-IT" sz="2000" dirty="0" err="1">
                <a:latin typeface="Tahoma" panose="020B0604030504040204" pitchFamily="34" charset="0"/>
              </a:rPr>
              <a:t>summarized</a:t>
            </a:r>
            <a:endParaRPr lang="it-IT" altLang="en-IT" sz="2400" dirty="0">
              <a:latin typeface="Tahoma" panose="020B0604030504040204" pitchFamily="34" charset="0"/>
            </a:endParaRPr>
          </a:p>
        </p:txBody>
      </p:sp>
    </p:spTree>
    <p:extLst>
      <p:ext uri="{BB962C8B-B14F-4D97-AF65-F5344CB8AC3E}">
        <p14:creationId xmlns:p14="http://schemas.microsoft.com/office/powerpoint/2010/main" val="2541017986"/>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6" name="Rectangle 2">
            <a:extLst>
              <a:ext uri="{FF2B5EF4-FFF2-40B4-BE49-F238E27FC236}">
                <a16:creationId xmlns:a16="http://schemas.microsoft.com/office/drawing/2014/main" id="{570CE035-6272-BD85-2192-0093CED0EB49}"/>
              </a:ext>
            </a:extLst>
          </p:cNvPr>
          <p:cNvSpPr>
            <a:spLocks noGrp="1" noChangeArrowheads="1"/>
          </p:cNvSpPr>
          <p:nvPr>
            <p:ph type="title"/>
          </p:nvPr>
        </p:nvSpPr>
        <p:spPr/>
        <p:txBody>
          <a:bodyPr/>
          <a:lstStyle/>
          <a:p>
            <a:pPr eaLnBrk="1" hangingPunct="1"/>
            <a:r>
              <a:rPr lang="it-IT" altLang="it-IT"/>
              <a:t>experiments</a:t>
            </a:r>
          </a:p>
        </p:txBody>
      </p:sp>
      <p:sp>
        <p:nvSpPr>
          <p:cNvPr id="69637" name="Rectangle 3">
            <a:extLst>
              <a:ext uri="{FF2B5EF4-FFF2-40B4-BE49-F238E27FC236}">
                <a16:creationId xmlns:a16="http://schemas.microsoft.com/office/drawing/2014/main" id="{A43AA708-5BBC-641D-3F9F-A4771582FDBB}"/>
              </a:ext>
            </a:extLst>
          </p:cNvPr>
          <p:cNvSpPr>
            <a:spLocks noGrp="1" noChangeArrowheads="1"/>
          </p:cNvSpPr>
          <p:nvPr>
            <p:ph idx="1"/>
          </p:nvPr>
        </p:nvSpPr>
        <p:spPr/>
        <p:txBody>
          <a:bodyPr/>
          <a:lstStyle/>
          <a:p>
            <a:pPr eaLnBrk="1" hangingPunct="1"/>
            <a:r>
              <a:rPr lang="it-IT" altLang="it-IT" dirty="0"/>
              <a:t>check </a:t>
            </a:r>
            <a:r>
              <a:rPr lang="it-IT" altLang="it-IT" dirty="0" err="1"/>
              <a:t>that</a:t>
            </a:r>
            <a:r>
              <a:rPr lang="it-IT" altLang="it-IT" dirty="0"/>
              <a:t> routers know </a:t>
            </a:r>
            <a:r>
              <a:rPr lang="it-IT" altLang="it-IT" dirty="0" err="1"/>
              <a:t>detailed</a:t>
            </a:r>
            <a:r>
              <a:rPr lang="it-IT" altLang="it-IT" dirty="0"/>
              <a:t> </a:t>
            </a:r>
            <a:r>
              <a:rPr lang="it-IT" altLang="it-IT" dirty="0" err="1"/>
              <a:t>topology</a:t>
            </a:r>
            <a:r>
              <a:rPr lang="it-IT" altLang="it-IT" dirty="0"/>
              <a:t> information </a:t>
            </a:r>
            <a:r>
              <a:rPr lang="it-IT" altLang="it-IT" dirty="0" err="1"/>
              <a:t>only</a:t>
            </a:r>
            <a:r>
              <a:rPr lang="it-IT" altLang="it-IT" dirty="0"/>
              <a:t> </a:t>
            </a:r>
            <a:r>
              <a:rPr lang="it-IT" altLang="it-IT" dirty="0" err="1"/>
              <a:t>about</a:t>
            </a:r>
            <a:r>
              <a:rPr lang="it-IT" altLang="it-IT" dirty="0"/>
              <a:t> </a:t>
            </a:r>
            <a:r>
              <a:rPr lang="it-IT" altLang="it-IT" dirty="0" err="1"/>
              <a:t>their</a:t>
            </a:r>
            <a:r>
              <a:rPr lang="it-IT" altLang="it-IT" dirty="0"/>
              <a:t> </a:t>
            </a:r>
            <a:r>
              <a:rPr lang="it-IT" altLang="it-IT" dirty="0" err="1"/>
              <a:t>own</a:t>
            </a:r>
            <a:r>
              <a:rPr lang="it-IT" altLang="it-IT" dirty="0"/>
              <a:t> area</a:t>
            </a:r>
          </a:p>
        </p:txBody>
      </p:sp>
      <p:sp>
        <p:nvSpPr>
          <p:cNvPr id="2" name="Rectangle 4">
            <a:extLst>
              <a:ext uri="{FF2B5EF4-FFF2-40B4-BE49-F238E27FC236}">
                <a16:creationId xmlns:a16="http://schemas.microsoft.com/office/drawing/2014/main" id="{08B428D6-06D8-4FEE-58BC-63631561EEFE}"/>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C63677CD-EC1F-63B5-90D6-15966C13ACC8}"/>
              </a:ext>
            </a:extLst>
          </p:cNvPr>
          <p:cNvSpPr>
            <a:spLocks noGrp="1" noChangeArrowheads="1"/>
          </p:cNvSpPr>
          <p:nvPr>
            <p:ph type="ftr" sz="quarter" idx="11"/>
          </p:nvPr>
        </p:nvSpPr>
        <p:spPr>
          <a:ln/>
        </p:spPr>
        <p:txBody>
          <a:bodyPr/>
          <a:lstStyle/>
          <a:p>
            <a:r>
              <a:rPr lang="it-IT" altLang="en-IT"/>
              <a:t>kathara – [ labs: ospf_frr ]</a:t>
            </a:r>
          </a:p>
        </p:txBody>
      </p:sp>
      <p:grpSp>
        <p:nvGrpSpPr>
          <p:cNvPr id="4" name="Group 3">
            <a:extLst>
              <a:ext uri="{FF2B5EF4-FFF2-40B4-BE49-F238E27FC236}">
                <a16:creationId xmlns:a16="http://schemas.microsoft.com/office/drawing/2014/main" id="{BFFE8BEA-49C4-7C2C-0C30-B5627811B429}"/>
              </a:ext>
            </a:extLst>
          </p:cNvPr>
          <p:cNvGrpSpPr/>
          <p:nvPr/>
        </p:nvGrpSpPr>
        <p:grpSpPr>
          <a:xfrm>
            <a:off x="717372" y="2531603"/>
            <a:ext cx="7057574" cy="3921584"/>
            <a:chOff x="4522710" y="2378844"/>
            <a:chExt cx="7057574" cy="3294812"/>
          </a:xfrm>
        </p:grpSpPr>
        <p:sp>
          <p:nvSpPr>
            <p:cNvPr id="5" name="Rectangle 4">
              <a:extLst>
                <a:ext uri="{FF2B5EF4-FFF2-40B4-BE49-F238E27FC236}">
                  <a16:creationId xmlns:a16="http://schemas.microsoft.com/office/drawing/2014/main" id="{F2D71784-7835-719B-EB61-D544CD6BA44E}"/>
                </a:ext>
              </a:extLst>
            </p:cNvPr>
            <p:cNvSpPr/>
            <p:nvPr/>
          </p:nvSpPr>
          <p:spPr>
            <a:xfrm>
              <a:off x="4522710" y="2664220"/>
              <a:ext cx="7057574" cy="3009436"/>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lnSpc>
                  <a:spcPts val="1200"/>
                </a:lnSpc>
              </a:pPr>
              <a:r>
                <a:rPr lang="en-US" altLang="it-IT" sz="1400" dirty="0">
                  <a:solidFill>
                    <a:schemeClr val="bg1"/>
                  </a:solidFill>
                  <a:latin typeface="Lucida Console" panose="020B0609040504020204" pitchFamily="49" charset="0"/>
                </a:rPr>
                <a:t>r2# show </a:t>
              </a:r>
              <a:r>
                <a:rPr lang="en-US" altLang="it-IT" sz="1400" dirty="0" err="1">
                  <a:solidFill>
                    <a:schemeClr val="bg1"/>
                  </a:solidFill>
                  <a:latin typeface="Lucida Console" panose="020B0609040504020204" pitchFamily="49" charset="0"/>
                </a:rPr>
                <a:t>ip</a:t>
              </a:r>
              <a:r>
                <a:rPr lang="en-US" altLang="it-IT" sz="1400" dirty="0">
                  <a:solidFill>
                    <a:schemeClr val="bg1"/>
                  </a:solidFill>
                  <a:latin typeface="Lucida Console" panose="020B0609040504020204" pitchFamily="49" charset="0"/>
                </a:rPr>
                <a:t> </a:t>
              </a:r>
              <a:r>
                <a:rPr lang="en-US" altLang="it-IT" sz="1400" dirty="0" err="1">
                  <a:solidFill>
                    <a:schemeClr val="bg1"/>
                  </a:solidFill>
                  <a:latin typeface="Lucida Console" panose="020B0609040504020204" pitchFamily="49" charset="0"/>
                </a:rPr>
                <a:t>ospf</a:t>
              </a:r>
              <a:r>
                <a:rPr lang="en-US" altLang="it-IT" sz="1400" dirty="0">
                  <a:solidFill>
                    <a:schemeClr val="bg1"/>
                  </a:solidFill>
                  <a:latin typeface="Lucida Console" panose="020B0609040504020204" pitchFamily="49" charset="0"/>
                </a:rPr>
                <a:t> database network </a:t>
              </a:r>
            </a:p>
            <a:p>
              <a:pPr eaLnBrk="1" hangingPunct="1">
                <a:lnSpc>
                  <a:spcPts val="1200"/>
                </a:lnSpc>
              </a:pPr>
              <a:r>
                <a:rPr lang="en-US" altLang="it-IT" sz="1400" dirty="0">
                  <a:solidFill>
                    <a:schemeClr val="bg1"/>
                  </a:solidFill>
                  <a:latin typeface="Lucida Console" panose="020B0609040504020204" pitchFamily="49" charset="0"/>
                </a:rPr>
                <a:t>       OSPF Router with ID (200.0.1.1)</a:t>
              </a:r>
            </a:p>
            <a:p>
              <a:pPr eaLnBrk="1" hangingPunct="1">
                <a:lnSpc>
                  <a:spcPts val="1200"/>
                </a:lnSpc>
              </a:pPr>
              <a:r>
                <a:rPr lang="en-US" altLang="it-IT" sz="1400" dirty="0">
                  <a:solidFill>
                    <a:schemeClr val="bg1"/>
                  </a:solidFill>
                  <a:latin typeface="Lucida Console" panose="020B0609040504020204" pitchFamily="49" charset="0"/>
                </a:rPr>
                <a:t>                Net Link States (Area 1.1.1.1 [Stub])</a:t>
              </a:r>
            </a:p>
            <a:p>
              <a:pPr eaLnBrk="1" hangingPunct="1">
                <a:lnSpc>
                  <a:spcPts val="1200"/>
                </a:lnSpc>
              </a:pPr>
              <a:r>
                <a:rPr lang="en-US" altLang="it-IT" sz="1400" dirty="0">
                  <a:solidFill>
                    <a:schemeClr val="bg1"/>
                  </a:solidFill>
                  <a:latin typeface="Lucida Console" panose="020B0609040504020204" pitchFamily="49" charset="0"/>
                </a:rPr>
                <a:t>  LS age: 759</a:t>
              </a:r>
            </a:p>
            <a:p>
              <a:pPr eaLnBrk="1" hangingPunct="1">
                <a:lnSpc>
                  <a:spcPts val="1200"/>
                </a:lnSpc>
              </a:pPr>
              <a:r>
                <a:rPr lang="en-US" altLang="it-IT" sz="1400" dirty="0">
                  <a:solidFill>
                    <a:schemeClr val="bg1"/>
                  </a:solidFill>
                  <a:latin typeface="Lucida Console" panose="020B0609040504020204" pitchFamily="49" charset="0"/>
                </a:rPr>
                <a:t>  Options: 0x0  : *|-|-|-|-|-|-|-</a:t>
              </a:r>
            </a:p>
            <a:p>
              <a:pPr eaLnBrk="1" hangingPunct="1">
                <a:lnSpc>
                  <a:spcPts val="1200"/>
                </a:lnSpc>
              </a:pPr>
              <a:r>
                <a:rPr lang="en-US" altLang="it-IT" sz="1400" dirty="0">
                  <a:solidFill>
                    <a:schemeClr val="bg1"/>
                  </a:solidFill>
                  <a:latin typeface="Lucida Console" panose="020B0609040504020204" pitchFamily="49" charset="0"/>
                </a:rPr>
                <a:t>  LS Flags: 0x6  </a:t>
              </a:r>
            </a:p>
            <a:p>
              <a:pPr eaLnBrk="1" hangingPunct="1">
                <a:lnSpc>
                  <a:spcPts val="1200"/>
                </a:lnSpc>
              </a:pPr>
              <a:r>
                <a:rPr lang="en-US" altLang="it-IT" sz="1400" dirty="0">
                  <a:solidFill>
                    <a:schemeClr val="bg1"/>
                  </a:solidFill>
                  <a:latin typeface="Lucida Console" panose="020B0609040504020204" pitchFamily="49" charset="0"/>
                </a:rPr>
                <a:t>  LS Type: network-LSA</a:t>
              </a:r>
            </a:p>
            <a:p>
              <a:pPr eaLnBrk="1" hangingPunct="1">
                <a:lnSpc>
                  <a:spcPts val="1200"/>
                </a:lnSpc>
              </a:pPr>
              <a:r>
                <a:rPr lang="en-US" altLang="it-IT" sz="1400" dirty="0">
                  <a:solidFill>
                    <a:schemeClr val="bg1"/>
                  </a:solidFill>
                  <a:latin typeface="Lucida Console" panose="020B0609040504020204" pitchFamily="49" charset="0"/>
                </a:rPr>
                <a:t>  Link State ID: 100.0.0.2 (address of Designated Router)</a:t>
              </a:r>
            </a:p>
            <a:p>
              <a:pPr eaLnBrk="1" hangingPunct="1">
                <a:lnSpc>
                  <a:spcPts val="1200"/>
                </a:lnSpc>
              </a:pPr>
              <a:r>
                <a:rPr lang="en-US" altLang="it-IT" sz="1400" dirty="0">
                  <a:solidFill>
                    <a:schemeClr val="bg1"/>
                  </a:solidFill>
                  <a:latin typeface="Lucida Console" panose="020B0609040504020204" pitchFamily="49" charset="0"/>
                </a:rPr>
                <a:t>  Advertising Router: 200.0.0.1</a:t>
              </a:r>
            </a:p>
            <a:p>
              <a:pPr eaLnBrk="1" hangingPunct="1">
                <a:lnSpc>
                  <a:spcPts val="1200"/>
                </a:lnSpc>
              </a:pPr>
              <a:r>
                <a:rPr lang="en-US" altLang="it-IT" sz="1400" dirty="0">
                  <a:solidFill>
                    <a:schemeClr val="bg1"/>
                  </a:solidFill>
                  <a:latin typeface="Lucida Console" panose="020B0609040504020204" pitchFamily="49" charset="0"/>
                </a:rPr>
                <a:t>  LS Seq Number: 80000001</a:t>
              </a:r>
            </a:p>
            <a:p>
              <a:pPr eaLnBrk="1" hangingPunct="1">
                <a:lnSpc>
                  <a:spcPts val="1200"/>
                </a:lnSpc>
              </a:pPr>
              <a:r>
                <a:rPr lang="en-US" altLang="it-IT" sz="1400" dirty="0">
                  <a:solidFill>
                    <a:schemeClr val="bg1"/>
                  </a:solidFill>
                  <a:latin typeface="Lucida Console" panose="020B0609040504020204" pitchFamily="49" charset="0"/>
                </a:rPr>
                <a:t>  Checksum: 0x09ec</a:t>
              </a:r>
            </a:p>
            <a:p>
              <a:pPr eaLnBrk="1" hangingPunct="1">
                <a:lnSpc>
                  <a:spcPts val="1200"/>
                </a:lnSpc>
              </a:pPr>
              <a:r>
                <a:rPr lang="en-US" altLang="it-IT" sz="1400" dirty="0">
                  <a:solidFill>
                    <a:schemeClr val="bg1"/>
                  </a:solidFill>
                  <a:latin typeface="Lucida Console" panose="020B0609040504020204" pitchFamily="49" charset="0"/>
                </a:rPr>
                <a:t>  Length: 32</a:t>
              </a:r>
            </a:p>
            <a:p>
              <a:pPr eaLnBrk="1" hangingPunct="1">
                <a:lnSpc>
                  <a:spcPts val="1200"/>
                </a:lnSpc>
              </a:pPr>
              <a:r>
                <a:rPr lang="en-US" altLang="it-IT" sz="1400" dirty="0">
                  <a:solidFill>
                    <a:schemeClr val="bg1"/>
                  </a:solidFill>
                  <a:latin typeface="Lucida Console" panose="020B0609040504020204" pitchFamily="49" charset="0"/>
                </a:rPr>
                <a:t>  Network Mask: /30</a:t>
              </a:r>
            </a:p>
            <a:p>
              <a:pPr eaLnBrk="1" hangingPunct="1">
                <a:lnSpc>
                  <a:spcPts val="1200"/>
                </a:lnSpc>
              </a:pPr>
              <a:r>
                <a:rPr lang="en-US" altLang="it-IT" sz="1400" dirty="0">
                  <a:solidFill>
                    <a:schemeClr val="bg1"/>
                  </a:solidFill>
                  <a:latin typeface="Lucida Console" panose="020B0609040504020204" pitchFamily="49" charset="0"/>
                </a:rPr>
                <a:t>        Attached Router: 110.0.0.1</a:t>
              </a:r>
            </a:p>
            <a:p>
              <a:pPr eaLnBrk="1" hangingPunct="1">
                <a:lnSpc>
                  <a:spcPts val="1200"/>
                </a:lnSpc>
              </a:pPr>
              <a:r>
                <a:rPr lang="en-US" altLang="it-IT" sz="1400" dirty="0">
                  <a:solidFill>
                    <a:schemeClr val="bg1"/>
                  </a:solidFill>
                  <a:latin typeface="Lucida Console" panose="020B0609040504020204" pitchFamily="49" charset="0"/>
                </a:rPr>
                <a:t>        Attached Router: 200.0.0.1</a:t>
              </a:r>
            </a:p>
            <a:p>
              <a:pPr eaLnBrk="1" hangingPunct="1">
                <a:lnSpc>
                  <a:spcPts val="1200"/>
                </a:lnSpc>
              </a:pPr>
              <a:r>
                <a:rPr lang="en-US" altLang="it-IT" sz="1400" dirty="0">
                  <a:solidFill>
                    <a:schemeClr val="bg1"/>
                  </a:solidFill>
                  <a:latin typeface="Lucida Console" panose="020B0609040504020204" pitchFamily="49" charset="0"/>
                </a:rPr>
                <a:t>  LS age: 763</a:t>
              </a:r>
            </a:p>
            <a:p>
              <a:pPr eaLnBrk="1" hangingPunct="1">
                <a:lnSpc>
                  <a:spcPts val="1200"/>
                </a:lnSpc>
              </a:pPr>
              <a:r>
                <a:rPr lang="en-US" altLang="it-IT" sz="1400" dirty="0">
                  <a:solidFill>
                    <a:schemeClr val="bg1"/>
                  </a:solidFill>
                  <a:latin typeface="Lucida Console" panose="020B0609040504020204" pitchFamily="49" charset="0"/>
                </a:rPr>
                <a:t>  Options: 0x0  : *|-|-|-|-|-|-|-</a:t>
              </a:r>
            </a:p>
            <a:p>
              <a:pPr eaLnBrk="1" hangingPunct="1">
                <a:lnSpc>
                  <a:spcPts val="1200"/>
                </a:lnSpc>
              </a:pPr>
              <a:r>
                <a:rPr lang="en-US" altLang="it-IT" sz="1400" dirty="0">
                  <a:solidFill>
                    <a:schemeClr val="bg1"/>
                  </a:solidFill>
                  <a:latin typeface="Lucida Console" panose="020B0609040504020204" pitchFamily="49" charset="0"/>
                </a:rPr>
                <a:t>  LS Flags: 0x3  </a:t>
              </a:r>
            </a:p>
            <a:p>
              <a:pPr eaLnBrk="1" hangingPunct="1">
                <a:lnSpc>
                  <a:spcPts val="1200"/>
                </a:lnSpc>
              </a:pPr>
              <a:r>
                <a:rPr lang="en-US" altLang="it-IT" sz="1400" dirty="0">
                  <a:solidFill>
                    <a:schemeClr val="bg1"/>
                  </a:solidFill>
                  <a:latin typeface="Lucida Console" panose="020B0609040504020204" pitchFamily="49" charset="0"/>
                </a:rPr>
                <a:t>  LS Type: network-LSA</a:t>
              </a:r>
            </a:p>
            <a:p>
              <a:pPr eaLnBrk="1" hangingPunct="1">
                <a:lnSpc>
                  <a:spcPts val="1200"/>
                </a:lnSpc>
              </a:pPr>
              <a:r>
                <a:rPr lang="en-US" altLang="it-IT" sz="1400" dirty="0">
                  <a:solidFill>
                    <a:schemeClr val="bg1"/>
                  </a:solidFill>
                  <a:latin typeface="Lucida Console" panose="020B0609040504020204" pitchFamily="49" charset="0"/>
                </a:rPr>
                <a:t>  Link State ID: 200.0.0.2 (address of Designated Router)</a:t>
              </a:r>
            </a:p>
            <a:p>
              <a:pPr eaLnBrk="1" hangingPunct="1">
                <a:lnSpc>
                  <a:spcPts val="1200"/>
                </a:lnSpc>
              </a:pPr>
              <a:r>
                <a:rPr lang="en-US" altLang="it-IT" sz="1400" dirty="0">
                  <a:solidFill>
                    <a:schemeClr val="bg1"/>
                  </a:solidFill>
                  <a:latin typeface="Lucida Console" panose="020B0609040504020204" pitchFamily="49" charset="0"/>
                </a:rPr>
                <a:t>  Advertising Router: 200.0.1.1</a:t>
              </a:r>
            </a:p>
            <a:p>
              <a:pPr eaLnBrk="1" hangingPunct="1">
                <a:lnSpc>
                  <a:spcPts val="1200"/>
                </a:lnSpc>
              </a:pPr>
              <a:r>
                <a:rPr lang="en-US" altLang="it-IT" sz="1400" dirty="0">
                  <a:solidFill>
                    <a:schemeClr val="bg1"/>
                  </a:solidFill>
                  <a:latin typeface="Lucida Console" panose="020B0609040504020204" pitchFamily="49" charset="0"/>
                </a:rPr>
                <a:t>  LS Seq Number: 80000001</a:t>
              </a:r>
            </a:p>
            <a:p>
              <a:pPr eaLnBrk="1" hangingPunct="1">
                <a:lnSpc>
                  <a:spcPts val="1200"/>
                </a:lnSpc>
              </a:pPr>
              <a:r>
                <a:rPr lang="en-US" altLang="it-IT" sz="1400" dirty="0">
                  <a:solidFill>
                    <a:schemeClr val="bg1"/>
                  </a:solidFill>
                  <a:latin typeface="Lucida Console" panose="020B0609040504020204" pitchFamily="49" charset="0"/>
                </a:rPr>
                <a:t>  ...</a:t>
              </a:r>
            </a:p>
          </p:txBody>
        </p:sp>
        <p:sp>
          <p:nvSpPr>
            <p:cNvPr id="6" name="Rectangle 5">
              <a:extLst>
                <a:ext uri="{FF2B5EF4-FFF2-40B4-BE49-F238E27FC236}">
                  <a16:creationId xmlns:a16="http://schemas.microsoft.com/office/drawing/2014/main" id="{41D95D40-6A84-F900-0DCC-C00A0E077996}"/>
                </a:ext>
              </a:extLst>
            </p:cNvPr>
            <p:cNvSpPr/>
            <p:nvPr/>
          </p:nvSpPr>
          <p:spPr>
            <a:xfrm>
              <a:off x="4522710" y="2378844"/>
              <a:ext cx="7057570"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r2</a:t>
              </a:r>
            </a:p>
          </p:txBody>
        </p:sp>
        <p:grpSp>
          <p:nvGrpSpPr>
            <p:cNvPr id="7" name="Group 6">
              <a:extLst>
                <a:ext uri="{FF2B5EF4-FFF2-40B4-BE49-F238E27FC236}">
                  <a16:creationId xmlns:a16="http://schemas.microsoft.com/office/drawing/2014/main" id="{81621E67-88B0-394C-D048-75EB5C43C8BD}"/>
                </a:ext>
              </a:extLst>
            </p:cNvPr>
            <p:cNvGrpSpPr/>
            <p:nvPr/>
          </p:nvGrpSpPr>
          <p:grpSpPr>
            <a:xfrm>
              <a:off x="10920536" y="2466851"/>
              <a:ext cx="581348" cy="126235"/>
              <a:chOff x="8092857" y="2115830"/>
              <a:chExt cx="581348" cy="126235"/>
            </a:xfrm>
          </p:grpSpPr>
          <p:sp>
            <p:nvSpPr>
              <p:cNvPr id="8" name="Rectangle 7">
                <a:extLst>
                  <a:ext uri="{FF2B5EF4-FFF2-40B4-BE49-F238E27FC236}">
                    <a16:creationId xmlns:a16="http://schemas.microsoft.com/office/drawing/2014/main" id="{17D32825-798F-C3B5-7912-FBABB09F9B1E}"/>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EB183057-81F6-524A-E170-5BE8DD0C0257}"/>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BF759F28-C5E8-EDF8-F578-84E5277301DF}"/>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1" name="AutoShape 32">
            <a:extLst>
              <a:ext uri="{FF2B5EF4-FFF2-40B4-BE49-F238E27FC236}">
                <a16:creationId xmlns:a16="http://schemas.microsoft.com/office/drawing/2014/main" id="{AE359951-D5B1-8515-8BEB-370F9C8DDC10}"/>
              </a:ext>
            </a:extLst>
          </p:cNvPr>
          <p:cNvSpPr>
            <a:spLocks noChangeArrowheads="1"/>
          </p:cNvSpPr>
          <p:nvPr/>
        </p:nvSpPr>
        <p:spPr bwMode="auto">
          <a:xfrm>
            <a:off x="8322429" y="3641042"/>
            <a:ext cx="2705210" cy="1197136"/>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IT" sz="2000" dirty="0">
                <a:latin typeface="Tahoma" panose="020B0604030504040204" pitchFamily="34" charset="0"/>
              </a:rPr>
              <a:t>note: the output </a:t>
            </a:r>
            <a:r>
              <a:rPr lang="it-IT" altLang="en-IT" sz="2000" dirty="0" err="1">
                <a:latin typeface="Tahoma" panose="020B0604030504040204" pitchFamily="34" charset="0"/>
              </a:rPr>
              <a:t>has</a:t>
            </a:r>
            <a:r>
              <a:rPr lang="it-IT" altLang="en-IT" sz="2000" dirty="0">
                <a:latin typeface="Tahoma" panose="020B0604030504040204" pitchFamily="34" charset="0"/>
              </a:rPr>
              <a:t> </a:t>
            </a:r>
            <a:r>
              <a:rPr lang="it-IT" altLang="en-IT" sz="2000" dirty="0" err="1">
                <a:latin typeface="Tahoma" panose="020B0604030504040204" pitchFamily="34" charset="0"/>
              </a:rPr>
              <a:t>been</a:t>
            </a:r>
            <a:r>
              <a:rPr lang="it-IT" altLang="en-IT" sz="2000" dirty="0">
                <a:latin typeface="Tahoma" panose="020B0604030504040204" pitchFamily="34" charset="0"/>
              </a:rPr>
              <a:t> </a:t>
            </a:r>
            <a:r>
              <a:rPr lang="it-IT" altLang="en-IT" sz="2000" dirty="0" err="1">
                <a:latin typeface="Tahoma" panose="020B0604030504040204" pitchFamily="34" charset="0"/>
              </a:rPr>
              <a:t>summarized</a:t>
            </a:r>
            <a:endParaRPr lang="it-IT" altLang="en-IT" sz="2400" dirty="0">
              <a:latin typeface="Tahoma" panose="020B0604030504040204" pitchFamily="34" charset="0"/>
            </a:endParaRPr>
          </a:p>
        </p:txBody>
      </p:sp>
    </p:spTree>
    <p:extLst>
      <p:ext uri="{BB962C8B-B14F-4D97-AF65-F5344CB8AC3E}">
        <p14:creationId xmlns:p14="http://schemas.microsoft.com/office/powerpoint/2010/main" val="2797941937"/>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4" name="Rectangle 2">
            <a:extLst>
              <a:ext uri="{FF2B5EF4-FFF2-40B4-BE49-F238E27FC236}">
                <a16:creationId xmlns:a16="http://schemas.microsoft.com/office/drawing/2014/main" id="{FBE255A8-ED84-07CF-890D-66D356DE235A}"/>
              </a:ext>
            </a:extLst>
          </p:cNvPr>
          <p:cNvSpPr>
            <a:spLocks noGrp="1" noChangeArrowheads="1"/>
          </p:cNvSpPr>
          <p:nvPr>
            <p:ph type="title"/>
          </p:nvPr>
        </p:nvSpPr>
        <p:spPr/>
        <p:txBody>
          <a:bodyPr/>
          <a:lstStyle/>
          <a:p>
            <a:pPr eaLnBrk="1" hangingPunct="1"/>
            <a:r>
              <a:rPr lang="it-IT" altLang="it-IT"/>
              <a:t>experiments</a:t>
            </a:r>
          </a:p>
        </p:txBody>
      </p:sp>
      <p:sp>
        <p:nvSpPr>
          <p:cNvPr id="71685" name="Rectangle 3">
            <a:extLst>
              <a:ext uri="{FF2B5EF4-FFF2-40B4-BE49-F238E27FC236}">
                <a16:creationId xmlns:a16="http://schemas.microsoft.com/office/drawing/2014/main" id="{D5AFA3B5-B7FC-C1E4-C298-96EFCF2C7C93}"/>
              </a:ext>
            </a:extLst>
          </p:cNvPr>
          <p:cNvSpPr>
            <a:spLocks noGrp="1" noChangeArrowheads="1"/>
          </p:cNvSpPr>
          <p:nvPr>
            <p:ph idx="1"/>
          </p:nvPr>
        </p:nvSpPr>
        <p:spPr/>
        <p:txBody>
          <a:bodyPr/>
          <a:lstStyle/>
          <a:p>
            <a:pPr eaLnBrk="1" hangingPunct="1">
              <a:lnSpc>
                <a:spcPct val="90000"/>
              </a:lnSpc>
            </a:pPr>
            <a:r>
              <a:rPr lang="it-IT" altLang="it-IT" sz="2800"/>
              <a:t>check what routers know about the outside of the area, using the </a:t>
            </a:r>
            <a:r>
              <a:rPr lang="it-IT" altLang="it-IT" sz="2800" b="1">
                <a:latin typeface="Courier New" panose="02070309020205020404" pitchFamily="49" charset="0"/>
              </a:rPr>
              <a:t>show ip ospf database summary</a:t>
            </a:r>
            <a:r>
              <a:rPr lang="it-IT" altLang="it-IT" sz="2800"/>
              <a:t> command</a:t>
            </a:r>
          </a:p>
          <a:p>
            <a:pPr lvl="1" eaLnBrk="1" hangingPunct="1">
              <a:lnSpc>
                <a:spcPct val="90000"/>
              </a:lnSpc>
            </a:pPr>
            <a:r>
              <a:rPr lang="it-IT" altLang="it-IT" sz="2400"/>
              <a:t>in particular, check the </a:t>
            </a:r>
            <a:r>
              <a:rPr lang="it-IT" altLang="it-IT" sz="2400" b="1">
                <a:latin typeface="Courier New" panose="02070309020205020404" pitchFamily="49" charset="0"/>
              </a:rPr>
              <a:t>Metric</a:t>
            </a:r>
            <a:r>
              <a:rPr lang="it-IT" altLang="it-IT" sz="2400"/>
              <a:t> values, that show how far away the destination is from the advertising abr</a:t>
            </a:r>
          </a:p>
          <a:p>
            <a:pPr eaLnBrk="1" hangingPunct="1">
              <a:lnSpc>
                <a:spcPct val="90000"/>
              </a:lnSpc>
            </a:pPr>
            <a:r>
              <a:rPr lang="it-IT" altLang="it-IT" sz="2800"/>
              <a:t>check that routers in stub areas are offered a default route, whereas routers in the backbone are not</a:t>
            </a:r>
          </a:p>
          <a:p>
            <a:pPr lvl="1" eaLnBrk="1" hangingPunct="1">
              <a:lnSpc>
                <a:spcPct val="90000"/>
              </a:lnSpc>
            </a:pPr>
            <a:r>
              <a:rPr lang="it-IT" altLang="it-IT" sz="2400"/>
              <a:t>also check what </a:t>
            </a:r>
            <a:r>
              <a:rPr lang="it-IT" altLang="it-IT" sz="2400" b="1">
                <a:latin typeface="Courier New" panose="02070309020205020404" pitchFamily="49" charset="0"/>
              </a:rPr>
              <a:t>Metric</a:t>
            </a:r>
            <a:r>
              <a:rPr lang="it-IT" altLang="it-IT" sz="2400"/>
              <a:t> is assigned to the default route</a:t>
            </a:r>
          </a:p>
        </p:txBody>
      </p:sp>
      <p:sp>
        <p:nvSpPr>
          <p:cNvPr id="2" name="Rectangle 4">
            <a:extLst>
              <a:ext uri="{FF2B5EF4-FFF2-40B4-BE49-F238E27FC236}">
                <a16:creationId xmlns:a16="http://schemas.microsoft.com/office/drawing/2014/main" id="{3C22D2AB-A4CC-1731-F289-3734EDBB4518}"/>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8F526759-10D1-0BC3-8EAD-583784121D72}"/>
              </a:ext>
            </a:extLst>
          </p:cNvPr>
          <p:cNvSpPr>
            <a:spLocks noGrp="1" noChangeArrowheads="1"/>
          </p:cNvSpPr>
          <p:nvPr>
            <p:ph type="ftr" sz="quarter" idx="11"/>
          </p:nvPr>
        </p:nvSpPr>
        <p:spPr>
          <a:ln/>
        </p:spPr>
        <p:txBody>
          <a:bodyPr/>
          <a:lstStyle/>
          <a:p>
            <a:r>
              <a:rPr lang="it-IT" altLang="en-IT"/>
              <a:t>kathara – [ labs: ospf_frr ]</a:t>
            </a:r>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3">
            <a:extLst>
              <a:ext uri="{FF2B5EF4-FFF2-40B4-BE49-F238E27FC236}">
                <a16:creationId xmlns:a16="http://schemas.microsoft.com/office/drawing/2014/main" id="{0A00602B-26E7-2E2D-601E-067D7F873BB6}"/>
              </a:ext>
            </a:extLst>
          </p:cNvPr>
          <p:cNvGrpSpPr/>
          <p:nvPr/>
        </p:nvGrpSpPr>
        <p:grpSpPr>
          <a:xfrm>
            <a:off x="1559496" y="4005064"/>
            <a:ext cx="9289427" cy="2376263"/>
            <a:chOff x="2290857" y="2378844"/>
            <a:chExt cx="9289427" cy="1996474"/>
          </a:xfrm>
        </p:grpSpPr>
        <p:sp>
          <p:nvSpPr>
            <p:cNvPr id="18" name="Rectangle 4">
              <a:extLst>
                <a:ext uri="{FF2B5EF4-FFF2-40B4-BE49-F238E27FC236}">
                  <a16:creationId xmlns:a16="http://schemas.microsoft.com/office/drawing/2014/main" id="{8BCD8670-53A8-0899-65C9-8C8A4CFCAACE}"/>
                </a:ext>
              </a:extLst>
            </p:cNvPr>
            <p:cNvSpPr/>
            <p:nvPr/>
          </p:nvSpPr>
          <p:spPr>
            <a:xfrm>
              <a:off x="2290857" y="2664221"/>
              <a:ext cx="9289427" cy="1711097"/>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en-US" altLang="it-IT" sz="1400" dirty="0">
                  <a:solidFill>
                    <a:schemeClr val="bg1"/>
                  </a:solidFill>
                  <a:latin typeface="Lucida Console" panose="020B0609040504020204" pitchFamily="49" charset="0"/>
                </a:rPr>
                <a:t>r3# show </a:t>
              </a:r>
              <a:r>
                <a:rPr lang="en-US" altLang="it-IT" sz="1400" dirty="0" err="1">
                  <a:solidFill>
                    <a:schemeClr val="bg1"/>
                  </a:solidFill>
                  <a:latin typeface="Lucida Console" panose="020B0609040504020204" pitchFamily="49" charset="0"/>
                </a:rPr>
                <a:t>ip</a:t>
              </a:r>
              <a:r>
                <a:rPr lang="en-US" altLang="it-IT" sz="1400" dirty="0">
                  <a:solidFill>
                    <a:schemeClr val="bg1"/>
                  </a:solidFill>
                  <a:latin typeface="Lucida Console" panose="020B0609040504020204" pitchFamily="49" charset="0"/>
                </a:rPr>
                <a:t> </a:t>
              </a:r>
              <a:r>
                <a:rPr lang="en-US" altLang="it-IT" sz="1400" dirty="0" err="1">
                  <a:solidFill>
                    <a:schemeClr val="bg1"/>
                  </a:solidFill>
                  <a:latin typeface="Lucida Console" panose="020B0609040504020204" pitchFamily="49" charset="0"/>
                </a:rPr>
                <a:t>ospf</a:t>
              </a:r>
              <a:r>
                <a:rPr lang="en-US" altLang="it-IT" sz="1400" dirty="0">
                  <a:solidFill>
                    <a:schemeClr val="bg1"/>
                  </a:solidFill>
                  <a:latin typeface="Lucida Console" panose="020B0609040504020204" pitchFamily="49" charset="0"/>
                </a:rPr>
                <a:t> route</a:t>
              </a:r>
            </a:p>
            <a:p>
              <a:pPr eaLnBrk="1" hangingPunct="1"/>
              <a:r>
                <a:rPr lang="en-US" altLang="it-IT" sz="1400" dirty="0">
                  <a:solidFill>
                    <a:schemeClr val="bg1"/>
                  </a:solidFill>
                  <a:latin typeface="Lucida Console" panose="020B0609040504020204" pitchFamily="49" charset="0"/>
                </a:rPr>
                <a:t>============ OSPF network routing table ============</a:t>
              </a:r>
            </a:p>
            <a:p>
              <a:pPr eaLnBrk="1" hangingPunct="1"/>
              <a:r>
                <a:rPr lang="en-US" altLang="it-IT" sz="1400" dirty="0">
                  <a:solidFill>
                    <a:schemeClr val="bg1"/>
                  </a:solidFill>
                  <a:latin typeface="Lucida Console" panose="020B0609040504020204" pitchFamily="49" charset="0"/>
                </a:rPr>
                <a:t>N IA 0.0.0.0/0             [11] area: 2.2.2.2</a:t>
              </a:r>
            </a:p>
            <a:p>
              <a:pPr eaLnBrk="1" hangingPunct="1"/>
              <a:r>
                <a:rPr lang="en-US" altLang="it-IT" sz="1400" dirty="0">
                  <a:solidFill>
                    <a:schemeClr val="bg1"/>
                  </a:solidFill>
                  <a:latin typeface="Lucida Console" panose="020B0609040504020204" pitchFamily="49" charset="0"/>
                </a:rPr>
                <a:t>                           via 110.0.0.1, eth1</a:t>
              </a:r>
            </a:p>
            <a:p>
              <a:pPr eaLnBrk="1" hangingPunct="1"/>
              <a:r>
                <a:rPr lang="en-US" altLang="it-IT" sz="1400" dirty="0">
                  <a:solidFill>
                    <a:schemeClr val="bg1"/>
                  </a:solidFill>
                  <a:latin typeface="Lucida Console" panose="020B0609040504020204" pitchFamily="49" charset="0"/>
                </a:rPr>
                <a:t>                           via 120.0.0.1, eth0</a:t>
              </a:r>
            </a:p>
            <a:p>
              <a:pPr eaLnBrk="1" hangingPunct="1"/>
              <a:r>
                <a:rPr lang="en-US" altLang="it-IT" sz="1400" dirty="0">
                  <a:solidFill>
                    <a:schemeClr val="bg1"/>
                  </a:solidFill>
                  <a:latin typeface="Lucida Console" panose="020B0609040504020204" pitchFamily="49" charset="0"/>
                </a:rPr>
                <a:t>...</a:t>
              </a:r>
            </a:p>
          </p:txBody>
        </p:sp>
        <p:sp>
          <p:nvSpPr>
            <p:cNvPr id="19" name="Rectangle 5">
              <a:extLst>
                <a:ext uri="{FF2B5EF4-FFF2-40B4-BE49-F238E27FC236}">
                  <a16:creationId xmlns:a16="http://schemas.microsoft.com/office/drawing/2014/main" id="{FEAC0AC4-4083-C5B8-4430-A0C9B9D8201F}"/>
                </a:ext>
              </a:extLst>
            </p:cNvPr>
            <p:cNvSpPr/>
            <p:nvPr/>
          </p:nvSpPr>
          <p:spPr>
            <a:xfrm>
              <a:off x="2290857" y="2378844"/>
              <a:ext cx="9289423"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r3</a:t>
              </a:r>
            </a:p>
          </p:txBody>
        </p:sp>
        <p:grpSp>
          <p:nvGrpSpPr>
            <p:cNvPr id="20" name="Group 6">
              <a:extLst>
                <a:ext uri="{FF2B5EF4-FFF2-40B4-BE49-F238E27FC236}">
                  <a16:creationId xmlns:a16="http://schemas.microsoft.com/office/drawing/2014/main" id="{FE70F728-6FBD-4053-2D77-FC11CA2AEF4E}"/>
                </a:ext>
              </a:extLst>
            </p:cNvPr>
            <p:cNvGrpSpPr/>
            <p:nvPr/>
          </p:nvGrpSpPr>
          <p:grpSpPr>
            <a:xfrm>
              <a:off x="10920536" y="2466851"/>
              <a:ext cx="581348" cy="126235"/>
              <a:chOff x="8092857" y="2115830"/>
              <a:chExt cx="581348" cy="126235"/>
            </a:xfrm>
          </p:grpSpPr>
          <p:sp>
            <p:nvSpPr>
              <p:cNvPr id="21" name="Rectangle 7">
                <a:extLst>
                  <a:ext uri="{FF2B5EF4-FFF2-40B4-BE49-F238E27FC236}">
                    <a16:creationId xmlns:a16="http://schemas.microsoft.com/office/drawing/2014/main" id="{E7480401-25F9-44F7-114A-763C4DFC3918}"/>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2" name="Rectangle 8">
                <a:extLst>
                  <a:ext uri="{FF2B5EF4-FFF2-40B4-BE49-F238E27FC236}">
                    <a16:creationId xmlns:a16="http://schemas.microsoft.com/office/drawing/2014/main" id="{6CA71ADC-BDAE-0DCB-E99B-C9919FFABBD0}"/>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3" name="Rectangle 9">
                <a:extLst>
                  <a:ext uri="{FF2B5EF4-FFF2-40B4-BE49-F238E27FC236}">
                    <a16:creationId xmlns:a16="http://schemas.microsoft.com/office/drawing/2014/main" id="{2701BB75-4460-D5B2-7744-9347E31EC804}"/>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72708" name="Rectangle 2">
            <a:extLst>
              <a:ext uri="{FF2B5EF4-FFF2-40B4-BE49-F238E27FC236}">
                <a16:creationId xmlns:a16="http://schemas.microsoft.com/office/drawing/2014/main" id="{5A8B28D6-087B-D6C9-2799-8E41FEBD0812}"/>
              </a:ext>
            </a:extLst>
          </p:cNvPr>
          <p:cNvSpPr>
            <a:spLocks noGrp="1" noChangeArrowheads="1"/>
          </p:cNvSpPr>
          <p:nvPr>
            <p:ph type="title"/>
          </p:nvPr>
        </p:nvSpPr>
        <p:spPr/>
        <p:txBody>
          <a:bodyPr/>
          <a:lstStyle/>
          <a:p>
            <a:pPr eaLnBrk="1" hangingPunct="1"/>
            <a:r>
              <a:rPr lang="it-IT" altLang="it-IT"/>
              <a:t>experiments</a:t>
            </a:r>
          </a:p>
        </p:txBody>
      </p:sp>
      <p:sp>
        <p:nvSpPr>
          <p:cNvPr id="282627" name="Rectangle 3">
            <a:extLst>
              <a:ext uri="{FF2B5EF4-FFF2-40B4-BE49-F238E27FC236}">
                <a16:creationId xmlns:a16="http://schemas.microsoft.com/office/drawing/2014/main" id="{F38778AB-15BF-4432-9821-D5AF7390A20C}"/>
              </a:ext>
            </a:extLst>
          </p:cNvPr>
          <p:cNvSpPr>
            <a:spLocks noGrp="1" noChangeArrowheads="1"/>
          </p:cNvSpPr>
          <p:nvPr>
            <p:ph idx="1"/>
          </p:nvPr>
        </p:nvSpPr>
        <p:spPr/>
        <p:txBody>
          <a:bodyPr>
            <a:normAutofit/>
          </a:bodyPr>
          <a:lstStyle/>
          <a:p>
            <a:pPr eaLnBrk="1" hangingPunct="1">
              <a:defRPr/>
            </a:pPr>
            <a:r>
              <a:rPr lang="it-IT" dirty="0" err="1"/>
              <a:t>experiment</a:t>
            </a:r>
            <a:r>
              <a:rPr lang="it-IT" dirty="0"/>
              <a:t> </a:t>
            </a:r>
            <a:r>
              <a:rPr lang="it-IT" dirty="0" err="1"/>
              <a:t>ospf’s</a:t>
            </a:r>
            <a:r>
              <a:rPr lang="it-IT" dirty="0"/>
              <a:t> recovery capabilities</a:t>
            </a:r>
          </a:p>
          <a:p>
            <a:pPr lvl="1" eaLnBrk="1" hangingPunct="1">
              <a:defRPr/>
            </a:pPr>
            <a:r>
              <a:rPr lang="it-IT" dirty="0" err="1"/>
              <a:t>when</a:t>
            </a:r>
            <a:r>
              <a:rPr lang="it-IT" dirty="0"/>
              <a:t> multiple </a:t>
            </a:r>
            <a:r>
              <a:rPr lang="it-IT" dirty="0" err="1"/>
              <a:t>equal</a:t>
            </a:r>
            <a:r>
              <a:rPr lang="it-IT" dirty="0"/>
              <a:t> cost </a:t>
            </a:r>
            <a:r>
              <a:rPr lang="it-IT" dirty="0" err="1"/>
              <a:t>routes</a:t>
            </a:r>
            <a:r>
              <a:rPr lang="it-IT" dirty="0"/>
              <a:t> are </a:t>
            </a:r>
            <a:r>
              <a:rPr lang="it-IT" dirty="0" err="1"/>
              <a:t>available</a:t>
            </a:r>
            <a:r>
              <a:rPr lang="it-IT" dirty="0"/>
              <a:t>, </a:t>
            </a:r>
            <a:r>
              <a:rPr lang="it-IT" dirty="0" err="1"/>
              <a:t>ospf</a:t>
            </a:r>
            <a:r>
              <a:rPr lang="it-IT" dirty="0"/>
              <a:t> </a:t>
            </a:r>
            <a:r>
              <a:rPr lang="it-IT" dirty="0" err="1"/>
              <a:t>keeps</a:t>
            </a:r>
            <a:r>
              <a:rPr lang="it-IT" dirty="0"/>
              <a:t> </a:t>
            </a:r>
            <a:r>
              <a:rPr lang="it-IT" dirty="0" err="1"/>
              <a:t>all</a:t>
            </a:r>
            <a:r>
              <a:rPr lang="it-IT" dirty="0"/>
              <a:t> of </a:t>
            </a:r>
            <a:r>
              <a:rPr lang="it-IT" dirty="0" err="1"/>
              <a:t>them</a:t>
            </a:r>
            <a:endParaRPr lang="it-IT" dirty="0"/>
          </a:p>
          <a:p>
            <a:pPr lvl="1" eaLnBrk="1" hangingPunct="1">
              <a:defRPr/>
            </a:pPr>
            <a:r>
              <a:rPr lang="it-IT" dirty="0"/>
              <a:t>check </a:t>
            </a:r>
            <a:r>
              <a:rPr lang="it-IT" dirty="0" err="1"/>
              <a:t>it</a:t>
            </a:r>
            <a:r>
              <a:rPr lang="it-IT" dirty="0"/>
              <a:t> by </a:t>
            </a:r>
            <a:r>
              <a:rPr lang="it-IT" dirty="0" err="1"/>
              <a:t>verifying</a:t>
            </a:r>
            <a:r>
              <a:rPr lang="it-IT" dirty="0"/>
              <a:t> </a:t>
            </a:r>
            <a:r>
              <a:rPr lang="it-IT" dirty="0" err="1"/>
              <a:t>what</a:t>
            </a:r>
            <a:r>
              <a:rPr lang="it-IT" dirty="0"/>
              <a:t> </a:t>
            </a:r>
            <a:r>
              <a:rPr lang="it-IT" b="1" dirty="0">
                <a:latin typeface="Courier New" pitchFamily="49" charset="0"/>
              </a:rPr>
              <a:t>r3</a:t>
            </a:r>
            <a:r>
              <a:rPr lang="it-IT" dirty="0"/>
              <a:t> </a:t>
            </a:r>
            <a:r>
              <a:rPr lang="it-IT" dirty="0" err="1"/>
              <a:t>knows</a:t>
            </a:r>
            <a:r>
              <a:rPr lang="it-IT" dirty="0"/>
              <a:t> </a:t>
            </a:r>
            <a:r>
              <a:rPr lang="it-IT" dirty="0" err="1"/>
              <a:t>about</a:t>
            </a:r>
            <a:r>
              <a:rPr lang="it-IT" dirty="0"/>
              <a:t> the default </a:t>
            </a:r>
            <a:r>
              <a:rPr lang="it-IT" dirty="0" err="1"/>
              <a:t>route</a:t>
            </a:r>
            <a:endParaRPr lang="it-IT" dirty="0"/>
          </a:p>
        </p:txBody>
      </p:sp>
      <p:sp>
        <p:nvSpPr>
          <p:cNvPr id="2" name="Rectangle 4">
            <a:extLst>
              <a:ext uri="{FF2B5EF4-FFF2-40B4-BE49-F238E27FC236}">
                <a16:creationId xmlns:a16="http://schemas.microsoft.com/office/drawing/2014/main" id="{5BDC55E7-3CF6-6945-6573-9F94688EDDF6}"/>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E0E81D67-D9BE-FC5D-2C75-A6E3854F6CD7}"/>
              </a:ext>
            </a:extLst>
          </p:cNvPr>
          <p:cNvSpPr>
            <a:spLocks noGrp="1" noChangeArrowheads="1"/>
          </p:cNvSpPr>
          <p:nvPr>
            <p:ph type="ftr" sz="quarter" idx="11"/>
          </p:nvPr>
        </p:nvSpPr>
        <p:spPr>
          <a:ln/>
        </p:spPr>
        <p:txBody>
          <a:bodyPr/>
          <a:lstStyle/>
          <a:p>
            <a:r>
              <a:rPr lang="it-IT" altLang="en-IT"/>
              <a:t>kathara – [ labs: ospf_frr ]</a:t>
            </a:r>
          </a:p>
        </p:txBody>
      </p:sp>
      <p:sp>
        <p:nvSpPr>
          <p:cNvPr id="15" name="AutoShape 32">
            <a:extLst>
              <a:ext uri="{FF2B5EF4-FFF2-40B4-BE49-F238E27FC236}">
                <a16:creationId xmlns:a16="http://schemas.microsoft.com/office/drawing/2014/main" id="{45FE12DF-9E0D-9BD8-FE3F-A540016ACC01}"/>
              </a:ext>
            </a:extLst>
          </p:cNvPr>
          <p:cNvSpPr>
            <a:spLocks noChangeArrowheads="1"/>
          </p:cNvSpPr>
          <p:nvPr/>
        </p:nvSpPr>
        <p:spPr bwMode="auto">
          <a:xfrm>
            <a:off x="368201" y="5365060"/>
            <a:ext cx="1258888" cy="714375"/>
          </a:xfrm>
          <a:prstGeom prst="wedgeRoundRectCallout">
            <a:avLst>
              <a:gd name="adj1" fmla="val 68662"/>
              <a:gd name="adj2" fmla="val -97333"/>
              <a:gd name="adj3" fmla="val 16667"/>
            </a:avLst>
          </a:prstGeom>
          <a:solidFill>
            <a:schemeClr val="accent2"/>
          </a:solidFill>
          <a:ln w="9525">
            <a:solidFill>
              <a:schemeClr val="tx1"/>
            </a:solidFill>
            <a:miter lim="800000"/>
            <a:headEnd/>
            <a:tailEnd/>
          </a:ln>
          <a:effec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it-IT" altLang="en-IT">
                <a:latin typeface="Tahoma" panose="020B0604030504040204" pitchFamily="34" charset="0"/>
              </a:rPr>
              <a:t>inter-area path</a:t>
            </a:r>
          </a:p>
        </p:txBody>
      </p:sp>
      <p:sp>
        <p:nvSpPr>
          <p:cNvPr id="16" name="AutoShape 33">
            <a:extLst>
              <a:ext uri="{FF2B5EF4-FFF2-40B4-BE49-F238E27FC236}">
                <a16:creationId xmlns:a16="http://schemas.microsoft.com/office/drawing/2014/main" id="{B2C968C8-B04C-8BD4-8161-A81568780A1F}"/>
              </a:ext>
            </a:extLst>
          </p:cNvPr>
          <p:cNvSpPr>
            <a:spLocks noChangeArrowheads="1"/>
          </p:cNvSpPr>
          <p:nvPr/>
        </p:nvSpPr>
        <p:spPr bwMode="auto">
          <a:xfrm>
            <a:off x="2711624" y="5383966"/>
            <a:ext cx="1441450" cy="714375"/>
          </a:xfrm>
          <a:prstGeom prst="wedgeRoundRectCallout">
            <a:avLst>
              <a:gd name="adj1" fmla="val 80065"/>
              <a:gd name="adj2" fmla="val -72222"/>
              <a:gd name="adj3" fmla="val 16667"/>
            </a:avLst>
          </a:prstGeom>
          <a:solidFill>
            <a:schemeClr val="accent2"/>
          </a:solidFill>
          <a:ln w="9525">
            <a:solidFill>
              <a:schemeClr val="tx1"/>
            </a:solidFill>
            <a:miter lim="800000"/>
            <a:headEnd/>
            <a:tailEnd/>
          </a:ln>
          <a:effec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it-IT" altLang="en-IT" dirty="0" err="1">
                <a:latin typeface="Tahoma" panose="020B0604030504040204" pitchFamily="34" charset="0"/>
              </a:rPr>
              <a:t>equal</a:t>
            </a:r>
            <a:r>
              <a:rPr lang="it-IT" altLang="en-IT" dirty="0">
                <a:latin typeface="Tahoma" panose="020B0604030504040204" pitchFamily="34" charset="0"/>
              </a:rPr>
              <a:t> cost </a:t>
            </a:r>
            <a:r>
              <a:rPr lang="it-IT" altLang="en-IT" dirty="0" err="1">
                <a:latin typeface="Tahoma" panose="020B0604030504040204" pitchFamily="34" charset="0"/>
              </a:rPr>
              <a:t>routes</a:t>
            </a:r>
            <a:endParaRPr lang="it-IT" altLang="en-IT" dirty="0">
              <a:latin typeface="Tahoma" panose="020B0604030504040204" pitchFamily="34" charset="0"/>
            </a:endParaRPr>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3">
            <a:extLst>
              <a:ext uri="{FF2B5EF4-FFF2-40B4-BE49-F238E27FC236}">
                <a16:creationId xmlns:a16="http://schemas.microsoft.com/office/drawing/2014/main" id="{D52E780B-9C7F-FEC8-0B76-67ACCD2229E1}"/>
              </a:ext>
            </a:extLst>
          </p:cNvPr>
          <p:cNvGrpSpPr/>
          <p:nvPr/>
        </p:nvGrpSpPr>
        <p:grpSpPr>
          <a:xfrm>
            <a:off x="1559496" y="4005064"/>
            <a:ext cx="9289427" cy="2376263"/>
            <a:chOff x="2290857" y="2378844"/>
            <a:chExt cx="9289427" cy="1996474"/>
          </a:xfrm>
        </p:grpSpPr>
        <p:sp>
          <p:nvSpPr>
            <p:cNvPr id="21" name="Rectangle 4">
              <a:extLst>
                <a:ext uri="{FF2B5EF4-FFF2-40B4-BE49-F238E27FC236}">
                  <a16:creationId xmlns:a16="http://schemas.microsoft.com/office/drawing/2014/main" id="{93E971C7-3ECF-149E-3A78-E42763A47142}"/>
                </a:ext>
              </a:extLst>
            </p:cNvPr>
            <p:cNvSpPr/>
            <p:nvPr/>
          </p:nvSpPr>
          <p:spPr>
            <a:xfrm>
              <a:off x="2290857" y="2664221"/>
              <a:ext cx="9289427" cy="1711097"/>
            </a:xfrm>
            <a:prstGeom prst="rect">
              <a:avLst/>
            </a:prstGeom>
            <a:solidFill>
              <a:sysClr val="windowText" lastClr="000000"/>
            </a:solidFill>
            <a:ln w="57150" cap="flat" cmpd="sng" algn="ctr">
              <a:solidFill>
                <a:srgbClr val="4472C4"/>
              </a:solidFill>
              <a:prstDash val="solid"/>
              <a:miter lim="800000"/>
            </a:ln>
            <a:effectLst>
              <a:outerShdw blurRad="50800" dist="38100" dir="2700000" algn="tl" rotWithShape="0">
                <a:prstClr val="black">
                  <a:alpha val="40000"/>
                </a:prstClr>
              </a:outerShdw>
            </a:effectLst>
          </p:spPr>
          <p:txBody>
            <a:bodyPr rtlCol="0" anchor="t"/>
            <a:lstStyle/>
            <a:p>
              <a:pPr eaLnBrk="1" hangingPunct="1"/>
              <a:r>
                <a:rPr lang="en-US" altLang="it-IT" sz="1400" dirty="0">
                  <a:solidFill>
                    <a:schemeClr val="bg1"/>
                  </a:solidFill>
                  <a:latin typeface="Lucida Console" panose="020B0609040504020204" pitchFamily="49" charset="0"/>
                </a:rPr>
                <a:t>r3# show </a:t>
              </a:r>
              <a:r>
                <a:rPr lang="en-US" altLang="it-IT" sz="1400" dirty="0" err="1">
                  <a:solidFill>
                    <a:schemeClr val="bg1"/>
                  </a:solidFill>
                  <a:latin typeface="Lucida Console" panose="020B0609040504020204" pitchFamily="49" charset="0"/>
                </a:rPr>
                <a:t>ip</a:t>
              </a:r>
              <a:r>
                <a:rPr lang="en-US" altLang="it-IT" sz="1400" dirty="0">
                  <a:solidFill>
                    <a:schemeClr val="bg1"/>
                  </a:solidFill>
                  <a:latin typeface="Lucida Console" panose="020B0609040504020204" pitchFamily="49" charset="0"/>
                </a:rPr>
                <a:t> route</a:t>
              </a:r>
            </a:p>
            <a:p>
              <a:pPr eaLnBrk="1" hangingPunct="1"/>
              <a:r>
                <a:rPr lang="en-US" altLang="it-IT" sz="1400" dirty="0">
                  <a:solidFill>
                    <a:schemeClr val="bg1"/>
                  </a:solidFill>
                  <a:latin typeface="Lucida Console" panose="020B0609040504020204" pitchFamily="49" charset="0"/>
                </a:rPr>
                <a:t>Codes: K - kernel route, C - connected, S - static, R - RIP, O - OSPF, </a:t>
              </a:r>
            </a:p>
            <a:p>
              <a:pPr eaLnBrk="1" hangingPunct="1"/>
              <a:r>
                <a:rPr lang="en-US" altLang="it-IT" sz="1400" dirty="0">
                  <a:solidFill>
                    <a:schemeClr val="bg1"/>
                  </a:solidFill>
                  <a:latin typeface="Lucida Console" panose="020B0609040504020204" pitchFamily="49" charset="0"/>
                </a:rPr>
                <a:t>       I - IS-IS, B - BGP, E - EIGRP, N - NHRP, T - Table, v - VNC, </a:t>
              </a:r>
            </a:p>
            <a:p>
              <a:pPr eaLnBrk="1" hangingPunct="1"/>
              <a:r>
                <a:rPr lang="en-US" altLang="it-IT" sz="1400" dirty="0">
                  <a:solidFill>
                    <a:schemeClr val="bg1"/>
                  </a:solidFill>
                  <a:latin typeface="Lucida Console" panose="020B0609040504020204" pitchFamily="49" charset="0"/>
                </a:rPr>
                <a:t>       V - VNC-Direct, A - Babel, F - PBR, f - </a:t>
              </a:r>
              <a:r>
                <a:rPr lang="en-US" altLang="it-IT" sz="1400" dirty="0" err="1">
                  <a:solidFill>
                    <a:schemeClr val="bg1"/>
                  </a:solidFill>
                  <a:latin typeface="Lucida Console" panose="020B0609040504020204" pitchFamily="49" charset="0"/>
                </a:rPr>
                <a:t>OpenFabric</a:t>
              </a:r>
              <a:r>
                <a:rPr lang="en-US" altLang="it-IT" sz="1400" dirty="0">
                  <a:solidFill>
                    <a:schemeClr val="bg1"/>
                  </a:solidFill>
                  <a:latin typeface="Lucida Console" panose="020B0609040504020204" pitchFamily="49" charset="0"/>
                </a:rPr>
                <a:t>, &gt; - selected route, </a:t>
              </a:r>
            </a:p>
            <a:p>
              <a:pPr eaLnBrk="1" hangingPunct="1"/>
              <a:r>
                <a:rPr lang="en-US" altLang="it-IT" sz="1400" dirty="0">
                  <a:solidFill>
                    <a:schemeClr val="bg1"/>
                  </a:solidFill>
                  <a:latin typeface="Lucida Console" panose="020B0609040504020204" pitchFamily="49" charset="0"/>
                </a:rPr>
                <a:t>       * - FIB route, q - queued, r - rejected, b - backup t - trapped, o - offload failure</a:t>
              </a:r>
            </a:p>
            <a:p>
              <a:pPr eaLnBrk="1" hangingPunct="1"/>
              <a:endParaRPr lang="en-US" altLang="it-IT" sz="1400" dirty="0">
                <a:solidFill>
                  <a:schemeClr val="bg1"/>
                </a:solidFill>
                <a:latin typeface="Lucida Console" panose="020B0609040504020204" pitchFamily="49" charset="0"/>
              </a:endParaRPr>
            </a:p>
            <a:p>
              <a:pPr eaLnBrk="1" hangingPunct="1"/>
              <a:r>
                <a:rPr lang="en-US" altLang="it-IT" sz="1400" dirty="0">
                  <a:solidFill>
                    <a:schemeClr val="bg1"/>
                  </a:solidFill>
                  <a:latin typeface="Lucida Console" panose="020B0609040504020204" pitchFamily="49" charset="0"/>
                </a:rPr>
                <a:t>O&gt;* 0.0.0.0/0 [110/11] via 110.0.0.1, eth1, weight 1, 00:18:15</a:t>
              </a:r>
            </a:p>
            <a:p>
              <a:pPr eaLnBrk="1" hangingPunct="1"/>
              <a:r>
                <a:rPr lang="en-US" altLang="it-IT" sz="1400" dirty="0">
                  <a:solidFill>
                    <a:schemeClr val="bg1"/>
                  </a:solidFill>
                  <a:latin typeface="Lucida Console" panose="020B0609040504020204" pitchFamily="49" charset="0"/>
                </a:rPr>
                <a:t>  *                    via 120.0.0.1, eth0, weight 1, 00:18:15</a:t>
              </a:r>
            </a:p>
          </p:txBody>
        </p:sp>
        <p:sp>
          <p:nvSpPr>
            <p:cNvPr id="22" name="Rectangle 5">
              <a:extLst>
                <a:ext uri="{FF2B5EF4-FFF2-40B4-BE49-F238E27FC236}">
                  <a16:creationId xmlns:a16="http://schemas.microsoft.com/office/drawing/2014/main" id="{388C0AAA-FE01-D98C-B267-01DF755D20A4}"/>
                </a:ext>
              </a:extLst>
            </p:cNvPr>
            <p:cNvSpPr/>
            <p:nvPr/>
          </p:nvSpPr>
          <p:spPr>
            <a:xfrm>
              <a:off x="2290857" y="2378844"/>
              <a:ext cx="9289423" cy="286249"/>
            </a:xfrm>
            <a:prstGeom prst="rect">
              <a:avLst/>
            </a:prstGeom>
            <a:solidFill>
              <a:srgbClr val="4472C4"/>
            </a:solidFill>
            <a:ln w="57150" cap="flat" cmpd="sng" algn="ctr">
              <a:solidFill>
                <a:srgbClr val="4472C4"/>
              </a:solidFill>
              <a:prstDash val="solid"/>
              <a:miter lim="800000"/>
            </a:ln>
            <a:effectLst>
              <a:outerShdw blurRad="50800" dist="25400" algn="l" rotWithShape="0">
                <a:prstClr val="black">
                  <a:alpha val="32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rPr>
                <a:t>r3</a:t>
              </a:r>
            </a:p>
          </p:txBody>
        </p:sp>
        <p:grpSp>
          <p:nvGrpSpPr>
            <p:cNvPr id="23" name="Group 6">
              <a:extLst>
                <a:ext uri="{FF2B5EF4-FFF2-40B4-BE49-F238E27FC236}">
                  <a16:creationId xmlns:a16="http://schemas.microsoft.com/office/drawing/2014/main" id="{F75C20C9-D009-C9EA-2107-84124ED4328F}"/>
                </a:ext>
              </a:extLst>
            </p:cNvPr>
            <p:cNvGrpSpPr/>
            <p:nvPr/>
          </p:nvGrpSpPr>
          <p:grpSpPr>
            <a:xfrm>
              <a:off x="10920536" y="2466851"/>
              <a:ext cx="581348" cy="126235"/>
              <a:chOff x="8092857" y="2115830"/>
              <a:chExt cx="581348" cy="126235"/>
            </a:xfrm>
          </p:grpSpPr>
          <p:sp>
            <p:nvSpPr>
              <p:cNvPr id="24" name="Rectangle 7">
                <a:extLst>
                  <a:ext uri="{FF2B5EF4-FFF2-40B4-BE49-F238E27FC236}">
                    <a16:creationId xmlns:a16="http://schemas.microsoft.com/office/drawing/2014/main" id="{7E7D8913-92CB-CE8E-F5C6-29CA8F6C3E47}"/>
                  </a:ext>
                </a:extLst>
              </p:cNvPr>
              <p:cNvSpPr>
                <a:spLocks noChangeAspect="1"/>
              </p:cNvSpPr>
              <p:nvPr/>
            </p:nvSpPr>
            <p:spPr>
              <a:xfrm>
                <a:off x="8548205" y="2116065"/>
                <a:ext cx="126000" cy="126000"/>
              </a:xfrm>
              <a:prstGeom prst="rect">
                <a:avLst/>
              </a:prstGeom>
              <a:solidFill>
                <a:srgbClr val="FF0000">
                  <a:alpha val="50196"/>
                </a:srgbClr>
              </a:solidFill>
              <a:ln w="12700" cap="flat" cmpd="sng" algn="ctr">
                <a:solidFill>
                  <a:srgbClr val="4472C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5" name="Rectangle 8">
                <a:extLst>
                  <a:ext uri="{FF2B5EF4-FFF2-40B4-BE49-F238E27FC236}">
                    <a16:creationId xmlns:a16="http://schemas.microsoft.com/office/drawing/2014/main" id="{1DD9956C-F385-625B-7A01-3B00431BDCBB}"/>
                  </a:ext>
                </a:extLst>
              </p:cNvPr>
              <p:cNvSpPr>
                <a:spLocks noChangeAspect="1"/>
              </p:cNvSpPr>
              <p:nvPr/>
            </p:nvSpPr>
            <p:spPr>
              <a:xfrm>
                <a:off x="8092857"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6" name="Rectangle 9">
                <a:extLst>
                  <a:ext uri="{FF2B5EF4-FFF2-40B4-BE49-F238E27FC236}">
                    <a16:creationId xmlns:a16="http://schemas.microsoft.com/office/drawing/2014/main" id="{EF2353CD-D844-3D9C-0786-2768E08230A2}"/>
                  </a:ext>
                </a:extLst>
              </p:cNvPr>
              <p:cNvSpPr>
                <a:spLocks noChangeAspect="1"/>
              </p:cNvSpPr>
              <p:nvPr/>
            </p:nvSpPr>
            <p:spPr>
              <a:xfrm>
                <a:off x="8320531" y="2115830"/>
                <a:ext cx="126235" cy="126235"/>
              </a:xfrm>
              <a:prstGeom prst="rect">
                <a:avLst/>
              </a:prstGeom>
              <a:solidFill>
                <a:srgbClr val="4472C4">
                  <a:lumMod val="60000"/>
                  <a:lumOff val="40000"/>
                </a:srgbClr>
              </a:solidFill>
              <a:ln w="12700" cap="flat" cmpd="sng" algn="ctr">
                <a:solidFill>
                  <a:srgbClr val="4472C4">
                    <a:shade val="50000"/>
                  </a:srgbClr>
                </a:solidFill>
                <a:prstDash val="solid"/>
                <a:miter lim="800000"/>
              </a:ln>
              <a:effectLst/>
            </p:spPr>
            <p:txBody>
              <a:bodyPr rtlCol="0" anchor="ctr"/>
              <a:lstStyle/>
              <a:p>
                <a:pPr marL="0" marR="0" lvl="0" indent="0" algn="r" defTabSz="914400" eaLnBrk="1" fontAlgn="auto" latinLnBrk="0" hangingPunct="1">
                  <a:lnSpc>
                    <a:spcPct val="100000"/>
                  </a:lnSpc>
                  <a:spcBef>
                    <a:spcPts val="0"/>
                  </a:spcBef>
                  <a:spcAft>
                    <a:spcPts val="0"/>
                  </a:spcAft>
                  <a:buClrTx/>
                  <a:buSzTx/>
                  <a:buFontTx/>
                  <a:buNone/>
                  <a:tabLst/>
                  <a:defRPr/>
                </a:pPr>
                <a:endParaRPr kumimoji="0" lang="it-IT"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73732" name="Rectangle 2">
            <a:extLst>
              <a:ext uri="{FF2B5EF4-FFF2-40B4-BE49-F238E27FC236}">
                <a16:creationId xmlns:a16="http://schemas.microsoft.com/office/drawing/2014/main" id="{299EC859-93E3-8AF5-67B2-8314613CEA5E}"/>
              </a:ext>
            </a:extLst>
          </p:cNvPr>
          <p:cNvSpPr>
            <a:spLocks noGrp="1" noChangeArrowheads="1"/>
          </p:cNvSpPr>
          <p:nvPr>
            <p:ph type="title"/>
          </p:nvPr>
        </p:nvSpPr>
        <p:spPr/>
        <p:txBody>
          <a:bodyPr/>
          <a:lstStyle/>
          <a:p>
            <a:pPr eaLnBrk="1" hangingPunct="1"/>
            <a:r>
              <a:rPr lang="it-IT" altLang="it-IT"/>
              <a:t>experiments</a:t>
            </a:r>
          </a:p>
        </p:txBody>
      </p:sp>
      <p:sp>
        <p:nvSpPr>
          <p:cNvPr id="284675" name="Rectangle 3">
            <a:extLst>
              <a:ext uri="{FF2B5EF4-FFF2-40B4-BE49-F238E27FC236}">
                <a16:creationId xmlns:a16="http://schemas.microsoft.com/office/drawing/2014/main" id="{4902A104-5366-4902-A11D-B52FA9587876}"/>
              </a:ext>
            </a:extLst>
          </p:cNvPr>
          <p:cNvSpPr>
            <a:spLocks noGrp="1" noChangeArrowheads="1"/>
          </p:cNvSpPr>
          <p:nvPr>
            <p:ph idx="1"/>
          </p:nvPr>
        </p:nvSpPr>
        <p:spPr/>
        <p:txBody>
          <a:bodyPr>
            <a:normAutofit/>
          </a:bodyPr>
          <a:lstStyle/>
          <a:p>
            <a:pPr eaLnBrk="1" hangingPunct="1">
              <a:defRPr/>
            </a:pPr>
            <a:r>
              <a:rPr lang="it-IT" dirty="0" err="1"/>
              <a:t>experiment</a:t>
            </a:r>
            <a:r>
              <a:rPr lang="it-IT" dirty="0"/>
              <a:t> </a:t>
            </a:r>
            <a:r>
              <a:rPr lang="it-IT" dirty="0" err="1"/>
              <a:t>ospf’s</a:t>
            </a:r>
            <a:r>
              <a:rPr lang="it-IT" dirty="0"/>
              <a:t> recovery capabilities</a:t>
            </a:r>
          </a:p>
          <a:p>
            <a:pPr lvl="1" eaLnBrk="1" hangingPunct="1">
              <a:defRPr/>
            </a:pPr>
            <a:r>
              <a:rPr lang="it-IT" dirty="0" err="1"/>
              <a:t>when</a:t>
            </a:r>
            <a:r>
              <a:rPr lang="it-IT" dirty="0"/>
              <a:t> multiple </a:t>
            </a:r>
            <a:r>
              <a:rPr lang="it-IT" dirty="0" err="1"/>
              <a:t>equal</a:t>
            </a:r>
            <a:r>
              <a:rPr lang="it-IT" dirty="0"/>
              <a:t> cost </a:t>
            </a:r>
            <a:r>
              <a:rPr lang="it-IT" dirty="0" err="1"/>
              <a:t>routes</a:t>
            </a:r>
            <a:r>
              <a:rPr lang="it-IT" dirty="0"/>
              <a:t> are </a:t>
            </a:r>
            <a:r>
              <a:rPr lang="it-IT" dirty="0" err="1"/>
              <a:t>available</a:t>
            </a:r>
            <a:r>
              <a:rPr lang="it-IT" dirty="0"/>
              <a:t>, </a:t>
            </a:r>
            <a:r>
              <a:rPr lang="it-IT" dirty="0" err="1"/>
              <a:t>ospf</a:t>
            </a:r>
            <a:r>
              <a:rPr lang="it-IT" dirty="0"/>
              <a:t> </a:t>
            </a:r>
            <a:r>
              <a:rPr lang="it-IT" dirty="0" err="1"/>
              <a:t>keeps</a:t>
            </a:r>
            <a:r>
              <a:rPr lang="it-IT" dirty="0"/>
              <a:t> </a:t>
            </a:r>
            <a:r>
              <a:rPr lang="it-IT" dirty="0" err="1"/>
              <a:t>all</a:t>
            </a:r>
            <a:r>
              <a:rPr lang="it-IT" dirty="0"/>
              <a:t> of </a:t>
            </a:r>
            <a:r>
              <a:rPr lang="it-IT" dirty="0" err="1"/>
              <a:t>them</a:t>
            </a:r>
            <a:endParaRPr lang="it-IT" dirty="0"/>
          </a:p>
          <a:p>
            <a:pPr lvl="1" eaLnBrk="1" hangingPunct="1">
              <a:defRPr/>
            </a:pPr>
            <a:r>
              <a:rPr lang="it-IT" dirty="0"/>
              <a:t>check </a:t>
            </a:r>
            <a:r>
              <a:rPr lang="it-IT" dirty="0" err="1"/>
              <a:t>it</a:t>
            </a:r>
            <a:r>
              <a:rPr lang="it-IT" dirty="0"/>
              <a:t> by </a:t>
            </a:r>
            <a:r>
              <a:rPr lang="it-IT" dirty="0" err="1"/>
              <a:t>verifying</a:t>
            </a:r>
            <a:r>
              <a:rPr lang="it-IT" dirty="0"/>
              <a:t> </a:t>
            </a:r>
            <a:r>
              <a:rPr lang="it-IT" dirty="0" err="1"/>
              <a:t>what</a:t>
            </a:r>
            <a:r>
              <a:rPr lang="it-IT" dirty="0"/>
              <a:t> </a:t>
            </a:r>
            <a:r>
              <a:rPr lang="it-IT" b="1" dirty="0">
                <a:latin typeface="Courier New" pitchFamily="49" charset="0"/>
              </a:rPr>
              <a:t>r3</a:t>
            </a:r>
            <a:r>
              <a:rPr lang="it-IT" dirty="0"/>
              <a:t> </a:t>
            </a:r>
            <a:r>
              <a:rPr lang="it-IT" dirty="0" err="1"/>
              <a:t>knows</a:t>
            </a:r>
            <a:r>
              <a:rPr lang="it-IT" dirty="0"/>
              <a:t> </a:t>
            </a:r>
            <a:r>
              <a:rPr lang="it-IT" dirty="0" err="1"/>
              <a:t>about</a:t>
            </a:r>
            <a:r>
              <a:rPr lang="it-IT" dirty="0"/>
              <a:t> the default </a:t>
            </a:r>
            <a:r>
              <a:rPr lang="it-IT" dirty="0" err="1"/>
              <a:t>route</a:t>
            </a:r>
            <a:endParaRPr lang="it-IT" dirty="0"/>
          </a:p>
          <a:p>
            <a:pPr lvl="1" eaLnBrk="1" hangingPunct="1">
              <a:defRPr/>
            </a:pPr>
            <a:r>
              <a:rPr lang="it-IT" dirty="0"/>
              <a:t>zebra </a:t>
            </a:r>
            <a:r>
              <a:rPr lang="it-IT" dirty="0" err="1"/>
              <a:t>performs</a:t>
            </a:r>
            <a:r>
              <a:rPr lang="it-IT" dirty="0"/>
              <a:t> the </a:t>
            </a:r>
            <a:r>
              <a:rPr lang="it-IT" dirty="0" err="1"/>
              <a:t>actual</a:t>
            </a:r>
            <a:r>
              <a:rPr lang="it-IT" dirty="0"/>
              <a:t> </a:t>
            </a:r>
            <a:r>
              <a:rPr lang="it-IT" dirty="0" err="1"/>
              <a:t>selection</a:t>
            </a:r>
            <a:endParaRPr lang="it-IT" dirty="0"/>
          </a:p>
        </p:txBody>
      </p:sp>
      <p:sp>
        <p:nvSpPr>
          <p:cNvPr id="2" name="Rectangle 4">
            <a:extLst>
              <a:ext uri="{FF2B5EF4-FFF2-40B4-BE49-F238E27FC236}">
                <a16:creationId xmlns:a16="http://schemas.microsoft.com/office/drawing/2014/main" id="{6FFE9944-CD27-5FDA-4E66-44001A710A6B}"/>
              </a:ext>
            </a:extLst>
          </p:cNvPr>
          <p:cNvSpPr>
            <a:spLocks noGrp="1" noChangeArrowheads="1"/>
          </p:cNvSpPr>
          <p:nvPr>
            <p:ph type="dt" sz="half" idx="10"/>
          </p:nvPr>
        </p:nvSpPr>
        <p:spPr>
          <a:ln/>
        </p:spPr>
        <p:txBody>
          <a:bodyPr/>
          <a:lstStyle/>
          <a:p>
            <a:r>
              <a:rPr lang="it-IT" altLang="en-IT"/>
              <a:t>last update: Oct 2023</a:t>
            </a:r>
            <a:endParaRPr lang="it-IT" altLang="en-IT" dirty="0"/>
          </a:p>
        </p:txBody>
      </p:sp>
      <p:sp>
        <p:nvSpPr>
          <p:cNvPr id="3" name="Rectangle 5">
            <a:extLst>
              <a:ext uri="{FF2B5EF4-FFF2-40B4-BE49-F238E27FC236}">
                <a16:creationId xmlns:a16="http://schemas.microsoft.com/office/drawing/2014/main" id="{6653D537-7DCF-769B-CBED-36E5DD2F5FC3}"/>
              </a:ext>
            </a:extLst>
          </p:cNvPr>
          <p:cNvSpPr>
            <a:spLocks noGrp="1" noChangeArrowheads="1"/>
          </p:cNvSpPr>
          <p:nvPr>
            <p:ph type="ftr" sz="quarter" idx="11"/>
          </p:nvPr>
        </p:nvSpPr>
        <p:spPr>
          <a:ln/>
        </p:spPr>
        <p:txBody>
          <a:bodyPr/>
          <a:lstStyle/>
          <a:p>
            <a:r>
              <a:rPr lang="it-IT" altLang="en-IT"/>
              <a:t>kathara – [ labs: ospf_frr ]</a:t>
            </a:r>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6" name="Rectangle 2">
            <a:extLst>
              <a:ext uri="{FF2B5EF4-FFF2-40B4-BE49-F238E27FC236}">
                <a16:creationId xmlns:a16="http://schemas.microsoft.com/office/drawing/2014/main" id="{CD771E66-7DD6-217D-BD26-2736B9D75588}"/>
              </a:ext>
            </a:extLst>
          </p:cNvPr>
          <p:cNvSpPr>
            <a:spLocks noGrp="1" noChangeArrowheads="1"/>
          </p:cNvSpPr>
          <p:nvPr>
            <p:ph type="title"/>
          </p:nvPr>
        </p:nvSpPr>
        <p:spPr/>
        <p:txBody>
          <a:bodyPr/>
          <a:lstStyle/>
          <a:p>
            <a:pPr eaLnBrk="1" hangingPunct="1"/>
            <a:r>
              <a:rPr lang="it-IT" altLang="it-IT"/>
              <a:t>experiments</a:t>
            </a:r>
          </a:p>
        </p:txBody>
      </p:sp>
      <p:sp>
        <p:nvSpPr>
          <p:cNvPr id="284675" name="Rectangle 3">
            <a:extLst>
              <a:ext uri="{FF2B5EF4-FFF2-40B4-BE49-F238E27FC236}">
                <a16:creationId xmlns:a16="http://schemas.microsoft.com/office/drawing/2014/main" id="{1AA47ECB-9390-4C19-8245-00E63D58AEBC}"/>
              </a:ext>
            </a:extLst>
          </p:cNvPr>
          <p:cNvSpPr>
            <a:spLocks noGrp="1" noChangeArrowheads="1"/>
          </p:cNvSpPr>
          <p:nvPr>
            <p:ph idx="1"/>
          </p:nvPr>
        </p:nvSpPr>
        <p:spPr/>
        <p:txBody>
          <a:bodyPr>
            <a:normAutofit/>
          </a:bodyPr>
          <a:lstStyle/>
          <a:p>
            <a:pPr eaLnBrk="1" hangingPunct="1">
              <a:defRPr/>
            </a:pPr>
            <a:r>
              <a:rPr lang="it-IT"/>
              <a:t>experiment ospf’s recovery capabilities</a:t>
            </a:r>
          </a:p>
          <a:p>
            <a:pPr lvl="1" eaLnBrk="1" hangingPunct="1">
              <a:defRPr/>
            </a:pPr>
            <a:r>
              <a:rPr lang="it-IT"/>
              <a:t>when multiple equal cost routes are available, ospf keeps all of them</a:t>
            </a:r>
          </a:p>
          <a:p>
            <a:pPr lvl="1" eaLnBrk="1" hangingPunct="1">
              <a:defRPr/>
            </a:pPr>
            <a:r>
              <a:rPr lang="it-IT"/>
              <a:t>check it by verifying what </a:t>
            </a:r>
            <a:r>
              <a:rPr lang="it-IT" b="1">
                <a:latin typeface="Courier New" pitchFamily="49" charset="0"/>
              </a:rPr>
              <a:t>r3</a:t>
            </a:r>
            <a:r>
              <a:rPr lang="it-IT"/>
              <a:t> knows about the default route</a:t>
            </a:r>
          </a:p>
          <a:p>
            <a:pPr lvl="1" eaLnBrk="1" hangingPunct="1">
              <a:defRPr/>
            </a:pPr>
            <a:r>
              <a:rPr lang="it-IT"/>
              <a:t>zebra performs the actual selection</a:t>
            </a:r>
          </a:p>
          <a:p>
            <a:pPr lvl="2" eaLnBrk="1" hangingPunct="1">
              <a:defRPr/>
            </a:pPr>
            <a:r>
              <a:rPr lang="it-IT"/>
              <a:t>now bring </a:t>
            </a:r>
            <a:r>
              <a:rPr lang="it-IT" b="1">
                <a:latin typeface="Courier New" pitchFamily="49" charset="0"/>
              </a:rPr>
              <a:t>bb1</a:t>
            </a:r>
            <a:r>
              <a:rPr lang="it-IT"/>
              <a:t>’s </a:t>
            </a:r>
            <a:r>
              <a:rPr lang="it-IT" b="1">
                <a:latin typeface="Courier New" pitchFamily="49" charset="0"/>
              </a:rPr>
              <a:t>eth3</a:t>
            </a:r>
            <a:r>
              <a:rPr lang="it-IT"/>
              <a:t> down using </a:t>
            </a:r>
            <a:r>
              <a:rPr lang="it-IT" b="1">
                <a:latin typeface="Courier New" pitchFamily="49" charset="0"/>
              </a:rPr>
              <a:t>ifconfig</a:t>
            </a:r>
            <a:r>
              <a:rPr lang="it-IT"/>
              <a:t>, wait a few seconds and check how the routing is changed</a:t>
            </a:r>
          </a:p>
          <a:p>
            <a:pPr lvl="2" eaLnBrk="1" hangingPunct="1">
              <a:defRPr/>
            </a:pPr>
            <a:r>
              <a:rPr lang="it-IT"/>
              <a:t>bring </a:t>
            </a:r>
            <a:r>
              <a:rPr lang="it-IT" b="1">
                <a:latin typeface="Courier New" pitchFamily="49" charset="0"/>
              </a:rPr>
              <a:t>bb1</a:t>
            </a:r>
            <a:r>
              <a:rPr lang="it-IT"/>
              <a:t>’s </a:t>
            </a:r>
            <a:r>
              <a:rPr lang="it-IT" b="1">
                <a:latin typeface="Courier New" pitchFamily="49" charset="0"/>
              </a:rPr>
              <a:t>eth3</a:t>
            </a:r>
            <a:r>
              <a:rPr lang="it-IT"/>
              <a:t> back up and check again how the routing is changed</a:t>
            </a:r>
          </a:p>
        </p:txBody>
      </p:sp>
      <p:sp>
        <p:nvSpPr>
          <p:cNvPr id="2" name="Rectangle 4">
            <a:extLst>
              <a:ext uri="{FF2B5EF4-FFF2-40B4-BE49-F238E27FC236}">
                <a16:creationId xmlns:a16="http://schemas.microsoft.com/office/drawing/2014/main" id="{7CA62C39-151C-9ADA-2AC9-FAFAFC965A2D}"/>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48CC3417-ABF2-36D8-6DE1-B0E90E9DF526}"/>
              </a:ext>
            </a:extLst>
          </p:cNvPr>
          <p:cNvSpPr>
            <a:spLocks noGrp="1" noChangeArrowheads="1"/>
          </p:cNvSpPr>
          <p:nvPr>
            <p:ph type="ftr" sz="quarter" idx="11"/>
          </p:nvPr>
        </p:nvSpPr>
        <p:spPr>
          <a:ln/>
        </p:spPr>
        <p:txBody>
          <a:bodyPr/>
          <a:lstStyle/>
          <a:p>
            <a:r>
              <a:rPr lang="it-IT" altLang="en-IT"/>
              <a:t>kathara – [ labs: ospf_frr ]</a:t>
            </a:r>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4">
            <a:extLst>
              <a:ext uri="{FF2B5EF4-FFF2-40B4-BE49-F238E27FC236}">
                <a16:creationId xmlns:a16="http://schemas.microsoft.com/office/drawing/2014/main" id="{EE92908D-F9F4-F989-B621-3E3F37F2FE19}"/>
              </a:ext>
            </a:extLst>
          </p:cNvPr>
          <p:cNvSpPr>
            <a:spLocks noGrp="1" noChangeArrowheads="1"/>
          </p:cNvSpPr>
          <p:nvPr>
            <p:ph type="ctrTitle"/>
          </p:nvPr>
        </p:nvSpPr>
        <p:spPr/>
        <p:txBody>
          <a:bodyPr/>
          <a:lstStyle/>
          <a:p>
            <a:pPr eaLnBrk="1" hangingPunct="1"/>
            <a:r>
              <a:rPr lang="it-IT" altLang="it-IT" sz="4800"/>
              <a:t>lab: ospf-complex</a:t>
            </a:r>
          </a:p>
        </p:txBody>
      </p:sp>
      <p:sp>
        <p:nvSpPr>
          <p:cNvPr id="2" name="Sottotitolo 1">
            <a:extLst>
              <a:ext uri="{FF2B5EF4-FFF2-40B4-BE49-F238E27FC236}">
                <a16:creationId xmlns:a16="http://schemas.microsoft.com/office/drawing/2014/main" id="{F31C7152-9FCA-9E62-08CD-237CF008DB69}"/>
              </a:ext>
            </a:extLst>
          </p:cNvPr>
          <p:cNvSpPr>
            <a:spLocks noGrp="1"/>
          </p:cNvSpPr>
          <p:nvPr>
            <p:ph type="subTitle" idx="1"/>
          </p:nvPr>
        </p:nvSpPr>
        <p:spPr/>
        <p:txBody>
          <a:bodyPr/>
          <a:lstStyle/>
          <a:p>
            <a:endParaRPr lang="en-US"/>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5">
            <a:extLst>
              <a:ext uri="{FF2B5EF4-FFF2-40B4-BE49-F238E27FC236}">
                <a16:creationId xmlns:a16="http://schemas.microsoft.com/office/drawing/2014/main" id="{4D13EE54-6A8D-4F67-D342-06E217E3522D}"/>
              </a:ext>
            </a:extLst>
          </p:cNvPr>
          <p:cNvSpPr>
            <a:spLocks noGrp="1" noChangeArrowheads="1"/>
          </p:cNvSpPr>
          <p:nvPr>
            <p:ph type="ftr" sz="quarter" idx="11"/>
          </p:nvPr>
        </p:nvSpPr>
        <p:spPr>
          <a:ln/>
        </p:spPr>
        <p:txBody>
          <a:bodyPr/>
          <a:lstStyle/>
          <a:p>
            <a:r>
              <a:rPr lang="it-IT" altLang="en-IT"/>
              <a:t>kathara – [ labs: ospf_frr ]</a:t>
            </a:r>
          </a:p>
        </p:txBody>
      </p:sp>
      <p:sp>
        <p:nvSpPr>
          <p:cNvPr id="465" name="Segnaposto data 1">
            <a:extLst>
              <a:ext uri="{FF2B5EF4-FFF2-40B4-BE49-F238E27FC236}">
                <a16:creationId xmlns:a16="http://schemas.microsoft.com/office/drawing/2014/main" id="{E8E3EB2A-2561-4785-B583-6B20D5FF9666}"/>
              </a:ext>
            </a:extLst>
          </p:cNvPr>
          <p:cNvSpPr txBox="1">
            <a:spLocks noGrp="1"/>
          </p:cNvSpPr>
          <p:nvPr/>
        </p:nvSpPr>
        <p:spPr bwMode="auto">
          <a:xfrm>
            <a:off x="8472488" y="6453189"/>
            <a:ext cx="2087562" cy="333375"/>
          </a:xfrm>
          <a:prstGeom prst="rect">
            <a:avLst/>
          </a:prstGeom>
          <a:noFill/>
          <a:ln>
            <a:miter lim="800000"/>
            <a:headEnd/>
            <a:tailEnd/>
          </a:ln>
        </p:spPr>
        <p:txBody>
          <a:bodyPr/>
          <a:lstStyle/>
          <a:p>
            <a:pPr algn="r" eaLnBrk="1" hangingPunct="1">
              <a:defRPr/>
            </a:pPr>
            <a:r>
              <a:rPr lang="it-IT" sz="1400" dirty="0">
                <a:latin typeface="+mn-lt"/>
              </a:rPr>
              <a:t>last update: </a:t>
            </a:r>
            <a:r>
              <a:rPr lang="it-IT" sz="1400" dirty="0" err="1">
                <a:latin typeface="+mn-lt"/>
              </a:rPr>
              <a:t>Nov</a:t>
            </a:r>
            <a:r>
              <a:rPr lang="it-IT" sz="1400" dirty="0">
                <a:latin typeface="+mn-lt"/>
              </a:rPr>
              <a:t> 2018</a:t>
            </a:r>
          </a:p>
        </p:txBody>
      </p:sp>
      <p:sp>
        <p:nvSpPr>
          <p:cNvPr id="466" name="Segnaposto piè di pagina 2">
            <a:extLst>
              <a:ext uri="{FF2B5EF4-FFF2-40B4-BE49-F238E27FC236}">
                <a16:creationId xmlns:a16="http://schemas.microsoft.com/office/drawing/2014/main" id="{C82F1057-68BC-499A-B94F-D5B3243D140C}"/>
              </a:ext>
            </a:extLst>
          </p:cNvPr>
          <p:cNvSpPr txBox="1">
            <a:spLocks noGrp="1"/>
          </p:cNvSpPr>
          <p:nvPr/>
        </p:nvSpPr>
        <p:spPr bwMode="auto">
          <a:xfrm>
            <a:off x="3863975" y="6453189"/>
            <a:ext cx="4464050" cy="333375"/>
          </a:xfrm>
          <a:prstGeom prst="rect">
            <a:avLst/>
          </a:prstGeom>
          <a:noFill/>
          <a:ln>
            <a:miter lim="800000"/>
            <a:headEnd/>
            <a:tailEnd/>
          </a:ln>
        </p:spPr>
        <p:txBody>
          <a:bodyPr/>
          <a:lstStyle/>
          <a:p>
            <a:pPr algn="ctr" eaLnBrk="1" hangingPunct="1">
              <a:defRPr/>
            </a:pPr>
            <a:r>
              <a:rPr lang="it-IT" sz="1400" dirty="0" err="1">
                <a:latin typeface="+mn-lt"/>
              </a:rPr>
              <a:t>kathara</a:t>
            </a:r>
            <a:r>
              <a:rPr lang="it-IT" sz="1400" dirty="0">
                <a:latin typeface="+mn-lt"/>
              </a:rPr>
              <a:t> – [ labs: </a:t>
            </a:r>
            <a:r>
              <a:rPr lang="it-IT" sz="1400" dirty="0" err="1">
                <a:latin typeface="+mn-lt"/>
              </a:rPr>
              <a:t>ospf</a:t>
            </a:r>
            <a:r>
              <a:rPr lang="it-IT" sz="1400" dirty="0">
                <a:latin typeface="+mn-lt"/>
              </a:rPr>
              <a:t> ]</a:t>
            </a:r>
          </a:p>
        </p:txBody>
      </p:sp>
      <p:sp>
        <p:nvSpPr>
          <p:cNvPr id="76804" name="Rectangle 307">
            <a:extLst>
              <a:ext uri="{FF2B5EF4-FFF2-40B4-BE49-F238E27FC236}">
                <a16:creationId xmlns:a16="http://schemas.microsoft.com/office/drawing/2014/main" id="{5DB29B1E-13AF-D65A-299B-B1AD2EF3B24C}"/>
              </a:ext>
            </a:extLst>
          </p:cNvPr>
          <p:cNvSpPr>
            <a:spLocks noChangeArrowheads="1"/>
          </p:cNvSpPr>
          <p:nvPr/>
        </p:nvSpPr>
        <p:spPr bwMode="auto">
          <a:xfrm>
            <a:off x="1524000" y="6457950"/>
            <a:ext cx="9144000" cy="4000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76805" name="Group 548">
            <a:extLst>
              <a:ext uri="{FF2B5EF4-FFF2-40B4-BE49-F238E27FC236}">
                <a16:creationId xmlns:a16="http://schemas.microsoft.com/office/drawing/2014/main" id="{E7776900-D5B5-C6BB-08E0-BE85C7079F80}"/>
              </a:ext>
            </a:extLst>
          </p:cNvPr>
          <p:cNvGrpSpPr>
            <a:grpSpLocks/>
          </p:cNvGrpSpPr>
          <p:nvPr/>
        </p:nvGrpSpPr>
        <p:grpSpPr bwMode="auto">
          <a:xfrm>
            <a:off x="2894014" y="3603626"/>
            <a:ext cx="6510337" cy="3209925"/>
            <a:chOff x="863" y="2270"/>
            <a:chExt cx="4101" cy="2022"/>
          </a:xfrm>
        </p:grpSpPr>
        <p:grpSp>
          <p:nvGrpSpPr>
            <p:cNvPr id="77256" name="Group 547">
              <a:extLst>
                <a:ext uri="{FF2B5EF4-FFF2-40B4-BE49-F238E27FC236}">
                  <a16:creationId xmlns:a16="http://schemas.microsoft.com/office/drawing/2014/main" id="{A2FA2BE2-6322-1C77-807D-66245B3DED3F}"/>
                </a:ext>
              </a:extLst>
            </p:cNvPr>
            <p:cNvGrpSpPr>
              <a:grpSpLocks/>
            </p:cNvGrpSpPr>
            <p:nvPr/>
          </p:nvGrpSpPr>
          <p:grpSpPr bwMode="auto">
            <a:xfrm>
              <a:off x="863" y="2406"/>
              <a:ext cx="4101" cy="1886"/>
              <a:chOff x="863" y="2406"/>
              <a:chExt cx="4101" cy="1886"/>
            </a:xfrm>
          </p:grpSpPr>
          <p:sp>
            <p:nvSpPr>
              <p:cNvPr id="77258" name="Oval 5">
                <a:extLst>
                  <a:ext uri="{FF2B5EF4-FFF2-40B4-BE49-F238E27FC236}">
                    <a16:creationId xmlns:a16="http://schemas.microsoft.com/office/drawing/2014/main" id="{BF2335AC-F021-30B5-B2BF-7F4993C4D47F}"/>
                  </a:ext>
                </a:extLst>
              </p:cNvPr>
              <p:cNvSpPr>
                <a:spLocks noChangeAspect="1" noChangeArrowheads="1"/>
              </p:cNvSpPr>
              <p:nvPr/>
            </p:nvSpPr>
            <p:spPr bwMode="auto">
              <a:xfrm>
                <a:off x="1519" y="2406"/>
                <a:ext cx="2819" cy="76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77259" name="Oval 6">
                <a:extLst>
                  <a:ext uri="{FF2B5EF4-FFF2-40B4-BE49-F238E27FC236}">
                    <a16:creationId xmlns:a16="http://schemas.microsoft.com/office/drawing/2014/main" id="{8F8C47CE-9B47-71E5-2C32-E4CA8D8690A0}"/>
                  </a:ext>
                </a:extLst>
              </p:cNvPr>
              <p:cNvSpPr>
                <a:spLocks noChangeAspect="1" noChangeArrowheads="1"/>
              </p:cNvSpPr>
              <p:nvPr/>
            </p:nvSpPr>
            <p:spPr bwMode="auto">
              <a:xfrm>
                <a:off x="1174" y="2666"/>
                <a:ext cx="1487" cy="673"/>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77260" name="Oval 7">
                <a:extLst>
                  <a:ext uri="{FF2B5EF4-FFF2-40B4-BE49-F238E27FC236}">
                    <a16:creationId xmlns:a16="http://schemas.microsoft.com/office/drawing/2014/main" id="{7C35424E-8869-B108-4E1D-F7F33F1D5791}"/>
                  </a:ext>
                </a:extLst>
              </p:cNvPr>
              <p:cNvSpPr>
                <a:spLocks noChangeAspect="1" noChangeArrowheads="1"/>
              </p:cNvSpPr>
              <p:nvPr/>
            </p:nvSpPr>
            <p:spPr bwMode="auto">
              <a:xfrm>
                <a:off x="863" y="2887"/>
                <a:ext cx="860" cy="733"/>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77261" name="Oval 8">
                <a:extLst>
                  <a:ext uri="{FF2B5EF4-FFF2-40B4-BE49-F238E27FC236}">
                    <a16:creationId xmlns:a16="http://schemas.microsoft.com/office/drawing/2014/main" id="{A9EAA8D2-C327-311A-3ACD-7363D81BE066}"/>
                  </a:ext>
                </a:extLst>
              </p:cNvPr>
              <p:cNvSpPr>
                <a:spLocks noChangeAspect="1" noChangeArrowheads="1"/>
              </p:cNvSpPr>
              <p:nvPr/>
            </p:nvSpPr>
            <p:spPr bwMode="auto">
              <a:xfrm>
                <a:off x="1247" y="3312"/>
                <a:ext cx="1286" cy="59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77262" name="Oval 9">
                <a:extLst>
                  <a:ext uri="{FF2B5EF4-FFF2-40B4-BE49-F238E27FC236}">
                    <a16:creationId xmlns:a16="http://schemas.microsoft.com/office/drawing/2014/main" id="{C80E927B-CBDB-678E-FAAC-846E916B65C7}"/>
                  </a:ext>
                </a:extLst>
              </p:cNvPr>
              <p:cNvSpPr>
                <a:spLocks noChangeAspect="1" noChangeArrowheads="1"/>
              </p:cNvSpPr>
              <p:nvPr/>
            </p:nvSpPr>
            <p:spPr bwMode="auto">
              <a:xfrm>
                <a:off x="1530" y="3412"/>
                <a:ext cx="2534" cy="88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77263" name="Oval 10">
                <a:extLst>
                  <a:ext uri="{FF2B5EF4-FFF2-40B4-BE49-F238E27FC236}">
                    <a16:creationId xmlns:a16="http://schemas.microsoft.com/office/drawing/2014/main" id="{05B11990-2A2B-9051-55FB-09F99710E200}"/>
                  </a:ext>
                </a:extLst>
              </p:cNvPr>
              <p:cNvSpPr>
                <a:spLocks noChangeAspect="1" noChangeArrowheads="1"/>
              </p:cNvSpPr>
              <p:nvPr/>
            </p:nvSpPr>
            <p:spPr bwMode="auto">
              <a:xfrm>
                <a:off x="3525" y="2685"/>
                <a:ext cx="1439" cy="711"/>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77264" name="Oval 11">
                <a:extLst>
                  <a:ext uri="{FF2B5EF4-FFF2-40B4-BE49-F238E27FC236}">
                    <a16:creationId xmlns:a16="http://schemas.microsoft.com/office/drawing/2014/main" id="{BC4E5F30-6AB5-3A91-064D-EE36D2B277DA}"/>
                  </a:ext>
                </a:extLst>
              </p:cNvPr>
              <p:cNvSpPr>
                <a:spLocks noChangeAspect="1" noChangeArrowheads="1"/>
              </p:cNvSpPr>
              <p:nvPr/>
            </p:nvSpPr>
            <p:spPr bwMode="auto">
              <a:xfrm>
                <a:off x="3743" y="3025"/>
                <a:ext cx="826" cy="595"/>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77265" name="Oval 12">
                <a:extLst>
                  <a:ext uri="{FF2B5EF4-FFF2-40B4-BE49-F238E27FC236}">
                    <a16:creationId xmlns:a16="http://schemas.microsoft.com/office/drawing/2014/main" id="{A3010F40-69C8-C78F-3262-0C63D2303ED3}"/>
                  </a:ext>
                </a:extLst>
              </p:cNvPr>
              <p:cNvSpPr>
                <a:spLocks noChangeAspect="1" noChangeArrowheads="1"/>
              </p:cNvSpPr>
              <p:nvPr/>
            </p:nvSpPr>
            <p:spPr bwMode="auto">
              <a:xfrm>
                <a:off x="3611" y="3136"/>
                <a:ext cx="675" cy="889"/>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77266" name="Oval 13">
                <a:extLst>
                  <a:ext uri="{FF2B5EF4-FFF2-40B4-BE49-F238E27FC236}">
                    <a16:creationId xmlns:a16="http://schemas.microsoft.com/office/drawing/2014/main" id="{947C5F5A-591E-222B-2B5F-B00D1517EE75}"/>
                  </a:ext>
                </a:extLst>
              </p:cNvPr>
              <p:cNvSpPr>
                <a:spLocks noChangeAspect="1" noChangeArrowheads="1"/>
              </p:cNvSpPr>
              <p:nvPr/>
            </p:nvSpPr>
            <p:spPr bwMode="auto">
              <a:xfrm>
                <a:off x="1530" y="2887"/>
                <a:ext cx="2890" cy="868"/>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77257" name="Oval 546">
              <a:extLst>
                <a:ext uri="{FF2B5EF4-FFF2-40B4-BE49-F238E27FC236}">
                  <a16:creationId xmlns:a16="http://schemas.microsoft.com/office/drawing/2014/main" id="{786F2DCC-CBE3-8BD4-AA86-BC8381229719}"/>
                </a:ext>
              </a:extLst>
            </p:cNvPr>
            <p:cNvSpPr>
              <a:spLocks noChangeAspect="1" noChangeArrowheads="1"/>
            </p:cNvSpPr>
            <p:nvPr/>
          </p:nvSpPr>
          <p:spPr bwMode="auto">
            <a:xfrm>
              <a:off x="2215" y="2270"/>
              <a:ext cx="1518" cy="760"/>
            </a:xfrm>
            <a:prstGeom prst="ellipse">
              <a:avLst/>
            </a:prstGeom>
            <a:solidFill>
              <a:srgbClr val="CC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76806" name="Freeform 533">
            <a:extLst>
              <a:ext uri="{FF2B5EF4-FFF2-40B4-BE49-F238E27FC236}">
                <a16:creationId xmlns:a16="http://schemas.microsoft.com/office/drawing/2014/main" id="{16E48FEB-C20C-6011-9D79-A5E2968584E1}"/>
              </a:ext>
            </a:extLst>
          </p:cNvPr>
          <p:cNvSpPr>
            <a:spLocks/>
          </p:cNvSpPr>
          <p:nvPr/>
        </p:nvSpPr>
        <p:spPr bwMode="auto">
          <a:xfrm>
            <a:off x="7224713" y="49213"/>
            <a:ext cx="3371850" cy="3886200"/>
          </a:xfrm>
          <a:custGeom>
            <a:avLst/>
            <a:gdLst>
              <a:gd name="T0" fmla="*/ 168849675 w 2124"/>
              <a:gd name="T1" fmla="*/ 2147483646 h 2448"/>
              <a:gd name="T2" fmla="*/ 572074675 w 2124"/>
              <a:gd name="T3" fmla="*/ 2147483646 h 2448"/>
              <a:gd name="T4" fmla="*/ 841732188 w 2124"/>
              <a:gd name="T5" fmla="*/ 2147483646 h 2448"/>
              <a:gd name="T6" fmla="*/ 587195613 w 2124"/>
              <a:gd name="T7" fmla="*/ 2147483646 h 2448"/>
              <a:gd name="T8" fmla="*/ 1081146238 w 2124"/>
              <a:gd name="T9" fmla="*/ 2147483646 h 2448"/>
              <a:gd name="T10" fmla="*/ 2069047488 w 2124"/>
              <a:gd name="T11" fmla="*/ 2147483646 h 2448"/>
              <a:gd name="T12" fmla="*/ 2147483646 w 2124"/>
              <a:gd name="T13" fmla="*/ 2147483646 h 2448"/>
              <a:gd name="T14" fmla="*/ 2147483646 w 2124"/>
              <a:gd name="T15" fmla="*/ 2147483646 h 2448"/>
              <a:gd name="T16" fmla="*/ 2147483646 w 2124"/>
              <a:gd name="T17" fmla="*/ 2147483646 h 2448"/>
              <a:gd name="T18" fmla="*/ 2147483646 w 2124"/>
              <a:gd name="T19" fmla="*/ 1708665938 h 2448"/>
              <a:gd name="T20" fmla="*/ 2147483646 w 2124"/>
              <a:gd name="T21" fmla="*/ 282257500 h 2448"/>
              <a:gd name="T22" fmla="*/ 2147483646 w 2124"/>
              <a:gd name="T23" fmla="*/ 70564375 h 2448"/>
              <a:gd name="T24" fmla="*/ 423386250 w 2124"/>
              <a:gd name="T25" fmla="*/ 176410938 h 2448"/>
              <a:gd name="T26" fmla="*/ 302418750 w 2124"/>
              <a:gd name="T27" fmla="*/ 1134070313 h 2448"/>
              <a:gd name="T28" fmla="*/ 511590925 w 2124"/>
              <a:gd name="T29" fmla="*/ 1688504688 h 2448"/>
              <a:gd name="T30" fmla="*/ 168849675 w 2124"/>
              <a:gd name="T31" fmla="*/ 2147483646 h 24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124"/>
              <a:gd name="T49" fmla="*/ 0 h 2448"/>
              <a:gd name="T50" fmla="*/ 2124 w 2124"/>
              <a:gd name="T51" fmla="*/ 2448 h 244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124" h="2448">
                <a:moveTo>
                  <a:pt x="67" y="990"/>
                </a:moveTo>
                <a:cubicBezTo>
                  <a:pt x="27" y="1066"/>
                  <a:pt x="183" y="1206"/>
                  <a:pt x="227" y="1359"/>
                </a:cubicBezTo>
                <a:cubicBezTo>
                  <a:pt x="271" y="1512"/>
                  <a:pt x="333" y="1748"/>
                  <a:pt x="334" y="1911"/>
                </a:cubicBezTo>
                <a:cubicBezTo>
                  <a:pt x="335" y="2074"/>
                  <a:pt x="217" y="2249"/>
                  <a:pt x="233" y="2338"/>
                </a:cubicBezTo>
                <a:cubicBezTo>
                  <a:pt x="249" y="2427"/>
                  <a:pt x="331" y="2448"/>
                  <a:pt x="429" y="2445"/>
                </a:cubicBezTo>
                <a:cubicBezTo>
                  <a:pt x="527" y="2442"/>
                  <a:pt x="679" y="2351"/>
                  <a:pt x="821" y="2321"/>
                </a:cubicBezTo>
                <a:cubicBezTo>
                  <a:pt x="963" y="2291"/>
                  <a:pt x="1110" y="2289"/>
                  <a:pt x="1285" y="2265"/>
                </a:cubicBezTo>
                <a:cubicBezTo>
                  <a:pt x="1460" y="2241"/>
                  <a:pt x="1738" y="2250"/>
                  <a:pt x="1874" y="2174"/>
                </a:cubicBezTo>
                <a:cubicBezTo>
                  <a:pt x="2010" y="2098"/>
                  <a:pt x="2078" y="2060"/>
                  <a:pt x="2101" y="1811"/>
                </a:cubicBezTo>
                <a:cubicBezTo>
                  <a:pt x="2124" y="1562"/>
                  <a:pt x="2044" y="961"/>
                  <a:pt x="2011" y="678"/>
                </a:cubicBezTo>
                <a:cubicBezTo>
                  <a:pt x="1978" y="395"/>
                  <a:pt x="2049" y="220"/>
                  <a:pt x="1902" y="112"/>
                </a:cubicBezTo>
                <a:cubicBezTo>
                  <a:pt x="1755" y="4"/>
                  <a:pt x="1419" y="35"/>
                  <a:pt x="1130" y="28"/>
                </a:cubicBezTo>
                <a:cubicBezTo>
                  <a:pt x="841" y="21"/>
                  <a:pt x="336" y="0"/>
                  <a:pt x="168" y="70"/>
                </a:cubicBezTo>
                <a:cubicBezTo>
                  <a:pt x="0" y="140"/>
                  <a:pt x="114" y="350"/>
                  <a:pt x="120" y="450"/>
                </a:cubicBezTo>
                <a:cubicBezTo>
                  <a:pt x="126" y="550"/>
                  <a:pt x="212" y="580"/>
                  <a:pt x="203" y="670"/>
                </a:cubicBezTo>
                <a:cubicBezTo>
                  <a:pt x="194" y="760"/>
                  <a:pt x="95" y="923"/>
                  <a:pt x="67" y="990"/>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endParaRPr lang="en-GB"/>
          </a:p>
        </p:txBody>
      </p:sp>
      <p:sp>
        <p:nvSpPr>
          <p:cNvPr id="76807" name="Freeform 532">
            <a:extLst>
              <a:ext uri="{FF2B5EF4-FFF2-40B4-BE49-F238E27FC236}">
                <a16:creationId xmlns:a16="http://schemas.microsoft.com/office/drawing/2014/main" id="{E07E50FB-6A70-7CB1-9332-E100EB971E8E}"/>
              </a:ext>
            </a:extLst>
          </p:cNvPr>
          <p:cNvSpPr>
            <a:spLocks/>
          </p:cNvSpPr>
          <p:nvPr/>
        </p:nvSpPr>
        <p:spPr bwMode="auto">
          <a:xfrm>
            <a:off x="4737101" y="52389"/>
            <a:ext cx="2828925" cy="3748087"/>
          </a:xfrm>
          <a:custGeom>
            <a:avLst/>
            <a:gdLst>
              <a:gd name="T0" fmla="*/ 332660625 w 1782"/>
              <a:gd name="T1" fmla="*/ 1577617602 h 2361"/>
              <a:gd name="T2" fmla="*/ 614918125 w 1782"/>
              <a:gd name="T3" fmla="*/ 1083667043 h 2361"/>
              <a:gd name="T4" fmla="*/ 975301263 w 1782"/>
              <a:gd name="T5" fmla="*/ 859372373 h 2361"/>
              <a:gd name="T6" fmla="*/ 1355844063 w 1782"/>
              <a:gd name="T7" fmla="*/ 559474613 h 2361"/>
              <a:gd name="T8" fmla="*/ 2147483646 w 1782"/>
              <a:gd name="T9" fmla="*/ 80644989 h 2361"/>
              <a:gd name="T10" fmla="*/ 2147483646 w 1782"/>
              <a:gd name="T11" fmla="*/ 110886860 h 2361"/>
              <a:gd name="T12" fmla="*/ 2147483646 w 1782"/>
              <a:gd name="T13" fmla="*/ 740925839 h 2361"/>
              <a:gd name="T14" fmla="*/ 2147483646 w 1782"/>
              <a:gd name="T15" fmla="*/ 1607859473 h 2361"/>
              <a:gd name="T16" fmla="*/ 2147483646 w 1782"/>
              <a:gd name="T17" fmla="*/ 2147483646 h 2361"/>
              <a:gd name="T18" fmla="*/ 2147483646 w 1782"/>
              <a:gd name="T19" fmla="*/ 2147483646 h 2361"/>
              <a:gd name="T20" fmla="*/ 2147483646 w 1782"/>
              <a:gd name="T21" fmla="*/ 2147483646 h 2361"/>
              <a:gd name="T22" fmla="*/ 2147483646 w 1782"/>
              <a:gd name="T23" fmla="*/ 2147483646 h 2361"/>
              <a:gd name="T24" fmla="*/ 2147483646 w 1782"/>
              <a:gd name="T25" fmla="*/ 2147483646 h 2361"/>
              <a:gd name="T26" fmla="*/ 2147483646 w 1782"/>
              <a:gd name="T27" fmla="*/ 2147483646 h 2361"/>
              <a:gd name="T28" fmla="*/ 1514614700 w 1782"/>
              <a:gd name="T29" fmla="*/ 2147483646 h 2361"/>
              <a:gd name="T30" fmla="*/ 1305440938 w 1782"/>
              <a:gd name="T31" fmla="*/ 2147483646 h 2361"/>
              <a:gd name="T32" fmla="*/ 645160000 w 1782"/>
              <a:gd name="T33" fmla="*/ 2147483646 h 2361"/>
              <a:gd name="T34" fmla="*/ 599797188 w 1782"/>
              <a:gd name="T35" fmla="*/ 2147483646 h 2361"/>
              <a:gd name="T36" fmla="*/ 93246575 w 1782"/>
              <a:gd name="T37" fmla="*/ 2147483646 h 2361"/>
              <a:gd name="T38" fmla="*/ 47883763 w 1782"/>
              <a:gd name="T39" fmla="*/ 2147483646 h 2361"/>
              <a:gd name="T40" fmla="*/ 332660625 w 1782"/>
              <a:gd name="T41" fmla="*/ 1577617602 h 236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82"/>
              <a:gd name="T64" fmla="*/ 0 h 2361"/>
              <a:gd name="T65" fmla="*/ 1782 w 1782"/>
              <a:gd name="T66" fmla="*/ 2361 h 236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82" h="2361">
                <a:moveTo>
                  <a:pt x="132" y="626"/>
                </a:moveTo>
                <a:cubicBezTo>
                  <a:pt x="170" y="530"/>
                  <a:pt x="202" y="477"/>
                  <a:pt x="244" y="430"/>
                </a:cubicBezTo>
                <a:cubicBezTo>
                  <a:pt x="286" y="383"/>
                  <a:pt x="338" y="376"/>
                  <a:pt x="387" y="341"/>
                </a:cubicBezTo>
                <a:cubicBezTo>
                  <a:pt x="436" y="306"/>
                  <a:pt x="456" y="273"/>
                  <a:pt x="538" y="222"/>
                </a:cubicBezTo>
                <a:cubicBezTo>
                  <a:pt x="620" y="171"/>
                  <a:pt x="745" y="62"/>
                  <a:pt x="880" y="32"/>
                </a:cubicBezTo>
                <a:cubicBezTo>
                  <a:pt x="1015" y="2"/>
                  <a:pt x="1243" y="0"/>
                  <a:pt x="1349" y="44"/>
                </a:cubicBezTo>
                <a:cubicBezTo>
                  <a:pt x="1455" y="88"/>
                  <a:pt x="1469" y="195"/>
                  <a:pt x="1515" y="294"/>
                </a:cubicBezTo>
                <a:cubicBezTo>
                  <a:pt x="1561" y="393"/>
                  <a:pt x="1629" y="523"/>
                  <a:pt x="1628" y="638"/>
                </a:cubicBezTo>
                <a:cubicBezTo>
                  <a:pt x="1627" y="753"/>
                  <a:pt x="1501" y="860"/>
                  <a:pt x="1509" y="982"/>
                </a:cubicBezTo>
                <a:cubicBezTo>
                  <a:pt x="1517" y="1104"/>
                  <a:pt x="1630" y="1221"/>
                  <a:pt x="1675" y="1368"/>
                </a:cubicBezTo>
                <a:cubicBezTo>
                  <a:pt x="1720" y="1515"/>
                  <a:pt x="1782" y="1717"/>
                  <a:pt x="1782" y="1867"/>
                </a:cubicBezTo>
                <a:cubicBezTo>
                  <a:pt x="1782" y="2017"/>
                  <a:pt x="1746" y="2209"/>
                  <a:pt x="1675" y="2271"/>
                </a:cubicBezTo>
                <a:cubicBezTo>
                  <a:pt x="1604" y="2333"/>
                  <a:pt x="1424" y="2303"/>
                  <a:pt x="1355" y="2241"/>
                </a:cubicBezTo>
                <a:cubicBezTo>
                  <a:pt x="1286" y="2179"/>
                  <a:pt x="1426" y="1921"/>
                  <a:pt x="1260" y="1897"/>
                </a:cubicBezTo>
                <a:cubicBezTo>
                  <a:pt x="1094" y="1873"/>
                  <a:pt x="708" y="1885"/>
                  <a:pt x="601" y="1909"/>
                </a:cubicBezTo>
                <a:cubicBezTo>
                  <a:pt x="494" y="1933"/>
                  <a:pt x="575" y="2222"/>
                  <a:pt x="518" y="2283"/>
                </a:cubicBezTo>
                <a:cubicBezTo>
                  <a:pt x="465" y="2345"/>
                  <a:pt x="303" y="2361"/>
                  <a:pt x="256" y="2277"/>
                </a:cubicBezTo>
                <a:cubicBezTo>
                  <a:pt x="209" y="2193"/>
                  <a:pt x="274" y="1910"/>
                  <a:pt x="238" y="1778"/>
                </a:cubicBezTo>
                <a:cubicBezTo>
                  <a:pt x="202" y="1646"/>
                  <a:pt x="74" y="1616"/>
                  <a:pt x="37" y="1487"/>
                </a:cubicBezTo>
                <a:cubicBezTo>
                  <a:pt x="0" y="1358"/>
                  <a:pt x="3" y="1149"/>
                  <a:pt x="19" y="1006"/>
                </a:cubicBezTo>
                <a:cubicBezTo>
                  <a:pt x="35" y="863"/>
                  <a:pt x="94" y="710"/>
                  <a:pt x="132" y="626"/>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endParaRPr lang="en-GB"/>
          </a:p>
        </p:txBody>
      </p:sp>
      <p:sp>
        <p:nvSpPr>
          <p:cNvPr id="76808" name="Freeform 531">
            <a:extLst>
              <a:ext uri="{FF2B5EF4-FFF2-40B4-BE49-F238E27FC236}">
                <a16:creationId xmlns:a16="http://schemas.microsoft.com/office/drawing/2014/main" id="{8B1AB46C-54FF-1370-F3A6-78FE5D551764}"/>
              </a:ext>
            </a:extLst>
          </p:cNvPr>
          <p:cNvSpPr>
            <a:spLocks/>
          </p:cNvSpPr>
          <p:nvPr/>
        </p:nvSpPr>
        <p:spPr bwMode="auto">
          <a:xfrm>
            <a:off x="1770063" y="66675"/>
            <a:ext cx="3784600" cy="3708400"/>
          </a:xfrm>
          <a:custGeom>
            <a:avLst/>
            <a:gdLst>
              <a:gd name="T0" fmla="*/ 2147483646 w 2384"/>
              <a:gd name="T1" fmla="*/ 2147483646 h 2336"/>
              <a:gd name="T2" fmla="*/ 2147483646 w 2384"/>
              <a:gd name="T3" fmla="*/ 2147483646 h 2336"/>
              <a:gd name="T4" fmla="*/ 2147483646 w 2384"/>
              <a:gd name="T5" fmla="*/ 2147483646 h 2336"/>
              <a:gd name="T6" fmla="*/ 2147483646 w 2384"/>
              <a:gd name="T7" fmla="*/ 2147483646 h 2336"/>
              <a:gd name="T8" fmla="*/ 2147483646 w 2384"/>
              <a:gd name="T9" fmla="*/ 2147483646 h 2336"/>
              <a:gd name="T10" fmla="*/ 2147483646 w 2384"/>
              <a:gd name="T11" fmla="*/ 1436489063 h 2336"/>
              <a:gd name="T12" fmla="*/ 2147483646 w 2384"/>
              <a:gd name="T13" fmla="*/ 688003450 h 2336"/>
              <a:gd name="T14" fmla="*/ 2147483646 w 2384"/>
              <a:gd name="T15" fmla="*/ 642639050 h 2336"/>
              <a:gd name="T16" fmla="*/ 2147483646 w 2384"/>
              <a:gd name="T17" fmla="*/ 118446550 h 2336"/>
              <a:gd name="T18" fmla="*/ 2147483646 w 2384"/>
              <a:gd name="T19" fmla="*/ 88206263 h 2336"/>
              <a:gd name="T20" fmla="*/ 1391126250 w 2384"/>
              <a:gd name="T21" fmla="*/ 209172175 h 2336"/>
              <a:gd name="T22" fmla="*/ 466228113 w 2384"/>
              <a:gd name="T23" fmla="*/ 1335682813 h 2336"/>
              <a:gd name="T24" fmla="*/ 352821875 w 2384"/>
              <a:gd name="T25" fmla="*/ 2147483646 h 2336"/>
              <a:gd name="T26" fmla="*/ 118446550 w 2384"/>
              <a:gd name="T27" fmla="*/ 2147483646 h 2336"/>
              <a:gd name="T28" fmla="*/ 1060984988 w 2384"/>
              <a:gd name="T29" fmla="*/ 2147483646 h 2336"/>
              <a:gd name="T30" fmla="*/ 1630540300 w 2384"/>
              <a:gd name="T31" fmla="*/ 2147483646 h 2336"/>
              <a:gd name="T32" fmla="*/ 2147483646 w 2384"/>
              <a:gd name="T33" fmla="*/ 2147483646 h 2336"/>
              <a:gd name="T34" fmla="*/ 2147483646 w 2384"/>
              <a:gd name="T35" fmla="*/ 2147483646 h 23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384"/>
              <a:gd name="T55" fmla="*/ 0 h 2336"/>
              <a:gd name="T56" fmla="*/ 2384 w 2384"/>
              <a:gd name="T57" fmla="*/ 2336 h 23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384" h="2336">
                <a:moveTo>
                  <a:pt x="1401" y="2054"/>
                </a:moveTo>
                <a:cubicBezTo>
                  <a:pt x="1552" y="2098"/>
                  <a:pt x="1676" y="2257"/>
                  <a:pt x="1787" y="2292"/>
                </a:cubicBezTo>
                <a:cubicBezTo>
                  <a:pt x="1898" y="2327"/>
                  <a:pt x="2023" y="2336"/>
                  <a:pt x="2066" y="2262"/>
                </a:cubicBezTo>
                <a:cubicBezTo>
                  <a:pt x="2109" y="2188"/>
                  <a:pt x="2098" y="1979"/>
                  <a:pt x="2048" y="1846"/>
                </a:cubicBezTo>
                <a:cubicBezTo>
                  <a:pt x="1998" y="1713"/>
                  <a:pt x="1789" y="1673"/>
                  <a:pt x="1763" y="1460"/>
                </a:cubicBezTo>
                <a:cubicBezTo>
                  <a:pt x="1737" y="1247"/>
                  <a:pt x="1816" y="768"/>
                  <a:pt x="1894" y="570"/>
                </a:cubicBezTo>
                <a:cubicBezTo>
                  <a:pt x="1972" y="372"/>
                  <a:pt x="2173" y="325"/>
                  <a:pt x="2232" y="273"/>
                </a:cubicBezTo>
                <a:cubicBezTo>
                  <a:pt x="2291" y="221"/>
                  <a:pt x="2246" y="293"/>
                  <a:pt x="2250" y="255"/>
                </a:cubicBezTo>
                <a:cubicBezTo>
                  <a:pt x="2254" y="217"/>
                  <a:pt x="2384" y="84"/>
                  <a:pt x="2256" y="47"/>
                </a:cubicBezTo>
                <a:cubicBezTo>
                  <a:pt x="2128" y="10"/>
                  <a:pt x="1768" y="29"/>
                  <a:pt x="1484" y="35"/>
                </a:cubicBezTo>
                <a:cubicBezTo>
                  <a:pt x="1200" y="41"/>
                  <a:pt x="769" y="0"/>
                  <a:pt x="552" y="83"/>
                </a:cubicBezTo>
                <a:cubicBezTo>
                  <a:pt x="335" y="166"/>
                  <a:pt x="254" y="380"/>
                  <a:pt x="185" y="530"/>
                </a:cubicBezTo>
                <a:cubicBezTo>
                  <a:pt x="116" y="680"/>
                  <a:pt x="163" y="777"/>
                  <a:pt x="140" y="984"/>
                </a:cubicBezTo>
                <a:cubicBezTo>
                  <a:pt x="117" y="1191"/>
                  <a:pt x="0" y="1628"/>
                  <a:pt x="47" y="1775"/>
                </a:cubicBezTo>
                <a:cubicBezTo>
                  <a:pt x="94" y="1922"/>
                  <a:pt x="321" y="1833"/>
                  <a:pt x="421" y="1864"/>
                </a:cubicBezTo>
                <a:cubicBezTo>
                  <a:pt x="521" y="1895"/>
                  <a:pt x="571" y="1931"/>
                  <a:pt x="647" y="1959"/>
                </a:cubicBezTo>
                <a:cubicBezTo>
                  <a:pt x="723" y="1987"/>
                  <a:pt x="752" y="2014"/>
                  <a:pt x="878" y="2030"/>
                </a:cubicBezTo>
                <a:cubicBezTo>
                  <a:pt x="1004" y="2046"/>
                  <a:pt x="1292" y="2049"/>
                  <a:pt x="1401" y="2054"/>
                </a:cubicBezTo>
                <a:close/>
              </a:path>
            </a:pathLst>
          </a:custGeom>
          <a:solidFill>
            <a:srgbClr val="CCFF99"/>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a:lstStyle/>
          <a:p>
            <a:endParaRPr lang="en-GB"/>
          </a:p>
        </p:txBody>
      </p:sp>
      <p:sp>
        <p:nvSpPr>
          <p:cNvPr id="76809" name="Arc 518">
            <a:extLst>
              <a:ext uri="{FF2B5EF4-FFF2-40B4-BE49-F238E27FC236}">
                <a16:creationId xmlns:a16="http://schemas.microsoft.com/office/drawing/2014/main" id="{39AA5222-838E-11D8-EC02-588F60C9A6E2}"/>
              </a:ext>
            </a:extLst>
          </p:cNvPr>
          <p:cNvSpPr>
            <a:spLocks/>
          </p:cNvSpPr>
          <p:nvPr/>
        </p:nvSpPr>
        <p:spPr bwMode="auto">
          <a:xfrm flipH="1">
            <a:off x="8499476" y="4689476"/>
            <a:ext cx="2168525" cy="2168525"/>
          </a:xfrm>
          <a:custGeom>
            <a:avLst/>
            <a:gdLst>
              <a:gd name="T0" fmla="*/ 0 w 21600"/>
              <a:gd name="T1" fmla="*/ 0 h 21600"/>
              <a:gd name="T2" fmla="*/ 2147483646 w 21600"/>
              <a:gd name="T3" fmla="*/ 2147483646 h 21600"/>
              <a:gd name="T4" fmla="*/ 0 w 21600"/>
              <a:gd name="T5" fmla="*/ 21474836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28575" cap="rnd">
            <a:solidFill>
              <a:schemeClr val="tx1"/>
            </a:solidFill>
            <a:prstDash val="sysDot"/>
            <a:round/>
            <a:headEnd/>
            <a:tailEnd/>
          </a:ln>
        </p:spPr>
        <p:txBody>
          <a:bodyPr wrap="none" anchor="ctr"/>
          <a:lstStyle/>
          <a:p>
            <a:endParaRPr lang="en-GB"/>
          </a:p>
        </p:txBody>
      </p:sp>
      <p:grpSp>
        <p:nvGrpSpPr>
          <p:cNvPr id="76810" name="Group 308">
            <a:extLst>
              <a:ext uri="{FF2B5EF4-FFF2-40B4-BE49-F238E27FC236}">
                <a16:creationId xmlns:a16="http://schemas.microsoft.com/office/drawing/2014/main" id="{3ACFE66C-8671-56BC-1A32-B5A54C1E99F1}"/>
              </a:ext>
            </a:extLst>
          </p:cNvPr>
          <p:cNvGrpSpPr>
            <a:grpSpLocks/>
          </p:cNvGrpSpPr>
          <p:nvPr/>
        </p:nvGrpSpPr>
        <p:grpSpPr bwMode="auto">
          <a:xfrm>
            <a:off x="8688389" y="5445126"/>
            <a:ext cx="1895475" cy="1262063"/>
            <a:chOff x="1009" y="-153"/>
            <a:chExt cx="4456" cy="2564"/>
          </a:xfrm>
        </p:grpSpPr>
        <p:sp>
          <p:nvSpPr>
            <p:cNvPr id="77247" name="Oval 309">
              <a:extLst>
                <a:ext uri="{FF2B5EF4-FFF2-40B4-BE49-F238E27FC236}">
                  <a16:creationId xmlns:a16="http://schemas.microsoft.com/office/drawing/2014/main" id="{D1626A49-B750-78BB-CA1E-E2D657D34269}"/>
                </a:ext>
              </a:extLst>
            </p:cNvPr>
            <p:cNvSpPr>
              <a:spLocks noChangeAspect="1" noChangeArrowheads="1"/>
            </p:cNvSpPr>
            <p:nvPr/>
          </p:nvSpPr>
          <p:spPr bwMode="auto">
            <a:xfrm>
              <a:off x="2011" y="-153"/>
              <a:ext cx="2819" cy="1031"/>
            </a:xfrm>
            <a:prstGeom prst="ellipse">
              <a:avLst/>
            </a:prstGeom>
            <a:solidFill>
              <a:srgbClr val="FFE9A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77248" name="Oval 310">
              <a:extLst>
                <a:ext uri="{FF2B5EF4-FFF2-40B4-BE49-F238E27FC236}">
                  <a16:creationId xmlns:a16="http://schemas.microsoft.com/office/drawing/2014/main" id="{532A3ABC-449E-1325-6D81-550937F4C911}"/>
                </a:ext>
              </a:extLst>
            </p:cNvPr>
            <p:cNvSpPr>
              <a:spLocks noChangeAspect="1" noChangeArrowheads="1"/>
            </p:cNvSpPr>
            <p:nvPr/>
          </p:nvSpPr>
          <p:spPr bwMode="auto">
            <a:xfrm>
              <a:off x="1462" y="205"/>
              <a:ext cx="1487" cy="913"/>
            </a:xfrm>
            <a:prstGeom prst="ellipse">
              <a:avLst/>
            </a:prstGeom>
            <a:solidFill>
              <a:srgbClr val="FFE9A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77249" name="Oval 311">
              <a:extLst>
                <a:ext uri="{FF2B5EF4-FFF2-40B4-BE49-F238E27FC236}">
                  <a16:creationId xmlns:a16="http://schemas.microsoft.com/office/drawing/2014/main" id="{331700B2-F76A-A9BB-1240-38603E60DD17}"/>
                </a:ext>
              </a:extLst>
            </p:cNvPr>
            <p:cNvSpPr>
              <a:spLocks noChangeAspect="1" noChangeArrowheads="1"/>
            </p:cNvSpPr>
            <p:nvPr/>
          </p:nvSpPr>
          <p:spPr bwMode="auto">
            <a:xfrm>
              <a:off x="1009" y="754"/>
              <a:ext cx="1002" cy="746"/>
            </a:xfrm>
            <a:prstGeom prst="ellipse">
              <a:avLst/>
            </a:prstGeom>
            <a:solidFill>
              <a:srgbClr val="FFE9A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77250" name="Oval 312">
              <a:extLst>
                <a:ext uri="{FF2B5EF4-FFF2-40B4-BE49-F238E27FC236}">
                  <a16:creationId xmlns:a16="http://schemas.microsoft.com/office/drawing/2014/main" id="{BABC60F3-DB58-025A-5DD6-FBD3FDB50315}"/>
                </a:ext>
              </a:extLst>
            </p:cNvPr>
            <p:cNvSpPr>
              <a:spLocks noChangeAspect="1" noChangeArrowheads="1"/>
            </p:cNvSpPr>
            <p:nvPr/>
          </p:nvSpPr>
          <p:spPr bwMode="auto">
            <a:xfrm>
              <a:off x="1310" y="1082"/>
              <a:ext cx="1511" cy="806"/>
            </a:xfrm>
            <a:prstGeom prst="ellipse">
              <a:avLst/>
            </a:prstGeom>
            <a:solidFill>
              <a:srgbClr val="FFE9A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77251" name="Oval 313">
              <a:extLst>
                <a:ext uri="{FF2B5EF4-FFF2-40B4-BE49-F238E27FC236}">
                  <a16:creationId xmlns:a16="http://schemas.microsoft.com/office/drawing/2014/main" id="{2325D2A4-90EF-C3D8-E585-4600B4B8448D}"/>
                </a:ext>
              </a:extLst>
            </p:cNvPr>
            <p:cNvSpPr>
              <a:spLocks noChangeAspect="1" noChangeArrowheads="1"/>
            </p:cNvSpPr>
            <p:nvPr/>
          </p:nvSpPr>
          <p:spPr bwMode="auto">
            <a:xfrm>
              <a:off x="1818" y="1217"/>
              <a:ext cx="2534" cy="1194"/>
            </a:xfrm>
            <a:prstGeom prst="ellipse">
              <a:avLst/>
            </a:prstGeom>
            <a:solidFill>
              <a:srgbClr val="FFE9A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77252" name="Oval 314">
              <a:extLst>
                <a:ext uri="{FF2B5EF4-FFF2-40B4-BE49-F238E27FC236}">
                  <a16:creationId xmlns:a16="http://schemas.microsoft.com/office/drawing/2014/main" id="{C700CD76-30C9-496F-34C6-08A4D13B187A}"/>
                </a:ext>
              </a:extLst>
            </p:cNvPr>
            <p:cNvSpPr>
              <a:spLocks noChangeAspect="1" noChangeArrowheads="1"/>
            </p:cNvSpPr>
            <p:nvPr/>
          </p:nvSpPr>
          <p:spPr bwMode="auto">
            <a:xfrm>
              <a:off x="3813" y="231"/>
              <a:ext cx="1290" cy="718"/>
            </a:xfrm>
            <a:prstGeom prst="ellipse">
              <a:avLst/>
            </a:prstGeom>
            <a:solidFill>
              <a:srgbClr val="FFE9A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77253" name="Oval 315">
              <a:extLst>
                <a:ext uri="{FF2B5EF4-FFF2-40B4-BE49-F238E27FC236}">
                  <a16:creationId xmlns:a16="http://schemas.microsoft.com/office/drawing/2014/main" id="{2CF86597-5D34-7176-6E4C-355C34B5F435}"/>
                </a:ext>
              </a:extLst>
            </p:cNvPr>
            <p:cNvSpPr>
              <a:spLocks noChangeAspect="1" noChangeArrowheads="1"/>
            </p:cNvSpPr>
            <p:nvPr/>
          </p:nvSpPr>
          <p:spPr bwMode="auto">
            <a:xfrm>
              <a:off x="4031" y="692"/>
              <a:ext cx="1434" cy="718"/>
            </a:xfrm>
            <a:prstGeom prst="ellipse">
              <a:avLst/>
            </a:prstGeom>
            <a:solidFill>
              <a:srgbClr val="FFE9A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77254" name="Oval 316">
              <a:extLst>
                <a:ext uri="{FF2B5EF4-FFF2-40B4-BE49-F238E27FC236}">
                  <a16:creationId xmlns:a16="http://schemas.microsoft.com/office/drawing/2014/main" id="{07C0C461-154B-8296-D2E9-A14FD6894BAD}"/>
                </a:ext>
              </a:extLst>
            </p:cNvPr>
            <p:cNvSpPr>
              <a:spLocks noChangeAspect="1" noChangeArrowheads="1"/>
            </p:cNvSpPr>
            <p:nvPr/>
          </p:nvSpPr>
          <p:spPr bwMode="auto">
            <a:xfrm>
              <a:off x="3899" y="842"/>
              <a:ext cx="1425" cy="1181"/>
            </a:xfrm>
            <a:prstGeom prst="ellipse">
              <a:avLst/>
            </a:prstGeom>
            <a:solidFill>
              <a:srgbClr val="FFE9A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77255" name="Oval 317">
              <a:extLst>
                <a:ext uri="{FF2B5EF4-FFF2-40B4-BE49-F238E27FC236}">
                  <a16:creationId xmlns:a16="http://schemas.microsoft.com/office/drawing/2014/main" id="{AA264279-06E9-5234-BCE6-56B19735B471}"/>
                </a:ext>
              </a:extLst>
            </p:cNvPr>
            <p:cNvSpPr>
              <a:spLocks noChangeAspect="1" noChangeArrowheads="1"/>
            </p:cNvSpPr>
            <p:nvPr/>
          </p:nvSpPr>
          <p:spPr bwMode="auto">
            <a:xfrm>
              <a:off x="1818" y="504"/>
              <a:ext cx="2890" cy="1179"/>
            </a:xfrm>
            <a:prstGeom prst="ellipse">
              <a:avLst/>
            </a:prstGeom>
            <a:solidFill>
              <a:srgbClr val="FFE9A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sp>
        <p:nvSpPr>
          <p:cNvPr id="76811" name="Line 46">
            <a:extLst>
              <a:ext uri="{FF2B5EF4-FFF2-40B4-BE49-F238E27FC236}">
                <a16:creationId xmlns:a16="http://schemas.microsoft.com/office/drawing/2014/main" id="{4B4D0DF1-D56E-F1C5-A013-462A1A8E4129}"/>
              </a:ext>
            </a:extLst>
          </p:cNvPr>
          <p:cNvSpPr>
            <a:spLocks noChangeShapeType="1"/>
          </p:cNvSpPr>
          <p:nvPr/>
        </p:nvSpPr>
        <p:spPr bwMode="auto">
          <a:xfrm flipH="1">
            <a:off x="4079876" y="4816475"/>
            <a:ext cx="968375" cy="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76812" name="Line 48">
            <a:extLst>
              <a:ext uri="{FF2B5EF4-FFF2-40B4-BE49-F238E27FC236}">
                <a16:creationId xmlns:a16="http://schemas.microsoft.com/office/drawing/2014/main" id="{9F911CDE-A1FB-D73D-11DE-78404FCB8F88}"/>
              </a:ext>
            </a:extLst>
          </p:cNvPr>
          <p:cNvSpPr>
            <a:spLocks noChangeShapeType="1"/>
          </p:cNvSpPr>
          <p:nvPr/>
        </p:nvSpPr>
        <p:spPr bwMode="auto">
          <a:xfrm flipH="1">
            <a:off x="7243764" y="4816475"/>
            <a:ext cx="885825" cy="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76813" name="Line 50">
            <a:extLst>
              <a:ext uri="{FF2B5EF4-FFF2-40B4-BE49-F238E27FC236}">
                <a16:creationId xmlns:a16="http://schemas.microsoft.com/office/drawing/2014/main" id="{2396FDDC-EAB6-4694-9F8E-414235156DEB}"/>
              </a:ext>
            </a:extLst>
          </p:cNvPr>
          <p:cNvSpPr>
            <a:spLocks noChangeShapeType="1"/>
          </p:cNvSpPr>
          <p:nvPr/>
        </p:nvSpPr>
        <p:spPr bwMode="auto">
          <a:xfrm flipV="1">
            <a:off x="6188075" y="3268663"/>
            <a:ext cx="0" cy="620712"/>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76814" name="Text Box 51">
            <a:extLst>
              <a:ext uri="{FF2B5EF4-FFF2-40B4-BE49-F238E27FC236}">
                <a16:creationId xmlns:a16="http://schemas.microsoft.com/office/drawing/2014/main" id="{FDB0D10F-27FF-0086-8553-A9DF05BAEBCD}"/>
              </a:ext>
            </a:extLst>
          </p:cNvPr>
          <p:cNvSpPr txBox="1">
            <a:spLocks noChangeArrowheads="1"/>
          </p:cNvSpPr>
          <p:nvPr/>
        </p:nvSpPr>
        <p:spPr bwMode="auto">
          <a:xfrm>
            <a:off x="3179764" y="4683126"/>
            <a:ext cx="1095375"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10.0.3.0/24</a:t>
            </a:r>
          </a:p>
        </p:txBody>
      </p:sp>
      <p:sp>
        <p:nvSpPr>
          <p:cNvPr id="76815" name="Text Box 52">
            <a:extLst>
              <a:ext uri="{FF2B5EF4-FFF2-40B4-BE49-F238E27FC236}">
                <a16:creationId xmlns:a16="http://schemas.microsoft.com/office/drawing/2014/main" id="{99C4A629-6153-E1C4-8B17-A4D2B4D0D589}"/>
              </a:ext>
            </a:extLst>
          </p:cNvPr>
          <p:cNvSpPr txBox="1">
            <a:spLocks noChangeArrowheads="1"/>
          </p:cNvSpPr>
          <p:nvPr/>
        </p:nvSpPr>
        <p:spPr bwMode="auto">
          <a:xfrm>
            <a:off x="8108951" y="4683126"/>
            <a:ext cx="1095375"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10.0.1.0/24</a:t>
            </a:r>
          </a:p>
        </p:txBody>
      </p:sp>
      <p:sp>
        <p:nvSpPr>
          <p:cNvPr id="76816" name="Line 53">
            <a:extLst>
              <a:ext uri="{FF2B5EF4-FFF2-40B4-BE49-F238E27FC236}">
                <a16:creationId xmlns:a16="http://schemas.microsoft.com/office/drawing/2014/main" id="{6D7E4D37-CED6-30A1-D3F9-7BE3868B41A9}"/>
              </a:ext>
            </a:extLst>
          </p:cNvPr>
          <p:cNvSpPr>
            <a:spLocks noChangeShapeType="1"/>
          </p:cNvSpPr>
          <p:nvPr/>
        </p:nvSpPr>
        <p:spPr bwMode="auto">
          <a:xfrm flipH="1" flipV="1">
            <a:off x="6188075" y="5767388"/>
            <a:ext cx="0" cy="60960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76817" name="Rectangle 148">
            <a:extLst>
              <a:ext uri="{FF2B5EF4-FFF2-40B4-BE49-F238E27FC236}">
                <a16:creationId xmlns:a16="http://schemas.microsoft.com/office/drawing/2014/main" id="{A5E1D2CF-6F71-05B0-D5A5-9F2D4168E0E9}"/>
              </a:ext>
            </a:extLst>
          </p:cNvPr>
          <p:cNvSpPr>
            <a:spLocks noChangeArrowheads="1"/>
          </p:cNvSpPr>
          <p:nvPr/>
        </p:nvSpPr>
        <p:spPr bwMode="auto">
          <a:xfrm>
            <a:off x="5137151" y="3921126"/>
            <a:ext cx="2182813" cy="1789113"/>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76818" name="Group 124">
            <a:extLst>
              <a:ext uri="{FF2B5EF4-FFF2-40B4-BE49-F238E27FC236}">
                <a16:creationId xmlns:a16="http://schemas.microsoft.com/office/drawing/2014/main" id="{10AC0431-ACEA-8A4B-15DA-F779E4EACBE4}"/>
              </a:ext>
            </a:extLst>
          </p:cNvPr>
          <p:cNvGrpSpPr>
            <a:grpSpLocks noChangeAspect="1"/>
          </p:cNvGrpSpPr>
          <p:nvPr/>
        </p:nvGrpSpPr>
        <p:grpSpPr bwMode="auto">
          <a:xfrm>
            <a:off x="4768850" y="5495926"/>
            <a:ext cx="723900" cy="460375"/>
            <a:chOff x="3312" y="2160"/>
            <a:chExt cx="960" cy="528"/>
          </a:xfrm>
        </p:grpSpPr>
        <p:grpSp>
          <p:nvGrpSpPr>
            <p:cNvPr id="77225" name="Group 125">
              <a:extLst>
                <a:ext uri="{FF2B5EF4-FFF2-40B4-BE49-F238E27FC236}">
                  <a16:creationId xmlns:a16="http://schemas.microsoft.com/office/drawing/2014/main" id="{8C51BE86-D0E7-C487-B7CF-045AA309FE1F}"/>
                </a:ext>
              </a:extLst>
            </p:cNvPr>
            <p:cNvGrpSpPr>
              <a:grpSpLocks noChangeAspect="1"/>
            </p:cNvGrpSpPr>
            <p:nvPr/>
          </p:nvGrpSpPr>
          <p:grpSpPr bwMode="auto">
            <a:xfrm>
              <a:off x="3312" y="2160"/>
              <a:ext cx="960" cy="528"/>
              <a:chOff x="3312" y="2160"/>
              <a:chExt cx="960" cy="528"/>
            </a:xfrm>
          </p:grpSpPr>
          <p:sp>
            <p:nvSpPr>
              <p:cNvPr id="77227" name="AutoShape 126">
                <a:extLst>
                  <a:ext uri="{FF2B5EF4-FFF2-40B4-BE49-F238E27FC236}">
                    <a16:creationId xmlns:a16="http://schemas.microsoft.com/office/drawing/2014/main" id="{BD7945FD-F5E7-7595-0ED5-003910F6E7B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77228" name="Group 127">
                <a:extLst>
                  <a:ext uri="{FF2B5EF4-FFF2-40B4-BE49-F238E27FC236}">
                    <a16:creationId xmlns:a16="http://schemas.microsoft.com/office/drawing/2014/main" id="{449BF76E-9CA7-1951-4EA2-2E937EAA3EA8}"/>
                  </a:ext>
                </a:extLst>
              </p:cNvPr>
              <p:cNvGrpSpPr>
                <a:grpSpLocks noChangeAspect="1"/>
              </p:cNvGrpSpPr>
              <p:nvPr/>
            </p:nvGrpSpPr>
            <p:grpSpPr bwMode="auto">
              <a:xfrm>
                <a:off x="3488" y="2193"/>
                <a:ext cx="599" cy="207"/>
                <a:chOff x="422" y="1632"/>
                <a:chExt cx="829" cy="298"/>
              </a:xfrm>
            </p:grpSpPr>
            <p:grpSp>
              <p:nvGrpSpPr>
                <p:cNvPr id="77229" name="Group 128">
                  <a:extLst>
                    <a:ext uri="{FF2B5EF4-FFF2-40B4-BE49-F238E27FC236}">
                      <a16:creationId xmlns:a16="http://schemas.microsoft.com/office/drawing/2014/main" id="{017840B3-A073-0675-F352-85588670927C}"/>
                    </a:ext>
                  </a:extLst>
                </p:cNvPr>
                <p:cNvGrpSpPr>
                  <a:grpSpLocks noChangeAspect="1"/>
                </p:cNvGrpSpPr>
                <p:nvPr/>
              </p:nvGrpSpPr>
              <p:grpSpPr bwMode="auto">
                <a:xfrm>
                  <a:off x="422" y="1632"/>
                  <a:ext cx="822" cy="291"/>
                  <a:chOff x="422" y="1632"/>
                  <a:chExt cx="822" cy="291"/>
                </a:xfrm>
              </p:grpSpPr>
              <p:sp>
                <p:nvSpPr>
                  <p:cNvPr id="77239" name="Freeform 129">
                    <a:extLst>
                      <a:ext uri="{FF2B5EF4-FFF2-40B4-BE49-F238E27FC236}">
                        <a16:creationId xmlns:a16="http://schemas.microsoft.com/office/drawing/2014/main" id="{A343A04E-8FC6-32F0-F9C2-E952541C5E2B}"/>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40" name="Freeform 130">
                    <a:extLst>
                      <a:ext uri="{FF2B5EF4-FFF2-40B4-BE49-F238E27FC236}">
                        <a16:creationId xmlns:a16="http://schemas.microsoft.com/office/drawing/2014/main" id="{B92BA57F-1D0C-DD99-9D2E-A7C0DE5345C6}"/>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41" name="Freeform 131">
                    <a:extLst>
                      <a:ext uri="{FF2B5EF4-FFF2-40B4-BE49-F238E27FC236}">
                        <a16:creationId xmlns:a16="http://schemas.microsoft.com/office/drawing/2014/main" id="{CA603FD2-C68F-77BE-825F-6EBB58EB5AC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42" name="Freeform 132">
                    <a:extLst>
                      <a:ext uri="{FF2B5EF4-FFF2-40B4-BE49-F238E27FC236}">
                        <a16:creationId xmlns:a16="http://schemas.microsoft.com/office/drawing/2014/main" id="{876F1B28-04E6-17B2-1F31-9DA2E37960F6}"/>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43" name="Freeform 133">
                    <a:extLst>
                      <a:ext uri="{FF2B5EF4-FFF2-40B4-BE49-F238E27FC236}">
                        <a16:creationId xmlns:a16="http://schemas.microsoft.com/office/drawing/2014/main" id="{EFD6E3ED-8570-3033-E130-86091D1AB2EA}"/>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44" name="Freeform 134">
                    <a:extLst>
                      <a:ext uri="{FF2B5EF4-FFF2-40B4-BE49-F238E27FC236}">
                        <a16:creationId xmlns:a16="http://schemas.microsoft.com/office/drawing/2014/main" id="{5EE317B3-CDEA-B97D-3358-971AC4F785FF}"/>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45" name="Freeform 135">
                    <a:extLst>
                      <a:ext uri="{FF2B5EF4-FFF2-40B4-BE49-F238E27FC236}">
                        <a16:creationId xmlns:a16="http://schemas.microsoft.com/office/drawing/2014/main" id="{42A37BCD-C960-ADBB-437A-50B4B8FCEB70}"/>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46" name="Freeform 136">
                    <a:extLst>
                      <a:ext uri="{FF2B5EF4-FFF2-40B4-BE49-F238E27FC236}">
                        <a16:creationId xmlns:a16="http://schemas.microsoft.com/office/drawing/2014/main" id="{55EBBFA4-49BC-D0CE-E0E9-24920332B239}"/>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77230" name="Group 137">
                  <a:extLst>
                    <a:ext uri="{FF2B5EF4-FFF2-40B4-BE49-F238E27FC236}">
                      <a16:creationId xmlns:a16="http://schemas.microsoft.com/office/drawing/2014/main" id="{6A495E8D-8624-7668-2CA2-F18EBB9A4EE4}"/>
                    </a:ext>
                  </a:extLst>
                </p:cNvPr>
                <p:cNvGrpSpPr>
                  <a:grpSpLocks noChangeAspect="1"/>
                </p:cNvGrpSpPr>
                <p:nvPr/>
              </p:nvGrpSpPr>
              <p:grpSpPr bwMode="auto">
                <a:xfrm>
                  <a:off x="429" y="1639"/>
                  <a:ext cx="822" cy="291"/>
                  <a:chOff x="429" y="1639"/>
                  <a:chExt cx="822" cy="291"/>
                </a:xfrm>
              </p:grpSpPr>
              <p:sp>
                <p:nvSpPr>
                  <p:cNvPr id="77231" name="Freeform 138">
                    <a:extLst>
                      <a:ext uri="{FF2B5EF4-FFF2-40B4-BE49-F238E27FC236}">
                        <a16:creationId xmlns:a16="http://schemas.microsoft.com/office/drawing/2014/main" id="{C9F3EBE7-4E2F-EAA8-30AA-1C120900684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32" name="Freeform 139">
                    <a:extLst>
                      <a:ext uri="{FF2B5EF4-FFF2-40B4-BE49-F238E27FC236}">
                        <a16:creationId xmlns:a16="http://schemas.microsoft.com/office/drawing/2014/main" id="{70907A90-93C2-BD73-FB55-5FEC1C376FA0}"/>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33" name="Freeform 140">
                    <a:extLst>
                      <a:ext uri="{FF2B5EF4-FFF2-40B4-BE49-F238E27FC236}">
                        <a16:creationId xmlns:a16="http://schemas.microsoft.com/office/drawing/2014/main" id="{725EDD49-6F32-EC64-5ADB-DB95FD99822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34" name="Freeform 141">
                    <a:extLst>
                      <a:ext uri="{FF2B5EF4-FFF2-40B4-BE49-F238E27FC236}">
                        <a16:creationId xmlns:a16="http://schemas.microsoft.com/office/drawing/2014/main" id="{281BA579-7B1A-501B-94D0-3D31DF2D77B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35" name="Freeform 142">
                    <a:extLst>
                      <a:ext uri="{FF2B5EF4-FFF2-40B4-BE49-F238E27FC236}">
                        <a16:creationId xmlns:a16="http://schemas.microsoft.com/office/drawing/2014/main" id="{0C01E90A-16AD-D8BE-BEDD-2A982FC6904E}"/>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36" name="Freeform 143">
                    <a:extLst>
                      <a:ext uri="{FF2B5EF4-FFF2-40B4-BE49-F238E27FC236}">
                        <a16:creationId xmlns:a16="http://schemas.microsoft.com/office/drawing/2014/main" id="{3BE37D70-7827-4A97-D2C5-F308207EFDF5}"/>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37" name="Freeform 144">
                    <a:extLst>
                      <a:ext uri="{FF2B5EF4-FFF2-40B4-BE49-F238E27FC236}">
                        <a16:creationId xmlns:a16="http://schemas.microsoft.com/office/drawing/2014/main" id="{DC82D8DF-AEB0-EFCE-5653-9BA6E8412E30}"/>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38" name="Freeform 145">
                    <a:extLst>
                      <a:ext uri="{FF2B5EF4-FFF2-40B4-BE49-F238E27FC236}">
                        <a16:creationId xmlns:a16="http://schemas.microsoft.com/office/drawing/2014/main" id="{2BDD28C5-2E75-0277-04BF-2562B71B26B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77226" name="WordArt 146">
              <a:extLst>
                <a:ext uri="{FF2B5EF4-FFF2-40B4-BE49-F238E27FC236}">
                  <a16:creationId xmlns:a16="http://schemas.microsoft.com/office/drawing/2014/main" id="{A599B9C8-C065-C378-4A7D-84070F6E8734}"/>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bb4  </a:t>
              </a:r>
            </a:p>
          </p:txBody>
        </p:sp>
      </p:grpSp>
      <p:sp>
        <p:nvSpPr>
          <p:cNvPr id="76819" name="Text Box 47">
            <a:extLst>
              <a:ext uri="{FF2B5EF4-FFF2-40B4-BE49-F238E27FC236}">
                <a16:creationId xmlns:a16="http://schemas.microsoft.com/office/drawing/2014/main" id="{4B112DC8-C157-5FA2-1AF7-71D82269C654}"/>
              </a:ext>
            </a:extLst>
          </p:cNvPr>
          <p:cNvSpPr txBox="1">
            <a:spLocks noChangeArrowheads="1"/>
          </p:cNvSpPr>
          <p:nvPr/>
        </p:nvSpPr>
        <p:spPr bwMode="auto">
          <a:xfrm>
            <a:off x="5640389" y="6338888"/>
            <a:ext cx="1095375"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10.0.2.0/24</a:t>
            </a:r>
          </a:p>
        </p:txBody>
      </p:sp>
      <p:sp>
        <p:nvSpPr>
          <p:cNvPr id="76820" name="Text Box 49">
            <a:extLst>
              <a:ext uri="{FF2B5EF4-FFF2-40B4-BE49-F238E27FC236}">
                <a16:creationId xmlns:a16="http://schemas.microsoft.com/office/drawing/2014/main" id="{CEF3C60B-69CB-F648-EDF3-EAC5DBABA2C8}"/>
              </a:ext>
            </a:extLst>
          </p:cNvPr>
          <p:cNvSpPr txBox="1">
            <a:spLocks noChangeArrowheads="1"/>
          </p:cNvSpPr>
          <p:nvPr/>
        </p:nvSpPr>
        <p:spPr bwMode="auto">
          <a:xfrm>
            <a:off x="5640389" y="3163888"/>
            <a:ext cx="1095375"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10.0.0.0/24</a:t>
            </a:r>
          </a:p>
        </p:txBody>
      </p:sp>
      <p:sp>
        <p:nvSpPr>
          <p:cNvPr id="76821" name="Line 176">
            <a:extLst>
              <a:ext uri="{FF2B5EF4-FFF2-40B4-BE49-F238E27FC236}">
                <a16:creationId xmlns:a16="http://schemas.microsoft.com/office/drawing/2014/main" id="{81260E45-BD44-B61C-54B0-FA266EB4F8B7}"/>
              </a:ext>
            </a:extLst>
          </p:cNvPr>
          <p:cNvSpPr>
            <a:spLocks noChangeShapeType="1"/>
          </p:cNvSpPr>
          <p:nvPr/>
        </p:nvSpPr>
        <p:spPr bwMode="auto">
          <a:xfrm>
            <a:off x="6188075" y="3921125"/>
            <a:ext cx="0" cy="17526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76822" name="Group 151">
            <a:extLst>
              <a:ext uri="{FF2B5EF4-FFF2-40B4-BE49-F238E27FC236}">
                <a16:creationId xmlns:a16="http://schemas.microsoft.com/office/drawing/2014/main" id="{BAE0E22B-961F-820B-41C7-EDC719FE3260}"/>
              </a:ext>
            </a:extLst>
          </p:cNvPr>
          <p:cNvGrpSpPr>
            <a:grpSpLocks noChangeAspect="1"/>
          </p:cNvGrpSpPr>
          <p:nvPr/>
        </p:nvGrpSpPr>
        <p:grpSpPr bwMode="auto">
          <a:xfrm>
            <a:off x="5832475" y="4584701"/>
            <a:ext cx="723900" cy="460375"/>
            <a:chOff x="3312" y="2160"/>
            <a:chExt cx="960" cy="528"/>
          </a:xfrm>
        </p:grpSpPr>
        <p:grpSp>
          <p:nvGrpSpPr>
            <p:cNvPr id="77203" name="Group 152">
              <a:extLst>
                <a:ext uri="{FF2B5EF4-FFF2-40B4-BE49-F238E27FC236}">
                  <a16:creationId xmlns:a16="http://schemas.microsoft.com/office/drawing/2014/main" id="{1723F3E6-82CF-73D9-C061-2FB4B75A84AA}"/>
                </a:ext>
              </a:extLst>
            </p:cNvPr>
            <p:cNvGrpSpPr>
              <a:grpSpLocks noChangeAspect="1"/>
            </p:cNvGrpSpPr>
            <p:nvPr/>
          </p:nvGrpSpPr>
          <p:grpSpPr bwMode="auto">
            <a:xfrm>
              <a:off x="3312" y="2160"/>
              <a:ext cx="960" cy="528"/>
              <a:chOff x="3312" y="2160"/>
              <a:chExt cx="960" cy="528"/>
            </a:xfrm>
          </p:grpSpPr>
          <p:sp>
            <p:nvSpPr>
              <p:cNvPr id="77205" name="AutoShape 153">
                <a:extLst>
                  <a:ext uri="{FF2B5EF4-FFF2-40B4-BE49-F238E27FC236}">
                    <a16:creationId xmlns:a16="http://schemas.microsoft.com/office/drawing/2014/main" id="{56DAEB5F-38FC-DF9D-62FC-CA6091C639FF}"/>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77206" name="Group 154">
                <a:extLst>
                  <a:ext uri="{FF2B5EF4-FFF2-40B4-BE49-F238E27FC236}">
                    <a16:creationId xmlns:a16="http://schemas.microsoft.com/office/drawing/2014/main" id="{9385F269-63E4-E0A1-3C2D-35905E533346}"/>
                  </a:ext>
                </a:extLst>
              </p:cNvPr>
              <p:cNvGrpSpPr>
                <a:grpSpLocks noChangeAspect="1"/>
              </p:cNvGrpSpPr>
              <p:nvPr/>
            </p:nvGrpSpPr>
            <p:grpSpPr bwMode="auto">
              <a:xfrm>
                <a:off x="3488" y="2193"/>
                <a:ext cx="599" cy="207"/>
                <a:chOff x="422" y="1632"/>
                <a:chExt cx="829" cy="298"/>
              </a:xfrm>
            </p:grpSpPr>
            <p:grpSp>
              <p:nvGrpSpPr>
                <p:cNvPr id="77207" name="Group 155">
                  <a:extLst>
                    <a:ext uri="{FF2B5EF4-FFF2-40B4-BE49-F238E27FC236}">
                      <a16:creationId xmlns:a16="http://schemas.microsoft.com/office/drawing/2014/main" id="{3B83B337-228E-4713-2D26-CAC6C79E3DC6}"/>
                    </a:ext>
                  </a:extLst>
                </p:cNvPr>
                <p:cNvGrpSpPr>
                  <a:grpSpLocks noChangeAspect="1"/>
                </p:cNvGrpSpPr>
                <p:nvPr/>
              </p:nvGrpSpPr>
              <p:grpSpPr bwMode="auto">
                <a:xfrm>
                  <a:off x="422" y="1632"/>
                  <a:ext cx="822" cy="291"/>
                  <a:chOff x="422" y="1632"/>
                  <a:chExt cx="822" cy="291"/>
                </a:xfrm>
              </p:grpSpPr>
              <p:sp>
                <p:nvSpPr>
                  <p:cNvPr id="77217" name="Freeform 156">
                    <a:extLst>
                      <a:ext uri="{FF2B5EF4-FFF2-40B4-BE49-F238E27FC236}">
                        <a16:creationId xmlns:a16="http://schemas.microsoft.com/office/drawing/2014/main" id="{67269673-4CD3-DE87-FCF0-27C83EC6FDF3}"/>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18" name="Freeform 157">
                    <a:extLst>
                      <a:ext uri="{FF2B5EF4-FFF2-40B4-BE49-F238E27FC236}">
                        <a16:creationId xmlns:a16="http://schemas.microsoft.com/office/drawing/2014/main" id="{A188ACFC-B819-EF83-6060-3F3FB681439C}"/>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19" name="Freeform 158">
                    <a:extLst>
                      <a:ext uri="{FF2B5EF4-FFF2-40B4-BE49-F238E27FC236}">
                        <a16:creationId xmlns:a16="http://schemas.microsoft.com/office/drawing/2014/main" id="{F06A16B9-A41C-3E70-BAD9-F10A4D738C5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20" name="Freeform 159">
                    <a:extLst>
                      <a:ext uri="{FF2B5EF4-FFF2-40B4-BE49-F238E27FC236}">
                        <a16:creationId xmlns:a16="http://schemas.microsoft.com/office/drawing/2014/main" id="{84ED045C-7609-CEDC-CC7A-D794661B581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21" name="Freeform 160">
                    <a:extLst>
                      <a:ext uri="{FF2B5EF4-FFF2-40B4-BE49-F238E27FC236}">
                        <a16:creationId xmlns:a16="http://schemas.microsoft.com/office/drawing/2014/main" id="{4B4122D2-691C-3411-9820-D285171E6013}"/>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22" name="Freeform 161">
                    <a:extLst>
                      <a:ext uri="{FF2B5EF4-FFF2-40B4-BE49-F238E27FC236}">
                        <a16:creationId xmlns:a16="http://schemas.microsoft.com/office/drawing/2014/main" id="{F3E8FF9A-0E18-0C8D-9862-73506A5A909E}"/>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23" name="Freeform 162">
                    <a:extLst>
                      <a:ext uri="{FF2B5EF4-FFF2-40B4-BE49-F238E27FC236}">
                        <a16:creationId xmlns:a16="http://schemas.microsoft.com/office/drawing/2014/main" id="{C34B482D-F05E-7E34-4E93-761318BBDBEB}"/>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24" name="Freeform 163">
                    <a:extLst>
                      <a:ext uri="{FF2B5EF4-FFF2-40B4-BE49-F238E27FC236}">
                        <a16:creationId xmlns:a16="http://schemas.microsoft.com/office/drawing/2014/main" id="{A84ABBCA-89BF-C3FF-2C0F-154BE183EA11}"/>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77208" name="Group 164">
                  <a:extLst>
                    <a:ext uri="{FF2B5EF4-FFF2-40B4-BE49-F238E27FC236}">
                      <a16:creationId xmlns:a16="http://schemas.microsoft.com/office/drawing/2014/main" id="{53628B4E-E29D-0F05-6FCB-4C191C4F5ED6}"/>
                    </a:ext>
                  </a:extLst>
                </p:cNvPr>
                <p:cNvGrpSpPr>
                  <a:grpSpLocks noChangeAspect="1"/>
                </p:cNvGrpSpPr>
                <p:nvPr/>
              </p:nvGrpSpPr>
              <p:grpSpPr bwMode="auto">
                <a:xfrm>
                  <a:off x="429" y="1639"/>
                  <a:ext cx="822" cy="291"/>
                  <a:chOff x="429" y="1639"/>
                  <a:chExt cx="822" cy="291"/>
                </a:xfrm>
              </p:grpSpPr>
              <p:sp>
                <p:nvSpPr>
                  <p:cNvPr id="77209" name="Freeform 165">
                    <a:extLst>
                      <a:ext uri="{FF2B5EF4-FFF2-40B4-BE49-F238E27FC236}">
                        <a16:creationId xmlns:a16="http://schemas.microsoft.com/office/drawing/2014/main" id="{CF683A07-B048-6432-E532-CDC128F2D32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10" name="Freeform 166">
                    <a:extLst>
                      <a:ext uri="{FF2B5EF4-FFF2-40B4-BE49-F238E27FC236}">
                        <a16:creationId xmlns:a16="http://schemas.microsoft.com/office/drawing/2014/main" id="{6EB89DD3-8A74-1210-8CAD-7C060848EF14}"/>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11" name="Freeform 167">
                    <a:extLst>
                      <a:ext uri="{FF2B5EF4-FFF2-40B4-BE49-F238E27FC236}">
                        <a16:creationId xmlns:a16="http://schemas.microsoft.com/office/drawing/2014/main" id="{356BBB33-0CC4-1507-5DAC-D7DAA9463AA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12" name="Freeform 168">
                    <a:extLst>
                      <a:ext uri="{FF2B5EF4-FFF2-40B4-BE49-F238E27FC236}">
                        <a16:creationId xmlns:a16="http://schemas.microsoft.com/office/drawing/2014/main" id="{4F770709-90EF-72E3-14AF-5C6424AA09C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13" name="Freeform 169">
                    <a:extLst>
                      <a:ext uri="{FF2B5EF4-FFF2-40B4-BE49-F238E27FC236}">
                        <a16:creationId xmlns:a16="http://schemas.microsoft.com/office/drawing/2014/main" id="{0C33464E-3C37-26B9-1603-D85F821D9F4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14" name="Freeform 170">
                    <a:extLst>
                      <a:ext uri="{FF2B5EF4-FFF2-40B4-BE49-F238E27FC236}">
                        <a16:creationId xmlns:a16="http://schemas.microsoft.com/office/drawing/2014/main" id="{96E64F3F-3136-D8F2-7BA0-13C06586486F}"/>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15" name="Freeform 171">
                    <a:extLst>
                      <a:ext uri="{FF2B5EF4-FFF2-40B4-BE49-F238E27FC236}">
                        <a16:creationId xmlns:a16="http://schemas.microsoft.com/office/drawing/2014/main" id="{9DE890DF-85D5-457F-FAF4-94EFAA5BDFE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216" name="Freeform 172">
                    <a:extLst>
                      <a:ext uri="{FF2B5EF4-FFF2-40B4-BE49-F238E27FC236}">
                        <a16:creationId xmlns:a16="http://schemas.microsoft.com/office/drawing/2014/main" id="{E8D2FBF1-9CE5-C7B2-A27D-BAB40086637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77204" name="WordArt 173">
              <a:extLst>
                <a:ext uri="{FF2B5EF4-FFF2-40B4-BE49-F238E27FC236}">
                  <a16:creationId xmlns:a16="http://schemas.microsoft.com/office/drawing/2014/main" id="{35B23FE7-4754-B44A-E25B-65A7E840CD59}"/>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bb0  </a:t>
              </a:r>
            </a:p>
          </p:txBody>
        </p:sp>
      </p:grpSp>
      <p:grpSp>
        <p:nvGrpSpPr>
          <p:cNvPr id="76823" name="Group 177">
            <a:extLst>
              <a:ext uri="{FF2B5EF4-FFF2-40B4-BE49-F238E27FC236}">
                <a16:creationId xmlns:a16="http://schemas.microsoft.com/office/drawing/2014/main" id="{F3684A20-47F0-94DB-7754-304A7DF69861}"/>
              </a:ext>
            </a:extLst>
          </p:cNvPr>
          <p:cNvGrpSpPr>
            <a:grpSpLocks/>
          </p:cNvGrpSpPr>
          <p:nvPr/>
        </p:nvGrpSpPr>
        <p:grpSpPr bwMode="auto">
          <a:xfrm>
            <a:off x="5991225" y="4200526"/>
            <a:ext cx="406400" cy="339725"/>
            <a:chOff x="144" y="3264"/>
            <a:chExt cx="288" cy="240"/>
          </a:xfrm>
        </p:grpSpPr>
        <p:sp>
          <p:nvSpPr>
            <p:cNvPr id="77201" name="Rectangle 178">
              <a:extLst>
                <a:ext uri="{FF2B5EF4-FFF2-40B4-BE49-F238E27FC236}">
                  <a16:creationId xmlns:a16="http://schemas.microsoft.com/office/drawing/2014/main" id="{FF57D8D2-79FC-D86C-3B6B-ECB8FC6740F2}"/>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77202" name="Rectangle 179">
              <a:extLst>
                <a:ext uri="{FF2B5EF4-FFF2-40B4-BE49-F238E27FC236}">
                  <a16:creationId xmlns:a16="http://schemas.microsoft.com/office/drawing/2014/main" id="{3B494BC0-B60A-9A3F-8855-085F2077FF3F}"/>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grpSp>
        <p:nvGrpSpPr>
          <p:cNvPr id="76824" name="Group 183">
            <a:extLst>
              <a:ext uri="{FF2B5EF4-FFF2-40B4-BE49-F238E27FC236}">
                <a16:creationId xmlns:a16="http://schemas.microsoft.com/office/drawing/2014/main" id="{9419B215-FC6D-3643-2C3D-1051CFFE2CB2}"/>
              </a:ext>
            </a:extLst>
          </p:cNvPr>
          <p:cNvGrpSpPr>
            <a:grpSpLocks/>
          </p:cNvGrpSpPr>
          <p:nvPr/>
        </p:nvGrpSpPr>
        <p:grpSpPr bwMode="auto">
          <a:xfrm>
            <a:off x="5991225" y="5126039"/>
            <a:ext cx="406400" cy="339725"/>
            <a:chOff x="144" y="3264"/>
            <a:chExt cx="288" cy="240"/>
          </a:xfrm>
        </p:grpSpPr>
        <p:sp>
          <p:nvSpPr>
            <p:cNvPr id="77199" name="Rectangle 184">
              <a:extLst>
                <a:ext uri="{FF2B5EF4-FFF2-40B4-BE49-F238E27FC236}">
                  <a16:creationId xmlns:a16="http://schemas.microsoft.com/office/drawing/2014/main" id="{DBA58412-C9FB-3903-890B-2741C3C86903}"/>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77200" name="Rectangle 185">
              <a:extLst>
                <a:ext uri="{FF2B5EF4-FFF2-40B4-BE49-F238E27FC236}">
                  <a16:creationId xmlns:a16="http://schemas.microsoft.com/office/drawing/2014/main" id="{F68BC8C4-31DB-5F2C-C6F4-65C6E7F28E15}"/>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3</a:t>
              </a:r>
            </a:p>
          </p:txBody>
        </p:sp>
      </p:grpSp>
      <p:sp>
        <p:nvSpPr>
          <p:cNvPr id="76825" name="Oval 18">
            <a:extLst>
              <a:ext uri="{FF2B5EF4-FFF2-40B4-BE49-F238E27FC236}">
                <a16:creationId xmlns:a16="http://schemas.microsoft.com/office/drawing/2014/main" id="{102AB0E2-A637-474F-371E-1A3AEFD2B247}"/>
              </a:ext>
            </a:extLst>
          </p:cNvPr>
          <p:cNvSpPr>
            <a:spLocks noChangeArrowheads="1"/>
          </p:cNvSpPr>
          <p:nvPr/>
        </p:nvSpPr>
        <p:spPr bwMode="auto">
          <a:xfrm flipH="1">
            <a:off x="4987925" y="466248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D</a:t>
            </a:r>
          </a:p>
        </p:txBody>
      </p:sp>
      <p:sp>
        <p:nvSpPr>
          <p:cNvPr id="76826" name="Oval 34">
            <a:extLst>
              <a:ext uri="{FF2B5EF4-FFF2-40B4-BE49-F238E27FC236}">
                <a16:creationId xmlns:a16="http://schemas.microsoft.com/office/drawing/2014/main" id="{A6B3C456-51AA-E19F-39EC-7774DD59361B}"/>
              </a:ext>
            </a:extLst>
          </p:cNvPr>
          <p:cNvSpPr>
            <a:spLocks noChangeArrowheads="1"/>
          </p:cNvSpPr>
          <p:nvPr/>
        </p:nvSpPr>
        <p:spPr bwMode="auto">
          <a:xfrm flipH="1">
            <a:off x="6035675" y="3806825"/>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A</a:t>
            </a:r>
          </a:p>
        </p:txBody>
      </p:sp>
      <p:sp>
        <p:nvSpPr>
          <p:cNvPr id="76827" name="Oval 42">
            <a:extLst>
              <a:ext uri="{FF2B5EF4-FFF2-40B4-BE49-F238E27FC236}">
                <a16:creationId xmlns:a16="http://schemas.microsoft.com/office/drawing/2014/main" id="{639E0579-E970-61DD-998E-B8049862A7DC}"/>
              </a:ext>
            </a:extLst>
          </p:cNvPr>
          <p:cNvSpPr>
            <a:spLocks noChangeArrowheads="1"/>
          </p:cNvSpPr>
          <p:nvPr/>
        </p:nvSpPr>
        <p:spPr bwMode="auto">
          <a:xfrm flipH="1">
            <a:off x="7165975" y="466248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B</a:t>
            </a:r>
          </a:p>
        </p:txBody>
      </p:sp>
      <p:sp>
        <p:nvSpPr>
          <p:cNvPr id="76828" name="Oval 26">
            <a:extLst>
              <a:ext uri="{FF2B5EF4-FFF2-40B4-BE49-F238E27FC236}">
                <a16:creationId xmlns:a16="http://schemas.microsoft.com/office/drawing/2014/main" id="{A5210688-FD95-504C-6819-490BF5A1A0F8}"/>
              </a:ext>
            </a:extLst>
          </p:cNvPr>
          <p:cNvSpPr>
            <a:spLocks noChangeArrowheads="1"/>
          </p:cNvSpPr>
          <p:nvPr/>
        </p:nvSpPr>
        <p:spPr bwMode="auto">
          <a:xfrm flipH="1">
            <a:off x="6035675" y="555783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C</a:t>
            </a:r>
          </a:p>
        </p:txBody>
      </p:sp>
      <p:sp>
        <p:nvSpPr>
          <p:cNvPr id="76829" name="AutoShape 199">
            <a:extLst>
              <a:ext uri="{FF2B5EF4-FFF2-40B4-BE49-F238E27FC236}">
                <a16:creationId xmlns:a16="http://schemas.microsoft.com/office/drawing/2014/main" id="{8D824EFE-8A12-31CC-0EB3-814C9CCF7671}"/>
              </a:ext>
            </a:extLst>
          </p:cNvPr>
          <p:cNvSpPr>
            <a:spLocks noChangeArrowheads="1"/>
          </p:cNvSpPr>
          <p:nvPr/>
        </p:nvSpPr>
        <p:spPr bwMode="auto">
          <a:xfrm>
            <a:off x="3503614" y="3876676"/>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0.0.0.0</a:t>
            </a:r>
          </a:p>
        </p:txBody>
      </p:sp>
      <p:sp>
        <p:nvSpPr>
          <p:cNvPr id="76830" name="Line 246">
            <a:extLst>
              <a:ext uri="{FF2B5EF4-FFF2-40B4-BE49-F238E27FC236}">
                <a16:creationId xmlns:a16="http://schemas.microsoft.com/office/drawing/2014/main" id="{55E31C3B-91FC-E418-7684-0A368540AEB0}"/>
              </a:ext>
            </a:extLst>
          </p:cNvPr>
          <p:cNvSpPr>
            <a:spLocks noChangeShapeType="1"/>
          </p:cNvSpPr>
          <p:nvPr/>
        </p:nvSpPr>
        <p:spPr bwMode="auto">
          <a:xfrm>
            <a:off x="3998913" y="1871664"/>
            <a:ext cx="1041400" cy="19208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76831" name="Group 248">
            <a:extLst>
              <a:ext uri="{FF2B5EF4-FFF2-40B4-BE49-F238E27FC236}">
                <a16:creationId xmlns:a16="http://schemas.microsoft.com/office/drawing/2014/main" id="{6EE8B2E0-F421-CEF7-E592-2A0011624422}"/>
              </a:ext>
            </a:extLst>
          </p:cNvPr>
          <p:cNvGrpSpPr>
            <a:grpSpLocks/>
          </p:cNvGrpSpPr>
          <p:nvPr/>
        </p:nvGrpSpPr>
        <p:grpSpPr bwMode="auto">
          <a:xfrm>
            <a:off x="3970338" y="2028826"/>
            <a:ext cx="406400" cy="339725"/>
            <a:chOff x="144" y="3264"/>
            <a:chExt cx="288" cy="240"/>
          </a:xfrm>
        </p:grpSpPr>
        <p:sp>
          <p:nvSpPr>
            <p:cNvPr id="77197" name="Rectangle 249">
              <a:extLst>
                <a:ext uri="{FF2B5EF4-FFF2-40B4-BE49-F238E27FC236}">
                  <a16:creationId xmlns:a16="http://schemas.microsoft.com/office/drawing/2014/main" id="{7B6B7D30-92D1-BCAD-3196-5C67F427161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77198" name="Rectangle 250">
              <a:extLst>
                <a:ext uri="{FF2B5EF4-FFF2-40B4-BE49-F238E27FC236}">
                  <a16:creationId xmlns:a16="http://schemas.microsoft.com/office/drawing/2014/main" id="{8261959A-F1B9-55C4-08D0-3728351A1A78}"/>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76832" name="Group 251">
            <a:extLst>
              <a:ext uri="{FF2B5EF4-FFF2-40B4-BE49-F238E27FC236}">
                <a16:creationId xmlns:a16="http://schemas.microsoft.com/office/drawing/2014/main" id="{CFFE08C5-D8EE-8D16-88E5-1A7E9E32635C}"/>
              </a:ext>
            </a:extLst>
          </p:cNvPr>
          <p:cNvGrpSpPr>
            <a:grpSpLocks/>
          </p:cNvGrpSpPr>
          <p:nvPr/>
        </p:nvGrpSpPr>
        <p:grpSpPr bwMode="auto">
          <a:xfrm>
            <a:off x="4656138" y="3263901"/>
            <a:ext cx="406400" cy="339725"/>
            <a:chOff x="144" y="3264"/>
            <a:chExt cx="288" cy="240"/>
          </a:xfrm>
        </p:grpSpPr>
        <p:sp>
          <p:nvSpPr>
            <p:cNvPr id="77195" name="Rectangle 252">
              <a:extLst>
                <a:ext uri="{FF2B5EF4-FFF2-40B4-BE49-F238E27FC236}">
                  <a16:creationId xmlns:a16="http://schemas.microsoft.com/office/drawing/2014/main" id="{79A6AA6A-EF8F-796E-0D0F-DDFBDBE67E22}"/>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eth2</a:t>
              </a:r>
            </a:p>
          </p:txBody>
        </p:sp>
        <p:sp>
          <p:nvSpPr>
            <p:cNvPr id="77196" name="Rectangle 253">
              <a:extLst>
                <a:ext uri="{FF2B5EF4-FFF2-40B4-BE49-F238E27FC236}">
                  <a16:creationId xmlns:a16="http://schemas.microsoft.com/office/drawing/2014/main" id="{72FD25B0-585D-D0D5-7429-96746678AC87}"/>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76833" name="Line 255">
            <a:extLst>
              <a:ext uri="{FF2B5EF4-FFF2-40B4-BE49-F238E27FC236}">
                <a16:creationId xmlns:a16="http://schemas.microsoft.com/office/drawing/2014/main" id="{32AA7211-77CC-BEB9-B5E0-1C90BE6C23DB}"/>
              </a:ext>
            </a:extLst>
          </p:cNvPr>
          <p:cNvSpPr>
            <a:spLocks noChangeShapeType="1"/>
          </p:cNvSpPr>
          <p:nvPr/>
        </p:nvSpPr>
        <p:spPr bwMode="auto">
          <a:xfrm flipH="1">
            <a:off x="3575051" y="2903538"/>
            <a:ext cx="747713" cy="16510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76834" name="Oval 247">
            <a:extLst>
              <a:ext uri="{FF2B5EF4-FFF2-40B4-BE49-F238E27FC236}">
                <a16:creationId xmlns:a16="http://schemas.microsoft.com/office/drawing/2014/main" id="{ED26D8D8-1935-A3F5-EBA1-384D39C54363}"/>
              </a:ext>
            </a:extLst>
          </p:cNvPr>
          <p:cNvSpPr>
            <a:spLocks noChangeArrowheads="1"/>
          </p:cNvSpPr>
          <p:nvPr/>
        </p:nvSpPr>
        <p:spPr bwMode="auto">
          <a:xfrm flipH="1">
            <a:off x="4351338" y="269240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E</a:t>
            </a:r>
          </a:p>
        </p:txBody>
      </p:sp>
      <p:sp>
        <p:nvSpPr>
          <p:cNvPr id="76835" name="Text Box 254">
            <a:extLst>
              <a:ext uri="{FF2B5EF4-FFF2-40B4-BE49-F238E27FC236}">
                <a16:creationId xmlns:a16="http://schemas.microsoft.com/office/drawing/2014/main" id="{7627A325-70AF-4D92-E4BE-DFBA87F08CC8}"/>
              </a:ext>
            </a:extLst>
          </p:cNvPr>
          <p:cNvSpPr txBox="1">
            <a:spLocks noChangeArrowheads="1"/>
          </p:cNvSpPr>
          <p:nvPr/>
        </p:nvSpPr>
        <p:spPr bwMode="auto">
          <a:xfrm>
            <a:off x="2963863" y="2876551"/>
            <a:ext cx="1187450"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100.0.0.0/30</a:t>
            </a:r>
          </a:p>
        </p:txBody>
      </p:sp>
      <p:sp>
        <p:nvSpPr>
          <p:cNvPr id="76836" name="AutoShape 257">
            <a:extLst>
              <a:ext uri="{FF2B5EF4-FFF2-40B4-BE49-F238E27FC236}">
                <a16:creationId xmlns:a16="http://schemas.microsoft.com/office/drawing/2014/main" id="{D8CB681B-096B-B4E2-3ECC-DA6506746DFD}"/>
              </a:ext>
            </a:extLst>
          </p:cNvPr>
          <p:cNvSpPr>
            <a:spLocks noChangeArrowheads="1"/>
          </p:cNvSpPr>
          <p:nvPr/>
        </p:nvSpPr>
        <p:spPr bwMode="auto">
          <a:xfrm>
            <a:off x="2868614" y="157164"/>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1.1.1.1</a:t>
            </a:r>
          </a:p>
        </p:txBody>
      </p:sp>
      <p:sp>
        <p:nvSpPr>
          <p:cNvPr id="76837" name="AutoShape 342">
            <a:extLst>
              <a:ext uri="{FF2B5EF4-FFF2-40B4-BE49-F238E27FC236}">
                <a16:creationId xmlns:a16="http://schemas.microsoft.com/office/drawing/2014/main" id="{27781C4C-3EC3-0DE4-43CA-69DA83BDB732}"/>
              </a:ext>
            </a:extLst>
          </p:cNvPr>
          <p:cNvSpPr>
            <a:spLocks noChangeArrowheads="1"/>
          </p:cNvSpPr>
          <p:nvPr/>
        </p:nvSpPr>
        <p:spPr bwMode="auto">
          <a:xfrm>
            <a:off x="5927725" y="225426"/>
            <a:ext cx="1011238"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2.2.2.2</a:t>
            </a:r>
          </a:p>
        </p:txBody>
      </p:sp>
      <p:sp>
        <p:nvSpPr>
          <p:cNvPr id="76838" name="AutoShape 343">
            <a:extLst>
              <a:ext uri="{FF2B5EF4-FFF2-40B4-BE49-F238E27FC236}">
                <a16:creationId xmlns:a16="http://schemas.microsoft.com/office/drawing/2014/main" id="{543707C8-EE7E-DBD1-F6EB-CF2E6A0F50A7}"/>
              </a:ext>
            </a:extLst>
          </p:cNvPr>
          <p:cNvSpPr>
            <a:spLocks noChangeArrowheads="1"/>
          </p:cNvSpPr>
          <p:nvPr/>
        </p:nvSpPr>
        <p:spPr bwMode="auto">
          <a:xfrm>
            <a:off x="9551989" y="44451"/>
            <a:ext cx="1011237" cy="415925"/>
          </a:xfrm>
          <a:prstGeom prst="roundRect">
            <a:avLst>
              <a:gd name="adj" fmla="val 16667"/>
            </a:avLst>
          </a:prstGeom>
          <a:solidFill>
            <a:schemeClr val="tx1"/>
          </a:solidFill>
          <a:ln w="9525">
            <a:solidFill>
              <a:schemeClr val="tx1"/>
            </a:solidFill>
            <a:round/>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800" b="1">
                <a:solidFill>
                  <a:schemeClr val="bg1"/>
                </a:solidFill>
              </a:rPr>
              <a:t>3.3.3.3</a:t>
            </a:r>
          </a:p>
        </p:txBody>
      </p:sp>
      <p:sp>
        <p:nvSpPr>
          <p:cNvPr id="76839" name="Freeform 346">
            <a:extLst>
              <a:ext uri="{FF2B5EF4-FFF2-40B4-BE49-F238E27FC236}">
                <a16:creationId xmlns:a16="http://schemas.microsoft.com/office/drawing/2014/main" id="{77C3FCB5-9382-0456-72F7-8DA0E2983801}"/>
              </a:ext>
            </a:extLst>
          </p:cNvPr>
          <p:cNvSpPr>
            <a:spLocks/>
          </p:cNvSpPr>
          <p:nvPr/>
        </p:nvSpPr>
        <p:spPr bwMode="auto">
          <a:xfrm>
            <a:off x="2927350" y="1052514"/>
            <a:ext cx="1081088" cy="720725"/>
          </a:xfrm>
          <a:custGeom>
            <a:avLst/>
            <a:gdLst>
              <a:gd name="T0" fmla="*/ 0 w 681"/>
              <a:gd name="T1" fmla="*/ 0 h 454"/>
              <a:gd name="T2" fmla="*/ 1716227994 w 681"/>
              <a:gd name="T3" fmla="*/ 0 h 454"/>
              <a:gd name="T4" fmla="*/ 1716227994 w 681"/>
              <a:gd name="T5" fmla="*/ 1144150938 h 454"/>
              <a:gd name="T6" fmla="*/ 0 60000 65536"/>
              <a:gd name="T7" fmla="*/ 0 60000 65536"/>
              <a:gd name="T8" fmla="*/ 0 60000 65536"/>
              <a:gd name="T9" fmla="*/ 0 w 681"/>
              <a:gd name="T10" fmla="*/ 0 h 454"/>
              <a:gd name="T11" fmla="*/ 681 w 681"/>
              <a:gd name="T12" fmla="*/ 454 h 454"/>
            </a:gdLst>
            <a:ahLst/>
            <a:cxnLst>
              <a:cxn ang="T6">
                <a:pos x="T0" y="T1"/>
              </a:cxn>
              <a:cxn ang="T7">
                <a:pos x="T2" y="T3"/>
              </a:cxn>
              <a:cxn ang="T8">
                <a:pos x="T4" y="T5"/>
              </a:cxn>
            </a:cxnLst>
            <a:rect l="T9" t="T10" r="T11" b="T12"/>
            <a:pathLst>
              <a:path w="681" h="454">
                <a:moveTo>
                  <a:pt x="0" y="0"/>
                </a:moveTo>
                <a:lnTo>
                  <a:pt x="681" y="0"/>
                </a:lnTo>
                <a:lnTo>
                  <a:pt x="681" y="454"/>
                </a:lnTo>
              </a:path>
            </a:pathLst>
          </a:custGeom>
          <a:noFill/>
          <a:ln w="19050"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en-GB"/>
          </a:p>
        </p:txBody>
      </p:sp>
      <p:grpSp>
        <p:nvGrpSpPr>
          <p:cNvPr id="76840" name="Group 200">
            <a:extLst>
              <a:ext uri="{FF2B5EF4-FFF2-40B4-BE49-F238E27FC236}">
                <a16:creationId xmlns:a16="http://schemas.microsoft.com/office/drawing/2014/main" id="{C9F1879C-0E61-E9BD-DA59-FFD6FE426235}"/>
              </a:ext>
            </a:extLst>
          </p:cNvPr>
          <p:cNvGrpSpPr>
            <a:grpSpLocks noChangeAspect="1"/>
          </p:cNvGrpSpPr>
          <p:nvPr/>
        </p:nvGrpSpPr>
        <p:grpSpPr bwMode="auto">
          <a:xfrm>
            <a:off x="3636963" y="1512889"/>
            <a:ext cx="723900" cy="460375"/>
            <a:chOff x="3312" y="2160"/>
            <a:chExt cx="960" cy="528"/>
          </a:xfrm>
        </p:grpSpPr>
        <p:grpSp>
          <p:nvGrpSpPr>
            <p:cNvPr id="77173" name="Group 201">
              <a:extLst>
                <a:ext uri="{FF2B5EF4-FFF2-40B4-BE49-F238E27FC236}">
                  <a16:creationId xmlns:a16="http://schemas.microsoft.com/office/drawing/2014/main" id="{F9692319-CE1E-47F8-A899-7D21EE31BCF0}"/>
                </a:ext>
              </a:extLst>
            </p:cNvPr>
            <p:cNvGrpSpPr>
              <a:grpSpLocks noChangeAspect="1"/>
            </p:cNvGrpSpPr>
            <p:nvPr/>
          </p:nvGrpSpPr>
          <p:grpSpPr bwMode="auto">
            <a:xfrm>
              <a:off x="3312" y="2160"/>
              <a:ext cx="960" cy="528"/>
              <a:chOff x="3312" y="2160"/>
              <a:chExt cx="960" cy="528"/>
            </a:xfrm>
          </p:grpSpPr>
          <p:sp>
            <p:nvSpPr>
              <p:cNvPr id="77175" name="AutoShape 202">
                <a:extLst>
                  <a:ext uri="{FF2B5EF4-FFF2-40B4-BE49-F238E27FC236}">
                    <a16:creationId xmlns:a16="http://schemas.microsoft.com/office/drawing/2014/main" id="{446AF845-0123-FEC1-971D-9E35B8228D50}"/>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77176" name="Group 203">
                <a:extLst>
                  <a:ext uri="{FF2B5EF4-FFF2-40B4-BE49-F238E27FC236}">
                    <a16:creationId xmlns:a16="http://schemas.microsoft.com/office/drawing/2014/main" id="{0ADBEF34-B842-A94F-B655-EA7CBED29782}"/>
                  </a:ext>
                </a:extLst>
              </p:cNvPr>
              <p:cNvGrpSpPr>
                <a:grpSpLocks noChangeAspect="1"/>
              </p:cNvGrpSpPr>
              <p:nvPr/>
            </p:nvGrpSpPr>
            <p:grpSpPr bwMode="auto">
              <a:xfrm>
                <a:off x="3488" y="2193"/>
                <a:ext cx="599" cy="207"/>
                <a:chOff x="422" y="1632"/>
                <a:chExt cx="829" cy="298"/>
              </a:xfrm>
            </p:grpSpPr>
            <p:grpSp>
              <p:nvGrpSpPr>
                <p:cNvPr id="77177" name="Group 204">
                  <a:extLst>
                    <a:ext uri="{FF2B5EF4-FFF2-40B4-BE49-F238E27FC236}">
                      <a16:creationId xmlns:a16="http://schemas.microsoft.com/office/drawing/2014/main" id="{A1589E9C-ED4A-4F0E-8465-8157CBE6E65F}"/>
                    </a:ext>
                  </a:extLst>
                </p:cNvPr>
                <p:cNvGrpSpPr>
                  <a:grpSpLocks noChangeAspect="1"/>
                </p:cNvGrpSpPr>
                <p:nvPr/>
              </p:nvGrpSpPr>
              <p:grpSpPr bwMode="auto">
                <a:xfrm>
                  <a:off x="422" y="1632"/>
                  <a:ext cx="822" cy="291"/>
                  <a:chOff x="422" y="1632"/>
                  <a:chExt cx="822" cy="291"/>
                </a:xfrm>
              </p:grpSpPr>
              <p:sp>
                <p:nvSpPr>
                  <p:cNvPr id="77187" name="Freeform 205">
                    <a:extLst>
                      <a:ext uri="{FF2B5EF4-FFF2-40B4-BE49-F238E27FC236}">
                        <a16:creationId xmlns:a16="http://schemas.microsoft.com/office/drawing/2014/main" id="{3B024BEA-9C7B-AF62-340B-ECAF819FC9FA}"/>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88" name="Freeform 206">
                    <a:extLst>
                      <a:ext uri="{FF2B5EF4-FFF2-40B4-BE49-F238E27FC236}">
                        <a16:creationId xmlns:a16="http://schemas.microsoft.com/office/drawing/2014/main" id="{46D0D2D5-2CAB-2DAD-0301-17F701EA3EA2}"/>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89" name="Freeform 207">
                    <a:extLst>
                      <a:ext uri="{FF2B5EF4-FFF2-40B4-BE49-F238E27FC236}">
                        <a16:creationId xmlns:a16="http://schemas.microsoft.com/office/drawing/2014/main" id="{8B9AEFA5-00B2-770E-2CD4-017C85CCABDF}"/>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90" name="Freeform 208">
                    <a:extLst>
                      <a:ext uri="{FF2B5EF4-FFF2-40B4-BE49-F238E27FC236}">
                        <a16:creationId xmlns:a16="http://schemas.microsoft.com/office/drawing/2014/main" id="{1C0169CB-847C-46DA-81CB-D1551F8C100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91" name="Freeform 209">
                    <a:extLst>
                      <a:ext uri="{FF2B5EF4-FFF2-40B4-BE49-F238E27FC236}">
                        <a16:creationId xmlns:a16="http://schemas.microsoft.com/office/drawing/2014/main" id="{42B38304-48A6-4AA3-3C59-0B6D84503AE1}"/>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92" name="Freeform 210">
                    <a:extLst>
                      <a:ext uri="{FF2B5EF4-FFF2-40B4-BE49-F238E27FC236}">
                        <a16:creationId xmlns:a16="http://schemas.microsoft.com/office/drawing/2014/main" id="{3D0108D3-FA7C-7157-211C-617EDCB283A4}"/>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93" name="Freeform 211">
                    <a:extLst>
                      <a:ext uri="{FF2B5EF4-FFF2-40B4-BE49-F238E27FC236}">
                        <a16:creationId xmlns:a16="http://schemas.microsoft.com/office/drawing/2014/main" id="{DBCFBBFD-F42C-9F2C-6659-CB6B6BDD46C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94" name="Freeform 212">
                    <a:extLst>
                      <a:ext uri="{FF2B5EF4-FFF2-40B4-BE49-F238E27FC236}">
                        <a16:creationId xmlns:a16="http://schemas.microsoft.com/office/drawing/2014/main" id="{308D22C2-FD54-8B7A-2D5A-69EAA823E890}"/>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77178" name="Group 213">
                  <a:extLst>
                    <a:ext uri="{FF2B5EF4-FFF2-40B4-BE49-F238E27FC236}">
                      <a16:creationId xmlns:a16="http://schemas.microsoft.com/office/drawing/2014/main" id="{F4478D0B-EB2E-863A-DB0B-B959794825E6}"/>
                    </a:ext>
                  </a:extLst>
                </p:cNvPr>
                <p:cNvGrpSpPr>
                  <a:grpSpLocks noChangeAspect="1"/>
                </p:cNvGrpSpPr>
                <p:nvPr/>
              </p:nvGrpSpPr>
              <p:grpSpPr bwMode="auto">
                <a:xfrm>
                  <a:off x="429" y="1639"/>
                  <a:ext cx="822" cy="291"/>
                  <a:chOff x="429" y="1639"/>
                  <a:chExt cx="822" cy="291"/>
                </a:xfrm>
              </p:grpSpPr>
              <p:sp>
                <p:nvSpPr>
                  <p:cNvPr id="77179" name="Freeform 214">
                    <a:extLst>
                      <a:ext uri="{FF2B5EF4-FFF2-40B4-BE49-F238E27FC236}">
                        <a16:creationId xmlns:a16="http://schemas.microsoft.com/office/drawing/2014/main" id="{9D7B09E6-0B45-BDD5-B876-AA4EA63C806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80" name="Freeform 215">
                    <a:extLst>
                      <a:ext uri="{FF2B5EF4-FFF2-40B4-BE49-F238E27FC236}">
                        <a16:creationId xmlns:a16="http://schemas.microsoft.com/office/drawing/2014/main" id="{D3EC4150-3782-3AFC-C7A5-4BA253707DB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81" name="Freeform 216">
                    <a:extLst>
                      <a:ext uri="{FF2B5EF4-FFF2-40B4-BE49-F238E27FC236}">
                        <a16:creationId xmlns:a16="http://schemas.microsoft.com/office/drawing/2014/main" id="{DF3CF743-43B3-B103-F9F0-692273D2B0EF}"/>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82" name="Freeform 217">
                    <a:extLst>
                      <a:ext uri="{FF2B5EF4-FFF2-40B4-BE49-F238E27FC236}">
                        <a16:creationId xmlns:a16="http://schemas.microsoft.com/office/drawing/2014/main" id="{1F29C79C-FD1A-C043-8776-7FFC0B6D9324}"/>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83" name="Freeform 218">
                    <a:extLst>
                      <a:ext uri="{FF2B5EF4-FFF2-40B4-BE49-F238E27FC236}">
                        <a16:creationId xmlns:a16="http://schemas.microsoft.com/office/drawing/2014/main" id="{EBFAD407-CB4B-DE9B-23AB-0E93918FCCFE}"/>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84" name="Freeform 219">
                    <a:extLst>
                      <a:ext uri="{FF2B5EF4-FFF2-40B4-BE49-F238E27FC236}">
                        <a16:creationId xmlns:a16="http://schemas.microsoft.com/office/drawing/2014/main" id="{96174C9B-E7FE-380E-AB39-CD4D4303845B}"/>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85" name="Freeform 220">
                    <a:extLst>
                      <a:ext uri="{FF2B5EF4-FFF2-40B4-BE49-F238E27FC236}">
                        <a16:creationId xmlns:a16="http://schemas.microsoft.com/office/drawing/2014/main" id="{C37A5CC5-3704-6FC1-1F67-27371BDC0E1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86" name="Freeform 221">
                    <a:extLst>
                      <a:ext uri="{FF2B5EF4-FFF2-40B4-BE49-F238E27FC236}">
                        <a16:creationId xmlns:a16="http://schemas.microsoft.com/office/drawing/2014/main" id="{5A10EF31-803B-E823-45FB-4B2CD7327F91}"/>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77174" name="WordArt 222">
              <a:extLst>
                <a:ext uri="{FF2B5EF4-FFF2-40B4-BE49-F238E27FC236}">
                  <a16:creationId xmlns:a16="http://schemas.microsoft.com/office/drawing/2014/main" id="{AD252BC9-4B3D-7921-592F-0BB0DE967F44}"/>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r1  </a:t>
              </a:r>
            </a:p>
          </p:txBody>
        </p:sp>
      </p:grpSp>
      <p:grpSp>
        <p:nvGrpSpPr>
          <p:cNvPr id="76841" name="Group 350">
            <a:extLst>
              <a:ext uri="{FF2B5EF4-FFF2-40B4-BE49-F238E27FC236}">
                <a16:creationId xmlns:a16="http://schemas.microsoft.com/office/drawing/2014/main" id="{D6DB374F-DDA8-DD03-A3A9-531570617F8E}"/>
              </a:ext>
            </a:extLst>
          </p:cNvPr>
          <p:cNvGrpSpPr>
            <a:grpSpLocks/>
          </p:cNvGrpSpPr>
          <p:nvPr/>
        </p:nvGrpSpPr>
        <p:grpSpPr bwMode="auto">
          <a:xfrm>
            <a:off x="3313113" y="857251"/>
            <a:ext cx="406400" cy="339725"/>
            <a:chOff x="144" y="3264"/>
            <a:chExt cx="288" cy="240"/>
          </a:xfrm>
        </p:grpSpPr>
        <p:sp>
          <p:nvSpPr>
            <p:cNvPr id="77171" name="Rectangle 351">
              <a:extLst>
                <a:ext uri="{FF2B5EF4-FFF2-40B4-BE49-F238E27FC236}">
                  <a16:creationId xmlns:a16="http://schemas.microsoft.com/office/drawing/2014/main" id="{CDDE9596-DC68-6A8E-10C2-208DE3CFA4B0}"/>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77172" name="Rectangle 352">
              <a:extLst>
                <a:ext uri="{FF2B5EF4-FFF2-40B4-BE49-F238E27FC236}">
                  <a16:creationId xmlns:a16="http://schemas.microsoft.com/office/drawing/2014/main" id="{ABD044DE-43D7-9C87-C4DD-29346BB5E1A0}"/>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76842" name="Group 347">
            <a:extLst>
              <a:ext uri="{FF2B5EF4-FFF2-40B4-BE49-F238E27FC236}">
                <a16:creationId xmlns:a16="http://schemas.microsoft.com/office/drawing/2014/main" id="{2407798E-94C5-634D-D31A-698F7F91DF63}"/>
              </a:ext>
            </a:extLst>
          </p:cNvPr>
          <p:cNvGrpSpPr>
            <a:grpSpLocks/>
          </p:cNvGrpSpPr>
          <p:nvPr/>
        </p:nvGrpSpPr>
        <p:grpSpPr bwMode="auto">
          <a:xfrm>
            <a:off x="4176713" y="1144589"/>
            <a:ext cx="406400" cy="339725"/>
            <a:chOff x="144" y="3264"/>
            <a:chExt cx="288" cy="240"/>
          </a:xfrm>
        </p:grpSpPr>
        <p:sp>
          <p:nvSpPr>
            <p:cNvPr id="77169" name="Rectangle 348">
              <a:extLst>
                <a:ext uri="{FF2B5EF4-FFF2-40B4-BE49-F238E27FC236}">
                  <a16:creationId xmlns:a16="http://schemas.microsoft.com/office/drawing/2014/main" id="{B17EC637-3989-9B19-9918-CDC6E23036A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77170" name="Rectangle 349">
              <a:extLst>
                <a:ext uri="{FF2B5EF4-FFF2-40B4-BE49-F238E27FC236}">
                  <a16:creationId xmlns:a16="http://schemas.microsoft.com/office/drawing/2014/main" id="{B7BAB6CC-2C9F-FEF0-FCB3-832A6CF9256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76843" name="Line 360">
            <a:extLst>
              <a:ext uri="{FF2B5EF4-FFF2-40B4-BE49-F238E27FC236}">
                <a16:creationId xmlns:a16="http://schemas.microsoft.com/office/drawing/2014/main" id="{088DBC62-C2B7-5989-2588-5AFEF9D75718}"/>
              </a:ext>
            </a:extLst>
          </p:cNvPr>
          <p:cNvSpPr>
            <a:spLocks noChangeShapeType="1"/>
          </p:cNvSpPr>
          <p:nvPr/>
        </p:nvSpPr>
        <p:spPr bwMode="auto">
          <a:xfrm>
            <a:off x="2886075" y="1196975"/>
            <a:ext cx="0" cy="719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76844" name="Line 363">
            <a:extLst>
              <a:ext uri="{FF2B5EF4-FFF2-40B4-BE49-F238E27FC236}">
                <a16:creationId xmlns:a16="http://schemas.microsoft.com/office/drawing/2014/main" id="{2936E7C0-2AF0-FB4D-93FD-20CB1FDE10EC}"/>
              </a:ext>
            </a:extLst>
          </p:cNvPr>
          <p:cNvSpPr>
            <a:spLocks noChangeShapeType="1"/>
          </p:cNvSpPr>
          <p:nvPr/>
        </p:nvSpPr>
        <p:spPr bwMode="auto">
          <a:xfrm flipH="1">
            <a:off x="4008438" y="333375"/>
            <a:ext cx="431800" cy="719138"/>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76845" name="Oval 353">
            <a:extLst>
              <a:ext uri="{FF2B5EF4-FFF2-40B4-BE49-F238E27FC236}">
                <a16:creationId xmlns:a16="http://schemas.microsoft.com/office/drawing/2014/main" id="{37958620-C517-45B7-58AB-F9AD5C5BED42}"/>
              </a:ext>
            </a:extLst>
          </p:cNvPr>
          <p:cNvSpPr>
            <a:spLocks noChangeArrowheads="1"/>
          </p:cNvSpPr>
          <p:nvPr/>
        </p:nvSpPr>
        <p:spPr bwMode="auto">
          <a:xfrm flipH="1">
            <a:off x="3859213" y="90805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I</a:t>
            </a:r>
          </a:p>
        </p:txBody>
      </p:sp>
      <p:sp>
        <p:nvSpPr>
          <p:cNvPr id="76846" name="Text Box 362">
            <a:extLst>
              <a:ext uri="{FF2B5EF4-FFF2-40B4-BE49-F238E27FC236}">
                <a16:creationId xmlns:a16="http://schemas.microsoft.com/office/drawing/2014/main" id="{87FE16B0-F11F-4DED-3ACF-CB7A3B5C849C}"/>
              </a:ext>
            </a:extLst>
          </p:cNvPr>
          <p:cNvSpPr txBox="1">
            <a:spLocks noChangeArrowheads="1"/>
          </p:cNvSpPr>
          <p:nvPr/>
        </p:nvSpPr>
        <p:spPr bwMode="auto">
          <a:xfrm>
            <a:off x="4149725" y="188913"/>
            <a:ext cx="1187450"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200.0.0.0/30</a:t>
            </a:r>
          </a:p>
        </p:txBody>
      </p:sp>
      <p:grpSp>
        <p:nvGrpSpPr>
          <p:cNvPr id="76847" name="Group 223">
            <a:extLst>
              <a:ext uri="{FF2B5EF4-FFF2-40B4-BE49-F238E27FC236}">
                <a16:creationId xmlns:a16="http://schemas.microsoft.com/office/drawing/2014/main" id="{E4E16F5A-72A8-CB3A-2E43-7B977CE908FE}"/>
              </a:ext>
            </a:extLst>
          </p:cNvPr>
          <p:cNvGrpSpPr>
            <a:grpSpLocks noChangeAspect="1"/>
          </p:cNvGrpSpPr>
          <p:nvPr/>
        </p:nvGrpSpPr>
        <p:grpSpPr bwMode="auto">
          <a:xfrm>
            <a:off x="2524125" y="881064"/>
            <a:ext cx="723900" cy="460375"/>
            <a:chOff x="3312" y="2160"/>
            <a:chExt cx="960" cy="528"/>
          </a:xfrm>
        </p:grpSpPr>
        <p:grpSp>
          <p:nvGrpSpPr>
            <p:cNvPr id="77147" name="Group 224">
              <a:extLst>
                <a:ext uri="{FF2B5EF4-FFF2-40B4-BE49-F238E27FC236}">
                  <a16:creationId xmlns:a16="http://schemas.microsoft.com/office/drawing/2014/main" id="{3D07D433-5AF4-FD0E-CD23-149064EAC469}"/>
                </a:ext>
              </a:extLst>
            </p:cNvPr>
            <p:cNvGrpSpPr>
              <a:grpSpLocks noChangeAspect="1"/>
            </p:cNvGrpSpPr>
            <p:nvPr/>
          </p:nvGrpSpPr>
          <p:grpSpPr bwMode="auto">
            <a:xfrm>
              <a:off x="3312" y="2160"/>
              <a:ext cx="960" cy="528"/>
              <a:chOff x="3312" y="2160"/>
              <a:chExt cx="960" cy="528"/>
            </a:xfrm>
          </p:grpSpPr>
          <p:sp>
            <p:nvSpPr>
              <p:cNvPr id="77149" name="AutoShape 225">
                <a:extLst>
                  <a:ext uri="{FF2B5EF4-FFF2-40B4-BE49-F238E27FC236}">
                    <a16:creationId xmlns:a16="http://schemas.microsoft.com/office/drawing/2014/main" id="{3A53C46D-006B-70D6-8E56-3F916D0E84C4}"/>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77150" name="Group 226">
                <a:extLst>
                  <a:ext uri="{FF2B5EF4-FFF2-40B4-BE49-F238E27FC236}">
                    <a16:creationId xmlns:a16="http://schemas.microsoft.com/office/drawing/2014/main" id="{4A9B07FF-7C8C-1BBF-27F1-4D0FFAF4E1F6}"/>
                  </a:ext>
                </a:extLst>
              </p:cNvPr>
              <p:cNvGrpSpPr>
                <a:grpSpLocks noChangeAspect="1"/>
              </p:cNvGrpSpPr>
              <p:nvPr/>
            </p:nvGrpSpPr>
            <p:grpSpPr bwMode="auto">
              <a:xfrm>
                <a:off x="3488" y="2193"/>
                <a:ext cx="599" cy="207"/>
                <a:chOff x="422" y="1632"/>
                <a:chExt cx="829" cy="298"/>
              </a:xfrm>
            </p:grpSpPr>
            <p:grpSp>
              <p:nvGrpSpPr>
                <p:cNvPr id="77151" name="Group 227">
                  <a:extLst>
                    <a:ext uri="{FF2B5EF4-FFF2-40B4-BE49-F238E27FC236}">
                      <a16:creationId xmlns:a16="http://schemas.microsoft.com/office/drawing/2014/main" id="{EC4CEC19-E49E-952F-A242-404099AE2844}"/>
                    </a:ext>
                  </a:extLst>
                </p:cNvPr>
                <p:cNvGrpSpPr>
                  <a:grpSpLocks noChangeAspect="1"/>
                </p:cNvGrpSpPr>
                <p:nvPr/>
              </p:nvGrpSpPr>
              <p:grpSpPr bwMode="auto">
                <a:xfrm>
                  <a:off x="422" y="1632"/>
                  <a:ext cx="822" cy="291"/>
                  <a:chOff x="422" y="1632"/>
                  <a:chExt cx="822" cy="291"/>
                </a:xfrm>
              </p:grpSpPr>
              <p:sp>
                <p:nvSpPr>
                  <p:cNvPr id="77161" name="Freeform 228">
                    <a:extLst>
                      <a:ext uri="{FF2B5EF4-FFF2-40B4-BE49-F238E27FC236}">
                        <a16:creationId xmlns:a16="http://schemas.microsoft.com/office/drawing/2014/main" id="{E0ECB542-378B-ED36-99E6-7144CDB6CD1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62" name="Freeform 229">
                    <a:extLst>
                      <a:ext uri="{FF2B5EF4-FFF2-40B4-BE49-F238E27FC236}">
                        <a16:creationId xmlns:a16="http://schemas.microsoft.com/office/drawing/2014/main" id="{447D293F-12F5-2CE8-13D5-99555BF32FFF}"/>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63" name="Freeform 230">
                    <a:extLst>
                      <a:ext uri="{FF2B5EF4-FFF2-40B4-BE49-F238E27FC236}">
                        <a16:creationId xmlns:a16="http://schemas.microsoft.com/office/drawing/2014/main" id="{B352753E-8D5E-6A21-E492-507966058F1D}"/>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64" name="Freeform 231">
                    <a:extLst>
                      <a:ext uri="{FF2B5EF4-FFF2-40B4-BE49-F238E27FC236}">
                        <a16:creationId xmlns:a16="http://schemas.microsoft.com/office/drawing/2014/main" id="{9505676F-35CB-C861-1F3E-6ED49C64EBF0}"/>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65" name="Freeform 232">
                    <a:extLst>
                      <a:ext uri="{FF2B5EF4-FFF2-40B4-BE49-F238E27FC236}">
                        <a16:creationId xmlns:a16="http://schemas.microsoft.com/office/drawing/2014/main" id="{D686B985-A193-30F5-1F7B-80CDE87D3C2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66" name="Freeform 233">
                    <a:extLst>
                      <a:ext uri="{FF2B5EF4-FFF2-40B4-BE49-F238E27FC236}">
                        <a16:creationId xmlns:a16="http://schemas.microsoft.com/office/drawing/2014/main" id="{6ED01FF3-5627-31C8-209B-C74893B80EC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67" name="Freeform 234">
                    <a:extLst>
                      <a:ext uri="{FF2B5EF4-FFF2-40B4-BE49-F238E27FC236}">
                        <a16:creationId xmlns:a16="http://schemas.microsoft.com/office/drawing/2014/main" id="{4432C972-8F71-49AE-AE9C-B5A39A39A20E}"/>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68" name="Freeform 235">
                    <a:extLst>
                      <a:ext uri="{FF2B5EF4-FFF2-40B4-BE49-F238E27FC236}">
                        <a16:creationId xmlns:a16="http://schemas.microsoft.com/office/drawing/2014/main" id="{59EF4B62-6AC7-4642-9233-E0FA402A7FEC}"/>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77152" name="Group 236">
                  <a:extLst>
                    <a:ext uri="{FF2B5EF4-FFF2-40B4-BE49-F238E27FC236}">
                      <a16:creationId xmlns:a16="http://schemas.microsoft.com/office/drawing/2014/main" id="{5EB8007E-22AB-86DC-6FCB-530449AA2373}"/>
                    </a:ext>
                  </a:extLst>
                </p:cNvPr>
                <p:cNvGrpSpPr>
                  <a:grpSpLocks noChangeAspect="1"/>
                </p:cNvGrpSpPr>
                <p:nvPr/>
              </p:nvGrpSpPr>
              <p:grpSpPr bwMode="auto">
                <a:xfrm>
                  <a:off x="429" y="1639"/>
                  <a:ext cx="822" cy="291"/>
                  <a:chOff x="429" y="1639"/>
                  <a:chExt cx="822" cy="291"/>
                </a:xfrm>
              </p:grpSpPr>
              <p:sp>
                <p:nvSpPr>
                  <p:cNvPr id="77153" name="Freeform 237">
                    <a:extLst>
                      <a:ext uri="{FF2B5EF4-FFF2-40B4-BE49-F238E27FC236}">
                        <a16:creationId xmlns:a16="http://schemas.microsoft.com/office/drawing/2014/main" id="{71B2AEF6-9FD3-F0DA-A494-D3969D646004}"/>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54" name="Freeform 238">
                    <a:extLst>
                      <a:ext uri="{FF2B5EF4-FFF2-40B4-BE49-F238E27FC236}">
                        <a16:creationId xmlns:a16="http://schemas.microsoft.com/office/drawing/2014/main" id="{24B0CEEF-C2ED-085C-0571-9EC823A54267}"/>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55" name="Freeform 239">
                    <a:extLst>
                      <a:ext uri="{FF2B5EF4-FFF2-40B4-BE49-F238E27FC236}">
                        <a16:creationId xmlns:a16="http://schemas.microsoft.com/office/drawing/2014/main" id="{0BF4DD77-62A7-7018-1748-1174D34E4CC5}"/>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56" name="Freeform 240">
                    <a:extLst>
                      <a:ext uri="{FF2B5EF4-FFF2-40B4-BE49-F238E27FC236}">
                        <a16:creationId xmlns:a16="http://schemas.microsoft.com/office/drawing/2014/main" id="{09CEE27B-850F-C7AD-53C5-19A1EB64E412}"/>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57" name="Freeform 241">
                    <a:extLst>
                      <a:ext uri="{FF2B5EF4-FFF2-40B4-BE49-F238E27FC236}">
                        <a16:creationId xmlns:a16="http://schemas.microsoft.com/office/drawing/2014/main" id="{C1479422-4016-04E5-5359-3E50CBBE06C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58" name="Freeform 242">
                    <a:extLst>
                      <a:ext uri="{FF2B5EF4-FFF2-40B4-BE49-F238E27FC236}">
                        <a16:creationId xmlns:a16="http://schemas.microsoft.com/office/drawing/2014/main" id="{5CE55DE8-9817-3850-3702-0ACD26855F72}"/>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59" name="Freeform 243">
                    <a:extLst>
                      <a:ext uri="{FF2B5EF4-FFF2-40B4-BE49-F238E27FC236}">
                        <a16:creationId xmlns:a16="http://schemas.microsoft.com/office/drawing/2014/main" id="{96DB350D-D9F3-7ACC-A860-719726704291}"/>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60" name="Freeform 244">
                    <a:extLst>
                      <a:ext uri="{FF2B5EF4-FFF2-40B4-BE49-F238E27FC236}">
                        <a16:creationId xmlns:a16="http://schemas.microsoft.com/office/drawing/2014/main" id="{320CAAA4-EA87-220D-21E8-42F5A74590D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77148" name="WordArt 245">
              <a:extLst>
                <a:ext uri="{FF2B5EF4-FFF2-40B4-BE49-F238E27FC236}">
                  <a16:creationId xmlns:a16="http://schemas.microsoft.com/office/drawing/2014/main" id="{12CABDA4-6908-CF2A-698B-589FF59A1F94}"/>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r2  </a:t>
              </a:r>
            </a:p>
          </p:txBody>
        </p:sp>
      </p:grpSp>
      <p:sp>
        <p:nvSpPr>
          <p:cNvPr id="76848" name="Line 365">
            <a:extLst>
              <a:ext uri="{FF2B5EF4-FFF2-40B4-BE49-F238E27FC236}">
                <a16:creationId xmlns:a16="http://schemas.microsoft.com/office/drawing/2014/main" id="{33FD7E5F-2AA8-EE38-9B35-C969F0DBC8F6}"/>
              </a:ext>
            </a:extLst>
          </p:cNvPr>
          <p:cNvSpPr>
            <a:spLocks noChangeShapeType="1"/>
          </p:cNvSpPr>
          <p:nvPr/>
        </p:nvSpPr>
        <p:spPr bwMode="auto">
          <a:xfrm flipV="1">
            <a:off x="2886075" y="1916113"/>
            <a:ext cx="0" cy="620712"/>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76849" name="Oval 361">
            <a:extLst>
              <a:ext uri="{FF2B5EF4-FFF2-40B4-BE49-F238E27FC236}">
                <a16:creationId xmlns:a16="http://schemas.microsoft.com/office/drawing/2014/main" id="{54B37A9D-74A8-21B4-CCF4-40F31CFBA354}"/>
              </a:ext>
            </a:extLst>
          </p:cNvPr>
          <p:cNvSpPr>
            <a:spLocks noChangeArrowheads="1"/>
          </p:cNvSpPr>
          <p:nvPr/>
        </p:nvSpPr>
        <p:spPr bwMode="auto">
          <a:xfrm flipH="1">
            <a:off x="2733675" y="190023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J</a:t>
            </a:r>
          </a:p>
        </p:txBody>
      </p:sp>
      <p:sp>
        <p:nvSpPr>
          <p:cNvPr id="76850" name="Text Box 364">
            <a:extLst>
              <a:ext uri="{FF2B5EF4-FFF2-40B4-BE49-F238E27FC236}">
                <a16:creationId xmlns:a16="http://schemas.microsoft.com/office/drawing/2014/main" id="{5333AE90-FFEA-09B5-2A62-28A0E184E038}"/>
              </a:ext>
            </a:extLst>
          </p:cNvPr>
          <p:cNvSpPr txBox="1">
            <a:spLocks noChangeArrowheads="1"/>
          </p:cNvSpPr>
          <p:nvPr/>
        </p:nvSpPr>
        <p:spPr bwMode="auto">
          <a:xfrm>
            <a:off x="1955800" y="2516188"/>
            <a:ext cx="1187450"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200.0.1.0/24</a:t>
            </a:r>
          </a:p>
        </p:txBody>
      </p:sp>
      <p:sp>
        <p:nvSpPr>
          <p:cNvPr id="76851" name="Line 451">
            <a:extLst>
              <a:ext uri="{FF2B5EF4-FFF2-40B4-BE49-F238E27FC236}">
                <a16:creationId xmlns:a16="http://schemas.microsoft.com/office/drawing/2014/main" id="{5F4245FD-E685-B8F7-C0E7-07BBC88113D7}"/>
              </a:ext>
            </a:extLst>
          </p:cNvPr>
          <p:cNvSpPr>
            <a:spLocks noChangeShapeType="1"/>
          </p:cNvSpPr>
          <p:nvPr/>
        </p:nvSpPr>
        <p:spPr bwMode="auto">
          <a:xfrm flipV="1">
            <a:off x="7975600" y="836614"/>
            <a:ext cx="1576388" cy="4778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76852" name="Line 452">
            <a:extLst>
              <a:ext uri="{FF2B5EF4-FFF2-40B4-BE49-F238E27FC236}">
                <a16:creationId xmlns:a16="http://schemas.microsoft.com/office/drawing/2014/main" id="{59C8DF0B-8A1C-6E17-CE98-5ABE0A03195C}"/>
              </a:ext>
            </a:extLst>
          </p:cNvPr>
          <p:cNvSpPr>
            <a:spLocks noChangeShapeType="1"/>
          </p:cNvSpPr>
          <p:nvPr/>
        </p:nvSpPr>
        <p:spPr bwMode="auto">
          <a:xfrm>
            <a:off x="7880351" y="1368426"/>
            <a:ext cx="1744663" cy="7651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76853" name="Line 453">
            <a:extLst>
              <a:ext uri="{FF2B5EF4-FFF2-40B4-BE49-F238E27FC236}">
                <a16:creationId xmlns:a16="http://schemas.microsoft.com/office/drawing/2014/main" id="{9058750D-A373-9EB7-1395-BCA3884BAC21}"/>
              </a:ext>
            </a:extLst>
          </p:cNvPr>
          <p:cNvSpPr>
            <a:spLocks noChangeShapeType="1"/>
          </p:cNvSpPr>
          <p:nvPr/>
        </p:nvSpPr>
        <p:spPr bwMode="auto">
          <a:xfrm>
            <a:off x="9551989" y="836614"/>
            <a:ext cx="1587" cy="115252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76854" name="Group 390">
            <a:extLst>
              <a:ext uri="{FF2B5EF4-FFF2-40B4-BE49-F238E27FC236}">
                <a16:creationId xmlns:a16="http://schemas.microsoft.com/office/drawing/2014/main" id="{C41A777B-9C6F-0D2B-4968-EFBF96C310A3}"/>
              </a:ext>
            </a:extLst>
          </p:cNvPr>
          <p:cNvGrpSpPr>
            <a:grpSpLocks noChangeAspect="1"/>
          </p:cNvGrpSpPr>
          <p:nvPr/>
        </p:nvGrpSpPr>
        <p:grpSpPr bwMode="auto">
          <a:xfrm>
            <a:off x="9191625" y="520701"/>
            <a:ext cx="723900" cy="460375"/>
            <a:chOff x="3312" y="2160"/>
            <a:chExt cx="960" cy="528"/>
          </a:xfrm>
        </p:grpSpPr>
        <p:sp>
          <p:nvSpPr>
            <p:cNvPr id="77127" name="AutoShape 391">
              <a:extLst>
                <a:ext uri="{FF2B5EF4-FFF2-40B4-BE49-F238E27FC236}">
                  <a16:creationId xmlns:a16="http://schemas.microsoft.com/office/drawing/2014/main" id="{00942E71-B8CC-77E2-5D21-A648AC259989}"/>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77128" name="Group 392">
              <a:extLst>
                <a:ext uri="{FF2B5EF4-FFF2-40B4-BE49-F238E27FC236}">
                  <a16:creationId xmlns:a16="http://schemas.microsoft.com/office/drawing/2014/main" id="{E436B852-0599-3A09-857B-9156542CFCF8}"/>
                </a:ext>
              </a:extLst>
            </p:cNvPr>
            <p:cNvGrpSpPr>
              <a:grpSpLocks noChangeAspect="1"/>
            </p:cNvGrpSpPr>
            <p:nvPr/>
          </p:nvGrpSpPr>
          <p:grpSpPr bwMode="auto">
            <a:xfrm>
              <a:off x="3488" y="2193"/>
              <a:ext cx="599" cy="207"/>
              <a:chOff x="422" y="1632"/>
              <a:chExt cx="829" cy="298"/>
            </a:xfrm>
          </p:grpSpPr>
          <p:grpSp>
            <p:nvGrpSpPr>
              <p:cNvPr id="77129" name="Group 393">
                <a:extLst>
                  <a:ext uri="{FF2B5EF4-FFF2-40B4-BE49-F238E27FC236}">
                    <a16:creationId xmlns:a16="http://schemas.microsoft.com/office/drawing/2014/main" id="{41B30D04-EBAF-1A40-AC93-D53D7BB2E10E}"/>
                  </a:ext>
                </a:extLst>
              </p:cNvPr>
              <p:cNvGrpSpPr>
                <a:grpSpLocks noChangeAspect="1"/>
              </p:cNvGrpSpPr>
              <p:nvPr/>
            </p:nvGrpSpPr>
            <p:grpSpPr bwMode="auto">
              <a:xfrm>
                <a:off x="422" y="1632"/>
                <a:ext cx="822" cy="291"/>
                <a:chOff x="422" y="1632"/>
                <a:chExt cx="822" cy="291"/>
              </a:xfrm>
            </p:grpSpPr>
            <p:sp>
              <p:nvSpPr>
                <p:cNvPr id="77139" name="Freeform 394">
                  <a:extLst>
                    <a:ext uri="{FF2B5EF4-FFF2-40B4-BE49-F238E27FC236}">
                      <a16:creationId xmlns:a16="http://schemas.microsoft.com/office/drawing/2014/main" id="{B1C5DC0A-D1DD-C16B-0825-D5997C82DE95}"/>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40" name="Freeform 395">
                  <a:extLst>
                    <a:ext uri="{FF2B5EF4-FFF2-40B4-BE49-F238E27FC236}">
                      <a16:creationId xmlns:a16="http://schemas.microsoft.com/office/drawing/2014/main" id="{54B7771A-2E3D-FD9B-C068-7B3FBAB84D11}"/>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41" name="Freeform 396">
                  <a:extLst>
                    <a:ext uri="{FF2B5EF4-FFF2-40B4-BE49-F238E27FC236}">
                      <a16:creationId xmlns:a16="http://schemas.microsoft.com/office/drawing/2014/main" id="{B3FDA897-A90C-381A-1D14-F987DFB19C12}"/>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42" name="Freeform 397">
                  <a:extLst>
                    <a:ext uri="{FF2B5EF4-FFF2-40B4-BE49-F238E27FC236}">
                      <a16:creationId xmlns:a16="http://schemas.microsoft.com/office/drawing/2014/main" id="{AFBCC0EF-E748-E66A-654C-027218D0C9C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43" name="Freeform 398">
                  <a:extLst>
                    <a:ext uri="{FF2B5EF4-FFF2-40B4-BE49-F238E27FC236}">
                      <a16:creationId xmlns:a16="http://schemas.microsoft.com/office/drawing/2014/main" id="{F391A35A-4E8A-EBDF-9A71-C19AE3CB65ED}"/>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44" name="Freeform 399">
                  <a:extLst>
                    <a:ext uri="{FF2B5EF4-FFF2-40B4-BE49-F238E27FC236}">
                      <a16:creationId xmlns:a16="http://schemas.microsoft.com/office/drawing/2014/main" id="{EBE93AE0-06B9-D635-E696-B34A0DCDDCA6}"/>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45" name="Freeform 400">
                  <a:extLst>
                    <a:ext uri="{FF2B5EF4-FFF2-40B4-BE49-F238E27FC236}">
                      <a16:creationId xmlns:a16="http://schemas.microsoft.com/office/drawing/2014/main" id="{FEA43F3D-F3EA-DD01-5BE9-B61DEF30F8E4}"/>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46" name="Freeform 401">
                  <a:extLst>
                    <a:ext uri="{FF2B5EF4-FFF2-40B4-BE49-F238E27FC236}">
                      <a16:creationId xmlns:a16="http://schemas.microsoft.com/office/drawing/2014/main" id="{0BA25809-144F-7490-2544-4ABFE5CB49F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77130" name="Group 402">
                <a:extLst>
                  <a:ext uri="{FF2B5EF4-FFF2-40B4-BE49-F238E27FC236}">
                    <a16:creationId xmlns:a16="http://schemas.microsoft.com/office/drawing/2014/main" id="{7A6A3AFB-3190-4794-873A-4A8693056ABD}"/>
                  </a:ext>
                </a:extLst>
              </p:cNvPr>
              <p:cNvGrpSpPr>
                <a:grpSpLocks noChangeAspect="1"/>
              </p:cNvGrpSpPr>
              <p:nvPr/>
            </p:nvGrpSpPr>
            <p:grpSpPr bwMode="auto">
              <a:xfrm>
                <a:off x="429" y="1639"/>
                <a:ext cx="822" cy="291"/>
                <a:chOff x="429" y="1639"/>
                <a:chExt cx="822" cy="291"/>
              </a:xfrm>
            </p:grpSpPr>
            <p:sp>
              <p:nvSpPr>
                <p:cNvPr id="77131" name="Freeform 403">
                  <a:extLst>
                    <a:ext uri="{FF2B5EF4-FFF2-40B4-BE49-F238E27FC236}">
                      <a16:creationId xmlns:a16="http://schemas.microsoft.com/office/drawing/2014/main" id="{A68D83C5-15BC-BAB9-59C0-7D0E2AC96C9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32" name="Freeform 404">
                  <a:extLst>
                    <a:ext uri="{FF2B5EF4-FFF2-40B4-BE49-F238E27FC236}">
                      <a16:creationId xmlns:a16="http://schemas.microsoft.com/office/drawing/2014/main" id="{FFD7F725-EE90-CCED-D568-B7ED15BC928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33" name="Freeform 405">
                  <a:extLst>
                    <a:ext uri="{FF2B5EF4-FFF2-40B4-BE49-F238E27FC236}">
                      <a16:creationId xmlns:a16="http://schemas.microsoft.com/office/drawing/2014/main" id="{AF184044-E0D1-B7A7-907D-047CEA4CC425}"/>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34" name="Freeform 406">
                  <a:extLst>
                    <a:ext uri="{FF2B5EF4-FFF2-40B4-BE49-F238E27FC236}">
                      <a16:creationId xmlns:a16="http://schemas.microsoft.com/office/drawing/2014/main" id="{05FD2E39-0D49-C562-AD37-4D288399B44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35" name="Freeform 407">
                  <a:extLst>
                    <a:ext uri="{FF2B5EF4-FFF2-40B4-BE49-F238E27FC236}">
                      <a16:creationId xmlns:a16="http://schemas.microsoft.com/office/drawing/2014/main" id="{042E6F90-A9E2-9FBF-662C-128465D0BE24}"/>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36" name="Freeform 408">
                  <a:extLst>
                    <a:ext uri="{FF2B5EF4-FFF2-40B4-BE49-F238E27FC236}">
                      <a16:creationId xmlns:a16="http://schemas.microsoft.com/office/drawing/2014/main" id="{44CBBBAE-7245-CFCE-21A9-3B0443719FD1}"/>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37" name="Freeform 409">
                  <a:extLst>
                    <a:ext uri="{FF2B5EF4-FFF2-40B4-BE49-F238E27FC236}">
                      <a16:creationId xmlns:a16="http://schemas.microsoft.com/office/drawing/2014/main" id="{2B42D24F-9959-1B33-4BCA-E8FC80A10DF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138" name="Freeform 410">
                  <a:extLst>
                    <a:ext uri="{FF2B5EF4-FFF2-40B4-BE49-F238E27FC236}">
                      <a16:creationId xmlns:a16="http://schemas.microsoft.com/office/drawing/2014/main" id="{296B3DA7-9518-7919-5A0D-42CF55CBCBDA}"/>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76855" name="WordArt 411">
            <a:extLst>
              <a:ext uri="{FF2B5EF4-FFF2-40B4-BE49-F238E27FC236}">
                <a16:creationId xmlns:a16="http://schemas.microsoft.com/office/drawing/2014/main" id="{13D12FD7-63F7-114C-B2CC-F680CDBB1B76}"/>
              </a:ext>
            </a:extLst>
          </p:cNvPr>
          <p:cNvSpPr>
            <a:spLocks noChangeAspect="1" noChangeArrowheads="1" noChangeShapeType="1" noTextEdit="1"/>
          </p:cNvSpPr>
          <p:nvPr/>
        </p:nvSpPr>
        <p:spPr bwMode="auto">
          <a:xfrm>
            <a:off x="9228139" y="709614"/>
            <a:ext cx="650875" cy="225425"/>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r6  </a:t>
            </a:r>
          </a:p>
        </p:txBody>
      </p:sp>
      <p:sp>
        <p:nvSpPr>
          <p:cNvPr id="76856" name="Line 462">
            <a:extLst>
              <a:ext uri="{FF2B5EF4-FFF2-40B4-BE49-F238E27FC236}">
                <a16:creationId xmlns:a16="http://schemas.microsoft.com/office/drawing/2014/main" id="{2D093492-FE13-C2E0-43FF-3AFEEAF4A034}"/>
              </a:ext>
            </a:extLst>
          </p:cNvPr>
          <p:cNvSpPr>
            <a:spLocks noChangeShapeType="1"/>
          </p:cNvSpPr>
          <p:nvPr/>
        </p:nvSpPr>
        <p:spPr bwMode="auto">
          <a:xfrm flipV="1">
            <a:off x="8636000" y="333376"/>
            <a:ext cx="0" cy="62071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76857" name="Oval 454">
            <a:extLst>
              <a:ext uri="{FF2B5EF4-FFF2-40B4-BE49-F238E27FC236}">
                <a16:creationId xmlns:a16="http://schemas.microsoft.com/office/drawing/2014/main" id="{656338EC-7A60-3942-DB19-BBA326280534}"/>
              </a:ext>
            </a:extLst>
          </p:cNvPr>
          <p:cNvSpPr>
            <a:spLocks noChangeArrowheads="1"/>
          </p:cNvSpPr>
          <p:nvPr/>
        </p:nvSpPr>
        <p:spPr bwMode="auto">
          <a:xfrm flipH="1">
            <a:off x="8482013" y="955675"/>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L</a:t>
            </a:r>
          </a:p>
        </p:txBody>
      </p:sp>
      <p:sp>
        <p:nvSpPr>
          <p:cNvPr id="76858" name="Text Box 460">
            <a:extLst>
              <a:ext uri="{FF2B5EF4-FFF2-40B4-BE49-F238E27FC236}">
                <a16:creationId xmlns:a16="http://schemas.microsoft.com/office/drawing/2014/main" id="{DD394FC9-B1E4-2C82-4ECC-6F47FDAFE5A1}"/>
              </a:ext>
            </a:extLst>
          </p:cNvPr>
          <p:cNvSpPr txBox="1">
            <a:spLocks noChangeArrowheads="1"/>
          </p:cNvSpPr>
          <p:nvPr/>
        </p:nvSpPr>
        <p:spPr bwMode="auto">
          <a:xfrm>
            <a:off x="7626350" y="215901"/>
            <a:ext cx="1187450"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220.0.0.0/30</a:t>
            </a:r>
          </a:p>
        </p:txBody>
      </p:sp>
      <p:sp>
        <p:nvSpPr>
          <p:cNvPr id="76859" name="Line 464">
            <a:extLst>
              <a:ext uri="{FF2B5EF4-FFF2-40B4-BE49-F238E27FC236}">
                <a16:creationId xmlns:a16="http://schemas.microsoft.com/office/drawing/2014/main" id="{08345503-2E30-6821-8233-457F6F239C1B}"/>
              </a:ext>
            </a:extLst>
          </p:cNvPr>
          <p:cNvSpPr>
            <a:spLocks noChangeShapeType="1"/>
          </p:cNvSpPr>
          <p:nvPr/>
        </p:nvSpPr>
        <p:spPr bwMode="auto">
          <a:xfrm flipV="1">
            <a:off x="8636000" y="1773238"/>
            <a:ext cx="0" cy="620712"/>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76860" name="Oval 455">
            <a:extLst>
              <a:ext uri="{FF2B5EF4-FFF2-40B4-BE49-F238E27FC236}">
                <a16:creationId xmlns:a16="http://schemas.microsoft.com/office/drawing/2014/main" id="{89D8D48E-FB6F-9FB0-DEB5-5BF318C0E0B0}"/>
              </a:ext>
            </a:extLst>
          </p:cNvPr>
          <p:cNvSpPr>
            <a:spLocks noChangeArrowheads="1"/>
          </p:cNvSpPr>
          <p:nvPr/>
        </p:nvSpPr>
        <p:spPr bwMode="auto">
          <a:xfrm flipH="1">
            <a:off x="8472488" y="155733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N</a:t>
            </a:r>
          </a:p>
        </p:txBody>
      </p:sp>
      <p:sp>
        <p:nvSpPr>
          <p:cNvPr id="76861" name="Text Box 463">
            <a:extLst>
              <a:ext uri="{FF2B5EF4-FFF2-40B4-BE49-F238E27FC236}">
                <a16:creationId xmlns:a16="http://schemas.microsoft.com/office/drawing/2014/main" id="{9489A551-748D-E92A-5972-E452440B2974}"/>
              </a:ext>
            </a:extLst>
          </p:cNvPr>
          <p:cNvSpPr txBox="1">
            <a:spLocks noChangeArrowheads="1"/>
          </p:cNvSpPr>
          <p:nvPr/>
        </p:nvSpPr>
        <p:spPr bwMode="auto">
          <a:xfrm>
            <a:off x="7708900" y="2354263"/>
            <a:ext cx="1187450"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220.0.1.0/30</a:t>
            </a:r>
          </a:p>
        </p:txBody>
      </p:sp>
      <p:sp>
        <p:nvSpPr>
          <p:cNvPr id="76862" name="Freeform 472">
            <a:extLst>
              <a:ext uri="{FF2B5EF4-FFF2-40B4-BE49-F238E27FC236}">
                <a16:creationId xmlns:a16="http://schemas.microsoft.com/office/drawing/2014/main" id="{35DA6E65-CEE5-9481-979B-1C9485837CE0}"/>
              </a:ext>
            </a:extLst>
          </p:cNvPr>
          <p:cNvSpPr>
            <a:spLocks/>
          </p:cNvSpPr>
          <p:nvPr/>
        </p:nvSpPr>
        <p:spPr bwMode="auto">
          <a:xfrm>
            <a:off x="9625014" y="1385888"/>
            <a:ext cx="574675" cy="1466850"/>
          </a:xfrm>
          <a:custGeom>
            <a:avLst/>
            <a:gdLst>
              <a:gd name="T0" fmla="*/ 912296563 w 362"/>
              <a:gd name="T1" fmla="*/ 2147483646 h 907"/>
              <a:gd name="T2" fmla="*/ 912296563 w 362"/>
              <a:gd name="T3" fmla="*/ 0 h 907"/>
              <a:gd name="T4" fmla="*/ 0 w 362"/>
              <a:gd name="T5" fmla="*/ 0 h 907"/>
              <a:gd name="T6" fmla="*/ 0 60000 65536"/>
              <a:gd name="T7" fmla="*/ 0 60000 65536"/>
              <a:gd name="T8" fmla="*/ 0 60000 65536"/>
              <a:gd name="T9" fmla="*/ 0 w 362"/>
              <a:gd name="T10" fmla="*/ 0 h 907"/>
              <a:gd name="T11" fmla="*/ 362 w 362"/>
              <a:gd name="T12" fmla="*/ 907 h 907"/>
            </a:gdLst>
            <a:ahLst/>
            <a:cxnLst>
              <a:cxn ang="T6">
                <a:pos x="T0" y="T1"/>
              </a:cxn>
              <a:cxn ang="T7">
                <a:pos x="T2" y="T3"/>
              </a:cxn>
              <a:cxn ang="T8">
                <a:pos x="T4" y="T5"/>
              </a:cxn>
            </a:cxnLst>
            <a:rect l="T9" t="T10" r="T11" b="T12"/>
            <a:pathLst>
              <a:path w="362" h="907">
                <a:moveTo>
                  <a:pt x="362" y="907"/>
                </a:moveTo>
                <a:lnTo>
                  <a:pt x="362" y="0"/>
                </a:lnTo>
                <a:lnTo>
                  <a:pt x="0" y="0"/>
                </a:lnTo>
              </a:path>
            </a:pathLst>
          </a:custGeom>
          <a:noFill/>
          <a:ln w="19050" cap="flat" cmpd="sng">
            <a:solidFill>
              <a:schemeClr val="tx1"/>
            </a:solidFill>
            <a:prstDash val="dash"/>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en-GB"/>
          </a:p>
        </p:txBody>
      </p:sp>
      <p:sp>
        <p:nvSpPr>
          <p:cNvPr id="76863" name="Oval 456">
            <a:extLst>
              <a:ext uri="{FF2B5EF4-FFF2-40B4-BE49-F238E27FC236}">
                <a16:creationId xmlns:a16="http://schemas.microsoft.com/office/drawing/2014/main" id="{45BB2AAF-F0E2-167F-DB82-E6AFB7E6D8D6}"/>
              </a:ext>
            </a:extLst>
          </p:cNvPr>
          <p:cNvSpPr>
            <a:spLocks noChangeArrowheads="1"/>
          </p:cNvSpPr>
          <p:nvPr/>
        </p:nvSpPr>
        <p:spPr bwMode="auto">
          <a:xfrm flipH="1">
            <a:off x="9409113" y="124618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M</a:t>
            </a:r>
          </a:p>
        </p:txBody>
      </p:sp>
      <p:sp>
        <p:nvSpPr>
          <p:cNvPr id="76864" name="Text Box 465">
            <a:extLst>
              <a:ext uri="{FF2B5EF4-FFF2-40B4-BE49-F238E27FC236}">
                <a16:creationId xmlns:a16="http://schemas.microsoft.com/office/drawing/2014/main" id="{A16CC5B7-8CB3-08EF-A510-8636211B4E48}"/>
              </a:ext>
            </a:extLst>
          </p:cNvPr>
          <p:cNvSpPr txBox="1">
            <a:spLocks noChangeArrowheads="1"/>
          </p:cNvSpPr>
          <p:nvPr/>
        </p:nvSpPr>
        <p:spPr bwMode="auto">
          <a:xfrm>
            <a:off x="9256713" y="2805113"/>
            <a:ext cx="1187450"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220.0.2.0/30</a:t>
            </a:r>
          </a:p>
        </p:txBody>
      </p:sp>
      <p:grpSp>
        <p:nvGrpSpPr>
          <p:cNvPr id="76865" name="Group 473">
            <a:extLst>
              <a:ext uri="{FF2B5EF4-FFF2-40B4-BE49-F238E27FC236}">
                <a16:creationId xmlns:a16="http://schemas.microsoft.com/office/drawing/2014/main" id="{B951FEE9-0B46-6459-AF1A-A023EB792381}"/>
              </a:ext>
            </a:extLst>
          </p:cNvPr>
          <p:cNvGrpSpPr>
            <a:grpSpLocks/>
          </p:cNvGrpSpPr>
          <p:nvPr/>
        </p:nvGrpSpPr>
        <p:grpSpPr bwMode="auto">
          <a:xfrm>
            <a:off x="7896225" y="806451"/>
            <a:ext cx="406400" cy="339725"/>
            <a:chOff x="144" y="3264"/>
            <a:chExt cx="288" cy="240"/>
          </a:xfrm>
        </p:grpSpPr>
        <p:sp>
          <p:nvSpPr>
            <p:cNvPr id="77125" name="Rectangle 474">
              <a:extLst>
                <a:ext uri="{FF2B5EF4-FFF2-40B4-BE49-F238E27FC236}">
                  <a16:creationId xmlns:a16="http://schemas.microsoft.com/office/drawing/2014/main" id="{0191CA0E-B797-8D95-F6BE-BD15E1CD07A9}"/>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77126" name="Rectangle 475">
              <a:extLst>
                <a:ext uri="{FF2B5EF4-FFF2-40B4-BE49-F238E27FC236}">
                  <a16:creationId xmlns:a16="http://schemas.microsoft.com/office/drawing/2014/main" id="{6DAC994A-3819-915E-A0B3-A02CF353CF49}"/>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76866" name="Group 476">
            <a:extLst>
              <a:ext uri="{FF2B5EF4-FFF2-40B4-BE49-F238E27FC236}">
                <a16:creationId xmlns:a16="http://schemas.microsoft.com/office/drawing/2014/main" id="{636FF079-447A-D6A2-C5D6-C22CD5898548}"/>
              </a:ext>
            </a:extLst>
          </p:cNvPr>
          <p:cNvGrpSpPr>
            <a:grpSpLocks/>
          </p:cNvGrpSpPr>
          <p:nvPr/>
        </p:nvGrpSpPr>
        <p:grpSpPr bwMode="auto">
          <a:xfrm>
            <a:off x="9721850" y="1001714"/>
            <a:ext cx="406400" cy="339725"/>
            <a:chOff x="144" y="3264"/>
            <a:chExt cx="288" cy="240"/>
          </a:xfrm>
        </p:grpSpPr>
        <p:sp>
          <p:nvSpPr>
            <p:cNvPr id="77123" name="Rectangle 477">
              <a:extLst>
                <a:ext uri="{FF2B5EF4-FFF2-40B4-BE49-F238E27FC236}">
                  <a16:creationId xmlns:a16="http://schemas.microsoft.com/office/drawing/2014/main" id="{12D10409-5806-5AC6-F702-F8CD5AA6BEE7}"/>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77124" name="Rectangle 478">
              <a:extLst>
                <a:ext uri="{FF2B5EF4-FFF2-40B4-BE49-F238E27FC236}">
                  <a16:creationId xmlns:a16="http://schemas.microsoft.com/office/drawing/2014/main" id="{0900D891-8AFB-E29E-B02A-73F970CFA8D3}"/>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76867" name="Group 479">
            <a:extLst>
              <a:ext uri="{FF2B5EF4-FFF2-40B4-BE49-F238E27FC236}">
                <a16:creationId xmlns:a16="http://schemas.microsoft.com/office/drawing/2014/main" id="{FA74B82C-D9DD-FBB7-B4AB-1505ECD8449C}"/>
              </a:ext>
            </a:extLst>
          </p:cNvPr>
          <p:cNvGrpSpPr>
            <a:grpSpLocks/>
          </p:cNvGrpSpPr>
          <p:nvPr/>
        </p:nvGrpSpPr>
        <p:grpSpPr bwMode="auto">
          <a:xfrm>
            <a:off x="9721850" y="1452564"/>
            <a:ext cx="406400" cy="339725"/>
            <a:chOff x="144" y="3264"/>
            <a:chExt cx="288" cy="240"/>
          </a:xfrm>
        </p:grpSpPr>
        <p:sp>
          <p:nvSpPr>
            <p:cNvPr id="77121" name="Rectangle 480">
              <a:extLst>
                <a:ext uri="{FF2B5EF4-FFF2-40B4-BE49-F238E27FC236}">
                  <a16:creationId xmlns:a16="http://schemas.microsoft.com/office/drawing/2014/main" id="{CED40325-9E98-A0BC-46EF-98E8329BFE6A}"/>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77122" name="Rectangle 481">
              <a:extLst>
                <a:ext uri="{FF2B5EF4-FFF2-40B4-BE49-F238E27FC236}">
                  <a16:creationId xmlns:a16="http://schemas.microsoft.com/office/drawing/2014/main" id="{D574CFCA-3525-EEDA-557D-46E56B18D82F}"/>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76868" name="Group 482">
            <a:extLst>
              <a:ext uri="{FF2B5EF4-FFF2-40B4-BE49-F238E27FC236}">
                <a16:creationId xmlns:a16="http://schemas.microsoft.com/office/drawing/2014/main" id="{34A25265-314C-AC03-C503-1FA4B8077E57}"/>
              </a:ext>
            </a:extLst>
          </p:cNvPr>
          <p:cNvGrpSpPr>
            <a:grpSpLocks/>
          </p:cNvGrpSpPr>
          <p:nvPr/>
        </p:nvGrpSpPr>
        <p:grpSpPr bwMode="auto">
          <a:xfrm>
            <a:off x="8732838" y="1965326"/>
            <a:ext cx="406400" cy="339725"/>
            <a:chOff x="144" y="3264"/>
            <a:chExt cx="288" cy="240"/>
          </a:xfrm>
        </p:grpSpPr>
        <p:sp>
          <p:nvSpPr>
            <p:cNvPr id="77119" name="Rectangle 483">
              <a:extLst>
                <a:ext uri="{FF2B5EF4-FFF2-40B4-BE49-F238E27FC236}">
                  <a16:creationId xmlns:a16="http://schemas.microsoft.com/office/drawing/2014/main" id="{107F1A78-A8EF-CC6D-1CF1-D9E39346557F}"/>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77120" name="Rectangle 484">
              <a:extLst>
                <a:ext uri="{FF2B5EF4-FFF2-40B4-BE49-F238E27FC236}">
                  <a16:creationId xmlns:a16="http://schemas.microsoft.com/office/drawing/2014/main" id="{DFFF597A-07E0-9C79-EC89-1BD5FFE037E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76869" name="Group 485">
            <a:extLst>
              <a:ext uri="{FF2B5EF4-FFF2-40B4-BE49-F238E27FC236}">
                <a16:creationId xmlns:a16="http://schemas.microsoft.com/office/drawing/2014/main" id="{563BD8C3-FFFA-F3B6-5950-97FD5B164E76}"/>
              </a:ext>
            </a:extLst>
          </p:cNvPr>
          <p:cNvGrpSpPr>
            <a:grpSpLocks/>
          </p:cNvGrpSpPr>
          <p:nvPr/>
        </p:nvGrpSpPr>
        <p:grpSpPr bwMode="auto">
          <a:xfrm>
            <a:off x="7896225" y="1649414"/>
            <a:ext cx="406400" cy="339725"/>
            <a:chOff x="144" y="3264"/>
            <a:chExt cx="288" cy="240"/>
          </a:xfrm>
        </p:grpSpPr>
        <p:sp>
          <p:nvSpPr>
            <p:cNvPr id="77117" name="Rectangle 486">
              <a:extLst>
                <a:ext uri="{FF2B5EF4-FFF2-40B4-BE49-F238E27FC236}">
                  <a16:creationId xmlns:a16="http://schemas.microsoft.com/office/drawing/2014/main" id="{AA9A37C8-E71D-E2D7-E075-349F0849EF6A}"/>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77118" name="Rectangle 487">
              <a:extLst>
                <a:ext uri="{FF2B5EF4-FFF2-40B4-BE49-F238E27FC236}">
                  <a16:creationId xmlns:a16="http://schemas.microsoft.com/office/drawing/2014/main" id="{089CADB1-1FA6-F3D1-9FC7-AF5919F195F9}"/>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76870" name="Group 357">
            <a:extLst>
              <a:ext uri="{FF2B5EF4-FFF2-40B4-BE49-F238E27FC236}">
                <a16:creationId xmlns:a16="http://schemas.microsoft.com/office/drawing/2014/main" id="{A3C47170-E882-2342-058C-2BF0632836DF}"/>
              </a:ext>
            </a:extLst>
          </p:cNvPr>
          <p:cNvGrpSpPr>
            <a:grpSpLocks/>
          </p:cNvGrpSpPr>
          <p:nvPr/>
        </p:nvGrpSpPr>
        <p:grpSpPr bwMode="auto">
          <a:xfrm>
            <a:off x="2682875" y="1395414"/>
            <a:ext cx="406400" cy="339725"/>
            <a:chOff x="144" y="3264"/>
            <a:chExt cx="288" cy="240"/>
          </a:xfrm>
        </p:grpSpPr>
        <p:sp>
          <p:nvSpPr>
            <p:cNvPr id="77115" name="Rectangle 358">
              <a:extLst>
                <a:ext uri="{FF2B5EF4-FFF2-40B4-BE49-F238E27FC236}">
                  <a16:creationId xmlns:a16="http://schemas.microsoft.com/office/drawing/2014/main" id="{0074B331-BA0B-0E2D-D1D7-636269317228}"/>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77116" name="Rectangle 359">
              <a:extLst>
                <a:ext uri="{FF2B5EF4-FFF2-40B4-BE49-F238E27FC236}">
                  <a16:creationId xmlns:a16="http://schemas.microsoft.com/office/drawing/2014/main" id="{9145D146-145A-103E-93E8-5FAA7D8901BE}"/>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76871" name="Group 27">
            <a:extLst>
              <a:ext uri="{FF2B5EF4-FFF2-40B4-BE49-F238E27FC236}">
                <a16:creationId xmlns:a16="http://schemas.microsoft.com/office/drawing/2014/main" id="{61E44F63-E0F2-5C94-897B-71758D0D268B}"/>
              </a:ext>
            </a:extLst>
          </p:cNvPr>
          <p:cNvGrpSpPr>
            <a:grpSpLocks/>
          </p:cNvGrpSpPr>
          <p:nvPr/>
        </p:nvGrpSpPr>
        <p:grpSpPr bwMode="auto">
          <a:xfrm>
            <a:off x="5554663" y="3736976"/>
            <a:ext cx="406400" cy="339725"/>
            <a:chOff x="144" y="3264"/>
            <a:chExt cx="288" cy="240"/>
          </a:xfrm>
        </p:grpSpPr>
        <p:sp>
          <p:nvSpPr>
            <p:cNvPr id="77113" name="Rectangle 28">
              <a:extLst>
                <a:ext uri="{FF2B5EF4-FFF2-40B4-BE49-F238E27FC236}">
                  <a16:creationId xmlns:a16="http://schemas.microsoft.com/office/drawing/2014/main" id="{71ABBF29-B831-2A03-0C6C-EF110456FA8C}"/>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77114" name="Rectangle 29">
              <a:extLst>
                <a:ext uri="{FF2B5EF4-FFF2-40B4-BE49-F238E27FC236}">
                  <a16:creationId xmlns:a16="http://schemas.microsoft.com/office/drawing/2014/main" id="{9F18E57A-76F5-42C0-C073-F9092D0C47C7}"/>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76872" name="Group 35">
            <a:extLst>
              <a:ext uri="{FF2B5EF4-FFF2-40B4-BE49-F238E27FC236}">
                <a16:creationId xmlns:a16="http://schemas.microsoft.com/office/drawing/2014/main" id="{65020178-A5A3-95D0-975D-908797CA5228}"/>
              </a:ext>
            </a:extLst>
          </p:cNvPr>
          <p:cNvGrpSpPr>
            <a:grpSpLocks/>
          </p:cNvGrpSpPr>
          <p:nvPr/>
        </p:nvGrpSpPr>
        <p:grpSpPr bwMode="auto">
          <a:xfrm>
            <a:off x="6437313" y="3736976"/>
            <a:ext cx="406400" cy="339725"/>
            <a:chOff x="144" y="3264"/>
            <a:chExt cx="288" cy="240"/>
          </a:xfrm>
        </p:grpSpPr>
        <p:sp>
          <p:nvSpPr>
            <p:cNvPr id="77111" name="Rectangle 36">
              <a:extLst>
                <a:ext uri="{FF2B5EF4-FFF2-40B4-BE49-F238E27FC236}">
                  <a16:creationId xmlns:a16="http://schemas.microsoft.com/office/drawing/2014/main" id="{CFB62FE6-5C08-D229-A42B-A8CCD3285C8D}"/>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77112" name="Rectangle 37">
              <a:extLst>
                <a:ext uri="{FF2B5EF4-FFF2-40B4-BE49-F238E27FC236}">
                  <a16:creationId xmlns:a16="http://schemas.microsoft.com/office/drawing/2014/main" id="{53884CC9-C2D3-6012-C3C5-E7BF2A24EDA1}"/>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76873" name="Group 15">
            <a:extLst>
              <a:ext uri="{FF2B5EF4-FFF2-40B4-BE49-F238E27FC236}">
                <a16:creationId xmlns:a16="http://schemas.microsoft.com/office/drawing/2014/main" id="{5BB62635-596C-669F-2343-190A37649E57}"/>
              </a:ext>
            </a:extLst>
          </p:cNvPr>
          <p:cNvGrpSpPr>
            <a:grpSpLocks/>
          </p:cNvGrpSpPr>
          <p:nvPr/>
        </p:nvGrpSpPr>
        <p:grpSpPr bwMode="auto">
          <a:xfrm>
            <a:off x="4927600" y="5102226"/>
            <a:ext cx="406400" cy="339725"/>
            <a:chOff x="144" y="3264"/>
            <a:chExt cx="288" cy="240"/>
          </a:xfrm>
        </p:grpSpPr>
        <p:sp>
          <p:nvSpPr>
            <p:cNvPr id="77109" name="Rectangle 16">
              <a:extLst>
                <a:ext uri="{FF2B5EF4-FFF2-40B4-BE49-F238E27FC236}">
                  <a16:creationId xmlns:a16="http://schemas.microsoft.com/office/drawing/2014/main" id="{EEF02DE8-E8D1-EC2B-8B33-F57BC6934A7C}"/>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77110" name="Rectangle 17">
              <a:extLst>
                <a:ext uri="{FF2B5EF4-FFF2-40B4-BE49-F238E27FC236}">
                  <a16:creationId xmlns:a16="http://schemas.microsoft.com/office/drawing/2014/main" id="{4ACD53CC-4DCA-8889-9254-B02EF39F41E0}"/>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76874" name="Group 23">
            <a:extLst>
              <a:ext uri="{FF2B5EF4-FFF2-40B4-BE49-F238E27FC236}">
                <a16:creationId xmlns:a16="http://schemas.microsoft.com/office/drawing/2014/main" id="{9190AC7F-A324-9013-8A05-4367DDB4E6E9}"/>
              </a:ext>
            </a:extLst>
          </p:cNvPr>
          <p:cNvGrpSpPr>
            <a:grpSpLocks/>
          </p:cNvGrpSpPr>
          <p:nvPr/>
        </p:nvGrpSpPr>
        <p:grpSpPr bwMode="auto">
          <a:xfrm>
            <a:off x="4927600" y="4216401"/>
            <a:ext cx="406400" cy="339725"/>
            <a:chOff x="144" y="3264"/>
            <a:chExt cx="288" cy="240"/>
          </a:xfrm>
        </p:grpSpPr>
        <p:sp>
          <p:nvSpPr>
            <p:cNvPr id="77107" name="Rectangle 24">
              <a:extLst>
                <a:ext uri="{FF2B5EF4-FFF2-40B4-BE49-F238E27FC236}">
                  <a16:creationId xmlns:a16="http://schemas.microsoft.com/office/drawing/2014/main" id="{EB6A2D6C-17E6-6A54-8A10-386B7597C72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77108" name="Rectangle 25">
              <a:extLst>
                <a:ext uri="{FF2B5EF4-FFF2-40B4-BE49-F238E27FC236}">
                  <a16:creationId xmlns:a16="http://schemas.microsoft.com/office/drawing/2014/main" id="{E561136D-7BA0-6086-ECE3-5680295CF130}"/>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76875" name="Group 19">
            <a:extLst>
              <a:ext uri="{FF2B5EF4-FFF2-40B4-BE49-F238E27FC236}">
                <a16:creationId xmlns:a16="http://schemas.microsoft.com/office/drawing/2014/main" id="{007ADD9D-7055-0376-C8D5-7751894121C8}"/>
              </a:ext>
            </a:extLst>
          </p:cNvPr>
          <p:cNvGrpSpPr>
            <a:grpSpLocks/>
          </p:cNvGrpSpPr>
          <p:nvPr/>
        </p:nvGrpSpPr>
        <p:grpSpPr bwMode="auto">
          <a:xfrm>
            <a:off x="5545138" y="5537201"/>
            <a:ext cx="406400" cy="339725"/>
            <a:chOff x="144" y="3264"/>
            <a:chExt cx="288" cy="240"/>
          </a:xfrm>
        </p:grpSpPr>
        <p:sp>
          <p:nvSpPr>
            <p:cNvPr id="77105" name="Rectangle 20">
              <a:extLst>
                <a:ext uri="{FF2B5EF4-FFF2-40B4-BE49-F238E27FC236}">
                  <a16:creationId xmlns:a16="http://schemas.microsoft.com/office/drawing/2014/main" id="{3A472F8C-F85F-17C8-6657-DD64D27EC5F1}"/>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77106" name="Rectangle 21">
              <a:extLst>
                <a:ext uri="{FF2B5EF4-FFF2-40B4-BE49-F238E27FC236}">
                  <a16:creationId xmlns:a16="http://schemas.microsoft.com/office/drawing/2014/main" id="{EEA53BD6-A03C-674E-D421-8B715D0D5618}"/>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76876" name="Group 39">
            <a:extLst>
              <a:ext uri="{FF2B5EF4-FFF2-40B4-BE49-F238E27FC236}">
                <a16:creationId xmlns:a16="http://schemas.microsoft.com/office/drawing/2014/main" id="{4020422E-99AA-2237-1E9C-1B485E3E888D}"/>
              </a:ext>
            </a:extLst>
          </p:cNvPr>
          <p:cNvGrpSpPr>
            <a:grpSpLocks/>
          </p:cNvGrpSpPr>
          <p:nvPr/>
        </p:nvGrpSpPr>
        <p:grpSpPr bwMode="auto">
          <a:xfrm>
            <a:off x="6427788" y="5537201"/>
            <a:ext cx="406400" cy="339725"/>
            <a:chOff x="144" y="3264"/>
            <a:chExt cx="288" cy="240"/>
          </a:xfrm>
        </p:grpSpPr>
        <p:sp>
          <p:nvSpPr>
            <p:cNvPr id="77103" name="Rectangle 40">
              <a:extLst>
                <a:ext uri="{FF2B5EF4-FFF2-40B4-BE49-F238E27FC236}">
                  <a16:creationId xmlns:a16="http://schemas.microsoft.com/office/drawing/2014/main" id="{57A5EB90-9429-1406-59C3-05F0EBA466DB}"/>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77104" name="Rectangle 41">
              <a:extLst>
                <a:ext uri="{FF2B5EF4-FFF2-40B4-BE49-F238E27FC236}">
                  <a16:creationId xmlns:a16="http://schemas.microsoft.com/office/drawing/2014/main" id="{6F5B8275-EF54-29B5-9FA2-EB8A69AF5D19}"/>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76877" name="Group 31">
            <a:extLst>
              <a:ext uri="{FF2B5EF4-FFF2-40B4-BE49-F238E27FC236}">
                <a16:creationId xmlns:a16="http://schemas.microsoft.com/office/drawing/2014/main" id="{0FF80916-3241-174D-0E44-377145272BD3}"/>
              </a:ext>
            </a:extLst>
          </p:cNvPr>
          <p:cNvGrpSpPr>
            <a:grpSpLocks/>
          </p:cNvGrpSpPr>
          <p:nvPr/>
        </p:nvGrpSpPr>
        <p:grpSpPr bwMode="auto">
          <a:xfrm>
            <a:off x="7115175" y="4216401"/>
            <a:ext cx="406400" cy="339725"/>
            <a:chOff x="144" y="3264"/>
            <a:chExt cx="288" cy="240"/>
          </a:xfrm>
        </p:grpSpPr>
        <p:sp>
          <p:nvSpPr>
            <p:cNvPr id="77101" name="Rectangle 32">
              <a:extLst>
                <a:ext uri="{FF2B5EF4-FFF2-40B4-BE49-F238E27FC236}">
                  <a16:creationId xmlns:a16="http://schemas.microsoft.com/office/drawing/2014/main" id="{28644773-6439-8F9B-C7A9-AFE5923D5889}"/>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77102" name="Rectangle 33">
              <a:extLst>
                <a:ext uri="{FF2B5EF4-FFF2-40B4-BE49-F238E27FC236}">
                  <a16:creationId xmlns:a16="http://schemas.microsoft.com/office/drawing/2014/main" id="{DE8C1C65-A4E5-1481-EE80-490504C5F4DF}"/>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76878" name="Group 43">
            <a:extLst>
              <a:ext uri="{FF2B5EF4-FFF2-40B4-BE49-F238E27FC236}">
                <a16:creationId xmlns:a16="http://schemas.microsoft.com/office/drawing/2014/main" id="{57C04D6E-458F-AD47-16FD-F40923B00440}"/>
              </a:ext>
            </a:extLst>
          </p:cNvPr>
          <p:cNvGrpSpPr>
            <a:grpSpLocks/>
          </p:cNvGrpSpPr>
          <p:nvPr/>
        </p:nvGrpSpPr>
        <p:grpSpPr bwMode="auto">
          <a:xfrm>
            <a:off x="7115175" y="5102226"/>
            <a:ext cx="406400" cy="339725"/>
            <a:chOff x="144" y="3264"/>
            <a:chExt cx="288" cy="240"/>
          </a:xfrm>
        </p:grpSpPr>
        <p:sp>
          <p:nvSpPr>
            <p:cNvPr id="77099" name="Rectangle 44">
              <a:extLst>
                <a:ext uri="{FF2B5EF4-FFF2-40B4-BE49-F238E27FC236}">
                  <a16:creationId xmlns:a16="http://schemas.microsoft.com/office/drawing/2014/main" id="{420C7A71-83E3-079E-79FF-331E48145270}"/>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77100" name="Rectangle 45">
              <a:extLst>
                <a:ext uri="{FF2B5EF4-FFF2-40B4-BE49-F238E27FC236}">
                  <a16:creationId xmlns:a16="http://schemas.microsoft.com/office/drawing/2014/main" id="{FD4DFDBC-8EF8-B69B-7286-E21C5C82AE8B}"/>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76879" name="Group 488">
            <a:extLst>
              <a:ext uri="{FF2B5EF4-FFF2-40B4-BE49-F238E27FC236}">
                <a16:creationId xmlns:a16="http://schemas.microsoft.com/office/drawing/2014/main" id="{9E1F2976-09A7-C304-4CE8-0B289D8D4261}"/>
              </a:ext>
            </a:extLst>
          </p:cNvPr>
          <p:cNvGrpSpPr>
            <a:grpSpLocks/>
          </p:cNvGrpSpPr>
          <p:nvPr/>
        </p:nvGrpSpPr>
        <p:grpSpPr bwMode="auto">
          <a:xfrm>
            <a:off x="8759825" y="549276"/>
            <a:ext cx="406400" cy="339725"/>
            <a:chOff x="144" y="3264"/>
            <a:chExt cx="288" cy="240"/>
          </a:xfrm>
        </p:grpSpPr>
        <p:sp>
          <p:nvSpPr>
            <p:cNvPr id="77097" name="Rectangle 489">
              <a:extLst>
                <a:ext uri="{FF2B5EF4-FFF2-40B4-BE49-F238E27FC236}">
                  <a16:creationId xmlns:a16="http://schemas.microsoft.com/office/drawing/2014/main" id="{E507E2D4-8313-F375-113C-BE98559931E7}"/>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77098" name="Rectangle 490">
              <a:extLst>
                <a:ext uri="{FF2B5EF4-FFF2-40B4-BE49-F238E27FC236}">
                  <a16:creationId xmlns:a16="http://schemas.microsoft.com/office/drawing/2014/main" id="{B9B21C96-EEBD-FCCC-E762-4ADE1805CB60}"/>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sp>
        <p:nvSpPr>
          <p:cNvPr id="76880" name="Line 491">
            <a:extLst>
              <a:ext uri="{FF2B5EF4-FFF2-40B4-BE49-F238E27FC236}">
                <a16:creationId xmlns:a16="http://schemas.microsoft.com/office/drawing/2014/main" id="{A24F325A-1DDD-1405-F65A-3F19419AD6CF}"/>
              </a:ext>
            </a:extLst>
          </p:cNvPr>
          <p:cNvSpPr>
            <a:spLocks noChangeShapeType="1"/>
          </p:cNvSpPr>
          <p:nvPr/>
        </p:nvSpPr>
        <p:spPr bwMode="auto">
          <a:xfrm>
            <a:off x="7319964" y="5734051"/>
            <a:ext cx="2600325" cy="403225"/>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76881" name="Group 101">
            <a:extLst>
              <a:ext uri="{FF2B5EF4-FFF2-40B4-BE49-F238E27FC236}">
                <a16:creationId xmlns:a16="http://schemas.microsoft.com/office/drawing/2014/main" id="{94B01CA1-AE1A-8581-4C83-0731272E3A8D}"/>
              </a:ext>
            </a:extLst>
          </p:cNvPr>
          <p:cNvGrpSpPr>
            <a:grpSpLocks noChangeAspect="1"/>
          </p:cNvGrpSpPr>
          <p:nvPr/>
        </p:nvGrpSpPr>
        <p:grpSpPr bwMode="auto">
          <a:xfrm>
            <a:off x="6956425" y="5495926"/>
            <a:ext cx="723900" cy="460375"/>
            <a:chOff x="3312" y="2160"/>
            <a:chExt cx="960" cy="528"/>
          </a:xfrm>
        </p:grpSpPr>
        <p:grpSp>
          <p:nvGrpSpPr>
            <p:cNvPr id="77075" name="Group 102">
              <a:extLst>
                <a:ext uri="{FF2B5EF4-FFF2-40B4-BE49-F238E27FC236}">
                  <a16:creationId xmlns:a16="http://schemas.microsoft.com/office/drawing/2014/main" id="{79038C4D-7F72-FB9D-D261-9280100E16F8}"/>
                </a:ext>
              </a:extLst>
            </p:cNvPr>
            <p:cNvGrpSpPr>
              <a:grpSpLocks noChangeAspect="1"/>
            </p:cNvGrpSpPr>
            <p:nvPr/>
          </p:nvGrpSpPr>
          <p:grpSpPr bwMode="auto">
            <a:xfrm>
              <a:off x="3312" y="2160"/>
              <a:ext cx="960" cy="528"/>
              <a:chOff x="3312" y="2160"/>
              <a:chExt cx="960" cy="528"/>
            </a:xfrm>
          </p:grpSpPr>
          <p:sp>
            <p:nvSpPr>
              <p:cNvPr id="77077" name="AutoShape 103">
                <a:extLst>
                  <a:ext uri="{FF2B5EF4-FFF2-40B4-BE49-F238E27FC236}">
                    <a16:creationId xmlns:a16="http://schemas.microsoft.com/office/drawing/2014/main" id="{69DC919D-AD7C-D64B-6416-29B4BDB952E0}"/>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77078" name="Group 104">
                <a:extLst>
                  <a:ext uri="{FF2B5EF4-FFF2-40B4-BE49-F238E27FC236}">
                    <a16:creationId xmlns:a16="http://schemas.microsoft.com/office/drawing/2014/main" id="{6CD17463-B2B3-E035-C3AE-0A340D284FCC}"/>
                  </a:ext>
                </a:extLst>
              </p:cNvPr>
              <p:cNvGrpSpPr>
                <a:grpSpLocks noChangeAspect="1"/>
              </p:cNvGrpSpPr>
              <p:nvPr/>
            </p:nvGrpSpPr>
            <p:grpSpPr bwMode="auto">
              <a:xfrm>
                <a:off x="3488" y="2193"/>
                <a:ext cx="599" cy="207"/>
                <a:chOff x="422" y="1632"/>
                <a:chExt cx="829" cy="298"/>
              </a:xfrm>
            </p:grpSpPr>
            <p:grpSp>
              <p:nvGrpSpPr>
                <p:cNvPr id="77079" name="Group 105">
                  <a:extLst>
                    <a:ext uri="{FF2B5EF4-FFF2-40B4-BE49-F238E27FC236}">
                      <a16:creationId xmlns:a16="http://schemas.microsoft.com/office/drawing/2014/main" id="{F0DBB75C-F459-EB6D-977C-D08E6CB6EE1B}"/>
                    </a:ext>
                  </a:extLst>
                </p:cNvPr>
                <p:cNvGrpSpPr>
                  <a:grpSpLocks noChangeAspect="1"/>
                </p:cNvGrpSpPr>
                <p:nvPr/>
              </p:nvGrpSpPr>
              <p:grpSpPr bwMode="auto">
                <a:xfrm>
                  <a:off x="422" y="1632"/>
                  <a:ext cx="822" cy="291"/>
                  <a:chOff x="422" y="1632"/>
                  <a:chExt cx="822" cy="291"/>
                </a:xfrm>
              </p:grpSpPr>
              <p:sp>
                <p:nvSpPr>
                  <p:cNvPr id="77089" name="Freeform 106">
                    <a:extLst>
                      <a:ext uri="{FF2B5EF4-FFF2-40B4-BE49-F238E27FC236}">
                        <a16:creationId xmlns:a16="http://schemas.microsoft.com/office/drawing/2014/main" id="{AF45F818-DFD0-9DFE-1214-0B4AF81BB073}"/>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90" name="Freeform 107">
                    <a:extLst>
                      <a:ext uri="{FF2B5EF4-FFF2-40B4-BE49-F238E27FC236}">
                        <a16:creationId xmlns:a16="http://schemas.microsoft.com/office/drawing/2014/main" id="{91A083DF-79F5-8660-01E4-808B81530DBF}"/>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91" name="Freeform 108">
                    <a:extLst>
                      <a:ext uri="{FF2B5EF4-FFF2-40B4-BE49-F238E27FC236}">
                        <a16:creationId xmlns:a16="http://schemas.microsoft.com/office/drawing/2014/main" id="{CEB90F9D-CCC8-7D1C-AC56-0887348FE11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92" name="Freeform 109">
                    <a:extLst>
                      <a:ext uri="{FF2B5EF4-FFF2-40B4-BE49-F238E27FC236}">
                        <a16:creationId xmlns:a16="http://schemas.microsoft.com/office/drawing/2014/main" id="{27929AAC-1119-11C1-D03B-B53FF0CFED1E}"/>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93" name="Freeform 110">
                    <a:extLst>
                      <a:ext uri="{FF2B5EF4-FFF2-40B4-BE49-F238E27FC236}">
                        <a16:creationId xmlns:a16="http://schemas.microsoft.com/office/drawing/2014/main" id="{7845A313-B2D2-CF7E-9336-35C567F1891A}"/>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94" name="Freeform 111">
                    <a:extLst>
                      <a:ext uri="{FF2B5EF4-FFF2-40B4-BE49-F238E27FC236}">
                        <a16:creationId xmlns:a16="http://schemas.microsoft.com/office/drawing/2014/main" id="{7708FD31-4C9A-AE3B-DBC0-97CDBAD4924A}"/>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95" name="Freeform 112">
                    <a:extLst>
                      <a:ext uri="{FF2B5EF4-FFF2-40B4-BE49-F238E27FC236}">
                        <a16:creationId xmlns:a16="http://schemas.microsoft.com/office/drawing/2014/main" id="{46F17FE1-0BBF-7B26-FA1A-40E8ED6D482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96" name="Freeform 113">
                    <a:extLst>
                      <a:ext uri="{FF2B5EF4-FFF2-40B4-BE49-F238E27FC236}">
                        <a16:creationId xmlns:a16="http://schemas.microsoft.com/office/drawing/2014/main" id="{4E45B20B-2388-C30B-7B4B-FDE67856B918}"/>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77080" name="Group 114">
                  <a:extLst>
                    <a:ext uri="{FF2B5EF4-FFF2-40B4-BE49-F238E27FC236}">
                      <a16:creationId xmlns:a16="http://schemas.microsoft.com/office/drawing/2014/main" id="{E53E7999-3C71-FD9F-74AF-297BEFBCF4F7}"/>
                    </a:ext>
                  </a:extLst>
                </p:cNvPr>
                <p:cNvGrpSpPr>
                  <a:grpSpLocks noChangeAspect="1"/>
                </p:cNvGrpSpPr>
                <p:nvPr/>
              </p:nvGrpSpPr>
              <p:grpSpPr bwMode="auto">
                <a:xfrm>
                  <a:off x="429" y="1639"/>
                  <a:ext cx="822" cy="291"/>
                  <a:chOff x="429" y="1639"/>
                  <a:chExt cx="822" cy="291"/>
                </a:xfrm>
              </p:grpSpPr>
              <p:sp>
                <p:nvSpPr>
                  <p:cNvPr id="77081" name="Freeform 115">
                    <a:extLst>
                      <a:ext uri="{FF2B5EF4-FFF2-40B4-BE49-F238E27FC236}">
                        <a16:creationId xmlns:a16="http://schemas.microsoft.com/office/drawing/2014/main" id="{EC6B1F1E-D56A-B795-3511-C3913A69BFE1}"/>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82" name="Freeform 116">
                    <a:extLst>
                      <a:ext uri="{FF2B5EF4-FFF2-40B4-BE49-F238E27FC236}">
                        <a16:creationId xmlns:a16="http://schemas.microsoft.com/office/drawing/2014/main" id="{44A53173-01BB-9636-AD7C-7E0D7282C24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83" name="Freeform 117">
                    <a:extLst>
                      <a:ext uri="{FF2B5EF4-FFF2-40B4-BE49-F238E27FC236}">
                        <a16:creationId xmlns:a16="http://schemas.microsoft.com/office/drawing/2014/main" id="{C29C9C9A-3EA1-A135-4984-4D63DC3B1DF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84" name="Freeform 118">
                    <a:extLst>
                      <a:ext uri="{FF2B5EF4-FFF2-40B4-BE49-F238E27FC236}">
                        <a16:creationId xmlns:a16="http://schemas.microsoft.com/office/drawing/2014/main" id="{25E29016-0903-BEAF-8055-8B0F7906C0B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85" name="Freeform 119">
                    <a:extLst>
                      <a:ext uri="{FF2B5EF4-FFF2-40B4-BE49-F238E27FC236}">
                        <a16:creationId xmlns:a16="http://schemas.microsoft.com/office/drawing/2014/main" id="{6C2E2A88-1B2C-615E-77BB-72FC6FABCAE3}"/>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86" name="Freeform 120">
                    <a:extLst>
                      <a:ext uri="{FF2B5EF4-FFF2-40B4-BE49-F238E27FC236}">
                        <a16:creationId xmlns:a16="http://schemas.microsoft.com/office/drawing/2014/main" id="{EFBCCB0A-22A8-468D-C9E7-FB2981AA0E3B}"/>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87" name="Freeform 121">
                    <a:extLst>
                      <a:ext uri="{FF2B5EF4-FFF2-40B4-BE49-F238E27FC236}">
                        <a16:creationId xmlns:a16="http://schemas.microsoft.com/office/drawing/2014/main" id="{CB5BD563-5AC8-EF59-5127-7F097B013336}"/>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88" name="Freeform 122">
                    <a:extLst>
                      <a:ext uri="{FF2B5EF4-FFF2-40B4-BE49-F238E27FC236}">
                        <a16:creationId xmlns:a16="http://schemas.microsoft.com/office/drawing/2014/main" id="{5EA9E34B-410A-2DAD-6092-0385BDA49C8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77076" name="WordArt 123">
              <a:extLst>
                <a:ext uri="{FF2B5EF4-FFF2-40B4-BE49-F238E27FC236}">
                  <a16:creationId xmlns:a16="http://schemas.microsoft.com/office/drawing/2014/main" id="{9400F420-CB83-D760-9371-035861C90EAF}"/>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bb3  </a:t>
              </a:r>
            </a:p>
          </p:txBody>
        </p:sp>
      </p:grpSp>
      <p:grpSp>
        <p:nvGrpSpPr>
          <p:cNvPr id="76882" name="Group 284">
            <a:extLst>
              <a:ext uri="{FF2B5EF4-FFF2-40B4-BE49-F238E27FC236}">
                <a16:creationId xmlns:a16="http://schemas.microsoft.com/office/drawing/2014/main" id="{A597BD2E-D0A3-2DF1-CA56-E9D00D64A9D4}"/>
              </a:ext>
            </a:extLst>
          </p:cNvPr>
          <p:cNvGrpSpPr>
            <a:grpSpLocks noChangeAspect="1"/>
          </p:cNvGrpSpPr>
          <p:nvPr/>
        </p:nvGrpSpPr>
        <p:grpSpPr bwMode="auto">
          <a:xfrm>
            <a:off x="9550400" y="5915026"/>
            <a:ext cx="723900" cy="460375"/>
            <a:chOff x="3312" y="2160"/>
            <a:chExt cx="960" cy="528"/>
          </a:xfrm>
        </p:grpSpPr>
        <p:grpSp>
          <p:nvGrpSpPr>
            <p:cNvPr id="77053" name="Group 285">
              <a:extLst>
                <a:ext uri="{FF2B5EF4-FFF2-40B4-BE49-F238E27FC236}">
                  <a16:creationId xmlns:a16="http://schemas.microsoft.com/office/drawing/2014/main" id="{59889CA9-D947-3DAD-F07D-D82DF4F62BC1}"/>
                </a:ext>
              </a:extLst>
            </p:cNvPr>
            <p:cNvGrpSpPr>
              <a:grpSpLocks noChangeAspect="1"/>
            </p:cNvGrpSpPr>
            <p:nvPr/>
          </p:nvGrpSpPr>
          <p:grpSpPr bwMode="auto">
            <a:xfrm>
              <a:off x="3312" y="2160"/>
              <a:ext cx="960" cy="528"/>
              <a:chOff x="3312" y="2160"/>
              <a:chExt cx="960" cy="528"/>
            </a:xfrm>
          </p:grpSpPr>
          <p:sp>
            <p:nvSpPr>
              <p:cNvPr id="77055" name="AutoShape 286">
                <a:extLst>
                  <a:ext uri="{FF2B5EF4-FFF2-40B4-BE49-F238E27FC236}">
                    <a16:creationId xmlns:a16="http://schemas.microsoft.com/office/drawing/2014/main" id="{C33C0E3A-7039-0014-AE88-C2D10EB0CD73}"/>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77056" name="Group 287">
                <a:extLst>
                  <a:ext uri="{FF2B5EF4-FFF2-40B4-BE49-F238E27FC236}">
                    <a16:creationId xmlns:a16="http://schemas.microsoft.com/office/drawing/2014/main" id="{41DC8968-9DF4-194B-B8A6-957986787215}"/>
                  </a:ext>
                </a:extLst>
              </p:cNvPr>
              <p:cNvGrpSpPr>
                <a:grpSpLocks noChangeAspect="1"/>
              </p:cNvGrpSpPr>
              <p:nvPr/>
            </p:nvGrpSpPr>
            <p:grpSpPr bwMode="auto">
              <a:xfrm>
                <a:off x="3488" y="2193"/>
                <a:ext cx="599" cy="207"/>
                <a:chOff x="422" y="1632"/>
                <a:chExt cx="829" cy="298"/>
              </a:xfrm>
            </p:grpSpPr>
            <p:grpSp>
              <p:nvGrpSpPr>
                <p:cNvPr id="77057" name="Group 288">
                  <a:extLst>
                    <a:ext uri="{FF2B5EF4-FFF2-40B4-BE49-F238E27FC236}">
                      <a16:creationId xmlns:a16="http://schemas.microsoft.com/office/drawing/2014/main" id="{BD667141-0F17-AA69-9B3B-90F64402742C}"/>
                    </a:ext>
                  </a:extLst>
                </p:cNvPr>
                <p:cNvGrpSpPr>
                  <a:grpSpLocks noChangeAspect="1"/>
                </p:cNvGrpSpPr>
                <p:nvPr/>
              </p:nvGrpSpPr>
              <p:grpSpPr bwMode="auto">
                <a:xfrm>
                  <a:off x="422" y="1632"/>
                  <a:ext cx="822" cy="291"/>
                  <a:chOff x="422" y="1632"/>
                  <a:chExt cx="822" cy="291"/>
                </a:xfrm>
              </p:grpSpPr>
              <p:sp>
                <p:nvSpPr>
                  <p:cNvPr id="77067" name="Freeform 289">
                    <a:extLst>
                      <a:ext uri="{FF2B5EF4-FFF2-40B4-BE49-F238E27FC236}">
                        <a16:creationId xmlns:a16="http://schemas.microsoft.com/office/drawing/2014/main" id="{10E946BC-BFD6-3D1C-7EF6-6E2F5BFA2421}"/>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68" name="Freeform 290">
                    <a:extLst>
                      <a:ext uri="{FF2B5EF4-FFF2-40B4-BE49-F238E27FC236}">
                        <a16:creationId xmlns:a16="http://schemas.microsoft.com/office/drawing/2014/main" id="{BF1BA2E1-A7BA-FBD4-CB80-9931FE891A3C}"/>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69" name="Freeform 291">
                    <a:extLst>
                      <a:ext uri="{FF2B5EF4-FFF2-40B4-BE49-F238E27FC236}">
                        <a16:creationId xmlns:a16="http://schemas.microsoft.com/office/drawing/2014/main" id="{165D1B4C-289C-048C-525D-A87FEDF1CC79}"/>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70" name="Freeform 292">
                    <a:extLst>
                      <a:ext uri="{FF2B5EF4-FFF2-40B4-BE49-F238E27FC236}">
                        <a16:creationId xmlns:a16="http://schemas.microsoft.com/office/drawing/2014/main" id="{B00D197D-A011-57AC-687E-B59B916E1458}"/>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71" name="Freeform 293">
                    <a:extLst>
                      <a:ext uri="{FF2B5EF4-FFF2-40B4-BE49-F238E27FC236}">
                        <a16:creationId xmlns:a16="http://schemas.microsoft.com/office/drawing/2014/main" id="{EB35711F-155D-14B8-274E-F52C8D73EDA0}"/>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72" name="Freeform 294">
                    <a:extLst>
                      <a:ext uri="{FF2B5EF4-FFF2-40B4-BE49-F238E27FC236}">
                        <a16:creationId xmlns:a16="http://schemas.microsoft.com/office/drawing/2014/main" id="{A14BB814-8F78-F329-0A7A-3FC0209A8BA2}"/>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73" name="Freeform 295">
                    <a:extLst>
                      <a:ext uri="{FF2B5EF4-FFF2-40B4-BE49-F238E27FC236}">
                        <a16:creationId xmlns:a16="http://schemas.microsoft.com/office/drawing/2014/main" id="{B2422F1C-8C30-2C3F-00AC-F027899611E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74" name="Freeform 296">
                    <a:extLst>
                      <a:ext uri="{FF2B5EF4-FFF2-40B4-BE49-F238E27FC236}">
                        <a16:creationId xmlns:a16="http://schemas.microsoft.com/office/drawing/2014/main" id="{446221DB-E653-2CCD-6BCF-9AA08AA1E94D}"/>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77058" name="Group 297">
                  <a:extLst>
                    <a:ext uri="{FF2B5EF4-FFF2-40B4-BE49-F238E27FC236}">
                      <a16:creationId xmlns:a16="http://schemas.microsoft.com/office/drawing/2014/main" id="{348C3B30-D721-8087-1E00-F93BDDADC067}"/>
                    </a:ext>
                  </a:extLst>
                </p:cNvPr>
                <p:cNvGrpSpPr>
                  <a:grpSpLocks noChangeAspect="1"/>
                </p:cNvGrpSpPr>
                <p:nvPr/>
              </p:nvGrpSpPr>
              <p:grpSpPr bwMode="auto">
                <a:xfrm>
                  <a:off x="429" y="1639"/>
                  <a:ext cx="822" cy="291"/>
                  <a:chOff x="429" y="1639"/>
                  <a:chExt cx="822" cy="291"/>
                </a:xfrm>
              </p:grpSpPr>
              <p:sp>
                <p:nvSpPr>
                  <p:cNvPr id="77059" name="Freeform 298">
                    <a:extLst>
                      <a:ext uri="{FF2B5EF4-FFF2-40B4-BE49-F238E27FC236}">
                        <a16:creationId xmlns:a16="http://schemas.microsoft.com/office/drawing/2014/main" id="{C06D1910-99F7-7482-7376-5D118184178D}"/>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60" name="Freeform 299">
                    <a:extLst>
                      <a:ext uri="{FF2B5EF4-FFF2-40B4-BE49-F238E27FC236}">
                        <a16:creationId xmlns:a16="http://schemas.microsoft.com/office/drawing/2014/main" id="{F8C60CD7-BC48-6E34-740F-A5C4B4F05BAE}"/>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61" name="Freeform 300">
                    <a:extLst>
                      <a:ext uri="{FF2B5EF4-FFF2-40B4-BE49-F238E27FC236}">
                        <a16:creationId xmlns:a16="http://schemas.microsoft.com/office/drawing/2014/main" id="{17B62CB0-B641-EE4E-1FB5-A777ED94B92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62" name="Freeform 301">
                    <a:extLst>
                      <a:ext uri="{FF2B5EF4-FFF2-40B4-BE49-F238E27FC236}">
                        <a16:creationId xmlns:a16="http://schemas.microsoft.com/office/drawing/2014/main" id="{FCC2608E-7419-6437-D772-7374622992C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63" name="Freeform 302">
                    <a:extLst>
                      <a:ext uri="{FF2B5EF4-FFF2-40B4-BE49-F238E27FC236}">
                        <a16:creationId xmlns:a16="http://schemas.microsoft.com/office/drawing/2014/main" id="{08D4C566-80D9-7E62-8B8B-EBBED119230E}"/>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64" name="Freeform 303">
                    <a:extLst>
                      <a:ext uri="{FF2B5EF4-FFF2-40B4-BE49-F238E27FC236}">
                        <a16:creationId xmlns:a16="http://schemas.microsoft.com/office/drawing/2014/main" id="{238E6436-7553-4BF7-E703-922E01B61A5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65" name="Freeform 304">
                    <a:extLst>
                      <a:ext uri="{FF2B5EF4-FFF2-40B4-BE49-F238E27FC236}">
                        <a16:creationId xmlns:a16="http://schemas.microsoft.com/office/drawing/2014/main" id="{2F077506-1152-0381-3228-414994432A0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66" name="Freeform 305">
                    <a:extLst>
                      <a:ext uri="{FF2B5EF4-FFF2-40B4-BE49-F238E27FC236}">
                        <a16:creationId xmlns:a16="http://schemas.microsoft.com/office/drawing/2014/main" id="{171AFD82-2BA8-677D-5908-5664CD5E9C16}"/>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77054" name="WordArt 306">
              <a:extLst>
                <a:ext uri="{FF2B5EF4-FFF2-40B4-BE49-F238E27FC236}">
                  <a16:creationId xmlns:a16="http://schemas.microsoft.com/office/drawing/2014/main" id="{AF2AFB58-C91C-5008-FD2F-1B7260AFDD68}"/>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as100r1</a:t>
              </a:r>
            </a:p>
          </p:txBody>
        </p:sp>
      </p:grpSp>
      <p:sp>
        <p:nvSpPr>
          <p:cNvPr id="76883" name="Line 493">
            <a:extLst>
              <a:ext uri="{FF2B5EF4-FFF2-40B4-BE49-F238E27FC236}">
                <a16:creationId xmlns:a16="http://schemas.microsoft.com/office/drawing/2014/main" id="{0D75F26A-2D0F-C9E2-1ED5-EFC273A2F4B1}"/>
              </a:ext>
            </a:extLst>
          </p:cNvPr>
          <p:cNvSpPr>
            <a:spLocks noChangeShapeType="1"/>
          </p:cNvSpPr>
          <p:nvPr/>
        </p:nvSpPr>
        <p:spPr bwMode="auto">
          <a:xfrm flipV="1">
            <a:off x="5375275" y="857250"/>
            <a:ext cx="0" cy="579438"/>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76884" name="Text Box 492">
            <a:extLst>
              <a:ext uri="{FF2B5EF4-FFF2-40B4-BE49-F238E27FC236}">
                <a16:creationId xmlns:a16="http://schemas.microsoft.com/office/drawing/2014/main" id="{6943DA82-F28E-30C4-9BEB-8F9204B8A836}"/>
              </a:ext>
            </a:extLst>
          </p:cNvPr>
          <p:cNvSpPr txBox="1">
            <a:spLocks noChangeArrowheads="1"/>
          </p:cNvSpPr>
          <p:nvPr/>
        </p:nvSpPr>
        <p:spPr bwMode="auto">
          <a:xfrm>
            <a:off x="5246688" y="720726"/>
            <a:ext cx="1187450"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210.0.0.0/24</a:t>
            </a:r>
          </a:p>
        </p:txBody>
      </p:sp>
      <p:grpSp>
        <p:nvGrpSpPr>
          <p:cNvPr id="76885" name="Group 495">
            <a:extLst>
              <a:ext uri="{FF2B5EF4-FFF2-40B4-BE49-F238E27FC236}">
                <a16:creationId xmlns:a16="http://schemas.microsoft.com/office/drawing/2014/main" id="{639680F9-CB6B-2EFC-1CC4-F430AB5CE732}"/>
              </a:ext>
            </a:extLst>
          </p:cNvPr>
          <p:cNvGrpSpPr>
            <a:grpSpLocks/>
          </p:cNvGrpSpPr>
          <p:nvPr/>
        </p:nvGrpSpPr>
        <p:grpSpPr bwMode="auto">
          <a:xfrm>
            <a:off x="7732713" y="5632451"/>
            <a:ext cx="406400" cy="339725"/>
            <a:chOff x="144" y="3264"/>
            <a:chExt cx="288" cy="240"/>
          </a:xfrm>
        </p:grpSpPr>
        <p:sp>
          <p:nvSpPr>
            <p:cNvPr id="77051" name="Rectangle 496">
              <a:extLst>
                <a:ext uri="{FF2B5EF4-FFF2-40B4-BE49-F238E27FC236}">
                  <a16:creationId xmlns:a16="http://schemas.microsoft.com/office/drawing/2014/main" id="{B42627CD-F7CB-92D5-7AF5-FF032A956E54}"/>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eth2</a:t>
              </a:r>
            </a:p>
          </p:txBody>
        </p:sp>
        <p:sp>
          <p:nvSpPr>
            <p:cNvPr id="77052" name="Rectangle 497">
              <a:extLst>
                <a:ext uri="{FF2B5EF4-FFF2-40B4-BE49-F238E27FC236}">
                  <a16:creationId xmlns:a16="http://schemas.microsoft.com/office/drawing/2014/main" id="{9F1CCE5C-2FFC-CEB9-EE0C-77FBFF39CEFA}"/>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76886" name="Group 499">
            <a:extLst>
              <a:ext uri="{FF2B5EF4-FFF2-40B4-BE49-F238E27FC236}">
                <a16:creationId xmlns:a16="http://schemas.microsoft.com/office/drawing/2014/main" id="{DB215477-29DD-85D8-5C83-4863E7165E49}"/>
              </a:ext>
            </a:extLst>
          </p:cNvPr>
          <p:cNvGrpSpPr>
            <a:grpSpLocks/>
          </p:cNvGrpSpPr>
          <p:nvPr/>
        </p:nvGrpSpPr>
        <p:grpSpPr bwMode="auto">
          <a:xfrm>
            <a:off x="9048750" y="5876926"/>
            <a:ext cx="406400" cy="339725"/>
            <a:chOff x="144" y="3264"/>
            <a:chExt cx="288" cy="240"/>
          </a:xfrm>
        </p:grpSpPr>
        <p:sp>
          <p:nvSpPr>
            <p:cNvPr id="77049" name="Rectangle 500">
              <a:extLst>
                <a:ext uri="{FF2B5EF4-FFF2-40B4-BE49-F238E27FC236}">
                  <a16:creationId xmlns:a16="http://schemas.microsoft.com/office/drawing/2014/main" id="{D1418BAB-1125-9EBD-A554-CB553B969DCF}"/>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77050" name="Rectangle 501">
              <a:extLst>
                <a:ext uri="{FF2B5EF4-FFF2-40B4-BE49-F238E27FC236}">
                  <a16:creationId xmlns:a16="http://schemas.microsoft.com/office/drawing/2014/main" id="{5489F2C1-1352-BA4A-D2BA-26C6658BF23D}"/>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sp>
        <p:nvSpPr>
          <p:cNvPr id="76887" name="Line 503">
            <a:extLst>
              <a:ext uri="{FF2B5EF4-FFF2-40B4-BE49-F238E27FC236}">
                <a16:creationId xmlns:a16="http://schemas.microsoft.com/office/drawing/2014/main" id="{DF7659E3-D810-3233-5B47-604509278B28}"/>
              </a:ext>
            </a:extLst>
          </p:cNvPr>
          <p:cNvSpPr>
            <a:spLocks noChangeShapeType="1"/>
          </p:cNvSpPr>
          <p:nvPr/>
        </p:nvSpPr>
        <p:spPr bwMode="auto">
          <a:xfrm flipV="1">
            <a:off x="7975601" y="5949950"/>
            <a:ext cx="523875" cy="427038"/>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76888" name="Oval 494">
            <a:extLst>
              <a:ext uri="{FF2B5EF4-FFF2-40B4-BE49-F238E27FC236}">
                <a16:creationId xmlns:a16="http://schemas.microsoft.com/office/drawing/2014/main" id="{33615734-B5BA-4BC0-5424-70811B64B4DB}"/>
              </a:ext>
            </a:extLst>
          </p:cNvPr>
          <p:cNvSpPr>
            <a:spLocks noChangeArrowheads="1"/>
          </p:cNvSpPr>
          <p:nvPr/>
        </p:nvSpPr>
        <p:spPr bwMode="auto">
          <a:xfrm flipH="1">
            <a:off x="8347075" y="5768975"/>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O</a:t>
            </a:r>
          </a:p>
        </p:txBody>
      </p:sp>
      <p:sp>
        <p:nvSpPr>
          <p:cNvPr id="76889" name="Text Box 502">
            <a:extLst>
              <a:ext uri="{FF2B5EF4-FFF2-40B4-BE49-F238E27FC236}">
                <a16:creationId xmlns:a16="http://schemas.microsoft.com/office/drawing/2014/main" id="{37135D7F-49CC-2C48-601B-C2B3B0CF4D91}"/>
              </a:ext>
            </a:extLst>
          </p:cNvPr>
          <p:cNvSpPr txBox="1">
            <a:spLocks noChangeArrowheads="1"/>
          </p:cNvSpPr>
          <p:nvPr/>
        </p:nvSpPr>
        <p:spPr bwMode="auto">
          <a:xfrm>
            <a:off x="7102475" y="6318251"/>
            <a:ext cx="1187450"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140.0.0.0/30</a:t>
            </a:r>
          </a:p>
        </p:txBody>
      </p:sp>
      <p:sp>
        <p:nvSpPr>
          <p:cNvPr id="76890" name="Line 504">
            <a:extLst>
              <a:ext uri="{FF2B5EF4-FFF2-40B4-BE49-F238E27FC236}">
                <a16:creationId xmlns:a16="http://schemas.microsoft.com/office/drawing/2014/main" id="{8A6794F3-AC6E-E4A9-D23C-4D6E28ACFD6A}"/>
              </a:ext>
            </a:extLst>
          </p:cNvPr>
          <p:cNvSpPr>
            <a:spLocks noChangeShapeType="1"/>
          </p:cNvSpPr>
          <p:nvPr/>
        </p:nvSpPr>
        <p:spPr bwMode="auto">
          <a:xfrm flipH="1">
            <a:off x="7464425" y="2133601"/>
            <a:ext cx="2160588" cy="173196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76891" name="Group 505">
            <a:extLst>
              <a:ext uri="{FF2B5EF4-FFF2-40B4-BE49-F238E27FC236}">
                <a16:creationId xmlns:a16="http://schemas.microsoft.com/office/drawing/2014/main" id="{7DF3A950-7804-F8BD-AADB-2C0453557924}"/>
              </a:ext>
            </a:extLst>
          </p:cNvPr>
          <p:cNvGrpSpPr>
            <a:grpSpLocks/>
          </p:cNvGrpSpPr>
          <p:nvPr/>
        </p:nvGrpSpPr>
        <p:grpSpPr bwMode="auto">
          <a:xfrm>
            <a:off x="9191625" y="1816101"/>
            <a:ext cx="723900" cy="460375"/>
            <a:chOff x="4830" y="1144"/>
            <a:chExt cx="456" cy="290"/>
          </a:xfrm>
        </p:grpSpPr>
        <p:grpSp>
          <p:nvGrpSpPr>
            <p:cNvPr id="77027" name="Group 367">
              <a:extLst>
                <a:ext uri="{FF2B5EF4-FFF2-40B4-BE49-F238E27FC236}">
                  <a16:creationId xmlns:a16="http://schemas.microsoft.com/office/drawing/2014/main" id="{10C68A8F-9135-2D1C-14B5-F6AC9BDD674F}"/>
                </a:ext>
              </a:extLst>
            </p:cNvPr>
            <p:cNvGrpSpPr>
              <a:grpSpLocks noChangeAspect="1"/>
            </p:cNvGrpSpPr>
            <p:nvPr/>
          </p:nvGrpSpPr>
          <p:grpSpPr bwMode="auto">
            <a:xfrm>
              <a:off x="4830" y="1144"/>
              <a:ext cx="456" cy="290"/>
              <a:chOff x="3312" y="2160"/>
              <a:chExt cx="960" cy="528"/>
            </a:xfrm>
          </p:grpSpPr>
          <p:sp>
            <p:nvSpPr>
              <p:cNvPr id="77029" name="AutoShape 368">
                <a:extLst>
                  <a:ext uri="{FF2B5EF4-FFF2-40B4-BE49-F238E27FC236}">
                    <a16:creationId xmlns:a16="http://schemas.microsoft.com/office/drawing/2014/main" id="{71F9CB6E-08D5-B508-3F38-6C34BD6C25B4}"/>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77030" name="Group 369">
                <a:extLst>
                  <a:ext uri="{FF2B5EF4-FFF2-40B4-BE49-F238E27FC236}">
                    <a16:creationId xmlns:a16="http://schemas.microsoft.com/office/drawing/2014/main" id="{640A4B9D-2F6A-63AB-B215-1E8DD42CD38C}"/>
                  </a:ext>
                </a:extLst>
              </p:cNvPr>
              <p:cNvGrpSpPr>
                <a:grpSpLocks noChangeAspect="1"/>
              </p:cNvGrpSpPr>
              <p:nvPr/>
            </p:nvGrpSpPr>
            <p:grpSpPr bwMode="auto">
              <a:xfrm>
                <a:off x="3488" y="2193"/>
                <a:ext cx="599" cy="207"/>
                <a:chOff x="422" y="1632"/>
                <a:chExt cx="829" cy="298"/>
              </a:xfrm>
            </p:grpSpPr>
            <p:grpSp>
              <p:nvGrpSpPr>
                <p:cNvPr id="77031" name="Group 370">
                  <a:extLst>
                    <a:ext uri="{FF2B5EF4-FFF2-40B4-BE49-F238E27FC236}">
                      <a16:creationId xmlns:a16="http://schemas.microsoft.com/office/drawing/2014/main" id="{C26DA81F-EA5A-B787-7415-66C20626DF76}"/>
                    </a:ext>
                  </a:extLst>
                </p:cNvPr>
                <p:cNvGrpSpPr>
                  <a:grpSpLocks noChangeAspect="1"/>
                </p:cNvGrpSpPr>
                <p:nvPr/>
              </p:nvGrpSpPr>
              <p:grpSpPr bwMode="auto">
                <a:xfrm>
                  <a:off x="422" y="1632"/>
                  <a:ext cx="822" cy="291"/>
                  <a:chOff x="422" y="1632"/>
                  <a:chExt cx="822" cy="291"/>
                </a:xfrm>
              </p:grpSpPr>
              <p:sp>
                <p:nvSpPr>
                  <p:cNvPr id="77041" name="Freeform 371">
                    <a:extLst>
                      <a:ext uri="{FF2B5EF4-FFF2-40B4-BE49-F238E27FC236}">
                        <a16:creationId xmlns:a16="http://schemas.microsoft.com/office/drawing/2014/main" id="{C0F65479-2F36-84B3-B4D5-992A01A77B9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42" name="Freeform 372">
                    <a:extLst>
                      <a:ext uri="{FF2B5EF4-FFF2-40B4-BE49-F238E27FC236}">
                        <a16:creationId xmlns:a16="http://schemas.microsoft.com/office/drawing/2014/main" id="{D991BC45-8B57-1F39-8259-798AAA7511C5}"/>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43" name="Freeform 373">
                    <a:extLst>
                      <a:ext uri="{FF2B5EF4-FFF2-40B4-BE49-F238E27FC236}">
                        <a16:creationId xmlns:a16="http://schemas.microsoft.com/office/drawing/2014/main" id="{13CFA21E-757F-BC7C-B67C-CAE93AE20FB2}"/>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44" name="Freeform 374">
                    <a:extLst>
                      <a:ext uri="{FF2B5EF4-FFF2-40B4-BE49-F238E27FC236}">
                        <a16:creationId xmlns:a16="http://schemas.microsoft.com/office/drawing/2014/main" id="{BBC8512C-61E4-1941-C30E-A84619FA418B}"/>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45" name="Freeform 375">
                    <a:extLst>
                      <a:ext uri="{FF2B5EF4-FFF2-40B4-BE49-F238E27FC236}">
                        <a16:creationId xmlns:a16="http://schemas.microsoft.com/office/drawing/2014/main" id="{F5371FE3-722F-93E2-26C4-C0939AD715C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46" name="Freeform 376">
                    <a:extLst>
                      <a:ext uri="{FF2B5EF4-FFF2-40B4-BE49-F238E27FC236}">
                        <a16:creationId xmlns:a16="http://schemas.microsoft.com/office/drawing/2014/main" id="{B3EBC934-85BD-F5D5-CD58-7B3FD922E8F8}"/>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47" name="Freeform 377">
                    <a:extLst>
                      <a:ext uri="{FF2B5EF4-FFF2-40B4-BE49-F238E27FC236}">
                        <a16:creationId xmlns:a16="http://schemas.microsoft.com/office/drawing/2014/main" id="{23230388-BF3B-1EF1-ADFE-539E85EF50C7}"/>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48" name="Freeform 378">
                    <a:extLst>
                      <a:ext uri="{FF2B5EF4-FFF2-40B4-BE49-F238E27FC236}">
                        <a16:creationId xmlns:a16="http://schemas.microsoft.com/office/drawing/2014/main" id="{B8EA65EB-B7C2-6068-E7E9-AD3EA7BBCD2A}"/>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77032" name="Group 379">
                  <a:extLst>
                    <a:ext uri="{FF2B5EF4-FFF2-40B4-BE49-F238E27FC236}">
                      <a16:creationId xmlns:a16="http://schemas.microsoft.com/office/drawing/2014/main" id="{A583C6FB-2875-A3DB-8384-771AC9E2DEED}"/>
                    </a:ext>
                  </a:extLst>
                </p:cNvPr>
                <p:cNvGrpSpPr>
                  <a:grpSpLocks noChangeAspect="1"/>
                </p:cNvGrpSpPr>
                <p:nvPr/>
              </p:nvGrpSpPr>
              <p:grpSpPr bwMode="auto">
                <a:xfrm>
                  <a:off x="429" y="1639"/>
                  <a:ext cx="822" cy="291"/>
                  <a:chOff x="429" y="1639"/>
                  <a:chExt cx="822" cy="291"/>
                </a:xfrm>
              </p:grpSpPr>
              <p:sp>
                <p:nvSpPr>
                  <p:cNvPr id="77033" name="Freeform 380">
                    <a:extLst>
                      <a:ext uri="{FF2B5EF4-FFF2-40B4-BE49-F238E27FC236}">
                        <a16:creationId xmlns:a16="http://schemas.microsoft.com/office/drawing/2014/main" id="{4A52D78E-FB23-2D53-6238-E19712B12FA2}"/>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34" name="Freeform 381">
                    <a:extLst>
                      <a:ext uri="{FF2B5EF4-FFF2-40B4-BE49-F238E27FC236}">
                        <a16:creationId xmlns:a16="http://schemas.microsoft.com/office/drawing/2014/main" id="{F9C2F2DD-3F20-D183-7BA3-BDEFAFB41BC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35" name="Freeform 382">
                    <a:extLst>
                      <a:ext uri="{FF2B5EF4-FFF2-40B4-BE49-F238E27FC236}">
                        <a16:creationId xmlns:a16="http://schemas.microsoft.com/office/drawing/2014/main" id="{8BCC99F4-7B3A-FA3A-F32F-975B22A1649E}"/>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36" name="Freeform 383">
                    <a:extLst>
                      <a:ext uri="{FF2B5EF4-FFF2-40B4-BE49-F238E27FC236}">
                        <a16:creationId xmlns:a16="http://schemas.microsoft.com/office/drawing/2014/main" id="{EC42E852-3915-D8B6-3CAC-7958A7975783}"/>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37" name="Freeform 384">
                    <a:extLst>
                      <a:ext uri="{FF2B5EF4-FFF2-40B4-BE49-F238E27FC236}">
                        <a16:creationId xmlns:a16="http://schemas.microsoft.com/office/drawing/2014/main" id="{6EA99738-E21C-21E3-4BA3-889442478AD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38" name="Freeform 385">
                    <a:extLst>
                      <a:ext uri="{FF2B5EF4-FFF2-40B4-BE49-F238E27FC236}">
                        <a16:creationId xmlns:a16="http://schemas.microsoft.com/office/drawing/2014/main" id="{90882B47-9C08-084D-0E03-E746AA57ECBB}"/>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39" name="Freeform 386">
                    <a:extLst>
                      <a:ext uri="{FF2B5EF4-FFF2-40B4-BE49-F238E27FC236}">
                        <a16:creationId xmlns:a16="http://schemas.microsoft.com/office/drawing/2014/main" id="{029FF793-27FF-7B14-C8D9-0223C4BD152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40" name="Freeform 387">
                    <a:extLst>
                      <a:ext uri="{FF2B5EF4-FFF2-40B4-BE49-F238E27FC236}">
                        <a16:creationId xmlns:a16="http://schemas.microsoft.com/office/drawing/2014/main" id="{7054AA8D-B0FC-03C7-AE80-777A72EF63D2}"/>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77028" name="WordArt 388">
              <a:extLst>
                <a:ext uri="{FF2B5EF4-FFF2-40B4-BE49-F238E27FC236}">
                  <a16:creationId xmlns:a16="http://schemas.microsoft.com/office/drawing/2014/main" id="{8721A4C6-91AA-77DF-C4F5-10A09367489B}"/>
                </a:ext>
              </a:extLst>
            </p:cNvPr>
            <p:cNvSpPr>
              <a:spLocks noChangeAspect="1" noChangeArrowheads="1" noChangeShapeType="1" noTextEdit="1"/>
            </p:cNvSpPr>
            <p:nvPr/>
          </p:nvSpPr>
          <p:spPr bwMode="auto">
            <a:xfrm>
              <a:off x="4853" y="1263"/>
              <a:ext cx="410" cy="142"/>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r5  </a:t>
              </a:r>
            </a:p>
          </p:txBody>
        </p:sp>
      </p:grpSp>
      <p:grpSp>
        <p:nvGrpSpPr>
          <p:cNvPr id="76892" name="Group 513">
            <a:extLst>
              <a:ext uri="{FF2B5EF4-FFF2-40B4-BE49-F238E27FC236}">
                <a16:creationId xmlns:a16="http://schemas.microsoft.com/office/drawing/2014/main" id="{72E8741B-9D93-D471-3572-74567D7BA530}"/>
              </a:ext>
            </a:extLst>
          </p:cNvPr>
          <p:cNvGrpSpPr>
            <a:grpSpLocks/>
          </p:cNvGrpSpPr>
          <p:nvPr/>
        </p:nvGrpSpPr>
        <p:grpSpPr bwMode="auto">
          <a:xfrm>
            <a:off x="9404351" y="5203825"/>
            <a:ext cx="1228725" cy="673100"/>
            <a:chOff x="4765" y="3233"/>
            <a:chExt cx="774" cy="424"/>
          </a:xfrm>
        </p:grpSpPr>
        <p:sp>
          <p:nvSpPr>
            <p:cNvPr id="77024" name="Rectangle 510" descr="Legno">
              <a:extLst>
                <a:ext uri="{FF2B5EF4-FFF2-40B4-BE49-F238E27FC236}">
                  <a16:creationId xmlns:a16="http://schemas.microsoft.com/office/drawing/2014/main" id="{AD0A8F4D-4332-3D69-4A1B-85237185F1AA}"/>
                </a:ext>
              </a:extLst>
            </p:cNvPr>
            <p:cNvSpPr>
              <a:spLocks noChangeArrowheads="1"/>
            </p:cNvSpPr>
            <p:nvPr/>
          </p:nvSpPr>
          <p:spPr bwMode="auto">
            <a:xfrm>
              <a:off x="5108" y="3387"/>
              <a:ext cx="88" cy="270"/>
            </a:xfrm>
            <a:prstGeom prst="rect">
              <a:avLst/>
            </a:prstGeom>
            <a:blipFill dpi="0" rotWithShape="1">
              <a:blip r:embed="rId2"/>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77025" name="Rectangle 509">
              <a:extLst>
                <a:ext uri="{FF2B5EF4-FFF2-40B4-BE49-F238E27FC236}">
                  <a16:creationId xmlns:a16="http://schemas.microsoft.com/office/drawing/2014/main" id="{C75BDB7A-E181-2D52-C67B-954737A492AA}"/>
                </a:ext>
              </a:extLst>
            </p:cNvPr>
            <p:cNvSpPr>
              <a:spLocks noChangeArrowheads="1"/>
            </p:cNvSpPr>
            <p:nvPr/>
          </p:nvSpPr>
          <p:spPr bwMode="auto">
            <a:xfrm>
              <a:off x="4765" y="3233"/>
              <a:ext cx="774" cy="210"/>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400" b="1">
                  <a:latin typeface="Courier New" panose="02070309020205020404" pitchFamily="49" charset="0"/>
                </a:rPr>
                <a:t>50.0.0.0/16</a:t>
              </a:r>
            </a:p>
          </p:txBody>
        </p:sp>
        <p:sp>
          <p:nvSpPr>
            <p:cNvPr id="77026" name="Freeform 512">
              <a:extLst>
                <a:ext uri="{FF2B5EF4-FFF2-40B4-BE49-F238E27FC236}">
                  <a16:creationId xmlns:a16="http://schemas.microsoft.com/office/drawing/2014/main" id="{FE22C0ED-1357-923B-0433-C91CAFF74CF8}"/>
                </a:ext>
              </a:extLst>
            </p:cNvPr>
            <p:cNvSpPr>
              <a:spLocks/>
            </p:cNvSpPr>
            <p:nvPr/>
          </p:nvSpPr>
          <p:spPr bwMode="auto">
            <a:xfrm>
              <a:off x="4993" y="3521"/>
              <a:ext cx="317" cy="136"/>
            </a:xfrm>
            <a:custGeom>
              <a:avLst/>
              <a:gdLst>
                <a:gd name="T0" fmla="*/ 45 w 317"/>
                <a:gd name="T1" fmla="*/ 203 h 91"/>
                <a:gd name="T2" fmla="*/ 317 w 317"/>
                <a:gd name="T3" fmla="*/ 203 h 91"/>
                <a:gd name="T4" fmla="*/ 317 w 317"/>
                <a:gd name="T5" fmla="*/ 103 h 91"/>
                <a:gd name="T6" fmla="*/ 317 w 317"/>
                <a:gd name="T7" fmla="*/ 0 h 91"/>
                <a:gd name="T8" fmla="*/ 272 w 317"/>
                <a:gd name="T9" fmla="*/ 103 h 91"/>
                <a:gd name="T10" fmla="*/ 272 w 317"/>
                <a:gd name="T11" fmla="*/ 0 h 91"/>
                <a:gd name="T12" fmla="*/ 227 w 317"/>
                <a:gd name="T13" fmla="*/ 203 h 91"/>
                <a:gd name="T14" fmla="*/ 227 w 317"/>
                <a:gd name="T15" fmla="*/ 103 h 91"/>
                <a:gd name="T16" fmla="*/ 181 w 317"/>
                <a:gd name="T17" fmla="*/ 203 h 91"/>
                <a:gd name="T18" fmla="*/ 136 w 317"/>
                <a:gd name="T19" fmla="*/ 103 h 91"/>
                <a:gd name="T20" fmla="*/ 45 w 317"/>
                <a:gd name="T21" fmla="*/ 0 h 91"/>
                <a:gd name="T22" fmla="*/ 91 w 317"/>
                <a:gd name="T23" fmla="*/ 103 h 91"/>
                <a:gd name="T24" fmla="*/ 0 w 317"/>
                <a:gd name="T25" fmla="*/ 0 h 91"/>
                <a:gd name="T26" fmla="*/ 45 w 317"/>
                <a:gd name="T27" fmla="*/ 203 h 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7"/>
                <a:gd name="T43" fmla="*/ 0 h 91"/>
                <a:gd name="T44" fmla="*/ 317 w 317"/>
                <a:gd name="T45" fmla="*/ 91 h 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7" h="91">
                  <a:moveTo>
                    <a:pt x="45" y="91"/>
                  </a:moveTo>
                  <a:lnTo>
                    <a:pt x="317" y="91"/>
                  </a:lnTo>
                  <a:lnTo>
                    <a:pt x="317" y="46"/>
                  </a:lnTo>
                  <a:lnTo>
                    <a:pt x="317" y="0"/>
                  </a:lnTo>
                  <a:lnTo>
                    <a:pt x="272" y="46"/>
                  </a:lnTo>
                  <a:lnTo>
                    <a:pt x="272" y="0"/>
                  </a:lnTo>
                  <a:lnTo>
                    <a:pt x="227" y="91"/>
                  </a:lnTo>
                  <a:lnTo>
                    <a:pt x="227" y="46"/>
                  </a:lnTo>
                  <a:lnTo>
                    <a:pt x="181" y="91"/>
                  </a:lnTo>
                  <a:lnTo>
                    <a:pt x="136" y="46"/>
                  </a:lnTo>
                  <a:lnTo>
                    <a:pt x="45" y="0"/>
                  </a:lnTo>
                  <a:lnTo>
                    <a:pt x="91" y="46"/>
                  </a:lnTo>
                  <a:lnTo>
                    <a:pt x="0" y="0"/>
                  </a:lnTo>
                  <a:lnTo>
                    <a:pt x="45" y="91"/>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aphicFrame>
        <p:nvGraphicFramePr>
          <p:cNvPr id="4" name="Diagramma 3">
            <a:extLst>
              <a:ext uri="{FF2B5EF4-FFF2-40B4-BE49-F238E27FC236}">
                <a16:creationId xmlns:a16="http://schemas.microsoft.com/office/drawing/2014/main" id="{983862B0-FD7E-A949-7041-35C97C3B421A}"/>
              </a:ext>
            </a:extLst>
          </p:cNvPr>
          <p:cNvGraphicFramePr/>
          <p:nvPr/>
        </p:nvGraphicFramePr>
        <p:xfrm>
          <a:off x="1663701" y="3578226"/>
          <a:ext cx="1724025" cy="42227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76894" name="WordArt 516">
            <a:extLst>
              <a:ext uri="{FF2B5EF4-FFF2-40B4-BE49-F238E27FC236}">
                <a16:creationId xmlns:a16="http://schemas.microsoft.com/office/drawing/2014/main" id="{23AE7816-146E-530C-3DC3-9938F037F63E}"/>
              </a:ext>
            </a:extLst>
          </p:cNvPr>
          <p:cNvSpPr>
            <a:spLocks noChangeArrowheads="1" noChangeShapeType="1" noTextEdit="1"/>
          </p:cNvSpPr>
          <p:nvPr/>
        </p:nvSpPr>
        <p:spPr bwMode="auto">
          <a:xfrm>
            <a:off x="9336089" y="6453188"/>
            <a:ext cx="1152525" cy="247650"/>
          </a:xfrm>
          <a:prstGeom prst="rect">
            <a:avLst/>
          </a:prstGeom>
        </p:spPr>
        <p:txBody>
          <a:bodyPr wrap="none" fromWordArt="1">
            <a:prstTxWarp prst="textPlain">
              <a:avLst>
                <a:gd name="adj" fmla="val 50000"/>
              </a:avLst>
            </a:prstTxWarp>
            <a:scene3d>
              <a:camera prst="legacyPerspectiveBottomRight">
                <a:rot lat="300000" lon="300000" rev="0"/>
              </a:camera>
              <a:lightRig rig="legacyHarsh1" dir="t"/>
            </a:scene3d>
            <a:sp3d extrusionH="125400" prstMaterial="legacyMatte">
              <a:extrusionClr>
                <a:srgbClr val="FF8989"/>
              </a:extrusionClr>
              <a:contourClr>
                <a:srgbClr val="FF8989"/>
              </a:contourClr>
            </a:sp3d>
          </a:bodyPr>
          <a:lstStyle/>
          <a:p>
            <a:pPr algn="ctr"/>
            <a:r>
              <a:rPr lang="en-GB" sz="3600" kern="10">
                <a:ln w="9525">
                  <a:round/>
                  <a:headEnd/>
                  <a:tailEnd/>
                </a:ln>
                <a:solidFill>
                  <a:srgbClr val="FF8989"/>
                </a:solidFill>
                <a:latin typeface="Arial Black" panose="020B0604020202020204" pitchFamily="34" charset="0"/>
                <a:cs typeface="Arial Black" panose="020B0604020202020204" pitchFamily="34" charset="0"/>
              </a:rPr>
              <a:t>AS100</a:t>
            </a:r>
          </a:p>
        </p:txBody>
      </p:sp>
      <p:grpSp>
        <p:nvGrpSpPr>
          <p:cNvPr id="76895" name="Group 525">
            <a:extLst>
              <a:ext uri="{FF2B5EF4-FFF2-40B4-BE49-F238E27FC236}">
                <a16:creationId xmlns:a16="http://schemas.microsoft.com/office/drawing/2014/main" id="{1706A8D2-4B3C-4F1C-5227-BAC1F87603DA}"/>
              </a:ext>
            </a:extLst>
          </p:cNvPr>
          <p:cNvGrpSpPr>
            <a:grpSpLocks/>
          </p:cNvGrpSpPr>
          <p:nvPr/>
        </p:nvGrpSpPr>
        <p:grpSpPr bwMode="auto">
          <a:xfrm>
            <a:off x="9204325" y="2305051"/>
            <a:ext cx="406400" cy="339725"/>
            <a:chOff x="144" y="3264"/>
            <a:chExt cx="288" cy="240"/>
          </a:xfrm>
        </p:grpSpPr>
        <p:sp>
          <p:nvSpPr>
            <p:cNvPr id="77022" name="Rectangle 526">
              <a:extLst>
                <a:ext uri="{FF2B5EF4-FFF2-40B4-BE49-F238E27FC236}">
                  <a16:creationId xmlns:a16="http://schemas.microsoft.com/office/drawing/2014/main" id="{D6A331B2-7901-1D3F-AD84-3B35DE502196}"/>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eth2</a:t>
              </a:r>
            </a:p>
          </p:txBody>
        </p:sp>
        <p:sp>
          <p:nvSpPr>
            <p:cNvPr id="77023" name="Rectangle 527">
              <a:extLst>
                <a:ext uri="{FF2B5EF4-FFF2-40B4-BE49-F238E27FC236}">
                  <a16:creationId xmlns:a16="http://schemas.microsoft.com/office/drawing/2014/main" id="{2B6589D1-0014-915F-CA43-048F1014C610}"/>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76896" name="Group 528">
            <a:extLst>
              <a:ext uri="{FF2B5EF4-FFF2-40B4-BE49-F238E27FC236}">
                <a16:creationId xmlns:a16="http://schemas.microsoft.com/office/drawing/2014/main" id="{B91BBEA4-35EA-99BC-295C-13F2BD0C57F5}"/>
              </a:ext>
            </a:extLst>
          </p:cNvPr>
          <p:cNvGrpSpPr>
            <a:grpSpLocks/>
          </p:cNvGrpSpPr>
          <p:nvPr/>
        </p:nvGrpSpPr>
        <p:grpSpPr bwMode="auto">
          <a:xfrm>
            <a:off x="7710488" y="3408364"/>
            <a:ext cx="406400" cy="339725"/>
            <a:chOff x="144" y="3264"/>
            <a:chExt cx="288" cy="240"/>
          </a:xfrm>
        </p:grpSpPr>
        <p:sp>
          <p:nvSpPr>
            <p:cNvPr id="77020" name="Rectangle 529">
              <a:extLst>
                <a:ext uri="{FF2B5EF4-FFF2-40B4-BE49-F238E27FC236}">
                  <a16:creationId xmlns:a16="http://schemas.microsoft.com/office/drawing/2014/main" id="{E8701596-555C-D7C1-80A1-9CCD4C44664A}"/>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eth2</a:t>
              </a:r>
            </a:p>
          </p:txBody>
        </p:sp>
        <p:sp>
          <p:nvSpPr>
            <p:cNvPr id="77021" name="Rectangle 530">
              <a:extLst>
                <a:ext uri="{FF2B5EF4-FFF2-40B4-BE49-F238E27FC236}">
                  <a16:creationId xmlns:a16="http://schemas.microsoft.com/office/drawing/2014/main" id="{81A677F4-B48F-FD27-DDC1-FF83D0CFCDEE}"/>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76897" name="Line 535">
            <a:extLst>
              <a:ext uri="{FF2B5EF4-FFF2-40B4-BE49-F238E27FC236}">
                <a16:creationId xmlns:a16="http://schemas.microsoft.com/office/drawing/2014/main" id="{5A530871-997A-AAEB-B61E-17D0C936C4DD}"/>
              </a:ext>
            </a:extLst>
          </p:cNvPr>
          <p:cNvSpPr>
            <a:spLocks noChangeShapeType="1"/>
          </p:cNvSpPr>
          <p:nvPr/>
        </p:nvSpPr>
        <p:spPr bwMode="auto">
          <a:xfrm flipH="1" flipV="1">
            <a:off x="8616951" y="2946401"/>
            <a:ext cx="358775" cy="41116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76898" name="Oval 506">
            <a:extLst>
              <a:ext uri="{FF2B5EF4-FFF2-40B4-BE49-F238E27FC236}">
                <a16:creationId xmlns:a16="http://schemas.microsoft.com/office/drawing/2014/main" id="{B7225ADE-6C01-29C3-77E7-4961C6BA7194}"/>
              </a:ext>
            </a:extLst>
          </p:cNvPr>
          <p:cNvSpPr>
            <a:spLocks noChangeArrowheads="1"/>
          </p:cNvSpPr>
          <p:nvPr/>
        </p:nvSpPr>
        <p:spPr bwMode="auto">
          <a:xfrm flipH="1">
            <a:off x="8472488" y="278130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H</a:t>
            </a:r>
          </a:p>
        </p:txBody>
      </p:sp>
      <p:sp>
        <p:nvSpPr>
          <p:cNvPr id="76899" name="Text Box 507">
            <a:extLst>
              <a:ext uri="{FF2B5EF4-FFF2-40B4-BE49-F238E27FC236}">
                <a16:creationId xmlns:a16="http://schemas.microsoft.com/office/drawing/2014/main" id="{4B144EAB-04FF-DC2C-E768-1B6746439AE6}"/>
              </a:ext>
            </a:extLst>
          </p:cNvPr>
          <p:cNvSpPr txBox="1">
            <a:spLocks noChangeArrowheads="1"/>
          </p:cNvSpPr>
          <p:nvPr/>
        </p:nvSpPr>
        <p:spPr bwMode="auto">
          <a:xfrm>
            <a:off x="8688388" y="3284538"/>
            <a:ext cx="1187450"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130.0.0.0/30</a:t>
            </a:r>
          </a:p>
        </p:txBody>
      </p:sp>
      <p:sp>
        <p:nvSpPr>
          <p:cNvPr id="76900" name="Line 537">
            <a:extLst>
              <a:ext uri="{FF2B5EF4-FFF2-40B4-BE49-F238E27FC236}">
                <a16:creationId xmlns:a16="http://schemas.microsoft.com/office/drawing/2014/main" id="{5517D537-008A-2E9A-C531-565560649A53}"/>
              </a:ext>
            </a:extLst>
          </p:cNvPr>
          <p:cNvSpPr>
            <a:spLocks noChangeShapeType="1"/>
          </p:cNvSpPr>
          <p:nvPr/>
        </p:nvSpPr>
        <p:spPr bwMode="auto">
          <a:xfrm>
            <a:off x="6735763" y="1436689"/>
            <a:ext cx="512762" cy="23526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76901" name="Group 78">
            <a:extLst>
              <a:ext uri="{FF2B5EF4-FFF2-40B4-BE49-F238E27FC236}">
                <a16:creationId xmlns:a16="http://schemas.microsoft.com/office/drawing/2014/main" id="{41C47724-5214-A5BE-6DCE-7AA24AF0AEDD}"/>
              </a:ext>
            </a:extLst>
          </p:cNvPr>
          <p:cNvGrpSpPr>
            <a:grpSpLocks noChangeAspect="1"/>
          </p:cNvGrpSpPr>
          <p:nvPr/>
        </p:nvGrpSpPr>
        <p:grpSpPr bwMode="auto">
          <a:xfrm>
            <a:off x="6956425" y="3684589"/>
            <a:ext cx="723900" cy="460375"/>
            <a:chOff x="3312" y="2160"/>
            <a:chExt cx="960" cy="528"/>
          </a:xfrm>
        </p:grpSpPr>
        <p:grpSp>
          <p:nvGrpSpPr>
            <p:cNvPr id="76998" name="Group 79">
              <a:extLst>
                <a:ext uri="{FF2B5EF4-FFF2-40B4-BE49-F238E27FC236}">
                  <a16:creationId xmlns:a16="http://schemas.microsoft.com/office/drawing/2014/main" id="{B923A635-D53D-CAFD-49FA-7527E28ADF19}"/>
                </a:ext>
              </a:extLst>
            </p:cNvPr>
            <p:cNvGrpSpPr>
              <a:grpSpLocks noChangeAspect="1"/>
            </p:cNvGrpSpPr>
            <p:nvPr/>
          </p:nvGrpSpPr>
          <p:grpSpPr bwMode="auto">
            <a:xfrm>
              <a:off x="3312" y="2160"/>
              <a:ext cx="960" cy="528"/>
              <a:chOff x="3312" y="2160"/>
              <a:chExt cx="960" cy="528"/>
            </a:xfrm>
          </p:grpSpPr>
          <p:sp>
            <p:nvSpPr>
              <p:cNvPr id="77000" name="AutoShape 80">
                <a:extLst>
                  <a:ext uri="{FF2B5EF4-FFF2-40B4-BE49-F238E27FC236}">
                    <a16:creationId xmlns:a16="http://schemas.microsoft.com/office/drawing/2014/main" id="{E92D0FCE-4572-EE56-0BB1-FA3D89DA48DD}"/>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77001" name="Group 81">
                <a:extLst>
                  <a:ext uri="{FF2B5EF4-FFF2-40B4-BE49-F238E27FC236}">
                    <a16:creationId xmlns:a16="http://schemas.microsoft.com/office/drawing/2014/main" id="{ECE703D0-5106-1FDC-DBE3-C4373AE0685C}"/>
                  </a:ext>
                </a:extLst>
              </p:cNvPr>
              <p:cNvGrpSpPr>
                <a:grpSpLocks noChangeAspect="1"/>
              </p:cNvGrpSpPr>
              <p:nvPr/>
            </p:nvGrpSpPr>
            <p:grpSpPr bwMode="auto">
              <a:xfrm>
                <a:off x="3488" y="2193"/>
                <a:ext cx="599" cy="207"/>
                <a:chOff x="422" y="1632"/>
                <a:chExt cx="829" cy="298"/>
              </a:xfrm>
            </p:grpSpPr>
            <p:grpSp>
              <p:nvGrpSpPr>
                <p:cNvPr id="77002" name="Group 82">
                  <a:extLst>
                    <a:ext uri="{FF2B5EF4-FFF2-40B4-BE49-F238E27FC236}">
                      <a16:creationId xmlns:a16="http://schemas.microsoft.com/office/drawing/2014/main" id="{A1C071B4-959C-F254-29DA-DB25CCC7665C}"/>
                    </a:ext>
                  </a:extLst>
                </p:cNvPr>
                <p:cNvGrpSpPr>
                  <a:grpSpLocks noChangeAspect="1"/>
                </p:cNvGrpSpPr>
                <p:nvPr/>
              </p:nvGrpSpPr>
              <p:grpSpPr bwMode="auto">
                <a:xfrm>
                  <a:off x="422" y="1632"/>
                  <a:ext cx="822" cy="291"/>
                  <a:chOff x="422" y="1632"/>
                  <a:chExt cx="822" cy="291"/>
                </a:xfrm>
              </p:grpSpPr>
              <p:sp>
                <p:nvSpPr>
                  <p:cNvPr id="77012" name="Freeform 83">
                    <a:extLst>
                      <a:ext uri="{FF2B5EF4-FFF2-40B4-BE49-F238E27FC236}">
                        <a16:creationId xmlns:a16="http://schemas.microsoft.com/office/drawing/2014/main" id="{6FB412B9-9C43-ED04-069F-BB057C4BEB35}"/>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13" name="Freeform 84">
                    <a:extLst>
                      <a:ext uri="{FF2B5EF4-FFF2-40B4-BE49-F238E27FC236}">
                        <a16:creationId xmlns:a16="http://schemas.microsoft.com/office/drawing/2014/main" id="{E046D53A-4C57-1D7C-FC1E-7CB3270B4AC8}"/>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14" name="Freeform 85">
                    <a:extLst>
                      <a:ext uri="{FF2B5EF4-FFF2-40B4-BE49-F238E27FC236}">
                        <a16:creationId xmlns:a16="http://schemas.microsoft.com/office/drawing/2014/main" id="{87FA9E49-9B3E-7714-B9F4-940D6C537AF0}"/>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15" name="Freeform 86">
                    <a:extLst>
                      <a:ext uri="{FF2B5EF4-FFF2-40B4-BE49-F238E27FC236}">
                        <a16:creationId xmlns:a16="http://schemas.microsoft.com/office/drawing/2014/main" id="{377B4900-0322-23A8-898B-C18B097922A4}"/>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16" name="Freeform 87">
                    <a:extLst>
                      <a:ext uri="{FF2B5EF4-FFF2-40B4-BE49-F238E27FC236}">
                        <a16:creationId xmlns:a16="http://schemas.microsoft.com/office/drawing/2014/main" id="{4D2C550C-6284-2923-4414-B4C1F94D4A42}"/>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17" name="Freeform 88">
                    <a:extLst>
                      <a:ext uri="{FF2B5EF4-FFF2-40B4-BE49-F238E27FC236}">
                        <a16:creationId xmlns:a16="http://schemas.microsoft.com/office/drawing/2014/main" id="{9A33A5C4-1DD3-13AA-4233-FE3C1F208BE9}"/>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18" name="Freeform 89">
                    <a:extLst>
                      <a:ext uri="{FF2B5EF4-FFF2-40B4-BE49-F238E27FC236}">
                        <a16:creationId xmlns:a16="http://schemas.microsoft.com/office/drawing/2014/main" id="{151CAE86-D8EB-1DB9-AE60-B63D5AAF064B}"/>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19" name="Freeform 90">
                    <a:extLst>
                      <a:ext uri="{FF2B5EF4-FFF2-40B4-BE49-F238E27FC236}">
                        <a16:creationId xmlns:a16="http://schemas.microsoft.com/office/drawing/2014/main" id="{D0AFC033-7710-CC1B-9EE2-E08BBF35F4EB}"/>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77003" name="Group 91">
                  <a:extLst>
                    <a:ext uri="{FF2B5EF4-FFF2-40B4-BE49-F238E27FC236}">
                      <a16:creationId xmlns:a16="http://schemas.microsoft.com/office/drawing/2014/main" id="{6E29853D-27CA-85DD-4673-290BDFA0594B}"/>
                    </a:ext>
                  </a:extLst>
                </p:cNvPr>
                <p:cNvGrpSpPr>
                  <a:grpSpLocks noChangeAspect="1"/>
                </p:cNvGrpSpPr>
                <p:nvPr/>
              </p:nvGrpSpPr>
              <p:grpSpPr bwMode="auto">
                <a:xfrm>
                  <a:off x="429" y="1639"/>
                  <a:ext cx="822" cy="291"/>
                  <a:chOff x="429" y="1639"/>
                  <a:chExt cx="822" cy="291"/>
                </a:xfrm>
              </p:grpSpPr>
              <p:sp>
                <p:nvSpPr>
                  <p:cNvPr id="77004" name="Freeform 92">
                    <a:extLst>
                      <a:ext uri="{FF2B5EF4-FFF2-40B4-BE49-F238E27FC236}">
                        <a16:creationId xmlns:a16="http://schemas.microsoft.com/office/drawing/2014/main" id="{F89E9622-4A02-8D53-7F53-50829B36ADF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05" name="Freeform 93">
                    <a:extLst>
                      <a:ext uri="{FF2B5EF4-FFF2-40B4-BE49-F238E27FC236}">
                        <a16:creationId xmlns:a16="http://schemas.microsoft.com/office/drawing/2014/main" id="{B2B18E09-DA1E-143E-FBBD-79387A7E8678}"/>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06" name="Freeform 94">
                    <a:extLst>
                      <a:ext uri="{FF2B5EF4-FFF2-40B4-BE49-F238E27FC236}">
                        <a16:creationId xmlns:a16="http://schemas.microsoft.com/office/drawing/2014/main" id="{D3EE9500-7598-DB4C-722D-949797363B66}"/>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07" name="Freeform 95">
                    <a:extLst>
                      <a:ext uri="{FF2B5EF4-FFF2-40B4-BE49-F238E27FC236}">
                        <a16:creationId xmlns:a16="http://schemas.microsoft.com/office/drawing/2014/main" id="{4C476D3F-F185-ADEE-5281-7A3FD2C41087}"/>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08" name="Freeform 96">
                    <a:extLst>
                      <a:ext uri="{FF2B5EF4-FFF2-40B4-BE49-F238E27FC236}">
                        <a16:creationId xmlns:a16="http://schemas.microsoft.com/office/drawing/2014/main" id="{58155430-FE49-5FFB-4F16-F1498293FDAF}"/>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09" name="Freeform 97">
                    <a:extLst>
                      <a:ext uri="{FF2B5EF4-FFF2-40B4-BE49-F238E27FC236}">
                        <a16:creationId xmlns:a16="http://schemas.microsoft.com/office/drawing/2014/main" id="{91D1772D-B568-A4F5-D52B-2AB501217DCD}"/>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10" name="Freeform 98">
                    <a:extLst>
                      <a:ext uri="{FF2B5EF4-FFF2-40B4-BE49-F238E27FC236}">
                        <a16:creationId xmlns:a16="http://schemas.microsoft.com/office/drawing/2014/main" id="{7D92250D-6C3C-F4C6-AC05-AEB472DEE5A6}"/>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7011" name="Freeform 99">
                    <a:extLst>
                      <a:ext uri="{FF2B5EF4-FFF2-40B4-BE49-F238E27FC236}">
                        <a16:creationId xmlns:a16="http://schemas.microsoft.com/office/drawing/2014/main" id="{DCF5D0AA-86E2-5F6D-3248-CBC4073052E9}"/>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76999" name="WordArt 100">
              <a:extLst>
                <a:ext uri="{FF2B5EF4-FFF2-40B4-BE49-F238E27FC236}">
                  <a16:creationId xmlns:a16="http://schemas.microsoft.com/office/drawing/2014/main" id="{AAD4DC5D-66C8-BEF8-9300-CFFBEF466C8E}"/>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bb2  </a:t>
              </a:r>
            </a:p>
          </p:txBody>
        </p:sp>
      </p:grpSp>
      <p:grpSp>
        <p:nvGrpSpPr>
          <p:cNvPr id="76902" name="Group 466">
            <a:extLst>
              <a:ext uri="{FF2B5EF4-FFF2-40B4-BE49-F238E27FC236}">
                <a16:creationId xmlns:a16="http://schemas.microsoft.com/office/drawing/2014/main" id="{BDD6D482-B996-E925-24A5-7A6089B431E5}"/>
              </a:ext>
            </a:extLst>
          </p:cNvPr>
          <p:cNvGrpSpPr>
            <a:grpSpLocks/>
          </p:cNvGrpSpPr>
          <p:nvPr/>
        </p:nvGrpSpPr>
        <p:grpSpPr bwMode="auto">
          <a:xfrm>
            <a:off x="6959600" y="3265489"/>
            <a:ext cx="406400" cy="339725"/>
            <a:chOff x="144" y="3264"/>
            <a:chExt cx="288" cy="240"/>
          </a:xfrm>
        </p:grpSpPr>
        <p:sp>
          <p:nvSpPr>
            <p:cNvPr id="76996" name="Rectangle 467">
              <a:extLst>
                <a:ext uri="{FF2B5EF4-FFF2-40B4-BE49-F238E27FC236}">
                  <a16:creationId xmlns:a16="http://schemas.microsoft.com/office/drawing/2014/main" id="{E2AE5489-6FB6-C6CE-4FA0-321BD7D4AEA2}"/>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eth3</a:t>
              </a:r>
            </a:p>
          </p:txBody>
        </p:sp>
        <p:sp>
          <p:nvSpPr>
            <p:cNvPr id="76997" name="Rectangle 468">
              <a:extLst>
                <a:ext uri="{FF2B5EF4-FFF2-40B4-BE49-F238E27FC236}">
                  <a16:creationId xmlns:a16="http://schemas.microsoft.com/office/drawing/2014/main" id="{A5D23374-CB9B-7DA4-F009-8DB75C5255A6}"/>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76903" name="Group 258">
            <a:extLst>
              <a:ext uri="{FF2B5EF4-FFF2-40B4-BE49-F238E27FC236}">
                <a16:creationId xmlns:a16="http://schemas.microsoft.com/office/drawing/2014/main" id="{2386BB47-E82C-53E1-323A-EDAD491024EF}"/>
              </a:ext>
            </a:extLst>
          </p:cNvPr>
          <p:cNvGrpSpPr>
            <a:grpSpLocks noChangeAspect="1"/>
          </p:cNvGrpSpPr>
          <p:nvPr/>
        </p:nvGrpSpPr>
        <p:grpSpPr bwMode="auto">
          <a:xfrm>
            <a:off x="7532688" y="1168401"/>
            <a:ext cx="723900" cy="460375"/>
            <a:chOff x="3312" y="2160"/>
            <a:chExt cx="960" cy="528"/>
          </a:xfrm>
        </p:grpSpPr>
        <p:grpSp>
          <p:nvGrpSpPr>
            <p:cNvPr id="76974" name="Group 259">
              <a:extLst>
                <a:ext uri="{FF2B5EF4-FFF2-40B4-BE49-F238E27FC236}">
                  <a16:creationId xmlns:a16="http://schemas.microsoft.com/office/drawing/2014/main" id="{57831527-1D08-942C-3435-E2F45E6C5AE0}"/>
                </a:ext>
              </a:extLst>
            </p:cNvPr>
            <p:cNvGrpSpPr>
              <a:grpSpLocks noChangeAspect="1"/>
            </p:cNvGrpSpPr>
            <p:nvPr/>
          </p:nvGrpSpPr>
          <p:grpSpPr bwMode="auto">
            <a:xfrm>
              <a:off x="3312" y="2160"/>
              <a:ext cx="960" cy="528"/>
              <a:chOff x="3312" y="2160"/>
              <a:chExt cx="960" cy="528"/>
            </a:xfrm>
          </p:grpSpPr>
          <p:sp>
            <p:nvSpPr>
              <p:cNvPr id="76976" name="AutoShape 260">
                <a:extLst>
                  <a:ext uri="{FF2B5EF4-FFF2-40B4-BE49-F238E27FC236}">
                    <a16:creationId xmlns:a16="http://schemas.microsoft.com/office/drawing/2014/main" id="{BE1ED01E-3769-DD4F-F038-5C7143A0AC29}"/>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76977" name="Group 261">
                <a:extLst>
                  <a:ext uri="{FF2B5EF4-FFF2-40B4-BE49-F238E27FC236}">
                    <a16:creationId xmlns:a16="http://schemas.microsoft.com/office/drawing/2014/main" id="{3445AF3A-4318-E980-1D5B-B5782BD3C8F2}"/>
                  </a:ext>
                </a:extLst>
              </p:cNvPr>
              <p:cNvGrpSpPr>
                <a:grpSpLocks noChangeAspect="1"/>
              </p:cNvGrpSpPr>
              <p:nvPr/>
            </p:nvGrpSpPr>
            <p:grpSpPr bwMode="auto">
              <a:xfrm>
                <a:off x="3488" y="2193"/>
                <a:ext cx="599" cy="207"/>
                <a:chOff x="422" y="1632"/>
                <a:chExt cx="829" cy="298"/>
              </a:xfrm>
            </p:grpSpPr>
            <p:grpSp>
              <p:nvGrpSpPr>
                <p:cNvPr id="76978" name="Group 262">
                  <a:extLst>
                    <a:ext uri="{FF2B5EF4-FFF2-40B4-BE49-F238E27FC236}">
                      <a16:creationId xmlns:a16="http://schemas.microsoft.com/office/drawing/2014/main" id="{BFFB1A95-8FC3-1F29-08D1-C0FEBC0206B0}"/>
                    </a:ext>
                  </a:extLst>
                </p:cNvPr>
                <p:cNvGrpSpPr>
                  <a:grpSpLocks noChangeAspect="1"/>
                </p:cNvGrpSpPr>
                <p:nvPr/>
              </p:nvGrpSpPr>
              <p:grpSpPr bwMode="auto">
                <a:xfrm>
                  <a:off x="422" y="1632"/>
                  <a:ext cx="822" cy="291"/>
                  <a:chOff x="422" y="1632"/>
                  <a:chExt cx="822" cy="291"/>
                </a:xfrm>
              </p:grpSpPr>
              <p:sp>
                <p:nvSpPr>
                  <p:cNvPr id="76988" name="Freeform 263">
                    <a:extLst>
                      <a:ext uri="{FF2B5EF4-FFF2-40B4-BE49-F238E27FC236}">
                        <a16:creationId xmlns:a16="http://schemas.microsoft.com/office/drawing/2014/main" id="{7F59D5F9-0E19-FC85-768A-FA7B97CEC31C}"/>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89" name="Freeform 264">
                    <a:extLst>
                      <a:ext uri="{FF2B5EF4-FFF2-40B4-BE49-F238E27FC236}">
                        <a16:creationId xmlns:a16="http://schemas.microsoft.com/office/drawing/2014/main" id="{C2B6E086-E2F5-6560-5FFF-6AAA948B701F}"/>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90" name="Freeform 265">
                    <a:extLst>
                      <a:ext uri="{FF2B5EF4-FFF2-40B4-BE49-F238E27FC236}">
                        <a16:creationId xmlns:a16="http://schemas.microsoft.com/office/drawing/2014/main" id="{E33D711A-F2F2-831C-945B-7F0F96C87C8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91" name="Freeform 266">
                    <a:extLst>
                      <a:ext uri="{FF2B5EF4-FFF2-40B4-BE49-F238E27FC236}">
                        <a16:creationId xmlns:a16="http://schemas.microsoft.com/office/drawing/2014/main" id="{E59D88F7-C8E1-D910-0E73-C969E319EC2A}"/>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92" name="Freeform 267">
                    <a:extLst>
                      <a:ext uri="{FF2B5EF4-FFF2-40B4-BE49-F238E27FC236}">
                        <a16:creationId xmlns:a16="http://schemas.microsoft.com/office/drawing/2014/main" id="{43A78ACC-5DCE-123A-D271-200F46439C86}"/>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93" name="Freeform 268">
                    <a:extLst>
                      <a:ext uri="{FF2B5EF4-FFF2-40B4-BE49-F238E27FC236}">
                        <a16:creationId xmlns:a16="http://schemas.microsoft.com/office/drawing/2014/main" id="{39983956-3F2C-9C81-DDB5-5C29FD062160}"/>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94" name="Freeform 269">
                    <a:extLst>
                      <a:ext uri="{FF2B5EF4-FFF2-40B4-BE49-F238E27FC236}">
                        <a16:creationId xmlns:a16="http://schemas.microsoft.com/office/drawing/2014/main" id="{02EB97AC-2867-F266-FB2A-556C31FDA9BA}"/>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95" name="Freeform 270">
                    <a:extLst>
                      <a:ext uri="{FF2B5EF4-FFF2-40B4-BE49-F238E27FC236}">
                        <a16:creationId xmlns:a16="http://schemas.microsoft.com/office/drawing/2014/main" id="{18A35ED5-D3E2-7892-34EF-841BDB81E6BE}"/>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76979" name="Group 271">
                  <a:extLst>
                    <a:ext uri="{FF2B5EF4-FFF2-40B4-BE49-F238E27FC236}">
                      <a16:creationId xmlns:a16="http://schemas.microsoft.com/office/drawing/2014/main" id="{1565244E-F01A-0FA4-670D-C11302823D00}"/>
                    </a:ext>
                  </a:extLst>
                </p:cNvPr>
                <p:cNvGrpSpPr>
                  <a:grpSpLocks noChangeAspect="1"/>
                </p:cNvGrpSpPr>
                <p:nvPr/>
              </p:nvGrpSpPr>
              <p:grpSpPr bwMode="auto">
                <a:xfrm>
                  <a:off x="429" y="1639"/>
                  <a:ext cx="822" cy="291"/>
                  <a:chOff x="429" y="1639"/>
                  <a:chExt cx="822" cy="291"/>
                </a:xfrm>
              </p:grpSpPr>
              <p:sp>
                <p:nvSpPr>
                  <p:cNvPr id="76980" name="Freeform 272">
                    <a:extLst>
                      <a:ext uri="{FF2B5EF4-FFF2-40B4-BE49-F238E27FC236}">
                        <a16:creationId xmlns:a16="http://schemas.microsoft.com/office/drawing/2014/main" id="{582EFBBB-154D-D7A9-28C1-FE62482CF89F}"/>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81" name="Freeform 273">
                    <a:extLst>
                      <a:ext uri="{FF2B5EF4-FFF2-40B4-BE49-F238E27FC236}">
                        <a16:creationId xmlns:a16="http://schemas.microsoft.com/office/drawing/2014/main" id="{B6D1B6EA-1770-B4E9-C83E-4C79C8B4C78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82" name="Freeform 274">
                    <a:extLst>
                      <a:ext uri="{FF2B5EF4-FFF2-40B4-BE49-F238E27FC236}">
                        <a16:creationId xmlns:a16="http://schemas.microsoft.com/office/drawing/2014/main" id="{881F3394-DE91-7FE6-B626-8C2848D8C78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83" name="Freeform 275">
                    <a:extLst>
                      <a:ext uri="{FF2B5EF4-FFF2-40B4-BE49-F238E27FC236}">
                        <a16:creationId xmlns:a16="http://schemas.microsoft.com/office/drawing/2014/main" id="{3262DA19-621A-73BE-158D-0D6D1C39D130}"/>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84" name="Freeform 276">
                    <a:extLst>
                      <a:ext uri="{FF2B5EF4-FFF2-40B4-BE49-F238E27FC236}">
                        <a16:creationId xmlns:a16="http://schemas.microsoft.com/office/drawing/2014/main" id="{5CC6DEF9-02F3-F5A9-F139-9BA57C4FD790}"/>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85" name="Freeform 277">
                    <a:extLst>
                      <a:ext uri="{FF2B5EF4-FFF2-40B4-BE49-F238E27FC236}">
                        <a16:creationId xmlns:a16="http://schemas.microsoft.com/office/drawing/2014/main" id="{8FDE6445-76E3-E350-EEE4-A67CC3EEC359}"/>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86" name="Freeform 278">
                    <a:extLst>
                      <a:ext uri="{FF2B5EF4-FFF2-40B4-BE49-F238E27FC236}">
                        <a16:creationId xmlns:a16="http://schemas.microsoft.com/office/drawing/2014/main" id="{BA159935-4A68-2F73-7769-47A9406A3567}"/>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87" name="Freeform 279">
                    <a:extLst>
                      <a:ext uri="{FF2B5EF4-FFF2-40B4-BE49-F238E27FC236}">
                        <a16:creationId xmlns:a16="http://schemas.microsoft.com/office/drawing/2014/main" id="{1A102B47-2CB8-5BE0-1BEF-8FD7B6EAEB13}"/>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76975" name="WordArt 280">
              <a:extLst>
                <a:ext uri="{FF2B5EF4-FFF2-40B4-BE49-F238E27FC236}">
                  <a16:creationId xmlns:a16="http://schemas.microsoft.com/office/drawing/2014/main" id="{DCB4452E-B53C-E70E-5C50-B0F006B218ED}"/>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r4  </a:t>
              </a:r>
            </a:p>
          </p:txBody>
        </p:sp>
      </p:grpSp>
      <p:sp>
        <p:nvSpPr>
          <p:cNvPr id="76904" name="Line 539">
            <a:extLst>
              <a:ext uri="{FF2B5EF4-FFF2-40B4-BE49-F238E27FC236}">
                <a16:creationId xmlns:a16="http://schemas.microsoft.com/office/drawing/2014/main" id="{28B15E16-8B2F-4CE3-11A4-2214DF009C84}"/>
              </a:ext>
            </a:extLst>
          </p:cNvPr>
          <p:cNvSpPr>
            <a:spLocks noChangeShapeType="1"/>
          </p:cNvSpPr>
          <p:nvPr/>
        </p:nvSpPr>
        <p:spPr bwMode="auto">
          <a:xfrm flipH="1" flipV="1">
            <a:off x="5456238" y="1368426"/>
            <a:ext cx="857250" cy="31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sp>
        <p:nvSpPr>
          <p:cNvPr id="76905" name="Line 542">
            <a:extLst>
              <a:ext uri="{FF2B5EF4-FFF2-40B4-BE49-F238E27FC236}">
                <a16:creationId xmlns:a16="http://schemas.microsoft.com/office/drawing/2014/main" id="{1896F362-42FE-447F-598F-9A37A94175EB}"/>
              </a:ext>
            </a:extLst>
          </p:cNvPr>
          <p:cNvSpPr>
            <a:spLocks noChangeShapeType="1"/>
          </p:cNvSpPr>
          <p:nvPr/>
        </p:nvSpPr>
        <p:spPr bwMode="auto">
          <a:xfrm flipH="1">
            <a:off x="6308725" y="2516188"/>
            <a:ext cx="579438" cy="360362"/>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76906" name="Oval 283">
            <a:extLst>
              <a:ext uri="{FF2B5EF4-FFF2-40B4-BE49-F238E27FC236}">
                <a16:creationId xmlns:a16="http://schemas.microsoft.com/office/drawing/2014/main" id="{D9B4EF8D-00A6-F30A-436C-AB28293A9160}"/>
              </a:ext>
            </a:extLst>
          </p:cNvPr>
          <p:cNvSpPr>
            <a:spLocks noChangeArrowheads="1"/>
          </p:cNvSpPr>
          <p:nvPr/>
        </p:nvSpPr>
        <p:spPr bwMode="auto">
          <a:xfrm flipH="1">
            <a:off x="6799263" y="2305050"/>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G</a:t>
            </a:r>
          </a:p>
        </p:txBody>
      </p:sp>
      <p:sp>
        <p:nvSpPr>
          <p:cNvPr id="76907" name="Text Box 541">
            <a:extLst>
              <a:ext uri="{FF2B5EF4-FFF2-40B4-BE49-F238E27FC236}">
                <a16:creationId xmlns:a16="http://schemas.microsoft.com/office/drawing/2014/main" id="{CDA719AB-46DE-07E2-D143-FE873BB08923}"/>
              </a:ext>
            </a:extLst>
          </p:cNvPr>
          <p:cNvSpPr txBox="1">
            <a:spLocks noChangeArrowheads="1"/>
          </p:cNvSpPr>
          <p:nvPr/>
        </p:nvSpPr>
        <p:spPr bwMode="auto">
          <a:xfrm>
            <a:off x="5791200" y="2724151"/>
            <a:ext cx="1187450" cy="265113"/>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120.0.0.0/30</a:t>
            </a:r>
          </a:p>
        </p:txBody>
      </p:sp>
      <p:grpSp>
        <p:nvGrpSpPr>
          <p:cNvPr id="76908" name="Group 438">
            <a:extLst>
              <a:ext uri="{FF2B5EF4-FFF2-40B4-BE49-F238E27FC236}">
                <a16:creationId xmlns:a16="http://schemas.microsoft.com/office/drawing/2014/main" id="{15183166-8F46-5115-93C5-AA3D8DBE39BE}"/>
              </a:ext>
            </a:extLst>
          </p:cNvPr>
          <p:cNvGrpSpPr>
            <a:grpSpLocks/>
          </p:cNvGrpSpPr>
          <p:nvPr/>
        </p:nvGrpSpPr>
        <p:grpSpPr bwMode="auto">
          <a:xfrm>
            <a:off x="6626225" y="1628776"/>
            <a:ext cx="406400" cy="339725"/>
            <a:chOff x="144" y="3264"/>
            <a:chExt cx="288" cy="240"/>
          </a:xfrm>
        </p:grpSpPr>
        <p:sp>
          <p:nvSpPr>
            <p:cNvPr id="76972" name="Rectangle 439">
              <a:extLst>
                <a:ext uri="{FF2B5EF4-FFF2-40B4-BE49-F238E27FC236}">
                  <a16:creationId xmlns:a16="http://schemas.microsoft.com/office/drawing/2014/main" id="{1BC2167E-0582-E953-7667-8F7E7AACCBE3}"/>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eth0</a:t>
              </a:r>
            </a:p>
          </p:txBody>
        </p:sp>
        <p:sp>
          <p:nvSpPr>
            <p:cNvPr id="76973" name="Rectangle 440">
              <a:extLst>
                <a:ext uri="{FF2B5EF4-FFF2-40B4-BE49-F238E27FC236}">
                  <a16:creationId xmlns:a16="http://schemas.microsoft.com/office/drawing/2014/main" id="{61A0837E-D42F-15FE-D066-CFA33B0FCB79}"/>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sp>
        <p:nvSpPr>
          <p:cNvPr id="76909" name="Oval 549">
            <a:extLst>
              <a:ext uri="{FF2B5EF4-FFF2-40B4-BE49-F238E27FC236}">
                <a16:creationId xmlns:a16="http://schemas.microsoft.com/office/drawing/2014/main" id="{41A75674-B78D-D837-FF69-5ADAAC1D05C7}"/>
              </a:ext>
            </a:extLst>
          </p:cNvPr>
          <p:cNvSpPr>
            <a:spLocks noChangeArrowheads="1"/>
          </p:cNvSpPr>
          <p:nvPr/>
        </p:nvSpPr>
        <p:spPr bwMode="auto">
          <a:xfrm flipH="1">
            <a:off x="5232400" y="1204913"/>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K</a:t>
            </a:r>
          </a:p>
        </p:txBody>
      </p:sp>
      <p:sp>
        <p:nvSpPr>
          <p:cNvPr id="76910" name="Line 550">
            <a:extLst>
              <a:ext uri="{FF2B5EF4-FFF2-40B4-BE49-F238E27FC236}">
                <a16:creationId xmlns:a16="http://schemas.microsoft.com/office/drawing/2014/main" id="{F096FD8D-C9F9-6286-302B-7DD3D2BD6321}"/>
              </a:ext>
            </a:extLst>
          </p:cNvPr>
          <p:cNvSpPr>
            <a:spLocks noChangeShapeType="1"/>
          </p:cNvSpPr>
          <p:nvPr/>
        </p:nvSpPr>
        <p:spPr bwMode="auto">
          <a:xfrm flipV="1">
            <a:off x="5135563" y="1452563"/>
            <a:ext cx="1301750" cy="2366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76911" name="Group 551">
            <a:extLst>
              <a:ext uri="{FF2B5EF4-FFF2-40B4-BE49-F238E27FC236}">
                <a16:creationId xmlns:a16="http://schemas.microsoft.com/office/drawing/2014/main" id="{CC662A5C-E4EE-FAB0-08A7-7108D7DBB053}"/>
              </a:ext>
            </a:extLst>
          </p:cNvPr>
          <p:cNvGrpSpPr>
            <a:grpSpLocks/>
          </p:cNvGrpSpPr>
          <p:nvPr/>
        </p:nvGrpSpPr>
        <p:grpSpPr bwMode="auto">
          <a:xfrm>
            <a:off x="5146675" y="3284539"/>
            <a:ext cx="406400" cy="339725"/>
            <a:chOff x="144" y="3264"/>
            <a:chExt cx="288" cy="240"/>
          </a:xfrm>
        </p:grpSpPr>
        <p:sp>
          <p:nvSpPr>
            <p:cNvPr id="76970" name="Rectangle 552">
              <a:extLst>
                <a:ext uri="{FF2B5EF4-FFF2-40B4-BE49-F238E27FC236}">
                  <a16:creationId xmlns:a16="http://schemas.microsoft.com/office/drawing/2014/main" id="{07FF4447-7D8C-B491-7833-D71294EA317A}"/>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eth3</a:t>
              </a:r>
            </a:p>
          </p:txBody>
        </p:sp>
        <p:sp>
          <p:nvSpPr>
            <p:cNvPr id="76971" name="Rectangle 553">
              <a:extLst>
                <a:ext uri="{FF2B5EF4-FFF2-40B4-BE49-F238E27FC236}">
                  <a16:creationId xmlns:a16="http://schemas.microsoft.com/office/drawing/2014/main" id="{EBFE6727-6321-1D5A-1C4D-708927990E24}"/>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sp>
        <p:nvSpPr>
          <p:cNvPr id="76912" name="Line 556">
            <a:extLst>
              <a:ext uri="{FF2B5EF4-FFF2-40B4-BE49-F238E27FC236}">
                <a16:creationId xmlns:a16="http://schemas.microsoft.com/office/drawing/2014/main" id="{66F33FF2-9648-6E41-1F83-DA422067FFA6}"/>
              </a:ext>
            </a:extLst>
          </p:cNvPr>
          <p:cNvSpPr>
            <a:spLocks noChangeShapeType="1"/>
          </p:cNvSpPr>
          <p:nvPr/>
        </p:nvSpPr>
        <p:spPr bwMode="auto">
          <a:xfrm flipH="1" flipV="1">
            <a:off x="5456238" y="2020889"/>
            <a:ext cx="412750" cy="415925"/>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76913" name="Text Box 554">
            <a:extLst>
              <a:ext uri="{FF2B5EF4-FFF2-40B4-BE49-F238E27FC236}">
                <a16:creationId xmlns:a16="http://schemas.microsoft.com/office/drawing/2014/main" id="{A9A62341-3A77-F7D2-2B69-3D36231F21B4}"/>
              </a:ext>
            </a:extLst>
          </p:cNvPr>
          <p:cNvSpPr txBox="1">
            <a:spLocks noChangeArrowheads="1"/>
          </p:cNvSpPr>
          <p:nvPr/>
        </p:nvSpPr>
        <p:spPr bwMode="auto">
          <a:xfrm>
            <a:off x="4781550" y="1868488"/>
            <a:ext cx="1187450"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110.0.0.0/30</a:t>
            </a:r>
          </a:p>
        </p:txBody>
      </p:sp>
      <p:sp>
        <p:nvSpPr>
          <p:cNvPr id="76914" name="Oval 555">
            <a:extLst>
              <a:ext uri="{FF2B5EF4-FFF2-40B4-BE49-F238E27FC236}">
                <a16:creationId xmlns:a16="http://schemas.microsoft.com/office/drawing/2014/main" id="{D0411657-FADC-9613-301B-0B78022F605F}"/>
              </a:ext>
            </a:extLst>
          </p:cNvPr>
          <p:cNvSpPr>
            <a:spLocks noChangeArrowheads="1"/>
          </p:cNvSpPr>
          <p:nvPr/>
        </p:nvSpPr>
        <p:spPr bwMode="auto">
          <a:xfrm flipH="1">
            <a:off x="5686425" y="2276475"/>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F</a:t>
            </a:r>
          </a:p>
        </p:txBody>
      </p:sp>
      <p:grpSp>
        <p:nvGrpSpPr>
          <p:cNvPr id="76915" name="Group 446">
            <a:extLst>
              <a:ext uri="{FF2B5EF4-FFF2-40B4-BE49-F238E27FC236}">
                <a16:creationId xmlns:a16="http://schemas.microsoft.com/office/drawing/2014/main" id="{DF94F3EA-4EC6-87FB-F066-9EED71E3487B}"/>
              </a:ext>
            </a:extLst>
          </p:cNvPr>
          <p:cNvGrpSpPr>
            <a:grpSpLocks/>
          </p:cNvGrpSpPr>
          <p:nvPr/>
        </p:nvGrpSpPr>
        <p:grpSpPr bwMode="auto">
          <a:xfrm>
            <a:off x="6030913" y="1603376"/>
            <a:ext cx="406400" cy="339725"/>
            <a:chOff x="144" y="3264"/>
            <a:chExt cx="288" cy="240"/>
          </a:xfrm>
        </p:grpSpPr>
        <p:sp>
          <p:nvSpPr>
            <p:cNvPr id="76968" name="Rectangle 447">
              <a:extLst>
                <a:ext uri="{FF2B5EF4-FFF2-40B4-BE49-F238E27FC236}">
                  <a16:creationId xmlns:a16="http://schemas.microsoft.com/office/drawing/2014/main" id="{BCEE894F-7F41-1A10-D205-067FEDE47DC5}"/>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76969" name="Rectangle 448">
              <a:extLst>
                <a:ext uri="{FF2B5EF4-FFF2-40B4-BE49-F238E27FC236}">
                  <a16:creationId xmlns:a16="http://schemas.microsoft.com/office/drawing/2014/main" id="{D51FE67F-E734-2833-42D0-4E755365E954}"/>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2</a:t>
              </a:r>
            </a:p>
          </p:txBody>
        </p:sp>
      </p:grpSp>
      <p:grpSp>
        <p:nvGrpSpPr>
          <p:cNvPr id="76916" name="Group 557">
            <a:extLst>
              <a:ext uri="{FF2B5EF4-FFF2-40B4-BE49-F238E27FC236}">
                <a16:creationId xmlns:a16="http://schemas.microsoft.com/office/drawing/2014/main" id="{DA0FC3F5-343E-695D-340B-458486EBB8FB}"/>
              </a:ext>
            </a:extLst>
          </p:cNvPr>
          <p:cNvGrpSpPr>
            <a:grpSpLocks/>
          </p:cNvGrpSpPr>
          <p:nvPr/>
        </p:nvGrpSpPr>
        <p:grpSpPr bwMode="auto">
          <a:xfrm>
            <a:off x="5832475" y="1196976"/>
            <a:ext cx="406400" cy="339725"/>
            <a:chOff x="144" y="3264"/>
            <a:chExt cx="288" cy="240"/>
          </a:xfrm>
        </p:grpSpPr>
        <p:sp>
          <p:nvSpPr>
            <p:cNvPr id="76966" name="Rectangle 558">
              <a:extLst>
                <a:ext uri="{FF2B5EF4-FFF2-40B4-BE49-F238E27FC236}">
                  <a16:creationId xmlns:a16="http://schemas.microsoft.com/office/drawing/2014/main" id="{8AEC71B8-E352-5580-E59B-2EE8C4B9A7B7}"/>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eth2</a:t>
              </a:r>
            </a:p>
          </p:txBody>
        </p:sp>
        <p:sp>
          <p:nvSpPr>
            <p:cNvPr id="76967" name="Rectangle 559">
              <a:extLst>
                <a:ext uri="{FF2B5EF4-FFF2-40B4-BE49-F238E27FC236}">
                  <a16:creationId xmlns:a16="http://schemas.microsoft.com/office/drawing/2014/main" id="{DBA32132-EC31-F282-8776-58443E309ADC}"/>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nvGrpSpPr>
          <p:cNvPr id="76917" name="Group 412">
            <a:extLst>
              <a:ext uri="{FF2B5EF4-FFF2-40B4-BE49-F238E27FC236}">
                <a16:creationId xmlns:a16="http://schemas.microsoft.com/office/drawing/2014/main" id="{C00C18FB-0E53-E742-F4B8-644DC33867B5}"/>
              </a:ext>
            </a:extLst>
          </p:cNvPr>
          <p:cNvGrpSpPr>
            <a:grpSpLocks noChangeAspect="1"/>
          </p:cNvGrpSpPr>
          <p:nvPr/>
        </p:nvGrpSpPr>
        <p:grpSpPr bwMode="auto">
          <a:xfrm>
            <a:off x="6272213" y="1125539"/>
            <a:ext cx="723900" cy="460375"/>
            <a:chOff x="3312" y="2160"/>
            <a:chExt cx="960" cy="528"/>
          </a:xfrm>
        </p:grpSpPr>
        <p:grpSp>
          <p:nvGrpSpPr>
            <p:cNvPr id="76944" name="Group 413">
              <a:extLst>
                <a:ext uri="{FF2B5EF4-FFF2-40B4-BE49-F238E27FC236}">
                  <a16:creationId xmlns:a16="http://schemas.microsoft.com/office/drawing/2014/main" id="{33FAAAD6-68B6-DB68-7549-6D9975B2827B}"/>
                </a:ext>
              </a:extLst>
            </p:cNvPr>
            <p:cNvGrpSpPr>
              <a:grpSpLocks noChangeAspect="1"/>
            </p:cNvGrpSpPr>
            <p:nvPr/>
          </p:nvGrpSpPr>
          <p:grpSpPr bwMode="auto">
            <a:xfrm>
              <a:off x="3312" y="2160"/>
              <a:ext cx="960" cy="528"/>
              <a:chOff x="3312" y="2160"/>
              <a:chExt cx="960" cy="528"/>
            </a:xfrm>
          </p:grpSpPr>
          <p:sp>
            <p:nvSpPr>
              <p:cNvPr id="76946" name="AutoShape 414">
                <a:extLst>
                  <a:ext uri="{FF2B5EF4-FFF2-40B4-BE49-F238E27FC236}">
                    <a16:creationId xmlns:a16="http://schemas.microsoft.com/office/drawing/2014/main" id="{E5ECBD62-BBF0-730D-C67C-813782A2542F}"/>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76947" name="Group 415">
                <a:extLst>
                  <a:ext uri="{FF2B5EF4-FFF2-40B4-BE49-F238E27FC236}">
                    <a16:creationId xmlns:a16="http://schemas.microsoft.com/office/drawing/2014/main" id="{FC48A6C7-CD57-082B-7ABE-F854B8E2ADB5}"/>
                  </a:ext>
                </a:extLst>
              </p:cNvPr>
              <p:cNvGrpSpPr>
                <a:grpSpLocks noChangeAspect="1"/>
              </p:cNvGrpSpPr>
              <p:nvPr/>
            </p:nvGrpSpPr>
            <p:grpSpPr bwMode="auto">
              <a:xfrm>
                <a:off x="3488" y="2193"/>
                <a:ext cx="599" cy="207"/>
                <a:chOff x="422" y="1632"/>
                <a:chExt cx="829" cy="298"/>
              </a:xfrm>
            </p:grpSpPr>
            <p:grpSp>
              <p:nvGrpSpPr>
                <p:cNvPr id="76948" name="Group 416">
                  <a:extLst>
                    <a:ext uri="{FF2B5EF4-FFF2-40B4-BE49-F238E27FC236}">
                      <a16:creationId xmlns:a16="http://schemas.microsoft.com/office/drawing/2014/main" id="{B5CCA115-EEEA-C830-96AB-345C1EA657AA}"/>
                    </a:ext>
                  </a:extLst>
                </p:cNvPr>
                <p:cNvGrpSpPr>
                  <a:grpSpLocks noChangeAspect="1"/>
                </p:cNvGrpSpPr>
                <p:nvPr/>
              </p:nvGrpSpPr>
              <p:grpSpPr bwMode="auto">
                <a:xfrm>
                  <a:off x="422" y="1632"/>
                  <a:ext cx="822" cy="291"/>
                  <a:chOff x="422" y="1632"/>
                  <a:chExt cx="822" cy="291"/>
                </a:xfrm>
              </p:grpSpPr>
              <p:sp>
                <p:nvSpPr>
                  <p:cNvPr id="76958" name="Freeform 417">
                    <a:extLst>
                      <a:ext uri="{FF2B5EF4-FFF2-40B4-BE49-F238E27FC236}">
                        <a16:creationId xmlns:a16="http://schemas.microsoft.com/office/drawing/2014/main" id="{77AD3ADF-ED16-6B63-B150-C1517AB97C43}"/>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59" name="Freeform 418">
                    <a:extLst>
                      <a:ext uri="{FF2B5EF4-FFF2-40B4-BE49-F238E27FC236}">
                        <a16:creationId xmlns:a16="http://schemas.microsoft.com/office/drawing/2014/main" id="{E881409E-7256-9D01-1D31-AEC14D9C0843}"/>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60" name="Freeform 419">
                    <a:extLst>
                      <a:ext uri="{FF2B5EF4-FFF2-40B4-BE49-F238E27FC236}">
                        <a16:creationId xmlns:a16="http://schemas.microsoft.com/office/drawing/2014/main" id="{A7250215-681F-E22B-44ED-A36E2947EE4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61" name="Freeform 420">
                    <a:extLst>
                      <a:ext uri="{FF2B5EF4-FFF2-40B4-BE49-F238E27FC236}">
                        <a16:creationId xmlns:a16="http://schemas.microsoft.com/office/drawing/2014/main" id="{3735DB74-B559-B202-EA46-33BB61F6A6C3}"/>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62" name="Freeform 421">
                    <a:extLst>
                      <a:ext uri="{FF2B5EF4-FFF2-40B4-BE49-F238E27FC236}">
                        <a16:creationId xmlns:a16="http://schemas.microsoft.com/office/drawing/2014/main" id="{FFBA54C1-6F7D-2648-ADBB-F0418534CA77}"/>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63" name="Freeform 422">
                    <a:extLst>
                      <a:ext uri="{FF2B5EF4-FFF2-40B4-BE49-F238E27FC236}">
                        <a16:creationId xmlns:a16="http://schemas.microsoft.com/office/drawing/2014/main" id="{ED1BB02E-22EA-26A7-5858-9DA56B1FBCE6}"/>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64" name="Freeform 423">
                    <a:extLst>
                      <a:ext uri="{FF2B5EF4-FFF2-40B4-BE49-F238E27FC236}">
                        <a16:creationId xmlns:a16="http://schemas.microsoft.com/office/drawing/2014/main" id="{DEF7588F-4018-2BF5-C860-CE05EF39BA51}"/>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65" name="Freeform 424">
                    <a:extLst>
                      <a:ext uri="{FF2B5EF4-FFF2-40B4-BE49-F238E27FC236}">
                        <a16:creationId xmlns:a16="http://schemas.microsoft.com/office/drawing/2014/main" id="{6156B008-56E2-9414-9394-E65243C94EB0}"/>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76949" name="Group 425">
                  <a:extLst>
                    <a:ext uri="{FF2B5EF4-FFF2-40B4-BE49-F238E27FC236}">
                      <a16:creationId xmlns:a16="http://schemas.microsoft.com/office/drawing/2014/main" id="{07E0117C-F62F-FCE5-5BC9-61F39BDC003C}"/>
                    </a:ext>
                  </a:extLst>
                </p:cNvPr>
                <p:cNvGrpSpPr>
                  <a:grpSpLocks noChangeAspect="1"/>
                </p:cNvGrpSpPr>
                <p:nvPr/>
              </p:nvGrpSpPr>
              <p:grpSpPr bwMode="auto">
                <a:xfrm>
                  <a:off x="429" y="1639"/>
                  <a:ext cx="822" cy="291"/>
                  <a:chOff x="429" y="1639"/>
                  <a:chExt cx="822" cy="291"/>
                </a:xfrm>
              </p:grpSpPr>
              <p:sp>
                <p:nvSpPr>
                  <p:cNvPr id="76950" name="Freeform 426">
                    <a:extLst>
                      <a:ext uri="{FF2B5EF4-FFF2-40B4-BE49-F238E27FC236}">
                        <a16:creationId xmlns:a16="http://schemas.microsoft.com/office/drawing/2014/main" id="{798B003E-B6D4-CCF2-1B2B-B67DB05A6909}"/>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51" name="Freeform 427">
                    <a:extLst>
                      <a:ext uri="{FF2B5EF4-FFF2-40B4-BE49-F238E27FC236}">
                        <a16:creationId xmlns:a16="http://schemas.microsoft.com/office/drawing/2014/main" id="{0230389F-0D86-C966-7ED3-800B129EFF8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52" name="Freeform 428">
                    <a:extLst>
                      <a:ext uri="{FF2B5EF4-FFF2-40B4-BE49-F238E27FC236}">
                        <a16:creationId xmlns:a16="http://schemas.microsoft.com/office/drawing/2014/main" id="{12719289-EA13-A73C-47E4-3050887BBE85}"/>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53" name="Freeform 429">
                    <a:extLst>
                      <a:ext uri="{FF2B5EF4-FFF2-40B4-BE49-F238E27FC236}">
                        <a16:creationId xmlns:a16="http://schemas.microsoft.com/office/drawing/2014/main" id="{D60FE417-200F-5B5B-3762-B186E163F0CC}"/>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54" name="Freeform 430">
                    <a:extLst>
                      <a:ext uri="{FF2B5EF4-FFF2-40B4-BE49-F238E27FC236}">
                        <a16:creationId xmlns:a16="http://schemas.microsoft.com/office/drawing/2014/main" id="{973FE57B-726C-FC07-27C3-A9DC2BBEA72A}"/>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55" name="Freeform 431">
                    <a:extLst>
                      <a:ext uri="{FF2B5EF4-FFF2-40B4-BE49-F238E27FC236}">
                        <a16:creationId xmlns:a16="http://schemas.microsoft.com/office/drawing/2014/main" id="{7C2BD152-7963-712C-CE5C-9EA2E33E1C76}"/>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56" name="Freeform 432">
                    <a:extLst>
                      <a:ext uri="{FF2B5EF4-FFF2-40B4-BE49-F238E27FC236}">
                        <a16:creationId xmlns:a16="http://schemas.microsoft.com/office/drawing/2014/main" id="{AC62A46F-6068-0034-7369-506C340B272A}"/>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57" name="Freeform 433">
                    <a:extLst>
                      <a:ext uri="{FF2B5EF4-FFF2-40B4-BE49-F238E27FC236}">
                        <a16:creationId xmlns:a16="http://schemas.microsoft.com/office/drawing/2014/main" id="{23226B96-5292-CF22-0ED0-CC42D0AE212C}"/>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76945" name="WordArt 434">
              <a:extLst>
                <a:ext uri="{FF2B5EF4-FFF2-40B4-BE49-F238E27FC236}">
                  <a16:creationId xmlns:a16="http://schemas.microsoft.com/office/drawing/2014/main" id="{FDAC9D2C-10CE-D09D-BBA4-CC64F8D43A13}"/>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r3  </a:t>
              </a:r>
            </a:p>
          </p:txBody>
        </p:sp>
      </p:grpSp>
      <p:grpSp>
        <p:nvGrpSpPr>
          <p:cNvPr id="76918" name="Group 55">
            <a:extLst>
              <a:ext uri="{FF2B5EF4-FFF2-40B4-BE49-F238E27FC236}">
                <a16:creationId xmlns:a16="http://schemas.microsoft.com/office/drawing/2014/main" id="{380F6B2E-5D48-643F-6195-DF9FC936B196}"/>
              </a:ext>
            </a:extLst>
          </p:cNvPr>
          <p:cNvGrpSpPr>
            <a:grpSpLocks noChangeAspect="1"/>
          </p:cNvGrpSpPr>
          <p:nvPr/>
        </p:nvGrpSpPr>
        <p:grpSpPr bwMode="auto">
          <a:xfrm>
            <a:off x="4768850" y="3684589"/>
            <a:ext cx="723900" cy="460375"/>
            <a:chOff x="3312" y="2160"/>
            <a:chExt cx="960" cy="528"/>
          </a:xfrm>
        </p:grpSpPr>
        <p:grpSp>
          <p:nvGrpSpPr>
            <p:cNvPr id="76922" name="Group 56">
              <a:extLst>
                <a:ext uri="{FF2B5EF4-FFF2-40B4-BE49-F238E27FC236}">
                  <a16:creationId xmlns:a16="http://schemas.microsoft.com/office/drawing/2014/main" id="{95F15C58-F35F-1085-5528-C42D3CB09C58}"/>
                </a:ext>
              </a:extLst>
            </p:cNvPr>
            <p:cNvGrpSpPr>
              <a:grpSpLocks noChangeAspect="1"/>
            </p:cNvGrpSpPr>
            <p:nvPr/>
          </p:nvGrpSpPr>
          <p:grpSpPr bwMode="auto">
            <a:xfrm>
              <a:off x="3312" y="2160"/>
              <a:ext cx="960" cy="528"/>
              <a:chOff x="3312" y="2160"/>
              <a:chExt cx="960" cy="528"/>
            </a:xfrm>
          </p:grpSpPr>
          <p:sp>
            <p:nvSpPr>
              <p:cNvPr id="76924" name="AutoShape 57">
                <a:extLst>
                  <a:ext uri="{FF2B5EF4-FFF2-40B4-BE49-F238E27FC236}">
                    <a16:creationId xmlns:a16="http://schemas.microsoft.com/office/drawing/2014/main" id="{8608480E-CB8F-8671-6045-25C6106E301A}"/>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76925" name="Group 58">
                <a:extLst>
                  <a:ext uri="{FF2B5EF4-FFF2-40B4-BE49-F238E27FC236}">
                    <a16:creationId xmlns:a16="http://schemas.microsoft.com/office/drawing/2014/main" id="{EA49FB79-84D0-6407-757D-8D6B04C4FC98}"/>
                  </a:ext>
                </a:extLst>
              </p:cNvPr>
              <p:cNvGrpSpPr>
                <a:grpSpLocks noChangeAspect="1"/>
              </p:cNvGrpSpPr>
              <p:nvPr/>
            </p:nvGrpSpPr>
            <p:grpSpPr bwMode="auto">
              <a:xfrm>
                <a:off x="3488" y="2193"/>
                <a:ext cx="599" cy="207"/>
                <a:chOff x="422" y="1632"/>
                <a:chExt cx="829" cy="298"/>
              </a:xfrm>
            </p:grpSpPr>
            <p:grpSp>
              <p:nvGrpSpPr>
                <p:cNvPr id="76926" name="Group 59">
                  <a:extLst>
                    <a:ext uri="{FF2B5EF4-FFF2-40B4-BE49-F238E27FC236}">
                      <a16:creationId xmlns:a16="http://schemas.microsoft.com/office/drawing/2014/main" id="{5575BEBB-9AFF-225B-4161-ABB9508473EB}"/>
                    </a:ext>
                  </a:extLst>
                </p:cNvPr>
                <p:cNvGrpSpPr>
                  <a:grpSpLocks noChangeAspect="1"/>
                </p:cNvGrpSpPr>
                <p:nvPr/>
              </p:nvGrpSpPr>
              <p:grpSpPr bwMode="auto">
                <a:xfrm>
                  <a:off x="422" y="1632"/>
                  <a:ext cx="822" cy="291"/>
                  <a:chOff x="422" y="1632"/>
                  <a:chExt cx="822" cy="291"/>
                </a:xfrm>
              </p:grpSpPr>
              <p:sp>
                <p:nvSpPr>
                  <p:cNvPr id="76936" name="Freeform 60">
                    <a:extLst>
                      <a:ext uri="{FF2B5EF4-FFF2-40B4-BE49-F238E27FC236}">
                        <a16:creationId xmlns:a16="http://schemas.microsoft.com/office/drawing/2014/main" id="{5C0406CF-02D0-ADEF-4F23-EA209556309E}"/>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37" name="Freeform 61">
                    <a:extLst>
                      <a:ext uri="{FF2B5EF4-FFF2-40B4-BE49-F238E27FC236}">
                        <a16:creationId xmlns:a16="http://schemas.microsoft.com/office/drawing/2014/main" id="{C8E8DDFD-9E96-8F60-ED93-2F4AABEB1ACD}"/>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38" name="Freeform 62">
                    <a:extLst>
                      <a:ext uri="{FF2B5EF4-FFF2-40B4-BE49-F238E27FC236}">
                        <a16:creationId xmlns:a16="http://schemas.microsoft.com/office/drawing/2014/main" id="{289A9F9C-9DF9-5840-1902-12A2E851ED71}"/>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39" name="Freeform 63">
                    <a:extLst>
                      <a:ext uri="{FF2B5EF4-FFF2-40B4-BE49-F238E27FC236}">
                        <a16:creationId xmlns:a16="http://schemas.microsoft.com/office/drawing/2014/main" id="{B480D543-2D05-36DA-0E63-2E16BA4875E7}"/>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40" name="Freeform 64">
                    <a:extLst>
                      <a:ext uri="{FF2B5EF4-FFF2-40B4-BE49-F238E27FC236}">
                        <a16:creationId xmlns:a16="http://schemas.microsoft.com/office/drawing/2014/main" id="{A0F8C30E-576F-6950-194A-4D030F21057C}"/>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41" name="Freeform 65">
                    <a:extLst>
                      <a:ext uri="{FF2B5EF4-FFF2-40B4-BE49-F238E27FC236}">
                        <a16:creationId xmlns:a16="http://schemas.microsoft.com/office/drawing/2014/main" id="{9A12076C-0C8D-2589-2132-97FB99797BA6}"/>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42" name="Freeform 66">
                    <a:extLst>
                      <a:ext uri="{FF2B5EF4-FFF2-40B4-BE49-F238E27FC236}">
                        <a16:creationId xmlns:a16="http://schemas.microsoft.com/office/drawing/2014/main" id="{966E3CC4-9F07-BD28-0666-5D58E12FBEE3}"/>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43" name="Freeform 67">
                    <a:extLst>
                      <a:ext uri="{FF2B5EF4-FFF2-40B4-BE49-F238E27FC236}">
                        <a16:creationId xmlns:a16="http://schemas.microsoft.com/office/drawing/2014/main" id="{1513BEF3-CF4E-93D4-A1D1-98505D7E0F7F}"/>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76927" name="Group 68">
                  <a:extLst>
                    <a:ext uri="{FF2B5EF4-FFF2-40B4-BE49-F238E27FC236}">
                      <a16:creationId xmlns:a16="http://schemas.microsoft.com/office/drawing/2014/main" id="{86D0B22B-73AB-71B3-12A5-A7ECD7A89002}"/>
                    </a:ext>
                  </a:extLst>
                </p:cNvPr>
                <p:cNvGrpSpPr>
                  <a:grpSpLocks noChangeAspect="1"/>
                </p:cNvGrpSpPr>
                <p:nvPr/>
              </p:nvGrpSpPr>
              <p:grpSpPr bwMode="auto">
                <a:xfrm>
                  <a:off x="429" y="1639"/>
                  <a:ext cx="822" cy="291"/>
                  <a:chOff x="429" y="1639"/>
                  <a:chExt cx="822" cy="291"/>
                </a:xfrm>
              </p:grpSpPr>
              <p:sp>
                <p:nvSpPr>
                  <p:cNvPr id="76928" name="Freeform 69">
                    <a:extLst>
                      <a:ext uri="{FF2B5EF4-FFF2-40B4-BE49-F238E27FC236}">
                        <a16:creationId xmlns:a16="http://schemas.microsoft.com/office/drawing/2014/main" id="{D4294D3E-19E0-3FE7-6B64-06AB745B32A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29" name="Freeform 70">
                    <a:extLst>
                      <a:ext uri="{FF2B5EF4-FFF2-40B4-BE49-F238E27FC236}">
                        <a16:creationId xmlns:a16="http://schemas.microsoft.com/office/drawing/2014/main" id="{572A976E-9BBC-9068-5932-866BA60D6A15}"/>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30" name="Freeform 71">
                    <a:extLst>
                      <a:ext uri="{FF2B5EF4-FFF2-40B4-BE49-F238E27FC236}">
                        <a16:creationId xmlns:a16="http://schemas.microsoft.com/office/drawing/2014/main" id="{517CFFC4-308F-CF66-580A-A4D9DCE17CE2}"/>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31" name="Freeform 72">
                    <a:extLst>
                      <a:ext uri="{FF2B5EF4-FFF2-40B4-BE49-F238E27FC236}">
                        <a16:creationId xmlns:a16="http://schemas.microsoft.com/office/drawing/2014/main" id="{950AE911-DB99-D123-7807-F4B63D766574}"/>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32" name="Freeform 73">
                    <a:extLst>
                      <a:ext uri="{FF2B5EF4-FFF2-40B4-BE49-F238E27FC236}">
                        <a16:creationId xmlns:a16="http://schemas.microsoft.com/office/drawing/2014/main" id="{2D0D9DE6-2C1C-BAE4-8E9E-3C757C76CFAC}"/>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33" name="Freeform 74">
                    <a:extLst>
                      <a:ext uri="{FF2B5EF4-FFF2-40B4-BE49-F238E27FC236}">
                        <a16:creationId xmlns:a16="http://schemas.microsoft.com/office/drawing/2014/main" id="{6A28A59B-1C64-08DC-1072-52919C89F90F}"/>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34" name="Freeform 75">
                    <a:extLst>
                      <a:ext uri="{FF2B5EF4-FFF2-40B4-BE49-F238E27FC236}">
                        <a16:creationId xmlns:a16="http://schemas.microsoft.com/office/drawing/2014/main" id="{F3DE6D7E-2002-0675-5B48-432988F2E078}"/>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6935" name="Freeform 76">
                    <a:extLst>
                      <a:ext uri="{FF2B5EF4-FFF2-40B4-BE49-F238E27FC236}">
                        <a16:creationId xmlns:a16="http://schemas.microsoft.com/office/drawing/2014/main" id="{A3D01A9D-151F-D6E6-AD7B-C26AE40BB8C6}"/>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76923" name="WordArt 77">
              <a:extLst>
                <a:ext uri="{FF2B5EF4-FFF2-40B4-BE49-F238E27FC236}">
                  <a16:creationId xmlns:a16="http://schemas.microsoft.com/office/drawing/2014/main" id="{7AC5808D-CF65-9EC7-7BE6-63168EF32302}"/>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bb1  </a:t>
              </a:r>
            </a:p>
          </p:txBody>
        </p:sp>
      </p:grpSp>
      <p:sp>
        <p:nvSpPr>
          <p:cNvPr id="76919" name="Rectangle 560">
            <a:extLst>
              <a:ext uri="{FF2B5EF4-FFF2-40B4-BE49-F238E27FC236}">
                <a16:creationId xmlns:a16="http://schemas.microsoft.com/office/drawing/2014/main" id="{909EE958-C698-4E9E-4270-9EC52C8C51AE}"/>
              </a:ext>
            </a:extLst>
          </p:cNvPr>
          <p:cNvSpPr>
            <a:spLocks noChangeArrowheads="1"/>
          </p:cNvSpPr>
          <p:nvPr/>
        </p:nvSpPr>
        <p:spPr bwMode="auto">
          <a:xfrm>
            <a:off x="5521326" y="4102101"/>
            <a:ext cx="295275" cy="22701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90</a:t>
            </a:r>
          </a:p>
        </p:txBody>
      </p:sp>
      <p:sp>
        <p:nvSpPr>
          <p:cNvPr id="76920" name="Rectangle 561">
            <a:extLst>
              <a:ext uri="{FF2B5EF4-FFF2-40B4-BE49-F238E27FC236}">
                <a16:creationId xmlns:a16="http://schemas.microsoft.com/office/drawing/2014/main" id="{C16F19CC-4F08-0831-52B9-BB995010C8A8}"/>
              </a:ext>
            </a:extLst>
          </p:cNvPr>
          <p:cNvSpPr>
            <a:spLocks noChangeArrowheads="1"/>
          </p:cNvSpPr>
          <p:nvPr/>
        </p:nvSpPr>
        <p:spPr bwMode="auto">
          <a:xfrm>
            <a:off x="6556376" y="4102101"/>
            <a:ext cx="365125" cy="22701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1600">
                <a:latin typeface="Arial" panose="020B0604020202020204" pitchFamily="34" charset="0"/>
              </a:rPr>
              <a:t>100</a:t>
            </a:r>
          </a:p>
        </p:txBody>
      </p:sp>
      <p:sp>
        <p:nvSpPr>
          <p:cNvPr id="76921" name="AutoShape 562">
            <a:extLst>
              <a:ext uri="{FF2B5EF4-FFF2-40B4-BE49-F238E27FC236}">
                <a16:creationId xmlns:a16="http://schemas.microsoft.com/office/drawing/2014/main" id="{DDE35CC6-4A3D-5B5A-4DB9-77B2B3D7D4E4}"/>
              </a:ext>
            </a:extLst>
          </p:cNvPr>
          <p:cNvSpPr>
            <a:spLocks noChangeArrowheads="1"/>
          </p:cNvSpPr>
          <p:nvPr/>
        </p:nvSpPr>
        <p:spPr bwMode="auto">
          <a:xfrm>
            <a:off x="1652588" y="5697539"/>
            <a:ext cx="2120900" cy="1017587"/>
          </a:xfrm>
          <a:prstGeom prst="foldedCorner">
            <a:avLst>
              <a:gd name="adj" fmla="val 12500"/>
            </a:avLst>
          </a:prstGeom>
          <a:solidFill>
            <a:schemeClr val="accent2"/>
          </a:solidFill>
          <a:ln w="9525">
            <a:solidFill>
              <a:schemeClr val="tx1"/>
            </a:solidFill>
            <a:round/>
            <a:headEnd/>
            <a:tailEnd/>
          </a:ln>
          <a:effec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IT" dirty="0">
                <a:latin typeface="Tahoma" panose="020B0604030504040204" pitchFamily="34" charset="0"/>
              </a:rPr>
              <a:t>default cost (10) </a:t>
            </a:r>
            <a:r>
              <a:rPr lang="it-IT" altLang="en-IT" dirty="0" err="1">
                <a:latin typeface="Tahoma" panose="020B0604030504040204" pitchFamily="34" charset="0"/>
              </a:rPr>
              <a:t>is</a:t>
            </a:r>
            <a:r>
              <a:rPr lang="it-IT" altLang="en-IT" dirty="0">
                <a:latin typeface="Tahoma" panose="020B0604030504040204" pitchFamily="34" charset="0"/>
              </a:rPr>
              <a:t> </a:t>
            </a:r>
            <a:r>
              <a:rPr lang="it-IT" altLang="en-IT" dirty="0" err="1">
                <a:latin typeface="Tahoma" panose="020B0604030504040204" pitchFamily="34" charset="0"/>
              </a:rPr>
              <a:t>assumed</a:t>
            </a:r>
            <a:r>
              <a:rPr lang="it-IT" altLang="en-IT" dirty="0">
                <a:latin typeface="Tahoma" panose="020B0604030504040204" pitchFamily="34" charset="0"/>
              </a:rPr>
              <a:t> </a:t>
            </a:r>
            <a:r>
              <a:rPr lang="it-IT" altLang="en-IT" dirty="0" err="1">
                <a:latin typeface="Tahoma" panose="020B0604030504040204" pitchFamily="34" charset="0"/>
              </a:rPr>
              <a:t>where</a:t>
            </a:r>
            <a:r>
              <a:rPr lang="it-IT" altLang="en-IT" dirty="0">
                <a:latin typeface="Tahoma" panose="020B0604030504040204" pitchFamily="34" charset="0"/>
              </a:rPr>
              <a:t> </a:t>
            </a:r>
            <a:r>
              <a:rPr lang="it-IT" altLang="en-IT" dirty="0" err="1">
                <a:latin typeface="Tahoma" panose="020B0604030504040204" pitchFamily="34" charset="0"/>
              </a:rPr>
              <a:t>unspecified</a:t>
            </a:r>
            <a:endParaRPr lang="it-IT" altLang="en-IT" sz="2000" dirty="0">
              <a:latin typeface="Tahoma" panose="020B0604030504040204" pitchFamily="34" charset="0"/>
            </a:endParaRPr>
          </a:p>
        </p:txBody>
      </p:sp>
      <p:sp>
        <p:nvSpPr>
          <p:cNvPr id="2" name="Date Placeholder 1">
            <a:extLst>
              <a:ext uri="{FF2B5EF4-FFF2-40B4-BE49-F238E27FC236}">
                <a16:creationId xmlns:a16="http://schemas.microsoft.com/office/drawing/2014/main" id="{89AA9C40-58F8-CB15-05DE-5C9488B7D2B0}"/>
              </a:ext>
            </a:extLst>
          </p:cNvPr>
          <p:cNvSpPr>
            <a:spLocks noGrp="1"/>
          </p:cNvSpPr>
          <p:nvPr>
            <p:ph type="dt" sz="half" idx="10"/>
          </p:nvPr>
        </p:nvSpPr>
        <p:spPr/>
        <p:txBody>
          <a:bodyPr/>
          <a:lstStyle/>
          <a:p>
            <a:r>
              <a:rPr lang="it-IT" altLang="en-IT"/>
              <a:t>last update: Oct 2023</a:t>
            </a:r>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8" name="Rectangle 2">
            <a:extLst>
              <a:ext uri="{FF2B5EF4-FFF2-40B4-BE49-F238E27FC236}">
                <a16:creationId xmlns:a16="http://schemas.microsoft.com/office/drawing/2014/main" id="{BEA8A7A5-D79D-5542-8A3E-377DB52D9B25}"/>
              </a:ext>
            </a:extLst>
          </p:cNvPr>
          <p:cNvSpPr>
            <a:spLocks noGrp="1" noChangeArrowheads="1"/>
          </p:cNvSpPr>
          <p:nvPr>
            <p:ph type="title"/>
          </p:nvPr>
        </p:nvSpPr>
        <p:spPr/>
        <p:txBody>
          <a:bodyPr/>
          <a:lstStyle/>
          <a:p>
            <a:pPr eaLnBrk="1" hangingPunct="1"/>
            <a:r>
              <a:rPr lang="it-IT" altLang="it-IT"/>
              <a:t>lab description</a:t>
            </a:r>
          </a:p>
        </p:txBody>
      </p:sp>
      <p:sp>
        <p:nvSpPr>
          <p:cNvPr id="77829" name="Rectangle 3">
            <a:extLst>
              <a:ext uri="{FF2B5EF4-FFF2-40B4-BE49-F238E27FC236}">
                <a16:creationId xmlns:a16="http://schemas.microsoft.com/office/drawing/2014/main" id="{17B5DED9-6020-F14C-3B0A-9A4CCBB5FE15}"/>
              </a:ext>
            </a:extLst>
          </p:cNvPr>
          <p:cNvSpPr>
            <a:spLocks noGrp="1" noChangeArrowheads="1"/>
          </p:cNvSpPr>
          <p:nvPr>
            <p:ph idx="1"/>
          </p:nvPr>
        </p:nvSpPr>
        <p:spPr/>
        <p:txBody>
          <a:bodyPr/>
          <a:lstStyle/>
          <a:p>
            <a:pPr eaLnBrk="1" hangingPunct="1">
              <a:lnSpc>
                <a:spcPct val="90000"/>
              </a:lnSpc>
            </a:pPr>
            <a:r>
              <a:rPr lang="it-IT" altLang="it-IT" sz="2800" dirty="0" err="1"/>
              <a:t>same</a:t>
            </a:r>
            <a:r>
              <a:rPr lang="it-IT" altLang="it-IT" sz="2800" dirty="0"/>
              <a:t> </a:t>
            </a:r>
            <a:r>
              <a:rPr lang="it-IT" altLang="it-IT" sz="2800" dirty="0" err="1"/>
              <a:t>as</a:t>
            </a:r>
            <a:r>
              <a:rPr lang="it-IT" altLang="it-IT" sz="2800" dirty="0"/>
              <a:t> </a:t>
            </a:r>
            <a:r>
              <a:rPr lang="it-IT" altLang="it-IT" sz="2800" dirty="0" err="1"/>
              <a:t>multiarea</a:t>
            </a:r>
            <a:r>
              <a:rPr lang="it-IT" altLang="it-IT" sz="2800" dirty="0"/>
              <a:t> + some information </a:t>
            </a:r>
            <a:r>
              <a:rPr lang="it-IT" altLang="it-IT" sz="2800" dirty="0" err="1"/>
              <a:t>is</a:t>
            </a:r>
            <a:r>
              <a:rPr lang="it-IT" altLang="it-IT" sz="2800" dirty="0"/>
              <a:t> </a:t>
            </a:r>
            <a:r>
              <a:rPr lang="it-IT" altLang="it-IT" sz="2800" dirty="0" err="1"/>
              <a:t>injected</a:t>
            </a:r>
            <a:r>
              <a:rPr lang="it-IT" altLang="it-IT" sz="2800" dirty="0"/>
              <a:t> via </a:t>
            </a:r>
            <a:r>
              <a:rPr lang="it-IT" altLang="it-IT" sz="2800" dirty="0" err="1"/>
              <a:t>bgp</a:t>
            </a:r>
            <a:r>
              <a:rPr lang="it-IT" altLang="it-IT" sz="2800" dirty="0"/>
              <a:t> from an </a:t>
            </a:r>
            <a:r>
              <a:rPr lang="it-IT" altLang="it-IT" sz="2800" dirty="0" err="1"/>
              <a:t>external</a:t>
            </a:r>
            <a:r>
              <a:rPr lang="it-IT" altLang="it-IT" sz="2800" dirty="0"/>
              <a:t> </a:t>
            </a:r>
            <a:r>
              <a:rPr lang="it-IT" altLang="it-IT" sz="2800" dirty="0" err="1"/>
              <a:t>as</a:t>
            </a:r>
            <a:endParaRPr lang="it-IT" altLang="it-IT" sz="2800" dirty="0"/>
          </a:p>
          <a:p>
            <a:pPr lvl="1" eaLnBrk="1" hangingPunct="1">
              <a:lnSpc>
                <a:spcPct val="90000"/>
              </a:lnSpc>
            </a:pPr>
            <a:r>
              <a:rPr lang="it-IT" altLang="it-IT" sz="2400" dirty="0" err="1"/>
              <a:t>also</a:t>
            </a:r>
            <a:r>
              <a:rPr lang="it-IT" altLang="it-IT" sz="2400" dirty="0"/>
              <a:t>, </a:t>
            </a:r>
            <a:r>
              <a:rPr lang="it-IT" altLang="it-IT" sz="2400" dirty="0" err="1"/>
              <a:t>abrs</a:t>
            </a:r>
            <a:r>
              <a:rPr lang="it-IT" altLang="it-IT" sz="2400" dirty="0"/>
              <a:t> are </a:t>
            </a:r>
            <a:r>
              <a:rPr lang="it-IT" altLang="it-IT" sz="2400" dirty="0" err="1"/>
              <a:t>configured</a:t>
            </a:r>
            <a:r>
              <a:rPr lang="it-IT" altLang="it-IT" sz="2400" dirty="0"/>
              <a:t> to just </a:t>
            </a:r>
            <a:r>
              <a:rPr lang="it-IT" altLang="it-IT" sz="2400" dirty="0" err="1"/>
              <a:t>inject</a:t>
            </a:r>
            <a:r>
              <a:rPr lang="it-IT" altLang="it-IT" sz="2400" dirty="0"/>
              <a:t> the default </a:t>
            </a:r>
            <a:r>
              <a:rPr lang="it-IT" altLang="it-IT" sz="2400" dirty="0" err="1"/>
              <a:t>route</a:t>
            </a:r>
            <a:br>
              <a:rPr lang="it-IT" altLang="it-IT" sz="2400" dirty="0"/>
            </a:br>
            <a:r>
              <a:rPr lang="it-IT" altLang="it-IT" sz="2400" b="1" dirty="0">
                <a:latin typeface="Courier New" panose="02070309020205020404" pitchFamily="49" charset="0"/>
              </a:rPr>
              <a:t>area 1.1.1.1 </a:t>
            </a:r>
            <a:r>
              <a:rPr lang="it-IT" altLang="it-IT" sz="2400" b="1" dirty="0" err="1">
                <a:latin typeface="Courier New" panose="02070309020205020404" pitchFamily="49" charset="0"/>
              </a:rPr>
              <a:t>stub</a:t>
            </a:r>
            <a:r>
              <a:rPr lang="it-IT" altLang="it-IT" sz="2400" b="1" dirty="0">
                <a:latin typeface="Courier New" panose="02070309020205020404" pitchFamily="49" charset="0"/>
              </a:rPr>
              <a:t> no-</a:t>
            </a:r>
            <a:r>
              <a:rPr lang="it-IT" altLang="it-IT" sz="2400" b="1" dirty="0" err="1">
                <a:latin typeface="Courier New" panose="02070309020205020404" pitchFamily="49" charset="0"/>
              </a:rPr>
              <a:t>summary</a:t>
            </a:r>
            <a:endParaRPr lang="it-IT" altLang="it-IT" sz="2400" b="1" dirty="0">
              <a:latin typeface="Courier New" panose="02070309020205020404" pitchFamily="49" charset="0"/>
            </a:endParaRPr>
          </a:p>
          <a:p>
            <a:pPr eaLnBrk="1" hangingPunct="1">
              <a:lnSpc>
                <a:spcPct val="90000"/>
              </a:lnSpc>
            </a:pPr>
            <a:r>
              <a:rPr lang="it-IT" altLang="it-IT" sz="2800" dirty="0" err="1"/>
              <a:t>perform</a:t>
            </a:r>
            <a:r>
              <a:rPr lang="it-IT" altLang="it-IT" sz="2800" dirty="0"/>
              <a:t> the </a:t>
            </a:r>
            <a:r>
              <a:rPr lang="it-IT" altLang="it-IT" sz="2800" dirty="0" err="1"/>
              <a:t>same</a:t>
            </a:r>
            <a:r>
              <a:rPr lang="it-IT" altLang="it-IT" sz="2800" dirty="0"/>
              <a:t> </a:t>
            </a:r>
            <a:r>
              <a:rPr lang="it-IT" altLang="it-IT" sz="2800" dirty="0" err="1"/>
              <a:t>experiments</a:t>
            </a:r>
            <a:r>
              <a:rPr lang="it-IT" altLang="it-IT" sz="2800" dirty="0"/>
              <a:t> </a:t>
            </a:r>
            <a:r>
              <a:rPr lang="it-IT" altLang="it-IT" sz="2800" dirty="0" err="1"/>
              <a:t>as</a:t>
            </a:r>
            <a:r>
              <a:rPr lang="it-IT" altLang="it-IT" sz="2800" dirty="0"/>
              <a:t> for the </a:t>
            </a:r>
            <a:r>
              <a:rPr lang="it-IT" altLang="it-IT" sz="2800" dirty="0" err="1"/>
              <a:t>multiarea</a:t>
            </a:r>
            <a:r>
              <a:rPr lang="it-IT" altLang="it-IT" sz="2800" dirty="0"/>
              <a:t> lab</a:t>
            </a:r>
          </a:p>
          <a:p>
            <a:pPr lvl="1" eaLnBrk="1" hangingPunct="1">
              <a:lnSpc>
                <a:spcPct val="90000"/>
              </a:lnSpc>
            </a:pPr>
            <a:r>
              <a:rPr lang="it-IT" altLang="it-IT" sz="2400" dirty="0"/>
              <a:t>in </a:t>
            </a:r>
            <a:r>
              <a:rPr lang="it-IT" altLang="it-IT" sz="2400" dirty="0" err="1"/>
              <a:t>addition</a:t>
            </a:r>
            <a:r>
              <a:rPr lang="it-IT" altLang="it-IT" sz="2400" dirty="0"/>
              <a:t>, check </a:t>
            </a:r>
            <a:r>
              <a:rPr lang="it-IT" altLang="it-IT" sz="2400" dirty="0" err="1"/>
              <a:t>asbr</a:t>
            </a:r>
            <a:r>
              <a:rPr lang="it-IT" altLang="it-IT" sz="2400" dirty="0"/>
              <a:t> information </a:t>
            </a:r>
            <a:r>
              <a:rPr lang="it-IT" altLang="it-IT" sz="2400" dirty="0" err="1"/>
              <a:t>using</a:t>
            </a:r>
            <a:r>
              <a:rPr lang="it-IT" altLang="it-IT" sz="2400" dirty="0"/>
              <a:t> </a:t>
            </a:r>
          </a:p>
          <a:p>
            <a:pPr lvl="2">
              <a:lnSpc>
                <a:spcPct val="90000"/>
              </a:lnSpc>
            </a:pPr>
            <a:r>
              <a:rPr lang="it-IT" altLang="it-IT" sz="2000" b="1" dirty="0">
                <a:latin typeface="Courier New" panose="02070309020205020404" pitchFamily="49" charset="0"/>
              </a:rPr>
              <a:t>show </a:t>
            </a:r>
            <a:r>
              <a:rPr lang="it-IT" altLang="it-IT" sz="2000" b="1" dirty="0" err="1">
                <a:latin typeface="Courier New" panose="02070309020205020404" pitchFamily="49" charset="0"/>
              </a:rPr>
              <a:t>ip</a:t>
            </a:r>
            <a:r>
              <a:rPr lang="it-IT" altLang="it-IT" sz="2000" b="1" dirty="0">
                <a:latin typeface="Courier New" panose="02070309020205020404" pitchFamily="49" charset="0"/>
              </a:rPr>
              <a:t> </a:t>
            </a:r>
            <a:r>
              <a:rPr lang="it-IT" altLang="it-IT" sz="2000" b="1" dirty="0" err="1">
                <a:latin typeface="Courier New" panose="02070309020205020404" pitchFamily="49" charset="0"/>
              </a:rPr>
              <a:t>ospf</a:t>
            </a:r>
            <a:r>
              <a:rPr lang="it-IT" altLang="it-IT" sz="2000" b="1" dirty="0">
                <a:latin typeface="Courier New" panose="02070309020205020404" pitchFamily="49" charset="0"/>
              </a:rPr>
              <a:t> database </a:t>
            </a:r>
            <a:r>
              <a:rPr lang="it-IT" altLang="it-IT" sz="2000" b="1" dirty="0" err="1">
                <a:latin typeface="Courier New" panose="02070309020205020404" pitchFamily="49" charset="0"/>
              </a:rPr>
              <a:t>asbr-summary</a:t>
            </a:r>
            <a:endParaRPr lang="it-IT" altLang="it-IT" sz="2000" b="1" dirty="0">
              <a:latin typeface="Courier New" panose="02070309020205020404" pitchFamily="49" charset="0"/>
            </a:endParaRPr>
          </a:p>
          <a:p>
            <a:pPr lvl="1" eaLnBrk="1" hangingPunct="1">
              <a:lnSpc>
                <a:spcPct val="90000"/>
              </a:lnSpc>
            </a:pPr>
            <a:r>
              <a:rPr lang="it-IT" altLang="it-IT" sz="2400" dirty="0" err="1"/>
              <a:t>also</a:t>
            </a:r>
            <a:r>
              <a:rPr lang="it-IT" altLang="it-IT" sz="2400" dirty="0"/>
              <a:t> check </a:t>
            </a:r>
            <a:r>
              <a:rPr lang="it-IT" altLang="it-IT" sz="2400" dirty="0" err="1"/>
              <a:t>that</a:t>
            </a:r>
            <a:r>
              <a:rPr lang="it-IT" altLang="it-IT" sz="2400" dirty="0"/>
              <a:t> </a:t>
            </a:r>
            <a:r>
              <a:rPr lang="it-IT" altLang="it-IT" sz="2400" dirty="0" err="1"/>
              <a:t>such</a:t>
            </a:r>
            <a:r>
              <a:rPr lang="it-IT" altLang="it-IT" sz="2400" dirty="0"/>
              <a:t> information </a:t>
            </a:r>
            <a:r>
              <a:rPr lang="it-IT" altLang="it-IT" sz="2400" dirty="0" err="1"/>
              <a:t>is</a:t>
            </a:r>
            <a:r>
              <a:rPr lang="it-IT" altLang="it-IT" sz="2400" dirty="0"/>
              <a:t> </a:t>
            </a:r>
            <a:r>
              <a:rPr lang="it-IT" altLang="it-IT" sz="2400" dirty="0" err="1"/>
              <a:t>not</a:t>
            </a:r>
            <a:r>
              <a:rPr lang="it-IT" altLang="it-IT" sz="2400" dirty="0"/>
              <a:t> </a:t>
            </a:r>
            <a:r>
              <a:rPr lang="it-IT" altLang="it-IT" sz="2400" dirty="0" err="1"/>
              <a:t>propagated</a:t>
            </a:r>
            <a:r>
              <a:rPr lang="it-IT" altLang="it-IT" sz="2400" dirty="0"/>
              <a:t> inside </a:t>
            </a:r>
            <a:r>
              <a:rPr lang="it-IT" altLang="it-IT" sz="2400" dirty="0" err="1"/>
              <a:t>stub</a:t>
            </a:r>
            <a:r>
              <a:rPr lang="it-IT" altLang="it-IT" sz="2400" dirty="0"/>
              <a:t> </a:t>
            </a:r>
            <a:r>
              <a:rPr lang="it-IT" altLang="it-IT" sz="2400" dirty="0" err="1"/>
              <a:t>areas</a:t>
            </a:r>
            <a:endParaRPr lang="it-IT" altLang="it-IT" sz="2400" dirty="0"/>
          </a:p>
        </p:txBody>
      </p:sp>
      <p:sp>
        <p:nvSpPr>
          <p:cNvPr id="2" name="Rectangle 4">
            <a:extLst>
              <a:ext uri="{FF2B5EF4-FFF2-40B4-BE49-F238E27FC236}">
                <a16:creationId xmlns:a16="http://schemas.microsoft.com/office/drawing/2014/main" id="{B4F83501-0DC2-7A75-6561-58C37005A724}"/>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4BB98C34-867B-F682-C4CB-052E5EF6A4AB}"/>
              </a:ext>
            </a:extLst>
          </p:cNvPr>
          <p:cNvSpPr>
            <a:spLocks noGrp="1" noChangeArrowheads="1"/>
          </p:cNvSpPr>
          <p:nvPr>
            <p:ph type="ftr" sz="quarter" idx="11"/>
          </p:nvPr>
        </p:nvSpPr>
        <p:spPr>
          <a:ln/>
        </p:spPr>
        <p:txBody>
          <a:bodyPr/>
          <a:lstStyle/>
          <a:p>
            <a:r>
              <a:rPr lang="it-IT" altLang="en-IT"/>
              <a:t>kathara – [ labs: ospf_frr ]</a:t>
            </a:r>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3" name="Rectangle 2">
            <a:extLst>
              <a:ext uri="{FF2B5EF4-FFF2-40B4-BE49-F238E27FC236}">
                <a16:creationId xmlns:a16="http://schemas.microsoft.com/office/drawing/2014/main" id="{EB42683E-3216-3966-DA0E-64DDE77959F4}"/>
              </a:ext>
            </a:extLst>
          </p:cNvPr>
          <p:cNvSpPr>
            <a:spLocks noGrp="1" noChangeArrowheads="1"/>
          </p:cNvSpPr>
          <p:nvPr>
            <p:ph type="title"/>
          </p:nvPr>
        </p:nvSpPr>
        <p:spPr/>
        <p:txBody>
          <a:bodyPr/>
          <a:lstStyle/>
          <a:p>
            <a:pPr eaLnBrk="1" hangingPunct="1"/>
            <a:r>
              <a:rPr lang="it-IT" altLang="it-IT" sz="4000"/>
              <a:t>a quick note about stub networks</a:t>
            </a:r>
          </a:p>
        </p:txBody>
      </p:sp>
      <p:sp>
        <p:nvSpPr>
          <p:cNvPr id="78854" name="Rectangle 3">
            <a:extLst>
              <a:ext uri="{FF2B5EF4-FFF2-40B4-BE49-F238E27FC236}">
                <a16:creationId xmlns:a16="http://schemas.microsoft.com/office/drawing/2014/main" id="{D844141A-F02D-644A-4A51-CD8AAFF5EE72}"/>
              </a:ext>
            </a:extLst>
          </p:cNvPr>
          <p:cNvSpPr>
            <a:spLocks noGrp="1" noChangeArrowheads="1"/>
          </p:cNvSpPr>
          <p:nvPr>
            <p:ph idx="1"/>
          </p:nvPr>
        </p:nvSpPr>
        <p:spPr/>
        <p:txBody>
          <a:bodyPr/>
          <a:lstStyle/>
          <a:p>
            <a:pPr eaLnBrk="1" hangingPunct="1"/>
            <a:r>
              <a:rPr lang="it-IT" altLang="it-IT" sz="2800"/>
              <a:t>“stub” = not used for transit</a:t>
            </a:r>
          </a:p>
          <a:p>
            <a:pPr eaLnBrk="1" hangingPunct="1"/>
            <a:r>
              <a:rPr lang="it-IT" altLang="it-IT" sz="2800"/>
              <a:t>three possible situations:</a:t>
            </a:r>
          </a:p>
        </p:txBody>
      </p:sp>
      <p:sp>
        <p:nvSpPr>
          <p:cNvPr id="2" name="Rectangle 4">
            <a:extLst>
              <a:ext uri="{FF2B5EF4-FFF2-40B4-BE49-F238E27FC236}">
                <a16:creationId xmlns:a16="http://schemas.microsoft.com/office/drawing/2014/main" id="{E89658EB-421C-6707-C229-F6E47CC1E6CF}"/>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5B860816-B1C1-E603-9083-993F2421F369}"/>
              </a:ext>
            </a:extLst>
          </p:cNvPr>
          <p:cNvSpPr>
            <a:spLocks noGrp="1" noChangeArrowheads="1"/>
          </p:cNvSpPr>
          <p:nvPr>
            <p:ph type="ftr" sz="quarter" idx="11"/>
          </p:nvPr>
        </p:nvSpPr>
        <p:spPr>
          <a:ln/>
        </p:spPr>
        <p:txBody>
          <a:bodyPr/>
          <a:lstStyle/>
          <a:p>
            <a:r>
              <a:rPr lang="it-IT" altLang="en-IT"/>
              <a:t>kathara – [ labs: ospf_frr ]</a:t>
            </a:r>
          </a:p>
        </p:txBody>
      </p:sp>
      <p:sp>
        <p:nvSpPr>
          <p:cNvPr id="52" name="Segnaposto piè di pagina 4">
            <a:extLst>
              <a:ext uri="{FF2B5EF4-FFF2-40B4-BE49-F238E27FC236}">
                <a16:creationId xmlns:a16="http://schemas.microsoft.com/office/drawing/2014/main" id="{A91A7735-E181-45C7-9AE3-CB6AD5987030}"/>
              </a:ext>
            </a:extLst>
          </p:cNvPr>
          <p:cNvSpPr txBox="1">
            <a:spLocks noGrp="1"/>
          </p:cNvSpPr>
          <p:nvPr/>
        </p:nvSpPr>
        <p:spPr bwMode="auto">
          <a:xfrm>
            <a:off x="3863975" y="6453189"/>
            <a:ext cx="4464050" cy="333375"/>
          </a:xfrm>
          <a:prstGeom prst="rect">
            <a:avLst/>
          </a:prstGeom>
          <a:noFill/>
          <a:ln>
            <a:miter lim="800000"/>
            <a:headEnd/>
            <a:tailEnd/>
          </a:ln>
        </p:spPr>
        <p:txBody>
          <a:bodyPr/>
          <a:lstStyle/>
          <a:p>
            <a:pPr algn="ctr" eaLnBrk="1" hangingPunct="1">
              <a:defRPr/>
            </a:pPr>
            <a:r>
              <a:rPr lang="it-IT" sz="1400" dirty="0" err="1">
                <a:latin typeface="+mn-lt"/>
              </a:rPr>
              <a:t>kathara</a:t>
            </a:r>
            <a:r>
              <a:rPr lang="it-IT" sz="1400" dirty="0">
                <a:latin typeface="+mn-lt"/>
              </a:rPr>
              <a:t> – [ labs: </a:t>
            </a:r>
            <a:r>
              <a:rPr lang="it-IT" sz="1400" dirty="0" err="1">
                <a:latin typeface="+mn-lt"/>
              </a:rPr>
              <a:t>ospf</a:t>
            </a:r>
            <a:r>
              <a:rPr lang="it-IT" sz="1400" dirty="0">
                <a:latin typeface="+mn-lt"/>
              </a:rPr>
              <a:t> ]</a:t>
            </a:r>
          </a:p>
        </p:txBody>
      </p:sp>
      <p:sp>
        <p:nvSpPr>
          <p:cNvPr id="78852" name="Rectangle 88">
            <a:extLst>
              <a:ext uri="{FF2B5EF4-FFF2-40B4-BE49-F238E27FC236}">
                <a16:creationId xmlns:a16="http://schemas.microsoft.com/office/drawing/2014/main" id="{D3FF8B23-7B71-1A30-EE0D-5F25A6D959BD}"/>
              </a:ext>
            </a:extLst>
          </p:cNvPr>
          <p:cNvSpPr>
            <a:spLocks noChangeArrowheads="1"/>
          </p:cNvSpPr>
          <p:nvPr/>
        </p:nvSpPr>
        <p:spPr bwMode="auto">
          <a:xfrm>
            <a:off x="1524000" y="6453188"/>
            <a:ext cx="6300788" cy="4048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sp>
        <p:nvSpPr>
          <p:cNvPr id="78855" name="Line 4">
            <a:extLst>
              <a:ext uri="{FF2B5EF4-FFF2-40B4-BE49-F238E27FC236}">
                <a16:creationId xmlns:a16="http://schemas.microsoft.com/office/drawing/2014/main" id="{06E606B2-0F89-ECC3-0A01-AD748E32832F}"/>
              </a:ext>
            </a:extLst>
          </p:cNvPr>
          <p:cNvSpPr>
            <a:spLocks noChangeShapeType="1"/>
          </p:cNvSpPr>
          <p:nvPr/>
        </p:nvSpPr>
        <p:spPr bwMode="auto">
          <a:xfrm>
            <a:off x="8689975" y="1223964"/>
            <a:ext cx="0" cy="71913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GB"/>
          </a:p>
        </p:txBody>
      </p:sp>
      <p:grpSp>
        <p:nvGrpSpPr>
          <p:cNvPr id="4" name="Gruppo 3">
            <a:extLst>
              <a:ext uri="{FF2B5EF4-FFF2-40B4-BE49-F238E27FC236}">
                <a16:creationId xmlns:a16="http://schemas.microsoft.com/office/drawing/2014/main" id="{E9089469-ACCE-228C-981D-219E79E1DAE0}"/>
              </a:ext>
            </a:extLst>
          </p:cNvPr>
          <p:cNvGrpSpPr/>
          <p:nvPr/>
        </p:nvGrpSpPr>
        <p:grpSpPr>
          <a:xfrm>
            <a:off x="8328025" y="1098501"/>
            <a:ext cx="2170113" cy="1322387"/>
            <a:chOff x="8328025" y="1098501"/>
            <a:chExt cx="2170113" cy="1322387"/>
          </a:xfrm>
        </p:grpSpPr>
        <p:grpSp>
          <p:nvGrpSpPr>
            <p:cNvPr id="78856" name="Group 5">
              <a:extLst>
                <a:ext uri="{FF2B5EF4-FFF2-40B4-BE49-F238E27FC236}">
                  <a16:creationId xmlns:a16="http://schemas.microsoft.com/office/drawing/2014/main" id="{01E68125-D370-8E45-7091-FD95C3FDE43B}"/>
                </a:ext>
              </a:extLst>
            </p:cNvPr>
            <p:cNvGrpSpPr>
              <a:grpSpLocks noChangeAspect="1"/>
            </p:cNvGrpSpPr>
            <p:nvPr/>
          </p:nvGrpSpPr>
          <p:grpSpPr bwMode="auto">
            <a:xfrm>
              <a:off x="8328025" y="1098501"/>
              <a:ext cx="723900" cy="460375"/>
              <a:chOff x="3312" y="2160"/>
              <a:chExt cx="960" cy="528"/>
            </a:xfrm>
          </p:grpSpPr>
          <p:grpSp>
            <p:nvGrpSpPr>
              <p:cNvPr id="78879" name="Group 6">
                <a:extLst>
                  <a:ext uri="{FF2B5EF4-FFF2-40B4-BE49-F238E27FC236}">
                    <a16:creationId xmlns:a16="http://schemas.microsoft.com/office/drawing/2014/main" id="{D18D89BE-0FCA-533A-BA2A-308AB735D687}"/>
                  </a:ext>
                </a:extLst>
              </p:cNvPr>
              <p:cNvGrpSpPr>
                <a:grpSpLocks noChangeAspect="1"/>
              </p:cNvGrpSpPr>
              <p:nvPr/>
            </p:nvGrpSpPr>
            <p:grpSpPr bwMode="auto">
              <a:xfrm>
                <a:off x="3312" y="2160"/>
                <a:ext cx="960" cy="528"/>
                <a:chOff x="3312" y="2160"/>
                <a:chExt cx="960" cy="528"/>
              </a:xfrm>
            </p:grpSpPr>
            <p:sp>
              <p:nvSpPr>
                <p:cNvPr id="78881" name="AutoShape 7">
                  <a:extLst>
                    <a:ext uri="{FF2B5EF4-FFF2-40B4-BE49-F238E27FC236}">
                      <a16:creationId xmlns:a16="http://schemas.microsoft.com/office/drawing/2014/main" id="{B41EE17D-F354-CDBD-18BF-19ACEA96CAC8}"/>
                    </a:ext>
                  </a:extLst>
                </p:cNvPr>
                <p:cNvSpPr>
                  <a:spLocks noChangeAspect="1" noChangeArrowheads="1"/>
                </p:cNvSpPr>
                <p:nvPr/>
              </p:nvSpPr>
              <p:spPr bwMode="auto">
                <a:xfrm>
                  <a:off x="3312" y="2160"/>
                  <a:ext cx="960" cy="528"/>
                </a:xfrm>
                <a:prstGeom prst="can">
                  <a:avLst>
                    <a:gd name="adj" fmla="val 50000"/>
                  </a:avLst>
                </a:prstGeom>
                <a:gradFill rotWithShape="0">
                  <a:gsLst>
                    <a:gs pos="0">
                      <a:srgbClr val="002F5E"/>
                    </a:gs>
                    <a:gs pos="50000">
                      <a:srgbClr val="0066CC"/>
                    </a:gs>
                    <a:gs pos="100000">
                      <a:srgbClr val="002F5E"/>
                    </a:gs>
                  </a:gsLst>
                  <a:lin ang="0" scaled="1"/>
                </a:gradFill>
                <a:ln w="9525">
                  <a:solidFill>
                    <a:srgbClr val="819FFF"/>
                  </a:solidFill>
                  <a:round/>
                  <a:headEnd/>
                  <a:tailEnd/>
                </a:ln>
              </p:spPr>
              <p:txBody>
                <a:bodyPr wrap="none" lIns="73025" tIns="36512" rIns="73025" bIns="36512"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0"/>
                    </a:spcBef>
                    <a:buClrTx/>
                    <a:buSzTx/>
                    <a:buFontTx/>
                    <a:buNone/>
                  </a:pPr>
                  <a:endParaRPr lang="it-IT" altLang="it-IT" sz="1800">
                    <a:latin typeface="Arial" panose="020B0604020202020204" pitchFamily="34" charset="0"/>
                  </a:endParaRPr>
                </a:p>
              </p:txBody>
            </p:sp>
            <p:grpSp>
              <p:nvGrpSpPr>
                <p:cNvPr id="78882" name="Group 8">
                  <a:extLst>
                    <a:ext uri="{FF2B5EF4-FFF2-40B4-BE49-F238E27FC236}">
                      <a16:creationId xmlns:a16="http://schemas.microsoft.com/office/drawing/2014/main" id="{B5BD2929-3D03-9DAE-BC50-F5DA41AFCD79}"/>
                    </a:ext>
                  </a:extLst>
                </p:cNvPr>
                <p:cNvGrpSpPr>
                  <a:grpSpLocks noChangeAspect="1"/>
                </p:cNvGrpSpPr>
                <p:nvPr/>
              </p:nvGrpSpPr>
              <p:grpSpPr bwMode="auto">
                <a:xfrm>
                  <a:off x="3488" y="2193"/>
                  <a:ext cx="599" cy="207"/>
                  <a:chOff x="422" y="1632"/>
                  <a:chExt cx="829" cy="298"/>
                </a:xfrm>
              </p:grpSpPr>
              <p:grpSp>
                <p:nvGrpSpPr>
                  <p:cNvPr id="78883" name="Group 9">
                    <a:extLst>
                      <a:ext uri="{FF2B5EF4-FFF2-40B4-BE49-F238E27FC236}">
                        <a16:creationId xmlns:a16="http://schemas.microsoft.com/office/drawing/2014/main" id="{70B4B24C-7E90-D9F1-CDB1-1B1443D54009}"/>
                      </a:ext>
                    </a:extLst>
                  </p:cNvPr>
                  <p:cNvGrpSpPr>
                    <a:grpSpLocks noChangeAspect="1"/>
                  </p:cNvGrpSpPr>
                  <p:nvPr/>
                </p:nvGrpSpPr>
                <p:grpSpPr bwMode="auto">
                  <a:xfrm>
                    <a:off x="422" y="1632"/>
                    <a:ext cx="822" cy="291"/>
                    <a:chOff x="422" y="1632"/>
                    <a:chExt cx="822" cy="291"/>
                  </a:xfrm>
                </p:grpSpPr>
                <p:sp>
                  <p:nvSpPr>
                    <p:cNvPr id="78893" name="Freeform 10">
                      <a:extLst>
                        <a:ext uri="{FF2B5EF4-FFF2-40B4-BE49-F238E27FC236}">
                          <a16:creationId xmlns:a16="http://schemas.microsoft.com/office/drawing/2014/main" id="{0B137E6A-4DF9-B356-ECE8-37D2E418C1D4}"/>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8894" name="Freeform 11">
                      <a:extLst>
                        <a:ext uri="{FF2B5EF4-FFF2-40B4-BE49-F238E27FC236}">
                          <a16:creationId xmlns:a16="http://schemas.microsoft.com/office/drawing/2014/main" id="{D1A01DB3-6BB7-A47D-2822-6E139F68014C}"/>
                        </a:ext>
                      </a:extLst>
                    </p:cNvPr>
                    <p:cNvSpPr>
                      <a:spLocks noChangeAspect="1"/>
                    </p:cNvSpPr>
                    <p:nvPr/>
                  </p:nvSpPr>
                  <p:spPr bwMode="auto">
                    <a:xfrm>
                      <a:off x="851" y="1639"/>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4 w 393"/>
                        <a:gd name="T11" fmla="*/ 0 h 125"/>
                        <a:gd name="T12" fmla="*/ 196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4" y="0"/>
                          </a:lnTo>
                          <a:lnTo>
                            <a:pt x="196" y="21"/>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8895" name="Freeform 12">
                      <a:extLst>
                        <a:ext uri="{FF2B5EF4-FFF2-40B4-BE49-F238E27FC236}">
                          <a16:creationId xmlns:a16="http://schemas.microsoft.com/office/drawing/2014/main" id="{C59AA003-9B2A-834D-199F-62CDC58BF1AC}"/>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8896" name="Freeform 13">
                      <a:extLst>
                        <a:ext uri="{FF2B5EF4-FFF2-40B4-BE49-F238E27FC236}">
                          <a16:creationId xmlns:a16="http://schemas.microsoft.com/office/drawing/2014/main" id="{D881C504-7391-5B69-CE2F-A2FF6F2F74A2}"/>
                        </a:ext>
                      </a:extLst>
                    </p:cNvPr>
                    <p:cNvSpPr>
                      <a:spLocks noChangeAspect="1"/>
                    </p:cNvSpPr>
                    <p:nvPr/>
                  </p:nvSpPr>
                  <p:spPr bwMode="auto">
                    <a:xfrm>
                      <a:off x="422" y="1785"/>
                      <a:ext cx="393" cy="132"/>
                    </a:xfrm>
                    <a:custGeom>
                      <a:avLst/>
                      <a:gdLst>
                        <a:gd name="T0" fmla="*/ 393 w 393"/>
                        <a:gd name="T1" fmla="*/ 28 h 132"/>
                        <a:gd name="T2" fmla="*/ 305 w 393"/>
                        <a:gd name="T3" fmla="*/ 0 h 132"/>
                        <a:gd name="T4" fmla="*/ 102 w 393"/>
                        <a:gd name="T5" fmla="*/ 83 h 132"/>
                        <a:gd name="T6" fmla="*/ 0 w 393"/>
                        <a:gd name="T7" fmla="*/ 55 h 132"/>
                        <a:gd name="T8" fmla="*/ 51 w 393"/>
                        <a:gd name="T9" fmla="*/ 132 h 132"/>
                        <a:gd name="T10" fmla="*/ 305 w 393"/>
                        <a:gd name="T11" fmla="*/ 132 h 132"/>
                        <a:gd name="T12" fmla="*/ 196 w 393"/>
                        <a:gd name="T13" fmla="*/ 104 h 132"/>
                        <a:gd name="T14" fmla="*/ 393 w 393"/>
                        <a:gd name="T15" fmla="*/ 28 h 132"/>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2"/>
                        <a:gd name="T26" fmla="*/ 393 w 393"/>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2">
                          <a:moveTo>
                            <a:pt x="393" y="28"/>
                          </a:moveTo>
                          <a:lnTo>
                            <a:pt x="305" y="0"/>
                          </a:lnTo>
                          <a:lnTo>
                            <a:pt x="102" y="83"/>
                          </a:lnTo>
                          <a:lnTo>
                            <a:pt x="0" y="55"/>
                          </a:lnTo>
                          <a:lnTo>
                            <a:pt x="51" y="132"/>
                          </a:lnTo>
                          <a:lnTo>
                            <a:pt x="305" y="132"/>
                          </a:lnTo>
                          <a:lnTo>
                            <a:pt x="196" y="104"/>
                          </a:lnTo>
                          <a:lnTo>
                            <a:pt x="39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8897" name="Freeform 14">
                      <a:extLst>
                        <a:ext uri="{FF2B5EF4-FFF2-40B4-BE49-F238E27FC236}">
                          <a16:creationId xmlns:a16="http://schemas.microsoft.com/office/drawing/2014/main" id="{71E45613-2321-A0DC-9C87-E7C2264DA805}"/>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8898" name="Freeform 15">
                      <a:extLst>
                        <a:ext uri="{FF2B5EF4-FFF2-40B4-BE49-F238E27FC236}">
                          <a16:creationId xmlns:a16="http://schemas.microsoft.com/office/drawing/2014/main" id="{959B4F9D-ADF3-9CCD-4C3F-EC7085C209A7}"/>
                        </a:ext>
                      </a:extLst>
                    </p:cNvPr>
                    <p:cNvSpPr>
                      <a:spLocks noChangeAspect="1"/>
                    </p:cNvSpPr>
                    <p:nvPr/>
                  </p:nvSpPr>
                  <p:spPr bwMode="auto">
                    <a:xfrm>
                      <a:off x="444" y="1632"/>
                      <a:ext cx="392" cy="125"/>
                    </a:xfrm>
                    <a:custGeom>
                      <a:avLst/>
                      <a:gdLst>
                        <a:gd name="T0" fmla="*/ 0 w 392"/>
                        <a:gd name="T1" fmla="*/ 28 h 125"/>
                        <a:gd name="T2" fmla="*/ 87 w 392"/>
                        <a:gd name="T3" fmla="*/ 0 h 125"/>
                        <a:gd name="T4" fmla="*/ 298 w 392"/>
                        <a:gd name="T5" fmla="*/ 77 h 125"/>
                        <a:gd name="T6" fmla="*/ 392 w 392"/>
                        <a:gd name="T7" fmla="*/ 56 h 125"/>
                        <a:gd name="T8" fmla="*/ 341 w 392"/>
                        <a:gd name="T9" fmla="*/ 125 h 125"/>
                        <a:gd name="T10" fmla="*/ 94 w 392"/>
                        <a:gd name="T11" fmla="*/ 125 h 125"/>
                        <a:gd name="T12" fmla="*/ 196 w 392"/>
                        <a:gd name="T13" fmla="*/ 104 h 125"/>
                        <a:gd name="T14" fmla="*/ 0 w 392"/>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5"/>
                        <a:gd name="T26" fmla="*/ 392 w 392"/>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5">
                          <a:moveTo>
                            <a:pt x="0" y="28"/>
                          </a:moveTo>
                          <a:lnTo>
                            <a:pt x="87" y="0"/>
                          </a:lnTo>
                          <a:lnTo>
                            <a:pt x="298" y="77"/>
                          </a:lnTo>
                          <a:lnTo>
                            <a:pt x="392" y="56"/>
                          </a:lnTo>
                          <a:lnTo>
                            <a:pt x="341" y="125"/>
                          </a:lnTo>
                          <a:lnTo>
                            <a:pt x="94" y="125"/>
                          </a:lnTo>
                          <a:lnTo>
                            <a:pt x="196" y="10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8899" name="Freeform 16">
                      <a:extLst>
                        <a:ext uri="{FF2B5EF4-FFF2-40B4-BE49-F238E27FC236}">
                          <a16:creationId xmlns:a16="http://schemas.microsoft.com/office/drawing/2014/main" id="{BAB4A76D-2A12-A286-24B6-D1C9BF001200}"/>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8900" name="Freeform 17">
                      <a:extLst>
                        <a:ext uri="{FF2B5EF4-FFF2-40B4-BE49-F238E27FC236}">
                          <a16:creationId xmlns:a16="http://schemas.microsoft.com/office/drawing/2014/main" id="{DB23ECAF-A02A-8C04-3CD2-81B5047776F3}"/>
                        </a:ext>
                      </a:extLst>
                    </p:cNvPr>
                    <p:cNvSpPr>
                      <a:spLocks noChangeAspect="1"/>
                    </p:cNvSpPr>
                    <p:nvPr/>
                  </p:nvSpPr>
                  <p:spPr bwMode="auto">
                    <a:xfrm>
                      <a:off x="836" y="1799"/>
                      <a:ext cx="393" cy="124"/>
                    </a:xfrm>
                    <a:custGeom>
                      <a:avLst/>
                      <a:gdLst>
                        <a:gd name="T0" fmla="*/ 393 w 393"/>
                        <a:gd name="T1" fmla="*/ 97 h 124"/>
                        <a:gd name="T2" fmla="*/ 306 w 393"/>
                        <a:gd name="T3" fmla="*/ 124 h 124"/>
                        <a:gd name="T4" fmla="*/ 102 w 393"/>
                        <a:gd name="T5" fmla="*/ 41 h 124"/>
                        <a:gd name="T6" fmla="*/ 0 w 393"/>
                        <a:gd name="T7" fmla="*/ 69 h 124"/>
                        <a:gd name="T8" fmla="*/ 51 w 393"/>
                        <a:gd name="T9" fmla="*/ 0 h 124"/>
                        <a:gd name="T10" fmla="*/ 306 w 393"/>
                        <a:gd name="T11" fmla="*/ 0 h 124"/>
                        <a:gd name="T12" fmla="*/ 197 w 393"/>
                        <a:gd name="T13" fmla="*/ 21 h 124"/>
                        <a:gd name="T14" fmla="*/ 393 w 393"/>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4"/>
                        <a:gd name="T26" fmla="*/ 393 w 393"/>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4">
                          <a:moveTo>
                            <a:pt x="393" y="97"/>
                          </a:moveTo>
                          <a:lnTo>
                            <a:pt x="306" y="124"/>
                          </a:lnTo>
                          <a:lnTo>
                            <a:pt x="102" y="41"/>
                          </a:lnTo>
                          <a:lnTo>
                            <a:pt x="0" y="69"/>
                          </a:lnTo>
                          <a:lnTo>
                            <a:pt x="51" y="0"/>
                          </a:lnTo>
                          <a:lnTo>
                            <a:pt x="306" y="0"/>
                          </a:lnTo>
                          <a:lnTo>
                            <a:pt x="197" y="21"/>
                          </a:lnTo>
                          <a:lnTo>
                            <a:pt x="39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nvGrpSpPr>
                  <p:cNvPr id="78884" name="Group 18">
                    <a:extLst>
                      <a:ext uri="{FF2B5EF4-FFF2-40B4-BE49-F238E27FC236}">
                        <a16:creationId xmlns:a16="http://schemas.microsoft.com/office/drawing/2014/main" id="{0F4F056A-9C21-150F-2BD4-6B2F65B05F12}"/>
                      </a:ext>
                    </a:extLst>
                  </p:cNvPr>
                  <p:cNvGrpSpPr>
                    <a:grpSpLocks noChangeAspect="1"/>
                  </p:cNvGrpSpPr>
                  <p:nvPr/>
                </p:nvGrpSpPr>
                <p:grpSpPr bwMode="auto">
                  <a:xfrm>
                    <a:off x="429" y="1639"/>
                    <a:ext cx="822" cy="291"/>
                    <a:chOff x="429" y="1639"/>
                    <a:chExt cx="822" cy="291"/>
                  </a:xfrm>
                </p:grpSpPr>
                <p:sp>
                  <p:nvSpPr>
                    <p:cNvPr id="78885" name="Freeform 19">
                      <a:extLst>
                        <a:ext uri="{FF2B5EF4-FFF2-40B4-BE49-F238E27FC236}">
                          <a16:creationId xmlns:a16="http://schemas.microsoft.com/office/drawing/2014/main" id="{3E3A5F5D-84D4-0CB5-B6DF-B2D5B9673DD6}"/>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8886" name="Freeform 20">
                      <a:extLst>
                        <a:ext uri="{FF2B5EF4-FFF2-40B4-BE49-F238E27FC236}">
                          <a16:creationId xmlns:a16="http://schemas.microsoft.com/office/drawing/2014/main" id="{4557491B-EE68-3600-E46B-C125AD17C2DF}"/>
                        </a:ext>
                      </a:extLst>
                    </p:cNvPr>
                    <p:cNvSpPr>
                      <a:spLocks noChangeAspect="1"/>
                    </p:cNvSpPr>
                    <p:nvPr/>
                  </p:nvSpPr>
                  <p:spPr bwMode="auto">
                    <a:xfrm>
                      <a:off x="858" y="1646"/>
                      <a:ext cx="393" cy="125"/>
                    </a:xfrm>
                    <a:custGeom>
                      <a:avLst/>
                      <a:gdLst>
                        <a:gd name="T0" fmla="*/ 0 w 393"/>
                        <a:gd name="T1" fmla="*/ 97 h 125"/>
                        <a:gd name="T2" fmla="*/ 87 w 393"/>
                        <a:gd name="T3" fmla="*/ 125 h 125"/>
                        <a:gd name="T4" fmla="*/ 298 w 393"/>
                        <a:gd name="T5" fmla="*/ 42 h 125"/>
                        <a:gd name="T6" fmla="*/ 393 w 393"/>
                        <a:gd name="T7" fmla="*/ 70 h 125"/>
                        <a:gd name="T8" fmla="*/ 342 w 393"/>
                        <a:gd name="T9" fmla="*/ 0 h 125"/>
                        <a:gd name="T10" fmla="*/ 95 w 393"/>
                        <a:gd name="T11" fmla="*/ 0 h 125"/>
                        <a:gd name="T12" fmla="*/ 197 w 393"/>
                        <a:gd name="T13" fmla="*/ 21 h 125"/>
                        <a:gd name="T14" fmla="*/ 0 w 393"/>
                        <a:gd name="T15" fmla="*/ 97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97"/>
                          </a:moveTo>
                          <a:lnTo>
                            <a:pt x="87" y="125"/>
                          </a:lnTo>
                          <a:lnTo>
                            <a:pt x="298" y="42"/>
                          </a:lnTo>
                          <a:lnTo>
                            <a:pt x="393" y="70"/>
                          </a:lnTo>
                          <a:lnTo>
                            <a:pt x="342" y="0"/>
                          </a:lnTo>
                          <a:lnTo>
                            <a:pt x="95" y="0"/>
                          </a:lnTo>
                          <a:lnTo>
                            <a:pt x="197" y="21"/>
                          </a:lnTo>
                          <a:lnTo>
                            <a:pt x="0"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8887" name="Freeform 21">
                      <a:extLst>
                        <a:ext uri="{FF2B5EF4-FFF2-40B4-BE49-F238E27FC236}">
                          <a16:creationId xmlns:a16="http://schemas.microsoft.com/office/drawing/2014/main" id="{4D772DAE-8E2F-78E7-42E5-AAD8F56F2145}"/>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8888" name="Freeform 22">
                      <a:extLst>
                        <a:ext uri="{FF2B5EF4-FFF2-40B4-BE49-F238E27FC236}">
                          <a16:creationId xmlns:a16="http://schemas.microsoft.com/office/drawing/2014/main" id="{BFC054E9-73B1-47A8-9B71-A8C8B394E728}"/>
                        </a:ext>
                      </a:extLst>
                    </p:cNvPr>
                    <p:cNvSpPr>
                      <a:spLocks noChangeAspect="1"/>
                    </p:cNvSpPr>
                    <p:nvPr/>
                  </p:nvSpPr>
                  <p:spPr bwMode="auto">
                    <a:xfrm>
                      <a:off x="429" y="1792"/>
                      <a:ext cx="393" cy="131"/>
                    </a:xfrm>
                    <a:custGeom>
                      <a:avLst/>
                      <a:gdLst>
                        <a:gd name="T0" fmla="*/ 393 w 393"/>
                        <a:gd name="T1" fmla="*/ 28 h 131"/>
                        <a:gd name="T2" fmla="*/ 306 w 393"/>
                        <a:gd name="T3" fmla="*/ 0 h 131"/>
                        <a:gd name="T4" fmla="*/ 102 w 393"/>
                        <a:gd name="T5" fmla="*/ 83 h 131"/>
                        <a:gd name="T6" fmla="*/ 0 w 393"/>
                        <a:gd name="T7" fmla="*/ 55 h 131"/>
                        <a:gd name="T8" fmla="*/ 51 w 393"/>
                        <a:gd name="T9" fmla="*/ 131 h 131"/>
                        <a:gd name="T10" fmla="*/ 306 w 393"/>
                        <a:gd name="T11" fmla="*/ 131 h 131"/>
                        <a:gd name="T12" fmla="*/ 196 w 393"/>
                        <a:gd name="T13" fmla="*/ 104 h 131"/>
                        <a:gd name="T14" fmla="*/ 393 w 393"/>
                        <a:gd name="T15" fmla="*/ 28 h 131"/>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31"/>
                        <a:gd name="T26" fmla="*/ 393 w 393"/>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31">
                          <a:moveTo>
                            <a:pt x="393" y="28"/>
                          </a:moveTo>
                          <a:lnTo>
                            <a:pt x="306" y="0"/>
                          </a:lnTo>
                          <a:lnTo>
                            <a:pt x="102" y="83"/>
                          </a:lnTo>
                          <a:lnTo>
                            <a:pt x="0" y="55"/>
                          </a:lnTo>
                          <a:lnTo>
                            <a:pt x="51" y="131"/>
                          </a:lnTo>
                          <a:lnTo>
                            <a:pt x="306" y="131"/>
                          </a:lnTo>
                          <a:lnTo>
                            <a:pt x="196" y="104"/>
                          </a:lnTo>
                          <a:lnTo>
                            <a:pt x="393"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8889" name="Freeform 23">
                      <a:extLst>
                        <a:ext uri="{FF2B5EF4-FFF2-40B4-BE49-F238E27FC236}">
                          <a16:creationId xmlns:a16="http://schemas.microsoft.com/office/drawing/2014/main" id="{D0510FAA-6B0E-742D-CBF4-0484508F3B77}"/>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8890" name="Freeform 24">
                      <a:extLst>
                        <a:ext uri="{FF2B5EF4-FFF2-40B4-BE49-F238E27FC236}">
                          <a16:creationId xmlns:a16="http://schemas.microsoft.com/office/drawing/2014/main" id="{3C96F4A5-2DA6-5A71-6655-38F8B5FB747D}"/>
                        </a:ext>
                      </a:extLst>
                    </p:cNvPr>
                    <p:cNvSpPr>
                      <a:spLocks noChangeAspect="1"/>
                    </p:cNvSpPr>
                    <p:nvPr/>
                  </p:nvSpPr>
                  <p:spPr bwMode="auto">
                    <a:xfrm>
                      <a:off x="451" y="1639"/>
                      <a:ext cx="393" cy="125"/>
                    </a:xfrm>
                    <a:custGeom>
                      <a:avLst/>
                      <a:gdLst>
                        <a:gd name="T0" fmla="*/ 0 w 393"/>
                        <a:gd name="T1" fmla="*/ 28 h 125"/>
                        <a:gd name="T2" fmla="*/ 87 w 393"/>
                        <a:gd name="T3" fmla="*/ 0 h 125"/>
                        <a:gd name="T4" fmla="*/ 298 w 393"/>
                        <a:gd name="T5" fmla="*/ 77 h 125"/>
                        <a:gd name="T6" fmla="*/ 393 w 393"/>
                        <a:gd name="T7" fmla="*/ 56 h 125"/>
                        <a:gd name="T8" fmla="*/ 342 w 393"/>
                        <a:gd name="T9" fmla="*/ 125 h 125"/>
                        <a:gd name="T10" fmla="*/ 94 w 393"/>
                        <a:gd name="T11" fmla="*/ 125 h 125"/>
                        <a:gd name="T12" fmla="*/ 196 w 393"/>
                        <a:gd name="T13" fmla="*/ 104 h 125"/>
                        <a:gd name="T14" fmla="*/ 0 w 393"/>
                        <a:gd name="T15" fmla="*/ 28 h 125"/>
                        <a:gd name="T16" fmla="*/ 0 60000 65536"/>
                        <a:gd name="T17" fmla="*/ 0 60000 65536"/>
                        <a:gd name="T18" fmla="*/ 0 60000 65536"/>
                        <a:gd name="T19" fmla="*/ 0 60000 65536"/>
                        <a:gd name="T20" fmla="*/ 0 60000 65536"/>
                        <a:gd name="T21" fmla="*/ 0 60000 65536"/>
                        <a:gd name="T22" fmla="*/ 0 60000 65536"/>
                        <a:gd name="T23" fmla="*/ 0 60000 65536"/>
                        <a:gd name="T24" fmla="*/ 0 w 393"/>
                        <a:gd name="T25" fmla="*/ 0 h 125"/>
                        <a:gd name="T26" fmla="*/ 393 w 393"/>
                        <a:gd name="T27" fmla="*/ 125 h 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3" h="125">
                          <a:moveTo>
                            <a:pt x="0" y="28"/>
                          </a:moveTo>
                          <a:lnTo>
                            <a:pt x="87" y="0"/>
                          </a:lnTo>
                          <a:lnTo>
                            <a:pt x="298" y="77"/>
                          </a:lnTo>
                          <a:lnTo>
                            <a:pt x="393" y="56"/>
                          </a:lnTo>
                          <a:lnTo>
                            <a:pt x="342" y="125"/>
                          </a:lnTo>
                          <a:lnTo>
                            <a:pt x="94" y="125"/>
                          </a:lnTo>
                          <a:lnTo>
                            <a:pt x="196" y="10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8891" name="Freeform 25">
                      <a:extLst>
                        <a:ext uri="{FF2B5EF4-FFF2-40B4-BE49-F238E27FC236}">
                          <a16:creationId xmlns:a16="http://schemas.microsoft.com/office/drawing/2014/main" id="{20AAA6E0-F11C-CE78-25D7-0F9A43ACCD60}"/>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sp>
                  <p:nvSpPr>
                    <p:cNvPr id="78892" name="Freeform 26">
                      <a:extLst>
                        <a:ext uri="{FF2B5EF4-FFF2-40B4-BE49-F238E27FC236}">
                          <a16:creationId xmlns:a16="http://schemas.microsoft.com/office/drawing/2014/main" id="{4430A866-BA5D-868C-6B21-0A49EE2C6FF5}"/>
                        </a:ext>
                      </a:extLst>
                    </p:cNvPr>
                    <p:cNvSpPr>
                      <a:spLocks noChangeAspect="1"/>
                    </p:cNvSpPr>
                    <p:nvPr/>
                  </p:nvSpPr>
                  <p:spPr bwMode="auto">
                    <a:xfrm>
                      <a:off x="844" y="1806"/>
                      <a:ext cx="392" cy="124"/>
                    </a:xfrm>
                    <a:custGeom>
                      <a:avLst/>
                      <a:gdLst>
                        <a:gd name="T0" fmla="*/ 392 w 392"/>
                        <a:gd name="T1" fmla="*/ 97 h 124"/>
                        <a:gd name="T2" fmla="*/ 305 w 392"/>
                        <a:gd name="T3" fmla="*/ 124 h 124"/>
                        <a:gd name="T4" fmla="*/ 101 w 392"/>
                        <a:gd name="T5" fmla="*/ 41 h 124"/>
                        <a:gd name="T6" fmla="*/ 0 w 392"/>
                        <a:gd name="T7" fmla="*/ 69 h 124"/>
                        <a:gd name="T8" fmla="*/ 51 w 392"/>
                        <a:gd name="T9" fmla="*/ 0 h 124"/>
                        <a:gd name="T10" fmla="*/ 305 w 392"/>
                        <a:gd name="T11" fmla="*/ 0 h 124"/>
                        <a:gd name="T12" fmla="*/ 196 w 392"/>
                        <a:gd name="T13" fmla="*/ 20 h 124"/>
                        <a:gd name="T14" fmla="*/ 392 w 392"/>
                        <a:gd name="T15" fmla="*/ 97 h 124"/>
                        <a:gd name="T16" fmla="*/ 0 60000 65536"/>
                        <a:gd name="T17" fmla="*/ 0 60000 65536"/>
                        <a:gd name="T18" fmla="*/ 0 60000 65536"/>
                        <a:gd name="T19" fmla="*/ 0 60000 65536"/>
                        <a:gd name="T20" fmla="*/ 0 60000 65536"/>
                        <a:gd name="T21" fmla="*/ 0 60000 65536"/>
                        <a:gd name="T22" fmla="*/ 0 60000 65536"/>
                        <a:gd name="T23" fmla="*/ 0 60000 65536"/>
                        <a:gd name="T24" fmla="*/ 0 w 392"/>
                        <a:gd name="T25" fmla="*/ 0 h 124"/>
                        <a:gd name="T26" fmla="*/ 392 w 39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2" h="124">
                          <a:moveTo>
                            <a:pt x="392" y="97"/>
                          </a:moveTo>
                          <a:lnTo>
                            <a:pt x="305" y="124"/>
                          </a:lnTo>
                          <a:lnTo>
                            <a:pt x="101" y="41"/>
                          </a:lnTo>
                          <a:lnTo>
                            <a:pt x="0" y="69"/>
                          </a:lnTo>
                          <a:lnTo>
                            <a:pt x="51" y="0"/>
                          </a:lnTo>
                          <a:lnTo>
                            <a:pt x="305" y="0"/>
                          </a:lnTo>
                          <a:lnTo>
                            <a:pt x="196" y="20"/>
                          </a:lnTo>
                          <a:lnTo>
                            <a:pt x="392"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GB"/>
                    </a:p>
                  </p:txBody>
                </p:sp>
              </p:grpSp>
            </p:grpSp>
          </p:grpSp>
          <p:sp>
            <p:nvSpPr>
              <p:cNvPr id="78880" name="WordArt 27">
                <a:extLst>
                  <a:ext uri="{FF2B5EF4-FFF2-40B4-BE49-F238E27FC236}">
                    <a16:creationId xmlns:a16="http://schemas.microsoft.com/office/drawing/2014/main" id="{DCCB6D5F-7FB3-7F55-F7F5-BB65A0B51DF9}"/>
                  </a:ext>
                </a:extLst>
              </p:cNvPr>
              <p:cNvSpPr>
                <a:spLocks noChangeAspect="1" noChangeArrowheads="1" noChangeShapeType="1" noTextEdit="1"/>
              </p:cNvSpPr>
              <p:nvPr/>
            </p:nvSpPr>
            <p:spPr bwMode="auto">
              <a:xfrm>
                <a:off x="3360" y="2376"/>
                <a:ext cx="864" cy="259"/>
              </a:xfrm>
              <a:prstGeom prst="rect">
                <a:avLst/>
              </a:prstGeom>
            </p:spPr>
            <p:txBody>
              <a:bodyPr wrap="none" fromWordArt="1">
                <a:prstTxWarp prst="textCanDown">
                  <a:avLst>
                    <a:gd name="adj" fmla="val 33333"/>
                  </a:avLst>
                </a:prstTxWarp>
              </a:bodyPr>
              <a:lstStyle/>
              <a:p>
                <a:pPr algn="ctr"/>
                <a:r>
                  <a:rPr lang="en-GB" sz="1400" kern="10">
                    <a:ln w="9525">
                      <a:solidFill>
                        <a:srgbClr val="FFFFFF"/>
                      </a:solidFill>
                      <a:round/>
                      <a:headEnd/>
                      <a:tailEnd/>
                    </a:ln>
                    <a:solidFill>
                      <a:srgbClr val="FFFFFF"/>
                    </a:solidFill>
                    <a:latin typeface="Tahoma" panose="020B0604030504040204" pitchFamily="34" charset="0"/>
                    <a:ea typeface="Tahoma" panose="020B0604030504040204" pitchFamily="34" charset="0"/>
                    <a:cs typeface="Tahoma" panose="020B0604030504040204" pitchFamily="34" charset="0"/>
                  </a:rPr>
                  <a:t>  r2  </a:t>
                </a:r>
              </a:p>
            </p:txBody>
          </p:sp>
        </p:grpSp>
        <p:sp>
          <p:nvSpPr>
            <p:cNvPr id="78857" name="Line 28">
              <a:extLst>
                <a:ext uri="{FF2B5EF4-FFF2-40B4-BE49-F238E27FC236}">
                  <a16:creationId xmlns:a16="http://schemas.microsoft.com/office/drawing/2014/main" id="{3A52678F-5713-0DD0-81D3-7B8B5FE16712}"/>
                </a:ext>
              </a:extLst>
            </p:cNvPr>
            <p:cNvSpPr>
              <a:spLocks noChangeShapeType="1"/>
            </p:cNvSpPr>
            <p:nvPr/>
          </p:nvSpPr>
          <p:spPr bwMode="auto">
            <a:xfrm flipH="1" flipV="1">
              <a:off x="8697914" y="2268488"/>
              <a:ext cx="854075" cy="0"/>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GB"/>
            </a:p>
          </p:txBody>
        </p:sp>
        <p:sp>
          <p:nvSpPr>
            <p:cNvPr id="78858" name="Oval 29">
              <a:extLst>
                <a:ext uri="{FF2B5EF4-FFF2-40B4-BE49-F238E27FC236}">
                  <a16:creationId xmlns:a16="http://schemas.microsoft.com/office/drawing/2014/main" id="{62AD813E-44D7-CB9E-D5E7-C69BDB9C723F}"/>
                </a:ext>
              </a:extLst>
            </p:cNvPr>
            <p:cNvSpPr>
              <a:spLocks noChangeArrowheads="1"/>
            </p:cNvSpPr>
            <p:nvPr/>
          </p:nvSpPr>
          <p:spPr bwMode="auto">
            <a:xfrm flipH="1">
              <a:off x="8537575" y="2116088"/>
              <a:ext cx="304800" cy="304800"/>
            </a:xfrm>
            <a:prstGeom prst="ellipse">
              <a:avLst/>
            </a:prstGeom>
            <a:solidFill>
              <a:srgbClr val="FFFFFF"/>
            </a:solidFill>
            <a:ln w="28575">
              <a:solidFill>
                <a:schemeClr val="tx1"/>
              </a:solidFill>
              <a:round/>
              <a:headEnd/>
              <a:tailEnd/>
            </a:ln>
          </p:spPr>
          <p:txBody>
            <a:bodyPr wrap="none" lIns="0" tIns="0" rIns="0" bIns="0"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2000"/>
                <a:t>J</a:t>
              </a:r>
            </a:p>
          </p:txBody>
        </p:sp>
        <p:sp>
          <p:nvSpPr>
            <p:cNvPr id="78859" name="Text Box 30">
              <a:extLst>
                <a:ext uri="{FF2B5EF4-FFF2-40B4-BE49-F238E27FC236}">
                  <a16:creationId xmlns:a16="http://schemas.microsoft.com/office/drawing/2014/main" id="{12C23BBD-6CC5-9358-4327-24F38270E755}"/>
                </a:ext>
              </a:extLst>
            </p:cNvPr>
            <p:cNvSpPr txBox="1">
              <a:spLocks noChangeArrowheads="1"/>
            </p:cNvSpPr>
            <p:nvPr/>
          </p:nvSpPr>
          <p:spPr bwMode="auto">
            <a:xfrm>
              <a:off x="9310688" y="2135138"/>
              <a:ext cx="1187450" cy="265112"/>
            </a:xfrm>
            <a:prstGeom prst="rect">
              <a:avLst/>
            </a:prstGeom>
            <a:solidFill>
              <a:schemeClr val="bg1"/>
            </a:solidFill>
            <a:ln w="9525">
              <a:solidFill>
                <a:srgbClr val="5F5F5F"/>
              </a:solidFill>
              <a:miter lim="800000"/>
              <a:headEnd/>
              <a:tailEnd/>
            </a:ln>
          </p:spPr>
          <p:txBody>
            <a:bodyPr wrap="none" lIns="36000" tIns="36000" rIns="36000" bIns="36000" anchor="ct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spcBef>
                  <a:spcPct val="0"/>
                </a:spcBef>
                <a:buClrTx/>
                <a:buSzTx/>
                <a:buFontTx/>
                <a:buNone/>
              </a:pPr>
              <a:r>
                <a:rPr lang="it-IT" altLang="it-IT" sz="1200" b="1">
                  <a:latin typeface="Courier New" panose="02070309020205020404" pitchFamily="49" charset="0"/>
                </a:rPr>
                <a:t>200.0.1.0/24</a:t>
              </a:r>
            </a:p>
          </p:txBody>
        </p:sp>
        <p:grpSp>
          <p:nvGrpSpPr>
            <p:cNvPr id="78860" name="Group 31">
              <a:extLst>
                <a:ext uri="{FF2B5EF4-FFF2-40B4-BE49-F238E27FC236}">
                  <a16:creationId xmlns:a16="http://schemas.microsoft.com/office/drawing/2014/main" id="{A2214DF3-0043-67FB-4D75-3010DD2AF5CF}"/>
                </a:ext>
              </a:extLst>
            </p:cNvPr>
            <p:cNvGrpSpPr>
              <a:grpSpLocks/>
            </p:cNvGrpSpPr>
            <p:nvPr/>
          </p:nvGrpSpPr>
          <p:grpSpPr bwMode="auto">
            <a:xfrm>
              <a:off x="8486775" y="1612851"/>
              <a:ext cx="406400" cy="339725"/>
              <a:chOff x="144" y="3264"/>
              <a:chExt cx="288" cy="240"/>
            </a:xfrm>
          </p:grpSpPr>
          <p:sp>
            <p:nvSpPr>
              <p:cNvPr id="78877" name="Rectangle 32">
                <a:extLst>
                  <a:ext uri="{FF2B5EF4-FFF2-40B4-BE49-F238E27FC236}">
                    <a16:creationId xmlns:a16="http://schemas.microsoft.com/office/drawing/2014/main" id="{1219D4F9-43A2-A76D-570E-2F9D51318D4B}"/>
                  </a:ext>
                </a:extLst>
              </p:cNvPr>
              <p:cNvSpPr>
                <a:spLocks noChangeArrowheads="1"/>
              </p:cNvSpPr>
              <p:nvPr/>
            </p:nvSpPr>
            <p:spPr bwMode="auto">
              <a:xfrm>
                <a:off x="144" y="3380"/>
                <a:ext cx="288" cy="124"/>
              </a:xfrm>
              <a:prstGeom prst="rect">
                <a:avLst/>
              </a:prstGeom>
              <a:solidFill>
                <a:srgbClr val="EAEAEA"/>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eth1</a:t>
                </a:r>
              </a:p>
            </p:txBody>
          </p:sp>
          <p:sp>
            <p:nvSpPr>
              <p:cNvPr id="78878" name="Rectangle 33">
                <a:extLst>
                  <a:ext uri="{FF2B5EF4-FFF2-40B4-BE49-F238E27FC236}">
                    <a16:creationId xmlns:a16="http://schemas.microsoft.com/office/drawing/2014/main" id="{D906D4E0-B84B-30AA-CD35-4608F160641F}"/>
                  </a:ext>
                </a:extLst>
              </p:cNvPr>
              <p:cNvSpPr>
                <a:spLocks noChangeArrowheads="1"/>
              </p:cNvSpPr>
              <p:nvPr/>
            </p:nvSpPr>
            <p:spPr bwMode="auto">
              <a:xfrm>
                <a:off x="144" y="3264"/>
                <a:ext cx="288" cy="116"/>
              </a:xfrm>
              <a:prstGeom prst="rect">
                <a:avLst/>
              </a:prstGeom>
              <a:solidFill>
                <a:srgbClr val="FFFFFF"/>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a:lnSpc>
                    <a:spcPct val="90000"/>
                  </a:lnSpc>
                  <a:spcBef>
                    <a:spcPct val="0"/>
                  </a:spcBef>
                  <a:buClrTx/>
                  <a:buSzTx/>
                  <a:buFontTx/>
                  <a:buNone/>
                </a:pPr>
                <a:r>
                  <a:rPr lang="it-IT" altLang="it-IT" sz="1200" b="1">
                    <a:latin typeface="Courier New" panose="02070309020205020404" pitchFamily="49" charset="0"/>
                  </a:rPr>
                  <a:t>1</a:t>
                </a:r>
              </a:p>
            </p:txBody>
          </p:sp>
        </p:grpSp>
      </p:grpSp>
      <p:sp>
        <p:nvSpPr>
          <p:cNvPr id="78861" name="Text Box 70">
            <a:extLst>
              <a:ext uri="{FF2B5EF4-FFF2-40B4-BE49-F238E27FC236}">
                <a16:creationId xmlns:a16="http://schemas.microsoft.com/office/drawing/2014/main" id="{A7E6E6CA-32F2-8252-5109-B93BF1E9B7A5}"/>
              </a:ext>
            </a:extLst>
          </p:cNvPr>
          <p:cNvSpPr txBox="1">
            <a:spLocks noChangeArrowheads="1"/>
          </p:cNvSpPr>
          <p:nvPr/>
        </p:nvSpPr>
        <p:spPr bwMode="auto">
          <a:xfrm>
            <a:off x="1684339" y="2492376"/>
            <a:ext cx="2460625" cy="925513"/>
          </a:xfrm>
          <a:prstGeom prst="rect">
            <a:avLst/>
          </a:prstGeom>
          <a:solidFill>
            <a:schemeClr val="bg1"/>
          </a:solidFill>
          <a:ln w="9525">
            <a:solidFill>
              <a:schemeClr val="tx1"/>
            </a:solidFill>
            <a:miter lim="800000"/>
            <a:headEnd/>
            <a:tailEnd/>
          </a:ln>
        </p:spPr>
        <p:txBody>
          <a:bodyP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50000"/>
              </a:spcBef>
              <a:buClrTx/>
              <a:buSzTx/>
              <a:buFontTx/>
              <a:buNone/>
            </a:pPr>
            <a:r>
              <a:rPr lang="it-IT" altLang="it-IT" sz="1800"/>
              <a:t>ospf is enabled also on the stub network’s interface</a:t>
            </a:r>
          </a:p>
        </p:txBody>
      </p:sp>
      <p:sp>
        <p:nvSpPr>
          <p:cNvPr id="78862" name="Text Box 71">
            <a:extLst>
              <a:ext uri="{FF2B5EF4-FFF2-40B4-BE49-F238E27FC236}">
                <a16:creationId xmlns:a16="http://schemas.microsoft.com/office/drawing/2014/main" id="{2CB51F67-A9C0-972C-F09C-1BA8E360F0BD}"/>
              </a:ext>
            </a:extLst>
          </p:cNvPr>
          <p:cNvSpPr txBox="1">
            <a:spLocks noChangeArrowheads="1"/>
          </p:cNvSpPr>
          <p:nvPr/>
        </p:nvSpPr>
        <p:spPr bwMode="auto">
          <a:xfrm>
            <a:off x="4789489" y="2492376"/>
            <a:ext cx="2460625" cy="925513"/>
          </a:xfrm>
          <a:prstGeom prst="rect">
            <a:avLst/>
          </a:prstGeom>
          <a:solidFill>
            <a:schemeClr val="bg1"/>
          </a:solidFill>
          <a:ln w="9525">
            <a:solidFill>
              <a:schemeClr val="tx1"/>
            </a:solidFill>
            <a:miter lim="800000"/>
            <a:headEnd/>
            <a:tailEnd/>
          </a:ln>
        </p:spPr>
        <p:txBody>
          <a:bodyP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buFont typeface="Wingdings" pitchFamily="2" charset="2"/>
              <a:buNone/>
            </a:pPr>
            <a:r>
              <a:rPr lang="it-IT" altLang="it-IT" sz="1800"/>
              <a:t>the stub network is advertised in the entire ospf domain</a:t>
            </a:r>
          </a:p>
        </p:txBody>
      </p:sp>
      <p:sp>
        <p:nvSpPr>
          <p:cNvPr id="78863" name="Text Box 72">
            <a:extLst>
              <a:ext uri="{FF2B5EF4-FFF2-40B4-BE49-F238E27FC236}">
                <a16:creationId xmlns:a16="http://schemas.microsoft.com/office/drawing/2014/main" id="{B77106EF-5F7D-A07A-3E43-9853956FF194}"/>
              </a:ext>
            </a:extLst>
          </p:cNvPr>
          <p:cNvSpPr txBox="1">
            <a:spLocks noChangeArrowheads="1"/>
          </p:cNvSpPr>
          <p:nvPr/>
        </p:nvSpPr>
        <p:spPr bwMode="auto">
          <a:xfrm>
            <a:off x="7954964" y="2630489"/>
            <a:ext cx="2460625" cy="650875"/>
          </a:xfrm>
          <a:prstGeom prst="rect">
            <a:avLst/>
          </a:prstGeom>
          <a:solidFill>
            <a:schemeClr val="bg1"/>
          </a:solidFill>
          <a:ln w="9525">
            <a:solidFill>
              <a:schemeClr val="tx1"/>
            </a:solidFill>
            <a:miter lim="800000"/>
            <a:headEnd/>
            <a:tailEnd/>
          </a:ln>
        </p:spPr>
        <p:txBody>
          <a:bodyP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buFont typeface="Wingdings" pitchFamily="2" charset="2"/>
              <a:buNone/>
            </a:pPr>
            <a:r>
              <a:rPr lang="it-IT" altLang="it-IT" sz="1800"/>
              <a:t>interface uselessly sends hello packets</a:t>
            </a:r>
          </a:p>
        </p:txBody>
      </p:sp>
      <p:sp>
        <p:nvSpPr>
          <p:cNvPr id="78864" name="Text Box 74">
            <a:extLst>
              <a:ext uri="{FF2B5EF4-FFF2-40B4-BE49-F238E27FC236}">
                <a16:creationId xmlns:a16="http://schemas.microsoft.com/office/drawing/2014/main" id="{565BE625-D582-811F-30C7-06B693C10E9A}"/>
              </a:ext>
            </a:extLst>
          </p:cNvPr>
          <p:cNvSpPr txBox="1">
            <a:spLocks noChangeArrowheads="1"/>
          </p:cNvSpPr>
          <p:nvPr/>
        </p:nvSpPr>
        <p:spPr bwMode="auto">
          <a:xfrm>
            <a:off x="1684339" y="3848101"/>
            <a:ext cx="2460625" cy="925513"/>
          </a:xfrm>
          <a:prstGeom prst="rect">
            <a:avLst/>
          </a:prstGeom>
          <a:solidFill>
            <a:schemeClr val="bg1"/>
          </a:solidFill>
          <a:ln w="9525">
            <a:solidFill>
              <a:schemeClr val="tx1"/>
            </a:solidFill>
            <a:miter lim="800000"/>
            <a:headEnd/>
            <a:tailEnd/>
          </a:ln>
        </p:spPr>
        <p:txBody>
          <a:bodyP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50000"/>
              </a:spcBef>
              <a:buClrTx/>
              <a:buSzTx/>
              <a:buFontTx/>
              <a:buNone/>
            </a:pPr>
            <a:r>
              <a:rPr lang="it-IT" altLang="it-IT" sz="1800"/>
              <a:t>ospf is not enabled on the stub network’s interface</a:t>
            </a:r>
          </a:p>
        </p:txBody>
      </p:sp>
      <p:sp>
        <p:nvSpPr>
          <p:cNvPr id="78865" name="Text Box 75">
            <a:extLst>
              <a:ext uri="{FF2B5EF4-FFF2-40B4-BE49-F238E27FC236}">
                <a16:creationId xmlns:a16="http://schemas.microsoft.com/office/drawing/2014/main" id="{C2CE3554-2C1C-578A-05C6-842DB7BD77E7}"/>
              </a:ext>
            </a:extLst>
          </p:cNvPr>
          <p:cNvSpPr txBox="1">
            <a:spLocks noChangeArrowheads="1"/>
          </p:cNvSpPr>
          <p:nvPr/>
        </p:nvSpPr>
        <p:spPr bwMode="auto">
          <a:xfrm>
            <a:off x="4789489" y="3984626"/>
            <a:ext cx="2460625" cy="650875"/>
          </a:xfrm>
          <a:prstGeom prst="rect">
            <a:avLst/>
          </a:prstGeom>
          <a:solidFill>
            <a:schemeClr val="bg1"/>
          </a:solidFill>
          <a:ln w="9525">
            <a:solidFill>
              <a:schemeClr val="tx1"/>
            </a:solidFill>
            <a:miter lim="800000"/>
            <a:headEnd/>
            <a:tailEnd/>
          </a:ln>
        </p:spPr>
        <p:txBody>
          <a:bodyP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buFont typeface="Wingdings" pitchFamily="2" charset="2"/>
              <a:buNone/>
            </a:pPr>
            <a:r>
              <a:rPr lang="it-IT" altLang="it-IT" sz="1800">
                <a:latin typeface="Arial" panose="020B0604020202020204" pitchFamily="34" charset="0"/>
              </a:rPr>
              <a:t>the stub network is advertised</a:t>
            </a:r>
          </a:p>
        </p:txBody>
      </p:sp>
      <p:sp>
        <p:nvSpPr>
          <p:cNvPr id="78866" name="Text Box 76">
            <a:extLst>
              <a:ext uri="{FF2B5EF4-FFF2-40B4-BE49-F238E27FC236}">
                <a16:creationId xmlns:a16="http://schemas.microsoft.com/office/drawing/2014/main" id="{BBBE0507-A2E9-A21F-21ED-E941A3990AAA}"/>
              </a:ext>
            </a:extLst>
          </p:cNvPr>
          <p:cNvSpPr txBox="1">
            <a:spLocks noChangeArrowheads="1"/>
          </p:cNvSpPr>
          <p:nvPr/>
        </p:nvSpPr>
        <p:spPr bwMode="auto">
          <a:xfrm>
            <a:off x="7954964" y="3573464"/>
            <a:ext cx="2460625" cy="1474787"/>
          </a:xfrm>
          <a:prstGeom prst="rect">
            <a:avLst/>
          </a:prstGeom>
          <a:solidFill>
            <a:schemeClr val="bg1"/>
          </a:solidFill>
          <a:ln w="9525">
            <a:solidFill>
              <a:schemeClr val="tx1"/>
            </a:solidFill>
            <a:miter lim="800000"/>
            <a:headEnd/>
            <a:tailEnd/>
          </a:ln>
        </p:spPr>
        <p:txBody>
          <a:bodyP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buFont typeface="Wingdings" pitchFamily="2" charset="2"/>
              <a:buNone/>
            </a:pPr>
            <a:r>
              <a:rPr lang="it-IT" altLang="it-IT" sz="1800"/>
              <a:t>the stub network is advertised as an AS-external route (hence, only through the backbone)</a:t>
            </a:r>
          </a:p>
        </p:txBody>
      </p:sp>
      <p:sp>
        <p:nvSpPr>
          <p:cNvPr id="78867" name="Text Box 77">
            <a:extLst>
              <a:ext uri="{FF2B5EF4-FFF2-40B4-BE49-F238E27FC236}">
                <a16:creationId xmlns:a16="http://schemas.microsoft.com/office/drawing/2014/main" id="{34F69921-3F4C-728F-1E2B-0A913CBA54A5}"/>
              </a:ext>
            </a:extLst>
          </p:cNvPr>
          <p:cNvSpPr txBox="1">
            <a:spLocks noChangeArrowheads="1"/>
          </p:cNvSpPr>
          <p:nvPr/>
        </p:nvSpPr>
        <p:spPr bwMode="auto">
          <a:xfrm>
            <a:off x="1684339" y="5126039"/>
            <a:ext cx="2460625" cy="1444625"/>
          </a:xfrm>
          <a:prstGeom prst="rect">
            <a:avLst/>
          </a:prstGeom>
          <a:solidFill>
            <a:schemeClr val="bg1"/>
          </a:solidFill>
          <a:ln w="9525">
            <a:solidFill>
              <a:schemeClr val="tx1"/>
            </a:solidFill>
            <a:miter lim="800000"/>
            <a:headEnd/>
            <a:tailEnd/>
          </a:ln>
        </p:spPr>
        <p:txBody>
          <a:bodyP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spcBef>
                <a:spcPct val="50000"/>
              </a:spcBef>
              <a:buClrTx/>
              <a:buSzTx/>
              <a:buFontTx/>
              <a:buNone/>
            </a:pPr>
            <a:r>
              <a:rPr lang="it-IT" altLang="it-IT" sz="1800"/>
              <a:t>ospf is enabled on the stub network’s interface, which is configured as </a:t>
            </a:r>
            <a:r>
              <a:rPr lang="it-IT" altLang="it-IT" sz="1600" b="1">
                <a:latin typeface="Courier New" panose="02070309020205020404" pitchFamily="49" charset="0"/>
              </a:rPr>
              <a:t>passive-interface</a:t>
            </a:r>
          </a:p>
        </p:txBody>
      </p:sp>
      <p:sp>
        <p:nvSpPr>
          <p:cNvPr id="78868" name="Text Box 78">
            <a:extLst>
              <a:ext uri="{FF2B5EF4-FFF2-40B4-BE49-F238E27FC236}">
                <a16:creationId xmlns:a16="http://schemas.microsoft.com/office/drawing/2014/main" id="{14120BD7-8522-E86D-C108-2D56E46C50DD}"/>
              </a:ext>
            </a:extLst>
          </p:cNvPr>
          <p:cNvSpPr txBox="1">
            <a:spLocks noChangeArrowheads="1"/>
          </p:cNvSpPr>
          <p:nvPr/>
        </p:nvSpPr>
        <p:spPr bwMode="auto">
          <a:xfrm>
            <a:off x="4789489" y="5400676"/>
            <a:ext cx="2460625" cy="925513"/>
          </a:xfrm>
          <a:prstGeom prst="rect">
            <a:avLst/>
          </a:prstGeom>
          <a:solidFill>
            <a:schemeClr val="bg1"/>
          </a:solidFill>
          <a:ln w="9525">
            <a:solidFill>
              <a:schemeClr val="tx1"/>
            </a:solidFill>
            <a:miter lim="800000"/>
            <a:headEnd/>
            <a:tailEnd/>
          </a:ln>
        </p:spPr>
        <p:txBody>
          <a:bodyP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buFont typeface="Wingdings" pitchFamily="2" charset="2"/>
              <a:buNone/>
            </a:pPr>
            <a:r>
              <a:rPr lang="it-IT" altLang="it-IT" sz="1800"/>
              <a:t>the stub network is advertised in the entire ospf domain</a:t>
            </a:r>
          </a:p>
        </p:txBody>
      </p:sp>
      <p:sp>
        <p:nvSpPr>
          <p:cNvPr id="78869" name="Text Box 79">
            <a:extLst>
              <a:ext uri="{FF2B5EF4-FFF2-40B4-BE49-F238E27FC236}">
                <a16:creationId xmlns:a16="http://schemas.microsoft.com/office/drawing/2014/main" id="{CCA1B774-0F43-5D8A-08C5-E4B790E4A610}"/>
              </a:ext>
            </a:extLst>
          </p:cNvPr>
          <p:cNvSpPr txBox="1">
            <a:spLocks noChangeArrowheads="1"/>
          </p:cNvSpPr>
          <p:nvPr/>
        </p:nvSpPr>
        <p:spPr bwMode="auto">
          <a:xfrm>
            <a:off x="7954964" y="5675314"/>
            <a:ext cx="2460625" cy="376237"/>
          </a:xfrm>
          <a:prstGeom prst="rect">
            <a:avLst/>
          </a:prstGeom>
          <a:solidFill>
            <a:schemeClr val="bg1"/>
          </a:solidFill>
          <a:ln w="9525">
            <a:solidFill>
              <a:schemeClr val="tx1"/>
            </a:solidFill>
            <a:miter lim="800000"/>
            <a:headEnd/>
            <a:tailEnd/>
          </a:ln>
        </p:spPr>
        <p:txBody>
          <a:bodyPr>
            <a:spAutoFit/>
          </a:bodyP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eaLnBrk="1" hangingPunct="1">
              <a:buFont typeface="Wingdings" pitchFamily="2" charset="2"/>
              <a:buNone/>
            </a:pPr>
            <a:r>
              <a:rPr lang="it-IT" altLang="it-IT" sz="1800"/>
              <a:t>N/A</a:t>
            </a:r>
          </a:p>
        </p:txBody>
      </p:sp>
      <p:sp>
        <p:nvSpPr>
          <p:cNvPr id="78870" name="AutoShape 80">
            <a:extLst>
              <a:ext uri="{FF2B5EF4-FFF2-40B4-BE49-F238E27FC236}">
                <a16:creationId xmlns:a16="http://schemas.microsoft.com/office/drawing/2014/main" id="{563F03ED-DC88-332E-9D70-92EAB7CE3A4A}"/>
              </a:ext>
            </a:extLst>
          </p:cNvPr>
          <p:cNvSpPr>
            <a:spLocks noChangeArrowheads="1"/>
          </p:cNvSpPr>
          <p:nvPr/>
        </p:nvSpPr>
        <p:spPr bwMode="auto">
          <a:xfrm>
            <a:off x="4087813" y="2638425"/>
            <a:ext cx="781050" cy="635000"/>
          </a:xfrm>
          <a:prstGeom prst="rightArrow">
            <a:avLst>
              <a:gd name="adj1" fmla="val 66093"/>
              <a:gd name="adj2" fmla="val 48779"/>
            </a:avLst>
          </a:prstGeom>
          <a:solidFill>
            <a:srgbClr val="99FF66"/>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2000"/>
              <a:t>then</a:t>
            </a:r>
          </a:p>
        </p:txBody>
      </p:sp>
      <p:sp>
        <p:nvSpPr>
          <p:cNvPr id="78871" name="AutoShape 82">
            <a:extLst>
              <a:ext uri="{FF2B5EF4-FFF2-40B4-BE49-F238E27FC236}">
                <a16:creationId xmlns:a16="http://schemas.microsoft.com/office/drawing/2014/main" id="{DF993116-EE09-EC47-4F8B-0BB73E6C4641}"/>
              </a:ext>
            </a:extLst>
          </p:cNvPr>
          <p:cNvSpPr>
            <a:spLocks noChangeArrowheads="1"/>
          </p:cNvSpPr>
          <p:nvPr/>
        </p:nvSpPr>
        <p:spPr bwMode="auto">
          <a:xfrm>
            <a:off x="7212013" y="2638425"/>
            <a:ext cx="781050" cy="635000"/>
          </a:xfrm>
          <a:prstGeom prst="rightArrow">
            <a:avLst>
              <a:gd name="adj1" fmla="val 66093"/>
              <a:gd name="adj2" fmla="val 48779"/>
            </a:avLst>
          </a:prstGeom>
          <a:solidFill>
            <a:srgbClr val="FF9966"/>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2000"/>
              <a:t>but</a:t>
            </a:r>
          </a:p>
        </p:txBody>
      </p:sp>
      <p:sp>
        <p:nvSpPr>
          <p:cNvPr id="78872" name="AutoShape 83">
            <a:extLst>
              <a:ext uri="{FF2B5EF4-FFF2-40B4-BE49-F238E27FC236}">
                <a16:creationId xmlns:a16="http://schemas.microsoft.com/office/drawing/2014/main" id="{12A70A50-2E1B-A8C1-28FB-3C0CF0865024}"/>
              </a:ext>
            </a:extLst>
          </p:cNvPr>
          <p:cNvSpPr>
            <a:spLocks noChangeArrowheads="1"/>
          </p:cNvSpPr>
          <p:nvPr/>
        </p:nvSpPr>
        <p:spPr bwMode="auto">
          <a:xfrm>
            <a:off x="4087813" y="3992563"/>
            <a:ext cx="781050" cy="635000"/>
          </a:xfrm>
          <a:prstGeom prst="rightArrow">
            <a:avLst>
              <a:gd name="adj1" fmla="val 66093"/>
              <a:gd name="adj2" fmla="val 48779"/>
            </a:avLst>
          </a:prstGeom>
          <a:solidFill>
            <a:srgbClr val="99FF66"/>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2000"/>
              <a:t>then</a:t>
            </a:r>
          </a:p>
        </p:txBody>
      </p:sp>
      <p:sp>
        <p:nvSpPr>
          <p:cNvPr id="78873" name="AutoShape 84">
            <a:extLst>
              <a:ext uri="{FF2B5EF4-FFF2-40B4-BE49-F238E27FC236}">
                <a16:creationId xmlns:a16="http://schemas.microsoft.com/office/drawing/2014/main" id="{F7CCA70C-7D86-71B2-4278-02F3F9B40069}"/>
              </a:ext>
            </a:extLst>
          </p:cNvPr>
          <p:cNvSpPr>
            <a:spLocks noChangeArrowheads="1"/>
          </p:cNvSpPr>
          <p:nvPr/>
        </p:nvSpPr>
        <p:spPr bwMode="auto">
          <a:xfrm>
            <a:off x="7212013" y="3992563"/>
            <a:ext cx="781050" cy="635000"/>
          </a:xfrm>
          <a:prstGeom prst="rightArrow">
            <a:avLst>
              <a:gd name="adj1" fmla="val 66093"/>
              <a:gd name="adj2" fmla="val 48779"/>
            </a:avLst>
          </a:prstGeom>
          <a:solidFill>
            <a:srgbClr val="FF9966"/>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2000"/>
              <a:t>but</a:t>
            </a:r>
          </a:p>
        </p:txBody>
      </p:sp>
      <p:sp>
        <p:nvSpPr>
          <p:cNvPr id="78874" name="AutoShape 85">
            <a:extLst>
              <a:ext uri="{FF2B5EF4-FFF2-40B4-BE49-F238E27FC236}">
                <a16:creationId xmlns:a16="http://schemas.microsoft.com/office/drawing/2014/main" id="{704410A4-F5A9-9EF3-7A8F-C6B617CA12A5}"/>
              </a:ext>
            </a:extLst>
          </p:cNvPr>
          <p:cNvSpPr>
            <a:spLocks noChangeArrowheads="1"/>
          </p:cNvSpPr>
          <p:nvPr/>
        </p:nvSpPr>
        <p:spPr bwMode="auto">
          <a:xfrm>
            <a:off x="4087813" y="5545138"/>
            <a:ext cx="781050" cy="635000"/>
          </a:xfrm>
          <a:prstGeom prst="rightArrow">
            <a:avLst>
              <a:gd name="adj1" fmla="val 66093"/>
              <a:gd name="adj2" fmla="val 48779"/>
            </a:avLst>
          </a:prstGeom>
          <a:solidFill>
            <a:srgbClr val="99FF66"/>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2000"/>
              <a:t>then</a:t>
            </a:r>
          </a:p>
        </p:txBody>
      </p:sp>
      <p:sp>
        <p:nvSpPr>
          <p:cNvPr id="78875" name="AutoShape 86">
            <a:extLst>
              <a:ext uri="{FF2B5EF4-FFF2-40B4-BE49-F238E27FC236}">
                <a16:creationId xmlns:a16="http://schemas.microsoft.com/office/drawing/2014/main" id="{AE1D7B45-049B-76BC-E83C-8BA6B24F4EB8}"/>
              </a:ext>
            </a:extLst>
          </p:cNvPr>
          <p:cNvSpPr>
            <a:spLocks noChangeArrowheads="1"/>
          </p:cNvSpPr>
          <p:nvPr/>
        </p:nvSpPr>
        <p:spPr bwMode="auto">
          <a:xfrm>
            <a:off x="7212013" y="5545138"/>
            <a:ext cx="781050" cy="635000"/>
          </a:xfrm>
          <a:prstGeom prst="rightArrow">
            <a:avLst>
              <a:gd name="adj1" fmla="val 66093"/>
              <a:gd name="adj2" fmla="val 48779"/>
            </a:avLst>
          </a:prstGeom>
          <a:solidFill>
            <a:srgbClr val="FF9966"/>
          </a:solidFill>
          <a:ln w="9525">
            <a:solidFill>
              <a:schemeClr val="tx1"/>
            </a:solidFill>
            <a:miter lim="800000"/>
            <a:headEnd/>
            <a:tailEnd/>
          </a:ln>
        </p:spPr>
        <p:txBody>
          <a:bodyPr wrap="none" anchor="ctr"/>
          <a:lstStyle>
            <a:lvl1pPr>
              <a:spcBef>
                <a:spcPct val="20000"/>
              </a:spcBef>
              <a:buClr>
                <a:schemeClr val="tx2"/>
              </a:buClr>
              <a:buSzPct val="70000"/>
              <a:buFont typeface="Wingdings" pitchFamily="2" charset="2"/>
              <a:buChar char="n"/>
              <a:defRPr sz="3200">
                <a:solidFill>
                  <a:schemeClr val="tx1"/>
                </a:solidFill>
                <a:latin typeface="Tahoma" panose="020B0604030504040204" pitchFamily="34" charset="0"/>
              </a:defRPr>
            </a:lvl1pPr>
            <a:lvl2pPr marL="742950" indent="-285750">
              <a:spcBef>
                <a:spcPct val="20000"/>
              </a:spcBef>
              <a:buClr>
                <a:schemeClr val="accent1"/>
              </a:buClr>
              <a:buSzPct val="70000"/>
              <a:buFont typeface="Wingdings" pitchFamily="2" charset="2"/>
              <a:buChar char="n"/>
              <a:defRPr sz="2800">
                <a:solidFill>
                  <a:schemeClr val="tx1"/>
                </a:solidFill>
                <a:latin typeface="Tahoma" panose="020B0604030504040204" pitchFamily="34" charset="0"/>
              </a:defRPr>
            </a:lvl2pPr>
            <a:lvl3pPr marL="1143000" indent="-228600">
              <a:spcBef>
                <a:spcPct val="20000"/>
              </a:spcBef>
              <a:buClr>
                <a:srgbClr val="66CC00"/>
              </a:buClr>
              <a:buSzPct val="70000"/>
              <a:buFont typeface="Wingdings" pitchFamily="2" charset="2"/>
              <a:buChar char="n"/>
              <a:defRPr sz="2400">
                <a:solidFill>
                  <a:schemeClr val="tx1"/>
                </a:solidFill>
                <a:latin typeface="Tahoma" panose="020B0604030504040204" pitchFamily="34" charset="0"/>
              </a:defRPr>
            </a:lvl3pPr>
            <a:lvl4pPr marL="1600200" indent="-228600">
              <a:spcBef>
                <a:spcPct val="20000"/>
              </a:spcBef>
              <a:buSzPct val="70000"/>
              <a:buFont typeface="Wingdings" pitchFamily="2" charset="2"/>
              <a:buChar char="l"/>
              <a:defRPr sz="2000">
                <a:solidFill>
                  <a:schemeClr val="tx1"/>
                </a:solidFill>
                <a:latin typeface="Tahoma" panose="020B0604030504040204" pitchFamily="34" charset="0"/>
              </a:defRPr>
            </a:lvl4pPr>
            <a:lvl5pPr marL="2057400" indent="-228600">
              <a:spcBef>
                <a:spcPct val="20000"/>
              </a:spcBef>
              <a:buFont typeface="Arial" panose="020B0604020202020204" pitchFamily="34" charset="0"/>
              <a:buChar char="–"/>
              <a:defRPr sz="2000">
                <a:solidFill>
                  <a:schemeClr val="tx1"/>
                </a:solidFill>
                <a:latin typeface="Tahoma" panose="020B060403050404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Tahoma" panose="020B0604030504040204" pitchFamily="34" charset="0"/>
              </a:defRPr>
            </a:lvl9pPr>
          </a:lstStyle>
          <a:p>
            <a:pPr algn="ctr" eaLnBrk="1" hangingPunct="1">
              <a:spcBef>
                <a:spcPct val="0"/>
              </a:spcBef>
              <a:buClrTx/>
              <a:buSzTx/>
              <a:buFontTx/>
              <a:buNone/>
            </a:pPr>
            <a:r>
              <a:rPr lang="it-IT" altLang="it-IT" sz="2000"/>
              <a:t>but</a:t>
            </a:r>
          </a:p>
        </p:txBody>
      </p:sp>
      <p:pic>
        <p:nvPicPr>
          <p:cNvPr id="78876" name="Picture 87" descr="MC900434713[1]">
            <a:extLst>
              <a:ext uri="{FF2B5EF4-FFF2-40B4-BE49-F238E27FC236}">
                <a16:creationId xmlns:a16="http://schemas.microsoft.com/office/drawing/2014/main" id="{2391A5D3-945B-95D8-67E2-903F54F0EA6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49714" y="4868863"/>
            <a:ext cx="606425"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AA7C9-EBCC-A523-0B53-3D45A96038B8}"/>
            </a:ext>
          </a:extLst>
        </p:cNvPr>
        <p:cNvGrpSpPr/>
        <p:nvPr/>
      </p:nvGrpSpPr>
      <p:grpSpPr>
        <a:xfrm>
          <a:off x="0" y="0"/>
          <a:ext cx="0" cy="0"/>
          <a:chOff x="0" y="0"/>
          <a:chExt cx="0" cy="0"/>
        </a:xfrm>
      </p:grpSpPr>
      <p:sp>
        <p:nvSpPr>
          <p:cNvPr id="6148" name="Rectangle 2">
            <a:extLst>
              <a:ext uri="{FF2B5EF4-FFF2-40B4-BE49-F238E27FC236}">
                <a16:creationId xmlns:a16="http://schemas.microsoft.com/office/drawing/2014/main" id="{93E656A8-D3D2-CA29-499D-7D025FDA5E18}"/>
              </a:ext>
            </a:extLst>
          </p:cNvPr>
          <p:cNvSpPr>
            <a:spLocks noGrp="1" noChangeArrowheads="1"/>
          </p:cNvSpPr>
          <p:nvPr>
            <p:ph type="title"/>
          </p:nvPr>
        </p:nvSpPr>
        <p:spPr/>
        <p:txBody>
          <a:bodyPr/>
          <a:lstStyle/>
          <a:p>
            <a:pPr eaLnBrk="1" hangingPunct="1"/>
            <a:r>
              <a:rPr lang="it-IT" altLang="it-IT"/>
              <a:t>copyright notice</a:t>
            </a:r>
          </a:p>
        </p:txBody>
      </p:sp>
      <p:sp>
        <p:nvSpPr>
          <p:cNvPr id="6149" name="Rectangle 3">
            <a:extLst>
              <a:ext uri="{FF2B5EF4-FFF2-40B4-BE49-F238E27FC236}">
                <a16:creationId xmlns:a16="http://schemas.microsoft.com/office/drawing/2014/main" id="{56599096-31BD-5246-252A-215698957478}"/>
              </a:ext>
            </a:extLst>
          </p:cNvPr>
          <p:cNvSpPr>
            <a:spLocks noGrp="1" noChangeArrowheads="1"/>
          </p:cNvSpPr>
          <p:nvPr>
            <p:ph idx="1"/>
          </p:nvPr>
        </p:nvSpPr>
        <p:spPr/>
        <p:txBody>
          <a:bodyPr/>
          <a:lstStyle/>
          <a:p>
            <a:pPr eaLnBrk="1" hangingPunct="1">
              <a:lnSpc>
                <a:spcPct val="80000"/>
              </a:lnSpc>
            </a:pPr>
            <a:r>
              <a:rPr lang="it-IT" altLang="it-IT" sz="1800" dirty="0" err="1"/>
              <a:t>All</a:t>
            </a:r>
            <a:r>
              <a:rPr lang="it-IT" altLang="it-IT" sz="1800" dirty="0"/>
              <a:t> the pages/slides in </a:t>
            </a:r>
            <a:r>
              <a:rPr lang="it-IT" altLang="it-IT" sz="1800" dirty="0" err="1"/>
              <a:t>this</a:t>
            </a:r>
            <a:r>
              <a:rPr lang="it-IT" altLang="it-IT" sz="1800" dirty="0"/>
              <a:t> </a:t>
            </a:r>
            <a:r>
              <a:rPr lang="it-IT" altLang="it-IT" sz="1800" dirty="0" err="1"/>
              <a:t>presentation</a:t>
            </a:r>
            <a:r>
              <a:rPr lang="it-IT" altLang="it-IT" sz="1800" dirty="0"/>
              <a:t>, </a:t>
            </a:r>
            <a:r>
              <a:rPr lang="it-IT" altLang="it-IT" sz="1800" dirty="0" err="1"/>
              <a:t>including</a:t>
            </a:r>
            <a:r>
              <a:rPr lang="it-IT" altLang="it-IT" sz="1800" dirty="0"/>
              <a:t> </a:t>
            </a:r>
            <a:r>
              <a:rPr lang="it-IT" altLang="it-IT" sz="1800" dirty="0" err="1"/>
              <a:t>but</a:t>
            </a:r>
            <a:r>
              <a:rPr lang="it-IT" altLang="it-IT" sz="1800" dirty="0"/>
              <a:t> </a:t>
            </a:r>
            <a:r>
              <a:rPr lang="it-IT" altLang="it-IT" sz="1800" dirty="0" err="1"/>
              <a:t>not</a:t>
            </a:r>
            <a:r>
              <a:rPr lang="it-IT" altLang="it-IT" sz="1800" dirty="0"/>
              <a:t> limited to, images, </a:t>
            </a:r>
            <a:r>
              <a:rPr lang="it-IT" altLang="it-IT" sz="1800" dirty="0" err="1"/>
              <a:t>photos</a:t>
            </a:r>
            <a:r>
              <a:rPr lang="it-IT" altLang="it-IT" sz="1800" dirty="0"/>
              <a:t>, </a:t>
            </a:r>
            <a:r>
              <a:rPr lang="it-IT" altLang="it-IT" sz="1800" dirty="0" err="1"/>
              <a:t>animations</a:t>
            </a:r>
            <a:r>
              <a:rPr lang="it-IT" altLang="it-IT" sz="1800" dirty="0"/>
              <a:t>, </a:t>
            </a:r>
            <a:r>
              <a:rPr lang="it-IT" altLang="it-IT" sz="1800" dirty="0" err="1"/>
              <a:t>videos</a:t>
            </a:r>
            <a:r>
              <a:rPr lang="it-IT" altLang="it-IT" sz="1800" dirty="0"/>
              <a:t>, sounds, music, and text (</a:t>
            </a:r>
            <a:r>
              <a:rPr lang="it-IT" altLang="it-IT" sz="1800" dirty="0" err="1"/>
              <a:t>hereby</a:t>
            </a:r>
            <a:r>
              <a:rPr lang="it-IT" altLang="it-IT" sz="1800" dirty="0"/>
              <a:t> </a:t>
            </a:r>
            <a:r>
              <a:rPr lang="it-IT" altLang="it-IT" sz="1800" dirty="0" err="1"/>
              <a:t>referred</a:t>
            </a:r>
            <a:r>
              <a:rPr lang="it-IT" altLang="it-IT" sz="1800" dirty="0"/>
              <a:t> to </a:t>
            </a:r>
            <a:r>
              <a:rPr lang="it-IT" altLang="it-IT" sz="1800" dirty="0" err="1"/>
              <a:t>as</a:t>
            </a:r>
            <a:r>
              <a:rPr lang="it-IT" altLang="it-IT" sz="1800" dirty="0"/>
              <a:t> “</a:t>
            </a:r>
            <a:r>
              <a:rPr lang="it-IT" altLang="it-IT" sz="1800" dirty="0" err="1"/>
              <a:t>material</a:t>
            </a:r>
            <a:r>
              <a:rPr lang="it-IT" altLang="it-IT" sz="1800" dirty="0"/>
              <a:t>”) are </a:t>
            </a:r>
            <a:r>
              <a:rPr lang="it-IT" altLang="it-IT" sz="1800" dirty="0" err="1"/>
              <a:t>protected</a:t>
            </a:r>
            <a:r>
              <a:rPr lang="it-IT" altLang="it-IT" sz="1800" dirty="0"/>
              <a:t> by copyright.</a:t>
            </a:r>
          </a:p>
          <a:p>
            <a:pPr eaLnBrk="1" hangingPunct="1">
              <a:lnSpc>
                <a:spcPct val="80000"/>
              </a:lnSpc>
            </a:pPr>
            <a:r>
              <a:rPr lang="it-IT" altLang="it-IT" sz="1800" dirty="0" err="1"/>
              <a:t>This</a:t>
            </a:r>
            <a:r>
              <a:rPr lang="it-IT" altLang="it-IT" sz="1800" dirty="0"/>
              <a:t> </a:t>
            </a:r>
            <a:r>
              <a:rPr lang="it-IT" altLang="it-IT" sz="1800" dirty="0" err="1"/>
              <a:t>material</a:t>
            </a:r>
            <a:r>
              <a:rPr lang="it-IT" altLang="it-IT" sz="1800" dirty="0"/>
              <a:t>, with the </a:t>
            </a:r>
            <a:r>
              <a:rPr lang="it-IT" altLang="it-IT" sz="1800" dirty="0" err="1"/>
              <a:t>exception</a:t>
            </a:r>
            <a:r>
              <a:rPr lang="it-IT" altLang="it-IT" sz="1800" dirty="0"/>
              <a:t> of some multimedia </a:t>
            </a:r>
            <a:r>
              <a:rPr lang="it-IT" altLang="it-IT" sz="1800" dirty="0" err="1"/>
              <a:t>elements</a:t>
            </a:r>
            <a:r>
              <a:rPr lang="it-IT" altLang="it-IT" sz="1800" dirty="0"/>
              <a:t> </a:t>
            </a:r>
            <a:r>
              <a:rPr lang="it-IT" altLang="it-IT" sz="1800" dirty="0" err="1"/>
              <a:t>licensed</a:t>
            </a:r>
            <a:r>
              <a:rPr lang="it-IT" altLang="it-IT" sz="1800" dirty="0"/>
              <a:t> by </a:t>
            </a:r>
            <a:r>
              <a:rPr lang="it-IT" altLang="it-IT" sz="1800" dirty="0" err="1"/>
              <a:t>other</a:t>
            </a:r>
            <a:r>
              <a:rPr lang="it-IT" altLang="it-IT" sz="1800" dirty="0"/>
              <a:t> </a:t>
            </a:r>
            <a:r>
              <a:rPr lang="it-IT" altLang="it-IT" sz="1800" dirty="0" err="1"/>
              <a:t>organizations</a:t>
            </a:r>
            <a:r>
              <a:rPr lang="it-IT" altLang="it-IT" sz="1800" dirty="0"/>
              <a:t>, </a:t>
            </a:r>
            <a:r>
              <a:rPr lang="it-IT" altLang="it-IT" sz="1800" dirty="0" err="1"/>
              <a:t>is</a:t>
            </a:r>
            <a:r>
              <a:rPr lang="it-IT" altLang="it-IT" sz="1800" dirty="0"/>
              <a:t> </a:t>
            </a:r>
            <a:r>
              <a:rPr lang="it-IT" altLang="it-IT" sz="1800" dirty="0" err="1"/>
              <a:t>property</a:t>
            </a:r>
            <a:r>
              <a:rPr lang="it-IT" altLang="it-IT" sz="1800" dirty="0"/>
              <a:t> of the </a:t>
            </a:r>
            <a:r>
              <a:rPr lang="it-IT" altLang="it-IT" sz="1800" dirty="0" err="1"/>
              <a:t>authors</a:t>
            </a:r>
            <a:r>
              <a:rPr lang="it-IT" altLang="it-IT" sz="1800" dirty="0"/>
              <a:t> and/or </a:t>
            </a:r>
            <a:r>
              <a:rPr lang="it-IT" altLang="it-IT" sz="1800" dirty="0" err="1"/>
              <a:t>organizations</a:t>
            </a:r>
            <a:r>
              <a:rPr lang="it-IT" altLang="it-IT" sz="1800" dirty="0"/>
              <a:t> </a:t>
            </a:r>
            <a:r>
              <a:rPr lang="it-IT" altLang="it-IT" sz="1800" dirty="0" err="1"/>
              <a:t>appearing</a:t>
            </a:r>
            <a:r>
              <a:rPr lang="it-IT" altLang="it-IT" sz="1800" dirty="0"/>
              <a:t> in the first slide.</a:t>
            </a:r>
          </a:p>
          <a:p>
            <a:pPr eaLnBrk="1" hangingPunct="1">
              <a:lnSpc>
                <a:spcPct val="80000"/>
              </a:lnSpc>
            </a:pPr>
            <a:r>
              <a:rPr lang="it-IT" altLang="it-IT" sz="1800" dirty="0" err="1"/>
              <a:t>This</a:t>
            </a:r>
            <a:r>
              <a:rPr lang="it-IT" altLang="it-IT" sz="1800" dirty="0"/>
              <a:t> </a:t>
            </a:r>
            <a:r>
              <a:rPr lang="it-IT" altLang="it-IT" sz="1800" dirty="0" err="1"/>
              <a:t>material</a:t>
            </a:r>
            <a:r>
              <a:rPr lang="it-IT" altLang="it-IT" sz="1800" dirty="0"/>
              <a:t>, or </a:t>
            </a:r>
            <a:r>
              <a:rPr lang="it-IT" altLang="it-IT" sz="1800" dirty="0" err="1"/>
              <a:t>its</a:t>
            </a:r>
            <a:r>
              <a:rPr lang="it-IT" altLang="it-IT" sz="1800" dirty="0"/>
              <a:t> parts, can be </a:t>
            </a:r>
            <a:r>
              <a:rPr lang="it-IT" altLang="it-IT" sz="1800" dirty="0" err="1"/>
              <a:t>reproduced</a:t>
            </a:r>
            <a:r>
              <a:rPr lang="it-IT" altLang="it-IT" sz="1800" dirty="0"/>
              <a:t> and </a:t>
            </a:r>
            <a:r>
              <a:rPr lang="it-IT" altLang="it-IT" sz="1800" dirty="0" err="1"/>
              <a:t>used</a:t>
            </a:r>
            <a:r>
              <a:rPr lang="it-IT" altLang="it-IT" sz="1800" dirty="0"/>
              <a:t> for </a:t>
            </a:r>
            <a:r>
              <a:rPr lang="it-IT" altLang="it-IT" sz="1800" dirty="0" err="1"/>
              <a:t>didactical</a:t>
            </a:r>
            <a:r>
              <a:rPr lang="it-IT" altLang="it-IT" sz="1800" dirty="0"/>
              <a:t> </a:t>
            </a:r>
            <a:r>
              <a:rPr lang="it-IT" altLang="it-IT" sz="1800" dirty="0" err="1"/>
              <a:t>purposes</a:t>
            </a:r>
            <a:r>
              <a:rPr lang="it-IT" altLang="it-IT" sz="1800" dirty="0"/>
              <a:t> </a:t>
            </a:r>
            <a:r>
              <a:rPr lang="it-IT" altLang="it-IT" sz="1800" dirty="0" err="1"/>
              <a:t>within</a:t>
            </a:r>
            <a:r>
              <a:rPr lang="it-IT" altLang="it-IT" sz="1800" dirty="0"/>
              <a:t> </a:t>
            </a:r>
            <a:r>
              <a:rPr lang="it-IT" altLang="it-IT" sz="1800" dirty="0" err="1"/>
              <a:t>universities</a:t>
            </a:r>
            <a:r>
              <a:rPr lang="it-IT" altLang="it-IT" sz="1800" dirty="0"/>
              <a:t> and schools, </a:t>
            </a:r>
            <a:r>
              <a:rPr lang="it-IT" altLang="it-IT" sz="1800" dirty="0" err="1"/>
              <a:t>provided</a:t>
            </a:r>
            <a:r>
              <a:rPr lang="it-IT" altLang="it-IT" sz="1800" dirty="0"/>
              <a:t> </a:t>
            </a:r>
            <a:r>
              <a:rPr lang="it-IT" altLang="it-IT" sz="1800" dirty="0" err="1"/>
              <a:t>that</a:t>
            </a:r>
            <a:r>
              <a:rPr lang="it-IT" altLang="it-IT" sz="1800" dirty="0"/>
              <a:t> </a:t>
            </a:r>
            <a:r>
              <a:rPr lang="it-IT" altLang="it-IT" sz="1800" dirty="0" err="1"/>
              <a:t>this</a:t>
            </a:r>
            <a:r>
              <a:rPr lang="it-IT" altLang="it-IT" sz="1800" dirty="0"/>
              <a:t> </a:t>
            </a:r>
            <a:r>
              <a:rPr lang="it-IT" altLang="it-IT" sz="1800" dirty="0" err="1"/>
              <a:t>happens</a:t>
            </a:r>
            <a:r>
              <a:rPr lang="it-IT" altLang="it-IT" sz="1800" dirty="0"/>
              <a:t> for non-profit </a:t>
            </a:r>
            <a:r>
              <a:rPr lang="it-IT" altLang="it-IT" sz="1800" dirty="0" err="1"/>
              <a:t>purposes</a:t>
            </a:r>
            <a:r>
              <a:rPr lang="it-IT" altLang="it-IT" sz="1800" dirty="0"/>
              <a:t>.</a:t>
            </a:r>
          </a:p>
          <a:p>
            <a:pPr eaLnBrk="1" hangingPunct="1">
              <a:lnSpc>
                <a:spcPct val="80000"/>
              </a:lnSpc>
            </a:pPr>
            <a:r>
              <a:rPr lang="it-IT" altLang="it-IT" sz="1800" dirty="0"/>
              <a:t>Information </a:t>
            </a:r>
            <a:r>
              <a:rPr lang="it-IT" altLang="it-IT" sz="1800" dirty="0" err="1"/>
              <a:t>contained</a:t>
            </a:r>
            <a:r>
              <a:rPr lang="it-IT" altLang="it-IT" sz="1800" dirty="0"/>
              <a:t> in </a:t>
            </a:r>
            <a:r>
              <a:rPr lang="it-IT" altLang="it-IT" sz="1800" dirty="0" err="1"/>
              <a:t>this</a:t>
            </a:r>
            <a:r>
              <a:rPr lang="it-IT" altLang="it-IT" sz="1800" dirty="0"/>
              <a:t> </a:t>
            </a:r>
            <a:r>
              <a:rPr lang="it-IT" altLang="it-IT" sz="1800" dirty="0" err="1"/>
              <a:t>material</a:t>
            </a:r>
            <a:r>
              <a:rPr lang="it-IT" altLang="it-IT" sz="1800" dirty="0"/>
              <a:t> </a:t>
            </a:r>
            <a:r>
              <a:rPr lang="it-IT" altLang="it-IT" sz="1800" dirty="0" err="1"/>
              <a:t>cannot</a:t>
            </a:r>
            <a:r>
              <a:rPr lang="it-IT" altLang="it-IT" sz="1800" dirty="0"/>
              <a:t> be </a:t>
            </a:r>
            <a:r>
              <a:rPr lang="it-IT" altLang="it-IT" sz="1800" dirty="0" err="1"/>
              <a:t>used</a:t>
            </a:r>
            <a:r>
              <a:rPr lang="it-IT" altLang="it-IT" sz="1800" dirty="0"/>
              <a:t> </a:t>
            </a:r>
            <a:r>
              <a:rPr lang="it-IT" altLang="it-IT" sz="1800" dirty="0" err="1"/>
              <a:t>within</a:t>
            </a:r>
            <a:r>
              <a:rPr lang="it-IT" altLang="it-IT" sz="1800" dirty="0"/>
              <a:t> network design projects or </a:t>
            </a:r>
            <a:r>
              <a:rPr lang="it-IT" altLang="it-IT" sz="1800" dirty="0" err="1"/>
              <a:t>other</a:t>
            </a:r>
            <a:r>
              <a:rPr lang="it-IT" altLang="it-IT" sz="1800" dirty="0"/>
              <a:t> products of </a:t>
            </a:r>
            <a:r>
              <a:rPr lang="it-IT" altLang="it-IT" sz="1800" dirty="0" err="1"/>
              <a:t>any</a:t>
            </a:r>
            <a:r>
              <a:rPr lang="it-IT" altLang="it-IT" sz="1800" dirty="0"/>
              <a:t> </a:t>
            </a:r>
            <a:r>
              <a:rPr lang="it-IT" altLang="it-IT" sz="1800" dirty="0" err="1"/>
              <a:t>kind</a:t>
            </a:r>
            <a:r>
              <a:rPr lang="it-IT" altLang="it-IT" sz="1800" dirty="0"/>
              <a:t>.</a:t>
            </a:r>
          </a:p>
          <a:p>
            <a:pPr eaLnBrk="1" hangingPunct="1">
              <a:lnSpc>
                <a:spcPct val="80000"/>
              </a:lnSpc>
            </a:pPr>
            <a:r>
              <a:rPr lang="it-IT" altLang="it-IT" sz="1800" dirty="0" err="1"/>
              <a:t>Any</a:t>
            </a:r>
            <a:r>
              <a:rPr lang="it-IT" altLang="it-IT" sz="1800" dirty="0"/>
              <a:t> </a:t>
            </a:r>
            <a:r>
              <a:rPr lang="it-IT" altLang="it-IT" sz="1800" dirty="0" err="1"/>
              <a:t>other</a:t>
            </a:r>
            <a:r>
              <a:rPr lang="it-IT" altLang="it-IT" sz="1800" dirty="0"/>
              <a:t> use </a:t>
            </a:r>
            <a:r>
              <a:rPr lang="it-IT" altLang="it-IT" sz="1800" dirty="0" err="1"/>
              <a:t>is</a:t>
            </a:r>
            <a:r>
              <a:rPr lang="it-IT" altLang="it-IT" sz="1800" dirty="0"/>
              <a:t> </a:t>
            </a:r>
            <a:r>
              <a:rPr lang="it-IT" altLang="it-IT" sz="1800" dirty="0" err="1"/>
              <a:t>prohibited</a:t>
            </a:r>
            <a:r>
              <a:rPr lang="it-IT" altLang="it-IT" sz="1800" dirty="0"/>
              <a:t>, </a:t>
            </a:r>
            <a:r>
              <a:rPr lang="it-IT" altLang="it-IT" sz="1800" dirty="0" err="1"/>
              <a:t>unless</a:t>
            </a:r>
            <a:r>
              <a:rPr lang="it-IT" altLang="it-IT" sz="1800" dirty="0"/>
              <a:t> </a:t>
            </a:r>
            <a:r>
              <a:rPr lang="it-IT" altLang="it-IT" sz="1800" dirty="0" err="1"/>
              <a:t>explicitly</a:t>
            </a:r>
            <a:r>
              <a:rPr lang="it-IT" altLang="it-IT" sz="1800" dirty="0"/>
              <a:t> </a:t>
            </a:r>
            <a:r>
              <a:rPr lang="it-IT" altLang="it-IT" sz="1800" dirty="0" err="1"/>
              <a:t>authorized</a:t>
            </a:r>
            <a:r>
              <a:rPr lang="it-IT" altLang="it-IT" sz="1800" dirty="0"/>
              <a:t> by the </a:t>
            </a:r>
            <a:r>
              <a:rPr lang="it-IT" altLang="it-IT" sz="1800" dirty="0" err="1"/>
              <a:t>authors</a:t>
            </a:r>
            <a:r>
              <a:rPr lang="it-IT" altLang="it-IT" sz="1800" dirty="0"/>
              <a:t> on the </a:t>
            </a:r>
            <a:r>
              <a:rPr lang="it-IT" altLang="it-IT" sz="1800" dirty="0" err="1"/>
              <a:t>basis</a:t>
            </a:r>
            <a:r>
              <a:rPr lang="it-IT" altLang="it-IT" sz="1800" dirty="0"/>
              <a:t> of an explicit agreement.</a:t>
            </a:r>
          </a:p>
          <a:p>
            <a:pPr eaLnBrk="1" hangingPunct="1">
              <a:lnSpc>
                <a:spcPct val="80000"/>
              </a:lnSpc>
            </a:pPr>
            <a:r>
              <a:rPr lang="it-IT" altLang="it-IT" sz="1800" dirty="0"/>
              <a:t>The </a:t>
            </a:r>
            <a:r>
              <a:rPr lang="it-IT" altLang="it-IT" sz="1800" dirty="0" err="1"/>
              <a:t>authors</a:t>
            </a:r>
            <a:r>
              <a:rPr lang="it-IT" altLang="it-IT" sz="1800" dirty="0"/>
              <a:t> assume no </a:t>
            </a:r>
            <a:r>
              <a:rPr lang="it-IT" altLang="it-IT" sz="1800" dirty="0" err="1"/>
              <a:t>responsibility</a:t>
            </a:r>
            <a:r>
              <a:rPr lang="it-IT" altLang="it-IT" sz="1800" dirty="0"/>
              <a:t> </a:t>
            </a:r>
            <a:r>
              <a:rPr lang="it-IT" altLang="it-IT" sz="1800" dirty="0" err="1"/>
              <a:t>about</a:t>
            </a:r>
            <a:r>
              <a:rPr lang="it-IT" altLang="it-IT" sz="1800" dirty="0"/>
              <a:t> </a:t>
            </a:r>
            <a:r>
              <a:rPr lang="it-IT" altLang="it-IT" sz="1800" dirty="0" err="1"/>
              <a:t>this</a:t>
            </a:r>
            <a:r>
              <a:rPr lang="it-IT" altLang="it-IT" sz="1800" dirty="0"/>
              <a:t> </a:t>
            </a:r>
            <a:r>
              <a:rPr lang="it-IT" altLang="it-IT" sz="1800" dirty="0" err="1"/>
              <a:t>material</a:t>
            </a:r>
            <a:r>
              <a:rPr lang="it-IT" altLang="it-IT" sz="1800" dirty="0"/>
              <a:t> and </a:t>
            </a:r>
            <a:r>
              <a:rPr lang="it-IT" altLang="it-IT" sz="1800" dirty="0" err="1"/>
              <a:t>provide</a:t>
            </a:r>
            <a:r>
              <a:rPr lang="it-IT" altLang="it-IT" sz="1800" dirty="0"/>
              <a:t> </a:t>
            </a:r>
            <a:r>
              <a:rPr lang="it-IT" altLang="it-IT" sz="1800" dirty="0" err="1"/>
              <a:t>this</a:t>
            </a:r>
            <a:r>
              <a:rPr lang="it-IT" altLang="it-IT" sz="1800" dirty="0"/>
              <a:t> </a:t>
            </a:r>
            <a:r>
              <a:rPr lang="it-IT" altLang="it-IT" sz="1800" dirty="0" err="1"/>
              <a:t>material</a:t>
            </a:r>
            <a:r>
              <a:rPr lang="it-IT" altLang="it-IT" sz="1800" dirty="0"/>
              <a:t> “</a:t>
            </a:r>
            <a:r>
              <a:rPr lang="it-IT" altLang="it-IT" sz="1800" dirty="0" err="1"/>
              <a:t>as</a:t>
            </a:r>
            <a:r>
              <a:rPr lang="it-IT" altLang="it-IT" sz="1800" dirty="0"/>
              <a:t> </a:t>
            </a:r>
            <a:r>
              <a:rPr lang="it-IT" altLang="it-IT" sz="1800" dirty="0" err="1"/>
              <a:t>is</a:t>
            </a:r>
            <a:r>
              <a:rPr lang="it-IT" altLang="it-IT" sz="1800" dirty="0"/>
              <a:t>”, with no </a:t>
            </a:r>
            <a:r>
              <a:rPr lang="it-IT" altLang="it-IT" sz="1800" dirty="0" err="1"/>
              <a:t>implicit</a:t>
            </a:r>
            <a:r>
              <a:rPr lang="it-IT" altLang="it-IT" sz="1800" dirty="0"/>
              <a:t> or explicit </a:t>
            </a:r>
            <a:r>
              <a:rPr lang="it-IT" altLang="it-IT" sz="1800" dirty="0" err="1"/>
              <a:t>warranty</a:t>
            </a:r>
            <a:r>
              <a:rPr lang="it-IT" altLang="it-IT" sz="1800" dirty="0"/>
              <a:t> </a:t>
            </a:r>
            <a:r>
              <a:rPr lang="it-IT" altLang="it-IT" sz="1800" dirty="0" err="1"/>
              <a:t>about</a:t>
            </a:r>
            <a:r>
              <a:rPr lang="it-IT" altLang="it-IT" sz="1800" dirty="0"/>
              <a:t> the </a:t>
            </a:r>
            <a:r>
              <a:rPr lang="it-IT" altLang="it-IT" sz="1800" dirty="0" err="1"/>
              <a:t>correctness</a:t>
            </a:r>
            <a:r>
              <a:rPr lang="it-IT" altLang="it-IT" sz="1800" dirty="0"/>
              <a:t> and </a:t>
            </a:r>
            <a:r>
              <a:rPr lang="it-IT" altLang="it-IT" sz="1800" dirty="0" err="1"/>
              <a:t>completeness</a:t>
            </a:r>
            <a:r>
              <a:rPr lang="it-IT" altLang="it-IT" sz="1800" dirty="0"/>
              <a:t> of </a:t>
            </a:r>
            <a:r>
              <a:rPr lang="it-IT" altLang="it-IT" sz="1800" dirty="0" err="1"/>
              <a:t>its</a:t>
            </a:r>
            <a:r>
              <a:rPr lang="it-IT" altLang="it-IT" sz="1800" dirty="0"/>
              <a:t> </a:t>
            </a:r>
            <a:r>
              <a:rPr lang="it-IT" altLang="it-IT" sz="1800" dirty="0" err="1"/>
              <a:t>contents</a:t>
            </a:r>
            <a:r>
              <a:rPr lang="it-IT" altLang="it-IT" sz="1800" dirty="0"/>
              <a:t>, </a:t>
            </a:r>
            <a:r>
              <a:rPr lang="it-IT" altLang="it-IT" sz="1800" dirty="0" err="1"/>
              <a:t>which</a:t>
            </a:r>
            <a:r>
              <a:rPr lang="it-IT" altLang="it-IT" sz="1800" dirty="0"/>
              <a:t> </a:t>
            </a:r>
            <a:r>
              <a:rPr lang="it-IT" altLang="it-IT" sz="1800" dirty="0" err="1"/>
              <a:t>may</a:t>
            </a:r>
            <a:r>
              <a:rPr lang="it-IT" altLang="it-IT" sz="1800" dirty="0"/>
              <a:t> be </a:t>
            </a:r>
            <a:r>
              <a:rPr lang="it-IT" altLang="it-IT" sz="1800" dirty="0" err="1"/>
              <a:t>subject</a:t>
            </a:r>
            <a:r>
              <a:rPr lang="it-IT" altLang="it-IT" sz="1800" dirty="0"/>
              <a:t> to </a:t>
            </a:r>
            <a:r>
              <a:rPr lang="it-IT" altLang="it-IT" sz="1800" dirty="0" err="1"/>
              <a:t>changes</a:t>
            </a:r>
            <a:r>
              <a:rPr lang="it-IT" altLang="it-IT" sz="1800" dirty="0"/>
              <a:t>.</a:t>
            </a:r>
          </a:p>
          <a:p>
            <a:pPr eaLnBrk="1" hangingPunct="1">
              <a:lnSpc>
                <a:spcPct val="80000"/>
              </a:lnSpc>
            </a:pPr>
            <a:r>
              <a:rPr lang="it-IT" altLang="it-IT" sz="1800" dirty="0" err="1"/>
              <a:t>This</a:t>
            </a:r>
            <a:r>
              <a:rPr lang="it-IT" altLang="it-IT" sz="1800" dirty="0"/>
              <a:t> copyright </a:t>
            </a:r>
            <a:r>
              <a:rPr lang="it-IT" altLang="it-IT" sz="1800" dirty="0" err="1"/>
              <a:t>notice</a:t>
            </a:r>
            <a:r>
              <a:rPr lang="it-IT" altLang="it-IT" sz="1800" dirty="0"/>
              <a:t> must </a:t>
            </a:r>
            <a:r>
              <a:rPr lang="it-IT" altLang="it-IT" sz="1800" dirty="0" err="1"/>
              <a:t>always</a:t>
            </a:r>
            <a:r>
              <a:rPr lang="it-IT" altLang="it-IT" sz="1800" dirty="0"/>
              <a:t> be </a:t>
            </a:r>
            <a:r>
              <a:rPr lang="it-IT" altLang="it-IT" sz="1800" dirty="0" err="1"/>
              <a:t>redistributed</a:t>
            </a:r>
            <a:r>
              <a:rPr lang="it-IT" altLang="it-IT" sz="1800" dirty="0"/>
              <a:t> </a:t>
            </a:r>
            <a:r>
              <a:rPr lang="it-IT" altLang="it-IT" sz="1800" dirty="0" err="1"/>
              <a:t>together</a:t>
            </a:r>
            <a:r>
              <a:rPr lang="it-IT" altLang="it-IT" sz="1800" dirty="0"/>
              <a:t> with the </a:t>
            </a:r>
            <a:r>
              <a:rPr lang="it-IT" altLang="it-IT" sz="1800" dirty="0" err="1"/>
              <a:t>material</a:t>
            </a:r>
            <a:r>
              <a:rPr lang="it-IT" altLang="it-IT" sz="1800" dirty="0"/>
              <a:t>, or </a:t>
            </a:r>
            <a:r>
              <a:rPr lang="it-IT" altLang="it-IT" sz="1800" dirty="0" err="1"/>
              <a:t>its</a:t>
            </a:r>
            <a:r>
              <a:rPr lang="it-IT" altLang="it-IT" sz="1800" dirty="0"/>
              <a:t> </a:t>
            </a:r>
            <a:r>
              <a:rPr lang="it-IT" altLang="it-IT" sz="1800" dirty="0" err="1"/>
              <a:t>portions</a:t>
            </a:r>
            <a:r>
              <a:rPr lang="it-IT" altLang="it-IT" sz="1800" dirty="0"/>
              <a:t>.</a:t>
            </a:r>
          </a:p>
        </p:txBody>
      </p:sp>
      <p:sp>
        <p:nvSpPr>
          <p:cNvPr id="2" name="Rectangle 4">
            <a:extLst>
              <a:ext uri="{FF2B5EF4-FFF2-40B4-BE49-F238E27FC236}">
                <a16:creationId xmlns:a16="http://schemas.microsoft.com/office/drawing/2014/main" id="{3BEB7D71-F9B8-BF46-980E-7BEA4D751015}"/>
              </a:ext>
            </a:extLst>
          </p:cNvPr>
          <p:cNvSpPr>
            <a:spLocks noGrp="1" noChangeArrowheads="1"/>
          </p:cNvSpPr>
          <p:nvPr>
            <p:ph type="dt" sz="half" idx="10"/>
          </p:nvPr>
        </p:nvSpPr>
        <p:spPr>
          <a:ln/>
        </p:spPr>
        <p:txBody>
          <a:bodyPr/>
          <a:lstStyle/>
          <a:p>
            <a:r>
              <a:rPr lang="it-IT" altLang="en-IT"/>
              <a:t>last update: Oct 2023</a:t>
            </a:r>
          </a:p>
        </p:txBody>
      </p:sp>
      <p:sp>
        <p:nvSpPr>
          <p:cNvPr id="3" name="Rectangle 5">
            <a:extLst>
              <a:ext uri="{FF2B5EF4-FFF2-40B4-BE49-F238E27FC236}">
                <a16:creationId xmlns:a16="http://schemas.microsoft.com/office/drawing/2014/main" id="{DF61D9DE-BE03-F5F6-D8A2-EC51EAE1026A}"/>
              </a:ext>
            </a:extLst>
          </p:cNvPr>
          <p:cNvSpPr>
            <a:spLocks noGrp="1" noChangeArrowheads="1"/>
          </p:cNvSpPr>
          <p:nvPr>
            <p:ph type="ftr" sz="quarter" idx="11"/>
          </p:nvPr>
        </p:nvSpPr>
        <p:spPr>
          <a:ln/>
        </p:spPr>
        <p:txBody>
          <a:bodyPr/>
          <a:lstStyle/>
          <a:p>
            <a:r>
              <a:rPr lang="it-IT" altLang="en-IT"/>
              <a:t>kathara – [ labs: ospf_frr ]</a:t>
            </a:r>
          </a:p>
        </p:txBody>
      </p:sp>
    </p:spTree>
    <p:extLst>
      <p:ext uri="{BB962C8B-B14F-4D97-AF65-F5344CB8AC3E}">
        <p14:creationId xmlns:p14="http://schemas.microsoft.com/office/powerpoint/2010/main" val="1276424455"/>
      </p:ext>
    </p:extLst>
  </p:cSld>
  <p:clrMapOvr>
    <a:masterClrMapping/>
  </p:clrMapOvr>
</p:sld>
</file>

<file path=ppt/theme/theme1.xml><?xml version="1.0" encoding="utf-8"?>
<a:theme xmlns:a="http://schemas.openxmlformats.org/drawingml/2006/main" name="slides-template">
  <a:themeElements>
    <a:clrScheme name="slides-template 14">
      <a:dk1>
        <a:srgbClr val="000000"/>
      </a:dk1>
      <a:lt1>
        <a:srgbClr val="FFFFFF"/>
      </a:lt1>
      <a:dk2>
        <a:srgbClr val="FF0000"/>
      </a:dk2>
      <a:lt2>
        <a:srgbClr val="808080"/>
      </a:lt2>
      <a:accent1>
        <a:srgbClr val="483FFF"/>
      </a:accent1>
      <a:accent2>
        <a:srgbClr val="FCEA04"/>
      </a:accent2>
      <a:accent3>
        <a:srgbClr val="FFFFFF"/>
      </a:accent3>
      <a:accent4>
        <a:srgbClr val="000000"/>
      </a:accent4>
      <a:accent5>
        <a:srgbClr val="B1AFFF"/>
      </a:accent5>
      <a:accent6>
        <a:srgbClr val="E4D403"/>
      </a:accent6>
      <a:hlink>
        <a:srgbClr val="009999"/>
      </a:hlink>
      <a:folHlink>
        <a:srgbClr val="99CC00"/>
      </a:folHlink>
    </a:clrScheme>
    <a:fontScheme name="slides-template">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lides-template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slides-template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slides-template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slides-template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slides-template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slides-template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slides-template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slides-template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slides-template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slides-template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slides-template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slides-template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slides-template 13">
        <a:dk1>
          <a:srgbClr val="000000"/>
        </a:dk1>
        <a:lt1>
          <a:srgbClr val="FFFFFF"/>
        </a:lt1>
        <a:dk2>
          <a:srgbClr val="FF0000"/>
        </a:dk2>
        <a:lt2>
          <a:srgbClr val="808080"/>
        </a:lt2>
        <a:accent1>
          <a:srgbClr val="99C4DF"/>
        </a:accent1>
        <a:accent2>
          <a:srgbClr val="FCEA04"/>
        </a:accent2>
        <a:accent3>
          <a:srgbClr val="FFFFFF"/>
        </a:accent3>
        <a:accent4>
          <a:srgbClr val="000000"/>
        </a:accent4>
        <a:accent5>
          <a:srgbClr val="CADEEC"/>
        </a:accent5>
        <a:accent6>
          <a:srgbClr val="E4D403"/>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slides-template 14">
        <a:dk1>
          <a:srgbClr val="000000"/>
        </a:dk1>
        <a:lt1>
          <a:srgbClr val="FFFFFF"/>
        </a:lt1>
        <a:dk2>
          <a:srgbClr val="FF0000"/>
        </a:dk2>
        <a:lt2>
          <a:srgbClr val="808080"/>
        </a:lt2>
        <a:accent1>
          <a:srgbClr val="483FFF"/>
        </a:accent1>
        <a:accent2>
          <a:srgbClr val="FCEA04"/>
        </a:accent2>
        <a:accent3>
          <a:srgbClr val="FFFFFF"/>
        </a:accent3>
        <a:accent4>
          <a:srgbClr val="000000"/>
        </a:accent4>
        <a:accent5>
          <a:srgbClr val="B1AFFF"/>
        </a:accent5>
        <a:accent6>
          <a:srgbClr val="E4D403"/>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Presentation2" id="{CEF9E157-3A07-1948-A978-1A0E0EF844D0}" vid="{6931B5DE-37A9-0140-8222-582175C387CF}"/>
    </a:ext>
  </a:extLst>
</a:theme>
</file>

<file path=ppt/theme/theme2.xml><?xml version="1.0" encoding="utf-8"?>
<a:theme xmlns:a="http://schemas.openxmlformats.org/drawingml/2006/main" name="White">
  <a:themeElements>
    <a:clrScheme name="White">
      <a:dk1>
        <a:srgbClr val="000000"/>
      </a:dk1>
      <a:lt1>
        <a:srgbClr val="FFFFFF"/>
      </a:lt1>
      <a:dk2>
        <a:srgbClr val="5E5E5E"/>
      </a:dk2>
      <a:lt2>
        <a:srgbClr val="D6D5D5"/>
      </a:lt2>
      <a:accent1>
        <a:srgbClr val="00A2FF"/>
      </a:accent1>
      <a:accent2>
        <a:srgbClr val="16E7CF"/>
      </a:accent2>
      <a:accent3>
        <a:srgbClr val="61D836"/>
      </a:accent3>
      <a:accent4>
        <a:srgbClr val="FAE232"/>
      </a:accent4>
      <a:accent5>
        <a:srgbClr val="FF644E"/>
      </a:accent5>
      <a:accent6>
        <a:srgbClr val="EF5FA7"/>
      </a:accent6>
      <a:hlink>
        <a:srgbClr val="0000FF"/>
      </a:hlink>
      <a:folHlink>
        <a:srgbClr val="FF00FF"/>
      </a:folHlink>
    </a:clrScheme>
    <a:fontScheme name="White">
      <a:majorFont>
        <a:latin typeface="Chalkboard SE Regular"/>
        <a:ea typeface="Chalkboard SE Regular"/>
        <a:cs typeface="Chalkboard SE Regular"/>
      </a:majorFont>
      <a:minorFont>
        <a:latin typeface="Chalkboard SE Regular"/>
        <a:ea typeface="Chalkboard SE Regular"/>
        <a:cs typeface="Chalkboard SE Regular"/>
      </a:minorFont>
    </a:fontScheme>
    <a:fmtScheme name="Whit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w="12700" cap="flat">
          <a:noFill/>
          <a:miter lim="400000"/>
        </a:ln>
        <a:effectLst/>
        <a:sp3d/>
      </a:spPr>
      <a:bodyPr rot="0" spcFirstLastPara="1" vertOverflow="overflow" horzOverflow="overflow" vert="horz" wrap="square" lIns="50800" tIns="50800" rIns="50800" bIns="50800" numCol="1" spcCol="38100" rtlCol="0" anchor="ctr">
        <a:spAutoFit/>
      </a:bodyPr>
      <a:lstStyle>
        <a:defPPr marL="0" marR="0" indent="0" algn="ctr" defTabSz="584200" rtl="0" fontAlgn="auto" latinLnBrk="0" hangingPunct="0">
          <a:lnSpc>
            <a:spcPct val="100000"/>
          </a:lnSpc>
          <a:spcBef>
            <a:spcPts val="0"/>
          </a:spcBef>
          <a:spcAft>
            <a:spcPts val="0"/>
          </a:spcAft>
          <a:buClrTx/>
          <a:buSzTx/>
          <a:buFontTx/>
          <a:buNone/>
          <a:tabLst/>
          <a:defRPr kumimoji="0" sz="4000" b="0" i="0" u="none" strike="noStrike" cap="none" spc="0" normalizeH="0" baseline="0">
            <a:ln>
              <a:noFill/>
            </a:ln>
            <a:solidFill>
              <a:srgbClr val="FFFFFF"/>
            </a:solidFill>
            <a:effectLst>
              <a:outerShdw blurRad="38100" dist="12700" dir="5400000" rotWithShape="0">
                <a:srgbClr val="000000">
                  <a:alpha val="50000"/>
                </a:srgbClr>
              </a:outerShdw>
            </a:effectLst>
            <a:uFillTx/>
            <a:latin typeface="Gill Sans"/>
            <a:ea typeface="Gill Sans"/>
            <a:cs typeface="Gill Sans"/>
            <a:sym typeface="Gill Sans"/>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rgbClr val="000000"/>
          </a:solidFill>
          <a:prstDash val="solid"/>
          <a:miter lim="400000"/>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50800" tIns="50800" rIns="50800" bIns="50800" numCol="1" spcCol="38100" rtlCol="0" anchor="ctr">
        <a:spAutoFit/>
      </a:bodyPr>
      <a:lstStyle>
        <a:defPPr marL="0" marR="0" indent="0" algn="ctr" defTabSz="584200" rtl="0" fontAlgn="auto" latinLnBrk="0" hangingPunct="0">
          <a:lnSpc>
            <a:spcPct val="100000"/>
          </a:lnSpc>
          <a:spcBef>
            <a:spcPts val="0"/>
          </a:spcBef>
          <a:spcAft>
            <a:spcPts val="0"/>
          </a:spcAft>
          <a:buClrTx/>
          <a:buSzTx/>
          <a:buFontTx/>
          <a:buNone/>
          <a:tabLst/>
          <a:defRPr kumimoji="0" sz="4200" b="0" i="0" u="none" strike="noStrike" cap="none" spc="0" normalizeH="0" baseline="0">
            <a:ln>
              <a:noFill/>
            </a:ln>
            <a:solidFill>
              <a:srgbClr val="000000"/>
            </a:solidFill>
            <a:effectLst/>
            <a:uFillTx/>
            <a:latin typeface="Gill Sans"/>
            <a:ea typeface="Gill Sans"/>
            <a:cs typeface="Gill Sans"/>
            <a:sym typeface="Gill Sans"/>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3.xml><?xml version="1.0" encoding="utf-8"?>
<a:theme xmlns:a="http://schemas.openxmlformats.org/drawingml/2006/main" name="1_BerryYehSPMSpet04">
  <a:themeElements>
    <a:clrScheme name="1_BerryYehSPMSpet04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1_BerryYehSPMSpet04">
      <a:majorFont>
        <a:latin typeface="Times New Roman"/>
        <a:ea typeface=""/>
        <a:cs typeface=""/>
      </a:majorFont>
      <a:minorFont>
        <a:latin typeface="Arial Rounded MT Bold"/>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rgbClr val="FFFF99"/>
        </a:solidFill>
        <a:ln>
          <a:noFill/>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a:spPr>
      <a:bodyPr vert="horz" wrap="none" lIns="91440" tIns="45720" rIns="91440" bIns="45720" numCol="1" anchor="t" anchorCtr="0" compatLnSpc="1">
        <a:prstTxWarp prst="textNoShape">
          <a:avLst/>
        </a:prstTxWarp>
        <a:spAutoFit/>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altLang="en-CH" sz="1800" b="0" i="0" u="none" strike="noStrike" cap="none" normalizeH="0" baseline="0" smtClean="0">
            <a:ln>
              <a:noFill/>
            </a:ln>
            <a:solidFill>
              <a:schemeClr val="tx1"/>
            </a:solidFill>
            <a:effectLst/>
            <a:latin typeface="Times New Roman" panose="02020603050405020304" pitchFamily="18" charset="0"/>
          </a:defRPr>
        </a:defPPr>
      </a:lstStyle>
    </a:spDef>
    <a:lnDef>
      <a:spPr bwMode="auto">
        <a:xfrm>
          <a:off x="0" y="0"/>
          <a:ext cx="1" cy="1"/>
        </a:xfrm>
        <a:custGeom>
          <a:avLst/>
          <a:gdLst/>
          <a:ahLst/>
          <a:cxnLst/>
          <a:rect l="0" t="0" r="0" b="0"/>
          <a:pathLst/>
        </a:custGeom>
        <a:solidFill>
          <a:srgbClr val="FFFF99"/>
        </a:solidFill>
        <a:ln>
          <a:noFill/>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a:spPr>
      <a:bodyPr vert="horz" wrap="none" lIns="91440" tIns="45720" rIns="91440" bIns="45720" numCol="1" anchor="t" anchorCtr="0" compatLnSpc="1">
        <a:prstTxWarp prst="textNoShape">
          <a:avLst/>
        </a:prstTxWarp>
        <a:spAutoFit/>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altLang="en-CH" sz="1800" b="0" i="0" u="none" strike="noStrike" cap="none" normalizeH="0" baseline="0" smtClean="0">
            <a:ln>
              <a:noFill/>
            </a:ln>
            <a:solidFill>
              <a:schemeClr val="tx1"/>
            </a:solidFill>
            <a:effectLst/>
            <a:latin typeface="Times New Roman" panose="02020603050405020304" pitchFamily="18" charset="0"/>
          </a:defRPr>
        </a:defPPr>
      </a:lstStyle>
    </a:lnDef>
  </a:objectDefaults>
  <a:extraClrSchemeLst>
    <a:extraClrScheme>
      <a:clrScheme name="1_BerryYehSPMSpet04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_BerryYehSPMSpet04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_BerryYehSPMSpet04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_BerryYehSPMSpet04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_BerryYehSPMSpet04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_BerryYehSPMSpet04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_BerryYehSPMSpet04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_BerryYehSPMSpet04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_BerryYehSPMSpet04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_BerryYehSPMSpet04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_BerryYehSPMSpet04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_BerryYehSPMSpet04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2E142A2C-CD16-42D6-873A-C26D2A0506FA}" vid="{1BDDFF52-6CD6-40A5-AB3C-68EB2F1E4D0A}"/>
    </a:ext>
  </a:extLst>
</a:theme>
</file>

<file path=ppt/theme/theme4.xml><?xml version="1.0" encoding="utf-8"?>
<a:theme xmlns:a="http://schemas.openxmlformats.org/drawingml/2006/main" name="Tema di Offic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Tema di Offic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Kathara Template new Logo</Template>
  <TotalTime>10216</TotalTime>
  <Words>11382</Words>
  <Application>Microsoft Office PowerPoint</Application>
  <PresentationFormat>Widescreen</PresentationFormat>
  <Paragraphs>2869</Paragraphs>
  <Slides>124</Slides>
  <Notes>41</Notes>
  <HiddenSlides>2</HiddenSlides>
  <MMClips>0</MMClips>
  <ScaleCrop>false</ScaleCrop>
  <HeadingPairs>
    <vt:vector size="6" baseType="variant">
      <vt:variant>
        <vt:lpstr>Fonts Used</vt:lpstr>
      </vt:variant>
      <vt:variant>
        <vt:i4>15</vt:i4>
      </vt:variant>
      <vt:variant>
        <vt:lpstr>Theme</vt:lpstr>
      </vt:variant>
      <vt:variant>
        <vt:i4>3</vt:i4>
      </vt:variant>
      <vt:variant>
        <vt:lpstr>Slide Titles</vt:lpstr>
      </vt:variant>
      <vt:variant>
        <vt:i4>124</vt:i4>
      </vt:variant>
    </vt:vector>
  </HeadingPairs>
  <TitlesOfParts>
    <vt:vector size="142" baseType="lpstr">
      <vt:lpstr>Arial</vt:lpstr>
      <vt:lpstr>Arial Black</vt:lpstr>
      <vt:lpstr>Arial Rounded MT Bold</vt:lpstr>
      <vt:lpstr>Calibri</vt:lpstr>
      <vt:lpstr>Chalkboard SE Regular</vt:lpstr>
      <vt:lpstr>Comic Sans MS</vt:lpstr>
      <vt:lpstr>Courier New</vt:lpstr>
      <vt:lpstr>Gill Sans</vt:lpstr>
      <vt:lpstr>Helvetica</vt:lpstr>
      <vt:lpstr>Lucida Console</vt:lpstr>
      <vt:lpstr>Symbol</vt:lpstr>
      <vt:lpstr>Tahoma</vt:lpstr>
      <vt:lpstr>Times</vt:lpstr>
      <vt:lpstr>Times New Roman</vt:lpstr>
      <vt:lpstr>Wingdings</vt:lpstr>
      <vt:lpstr>slides-template</vt:lpstr>
      <vt:lpstr>White</vt:lpstr>
      <vt:lpstr>1_BerryYehSPMSpet04</vt:lpstr>
      <vt:lpstr>OSPF with FRRouting</vt:lpstr>
      <vt:lpstr>Summary</vt:lpstr>
      <vt:lpstr>Link State Routing</vt:lpstr>
      <vt:lpstr>Least-cost path routing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Link-state routing algorithm  for source u</vt:lpstr>
      <vt:lpstr>Link-state routing algorithm  for source u</vt:lpstr>
      <vt:lpstr>The routing algorithm we have seen is Dijkstra’s Algorithm</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Link-state + distance-vector</vt:lpstr>
      <vt:lpstr>Link-state vs. distance-vector</vt:lpstr>
      <vt:lpstr>OSPF</vt:lpstr>
      <vt:lpstr>about ospf</vt:lpstr>
      <vt:lpstr>ospf: overview</vt:lpstr>
      <vt:lpstr>Contents</vt:lpstr>
      <vt:lpstr>1. Link State Routing</vt:lpstr>
      <vt:lpstr>(a) Topology Database Synchronization</vt:lpstr>
      <vt:lpstr>Example network</vt:lpstr>
      <vt:lpstr>Initial routing tables</vt:lpstr>
      <vt:lpstr>After Flooding</vt:lpstr>
      <vt:lpstr>(b) Topology graph</vt:lpstr>
      <vt:lpstr>(b) Path Computation</vt:lpstr>
      <vt:lpstr>LS: Summary</vt:lpstr>
      <vt:lpstr>2. Divide large networks </vt:lpstr>
      <vt:lpstr>Hierarchical Routing</vt:lpstr>
      <vt:lpstr>Principles </vt:lpstr>
      <vt:lpstr>Example</vt:lpstr>
      <vt:lpstr>Hints</vt:lpstr>
      <vt:lpstr>Solution</vt:lpstr>
      <vt:lpstr>Comments</vt:lpstr>
      <vt:lpstr>Example of issue : partitioned backbone  </vt:lpstr>
      <vt:lpstr>3. The OSPF Protocol</vt:lpstr>
      <vt:lpstr>Designated routers</vt:lpstr>
      <vt:lpstr>OSPF Components</vt:lpstr>
      <vt:lpstr>Classification of routers</vt:lpstr>
      <vt:lpstr>Classification of routers</vt:lpstr>
      <vt:lpstr>OSPF protocol PDUs </vt:lpstr>
      <vt:lpstr>TOS and metric</vt:lpstr>
      <vt:lpstr>Convergence</vt:lpstr>
      <vt:lpstr>Convergence - Proposals</vt:lpstr>
      <vt:lpstr>Conclusion</vt:lpstr>
      <vt:lpstr>a simple ospf lab</vt:lpstr>
      <vt:lpstr>lab topology</vt:lpstr>
      <vt:lpstr>lab description</vt:lpstr>
      <vt:lpstr>(some) shortest paths</vt:lpstr>
      <vt:lpstr>experiments</vt:lpstr>
      <vt:lpstr>experiments</vt:lpstr>
      <vt:lpstr>designated routers (router interfaces designated for each network)</vt:lpstr>
      <vt:lpstr>designated routers (router interfaces designated for each network)</vt:lpstr>
      <vt:lpstr>designated routers (router interfaces designated for each network)</vt:lpstr>
      <vt:lpstr>designated routers (router interfaces designated for each network)</vt:lpstr>
      <vt:lpstr>ospf’s view of the network</vt:lpstr>
      <vt:lpstr>ospf’s view of the network</vt:lpstr>
      <vt:lpstr>ospf’s view of the network</vt:lpstr>
      <vt:lpstr>ospf’s view of the network</vt:lpstr>
      <vt:lpstr>ospf’s view of the network</vt:lpstr>
      <vt:lpstr>ospf’s view of the network</vt:lpstr>
      <vt:lpstr>ospf’s view of the network</vt:lpstr>
      <vt:lpstr>ospf’s view of the network</vt:lpstr>
      <vt:lpstr>ospf’s view of the network</vt:lpstr>
      <vt:lpstr>ospf’s view of the network</vt:lpstr>
      <vt:lpstr>ospf’s view of the network</vt:lpstr>
      <vt:lpstr>ospf’s view of the network</vt:lpstr>
      <vt:lpstr>ospf’s view of the network</vt:lpstr>
      <vt:lpstr>ospf’s view of the network</vt:lpstr>
      <vt:lpstr>ospf’s view of the network</vt:lpstr>
      <vt:lpstr>ospf’s view of the network</vt:lpstr>
      <vt:lpstr>ospf’s view of the network</vt:lpstr>
      <vt:lpstr>ospf’s view of the network</vt:lpstr>
      <vt:lpstr>ospf’s view of the network</vt:lpstr>
      <vt:lpstr>ospf’s view of the network</vt:lpstr>
      <vt:lpstr>neighborhood</vt:lpstr>
      <vt:lpstr>ospf routing table</vt:lpstr>
      <vt:lpstr>ospf routing table</vt:lpstr>
      <vt:lpstr>experiments</vt:lpstr>
      <vt:lpstr>ospf is fast at detecting topology changes</vt:lpstr>
      <vt:lpstr>ospf is fast at detecting topology changes</vt:lpstr>
      <vt:lpstr>ospf is fast at detecting topology changes</vt:lpstr>
      <vt:lpstr>ospf is fast at detecting topology changes</vt:lpstr>
      <vt:lpstr>ospf is (often) fast at detecting topology changes</vt:lpstr>
      <vt:lpstr>ospf is (often) fast at detecting topology changes</vt:lpstr>
      <vt:lpstr>ospf is (often) fast at detecting topology changes</vt:lpstr>
      <vt:lpstr>lab: ospf-multiarea</vt:lpstr>
      <vt:lpstr>ospf areas</vt:lpstr>
      <vt:lpstr>ospf areas</vt:lpstr>
      <vt:lpstr>area types</vt:lpstr>
      <vt:lpstr>PowerPoint Presentation</vt:lpstr>
      <vt:lpstr>router types</vt:lpstr>
      <vt:lpstr>PowerPoint Presentation</vt:lpstr>
      <vt:lpstr>PowerPoint Presentation</vt:lpstr>
      <vt:lpstr>PowerPoint Presentation</vt:lpstr>
      <vt:lpstr>PowerPoint Presentation</vt:lpstr>
      <vt:lpstr>PowerPoint Presentation</vt:lpstr>
      <vt:lpstr>area configuration</vt:lpstr>
      <vt:lpstr>ospf path types</vt:lpstr>
      <vt:lpstr>ospf path types</vt:lpstr>
      <vt:lpstr>ospf path types</vt:lpstr>
      <vt:lpstr>ospf path types</vt:lpstr>
      <vt:lpstr>ospf path types</vt:lpstr>
      <vt:lpstr>ospf path types</vt:lpstr>
      <vt:lpstr>experiments</vt:lpstr>
      <vt:lpstr>experiments</vt:lpstr>
      <vt:lpstr>experiments</vt:lpstr>
      <vt:lpstr>experiments</vt:lpstr>
      <vt:lpstr>experiments</vt:lpstr>
      <vt:lpstr>experiments</vt:lpstr>
      <vt:lpstr>experiments</vt:lpstr>
      <vt:lpstr>lab: ospf-complex</vt:lpstr>
      <vt:lpstr>PowerPoint Presentation</vt:lpstr>
      <vt:lpstr>lab description</vt:lpstr>
      <vt:lpstr>a quick note about stub networks</vt:lpstr>
      <vt:lpstr>copyright notice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Netkit lab - OSPF</dc:title>
  <dc:subject>A lab showing the operation of the OSPF routing protocol in different scenarios</dc:subject>
  <dc:creator>G. Di Battista, M. Rimondini</dc:creator>
  <cp:keywords>Routing, OSPF</cp:keywords>
  <cp:lastModifiedBy>Rizzo Gianluca</cp:lastModifiedBy>
  <cp:revision>342</cp:revision>
  <dcterms:created xsi:type="dcterms:W3CDTF">2011-10-19T07:52:58Z</dcterms:created>
  <dcterms:modified xsi:type="dcterms:W3CDTF">2026-03-17T09:23:05Z</dcterms:modified>
</cp:coreProperties>
</file>